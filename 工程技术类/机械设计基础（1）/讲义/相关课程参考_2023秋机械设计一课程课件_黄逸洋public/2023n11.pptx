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38"/>
  </p:notesMasterIdLst>
  <p:handoutMasterIdLst>
    <p:handoutMasterId r:id="rId39"/>
  </p:handoutMasterIdLst>
  <p:sldIdLst>
    <p:sldId id="256" r:id="rId2"/>
    <p:sldId id="476" r:id="rId3"/>
    <p:sldId id="424" r:id="rId4"/>
    <p:sldId id="453" r:id="rId5"/>
    <p:sldId id="454" r:id="rId6"/>
    <p:sldId id="455" r:id="rId7"/>
    <p:sldId id="456" r:id="rId8"/>
    <p:sldId id="413" r:id="rId9"/>
    <p:sldId id="457" r:id="rId10"/>
    <p:sldId id="458" r:id="rId11"/>
    <p:sldId id="459" r:id="rId12"/>
    <p:sldId id="480" r:id="rId13"/>
    <p:sldId id="481" r:id="rId14"/>
    <p:sldId id="479" r:id="rId15"/>
    <p:sldId id="477" r:id="rId16"/>
    <p:sldId id="441" r:id="rId17"/>
    <p:sldId id="416" r:id="rId18"/>
    <p:sldId id="417" r:id="rId19"/>
    <p:sldId id="442" r:id="rId20"/>
    <p:sldId id="419" r:id="rId21"/>
    <p:sldId id="423" r:id="rId22"/>
    <p:sldId id="460" r:id="rId23"/>
    <p:sldId id="461" r:id="rId24"/>
    <p:sldId id="462" r:id="rId25"/>
    <p:sldId id="463" r:id="rId26"/>
    <p:sldId id="464" r:id="rId27"/>
    <p:sldId id="465" r:id="rId28"/>
    <p:sldId id="466" r:id="rId29"/>
    <p:sldId id="434" r:id="rId30"/>
    <p:sldId id="438" r:id="rId31"/>
    <p:sldId id="471" r:id="rId32"/>
    <p:sldId id="472" r:id="rId33"/>
    <p:sldId id="473" r:id="rId34"/>
    <p:sldId id="474" r:id="rId35"/>
    <p:sldId id="475" r:id="rId36"/>
    <p:sldId id="478" r:id="rId37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tx1"/>
        </a:solidFill>
        <a:latin typeface="宋体" pitchFamily="2" charset="-122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550">
          <p15:clr>
            <a:srgbClr val="A4A3A4"/>
          </p15:clr>
        </p15:guide>
        <p15:guide id="2" orient="horz" pos="3728">
          <p15:clr>
            <a:srgbClr val="A4A3A4"/>
          </p15:clr>
        </p15:guide>
        <p15:guide id="3" pos="3789">
          <p15:clr>
            <a:srgbClr val="A4A3A4"/>
          </p15:clr>
        </p15:guide>
        <p15:guide id="4" pos="21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9999FF"/>
    <a:srgbClr val="66FFFF"/>
    <a:srgbClr val="66FFCC"/>
    <a:srgbClr val="CC0000"/>
    <a:srgbClr val="000000"/>
    <a:srgbClr val="E1B7B7"/>
    <a:srgbClr val="FFFF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54" autoAdjust="0"/>
    <p:restoredTop sz="94692" autoAdjust="0"/>
  </p:normalViewPr>
  <p:slideViewPr>
    <p:cSldViewPr snapToGrid="0">
      <p:cViewPr varScale="1">
        <p:scale>
          <a:sx n="83" d="100"/>
          <a:sy n="83" d="100"/>
        </p:scale>
        <p:origin x="-1368" y="-62"/>
      </p:cViewPr>
      <p:guideLst>
        <p:guide orient="horz" pos="550"/>
        <p:guide orient="horz" pos="3728"/>
        <p:guide pos="3789"/>
        <p:guide pos="21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40" d="100"/>
          <a:sy n="40" d="100"/>
        </p:scale>
        <p:origin x="-1488" y="-96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6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pPr>
              <a:defRPr/>
            </a:pPr>
            <a:fld id="{34D7ED56-ACEA-4AF8-9F19-60CFB0F99D03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965725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0488"/>
            <a:ext cx="2971800" cy="27463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90488"/>
            <a:ext cx="2971800" cy="27463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r"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39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5786438"/>
            <a:ext cx="5029200" cy="122713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839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69363"/>
            <a:ext cx="2971800" cy="27463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869363"/>
            <a:ext cx="2971800" cy="274637"/>
          </a:xfrm>
          <a:prstGeom prst="rect">
            <a:avLst/>
          </a:prstGeom>
          <a:noFill/>
          <a:ln w="9525">
            <a:noFill/>
            <a:miter lim="800000"/>
            <a:headEnd/>
            <a:tailEnd type="none" w="sm" len="lg"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kumimoji="0" sz="1200">
                <a:latin typeface="Times New Roman" pitchFamily="18" charset="0"/>
              </a:defRPr>
            </a:lvl1pPr>
          </a:lstStyle>
          <a:p>
            <a:pPr>
              <a:defRPr/>
            </a:pPr>
            <a:fld id="{F644FE87-7826-4121-AF02-03580557440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176296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302203 w 4128"/>
              <a:gd name="T1" fmla="*/ 202829 h 479"/>
              <a:gd name="T2" fmla="*/ 7653337 w 4128"/>
              <a:gd name="T3" fmla="*/ 202829 h 479"/>
              <a:gd name="T4" fmla="*/ 7653337 w 4128"/>
              <a:gd name="T5" fmla="*/ 435068 h 479"/>
              <a:gd name="T6" fmla="*/ 0 w 4128"/>
              <a:gd name="T7" fmla="*/ 447238 h 479"/>
              <a:gd name="T8" fmla="*/ 302203 w 4128"/>
              <a:gd name="T9" fmla="*/ 202829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zh-CN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8E6F38F0-EEC6-4B35-8A7F-295C4D69E93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78796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68E9AB9-EA70-41B3-8028-91D80D62A5F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77591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C745E33-69A3-445E-B5E2-267A0416CA9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547161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E4DFD3-E722-4585-8017-3583EFF421E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00096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785B32-686B-4CAC-BD28-089F0BD1B22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72452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A54793C-CC4C-45B7-B9A6-DB98825346E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24789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E6A382-F3CD-4A12-84DE-393BD095847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94784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F0D3E6-324E-43F6-9053-393D45B3597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8714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4F6A68-57F1-4395-A673-03415C16B98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55862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DC43D3-1861-4E85-95A4-B84F32DFA2C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3565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638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638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D4D829-BDD1-45DE-B6B7-0CD601DE82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458201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spcBef>
                <a:spcPct val="50000"/>
              </a:spcBef>
              <a:defRPr sz="1400"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fld id="{ACC6FE33-B23A-4B90-A37B-E91907F7CCC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Monotype Sorts" pitchFamily="2" charset="2"/>
        <a:buChar char="§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50000"/>
        <a:buFont typeface="Monotype Sorts" pitchFamily="2" charset="2"/>
        <a:buChar char="l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6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6293556"/>
            <a:ext cx="1905000" cy="457200"/>
          </a:xfrm>
        </p:spPr>
        <p:txBody>
          <a:bodyPr/>
          <a:lstStyle/>
          <a:p>
            <a:pPr>
              <a:defRPr/>
            </a:pPr>
            <a:fld id="{A7CFEED1-BED1-47FD-9C2C-9CF1A65EEA20}" type="slidenum">
              <a:rPr lang="en-US" altLang="zh-CN"/>
              <a:pPr>
                <a:defRPr/>
              </a:pPr>
              <a:t>1</a:t>
            </a:fld>
            <a:endParaRPr lang="en-US" altLang="zh-CN" dirty="0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5223"/>
            <a:ext cx="8985250" cy="873125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第十一讲  </a:t>
            </a:r>
            <a:r>
              <a:rPr lang="zh-CN" altLang="en-US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机件的表达</a:t>
            </a:r>
            <a:r>
              <a:rPr lang="zh-CN" altLang="en-US" sz="48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方法 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（</a:t>
            </a: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2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）</a:t>
            </a:r>
            <a:endParaRPr lang="en-US" altLang="zh-CN" sz="3200" b="1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itchFamily="49" charset="-122"/>
            </a:endParaRP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22275" y="1302809"/>
            <a:ext cx="3460750" cy="1925818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None/>
            </a:pPr>
            <a:r>
              <a:rPr lang="zh-CN" altLang="en-US" sz="3600" b="1" dirty="0" smtClean="0">
                <a:latin typeface="黑体" pitchFamily="2" charset="-122"/>
                <a:ea typeface="黑体" pitchFamily="2" charset="-122"/>
              </a:rPr>
              <a:t>本讲内容：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Char char="•"/>
            </a:pPr>
            <a:r>
              <a:rPr lang="zh-CN" altLang="en-US" sz="2800" b="1" dirty="0" smtClean="0">
                <a:latin typeface="黑体" pitchFamily="2" charset="-122"/>
                <a:ea typeface="黑体" pitchFamily="2" charset="-122"/>
              </a:rPr>
              <a:t>其他剖视的画法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Char char="•"/>
            </a:pPr>
            <a:r>
              <a:rPr lang="zh-CN" altLang="en-US" sz="2800" b="1" dirty="0" smtClean="0">
                <a:latin typeface="黑体" pitchFamily="2" charset="-122"/>
                <a:ea typeface="黑体" pitchFamily="2" charset="-122"/>
              </a:rPr>
              <a:t>断面图、规定画法</a:t>
            </a:r>
          </a:p>
          <a:p>
            <a:pPr eaLnBrk="1" hangingPunct="1">
              <a:lnSpc>
                <a:spcPct val="80000"/>
              </a:lnSpc>
              <a:buClr>
                <a:schemeClr val="tx1"/>
              </a:buClr>
              <a:buFontTx/>
              <a:buChar char="•"/>
            </a:pPr>
            <a:r>
              <a:rPr lang="zh-CN" altLang="en-US" sz="2800" b="1" dirty="0" smtClean="0">
                <a:latin typeface="黑体" pitchFamily="2" charset="-122"/>
                <a:ea typeface="黑体" pitchFamily="2" charset="-122"/>
              </a:rPr>
              <a:t>第三角画法</a:t>
            </a:r>
          </a:p>
        </p:txBody>
      </p:sp>
      <p:sp>
        <p:nvSpPr>
          <p:cNvPr id="3077" name="Text Box 4"/>
          <p:cNvSpPr txBox="1">
            <a:spLocks noChangeArrowheads="1"/>
          </p:cNvSpPr>
          <p:nvPr/>
        </p:nvSpPr>
        <p:spPr bwMode="auto">
          <a:xfrm>
            <a:off x="4367213" y="1171046"/>
            <a:ext cx="3640137" cy="1035050"/>
          </a:xfrm>
          <a:prstGeom prst="rect">
            <a:avLst/>
          </a:prstGeom>
          <a:noFill/>
          <a:ln w="28575">
            <a:solidFill>
              <a:srgbClr val="FFFFFF">
                <a:alpha val="50195"/>
              </a:srgbClr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b="1">
                <a:latin typeface="黑体" pitchFamily="2" charset="-122"/>
                <a:ea typeface="黑体" pitchFamily="2" charset="-122"/>
              </a:rPr>
              <a:t>复习：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宋体" pitchFamily="2" charset="-122"/>
              </a:rPr>
              <a:t>（</a:t>
            </a:r>
            <a:r>
              <a:rPr lang="en-US" altLang="zh-CN" sz="2400" b="1">
                <a:solidFill>
                  <a:srgbClr val="000000"/>
                </a:solidFill>
                <a:latin typeface="宋体" pitchFamily="2" charset="-122"/>
              </a:rPr>
              <a:t>P.228-234,238-242</a:t>
            </a:r>
            <a:r>
              <a:rPr lang="zh-CN" altLang="en-US" sz="2400" b="1">
                <a:solidFill>
                  <a:srgbClr val="000000"/>
                </a:solidFill>
                <a:latin typeface="宋体" pitchFamily="2" charset="-122"/>
              </a:rPr>
              <a:t>）</a:t>
            </a:r>
          </a:p>
        </p:txBody>
      </p:sp>
      <p:sp>
        <p:nvSpPr>
          <p:cNvPr id="3078" name="Text Box 5"/>
          <p:cNvSpPr txBox="1">
            <a:spLocks noChangeArrowheads="1"/>
          </p:cNvSpPr>
          <p:nvPr/>
        </p:nvSpPr>
        <p:spPr bwMode="auto">
          <a:xfrm>
            <a:off x="4356100" y="3387463"/>
            <a:ext cx="4629150" cy="2492990"/>
          </a:xfrm>
          <a:prstGeom prst="rect">
            <a:avLst/>
          </a:prstGeom>
          <a:noFill/>
          <a:ln w="28575">
            <a:solidFill>
              <a:srgbClr val="FFFF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b="1" dirty="0">
                <a:latin typeface="黑体" pitchFamily="2" charset="-122"/>
                <a:ea typeface="黑体" pitchFamily="2" charset="-122"/>
              </a:rPr>
              <a:t>作业：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  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P.45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18,19,20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 P.46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21,22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 P.47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1,2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 P.37</a:t>
            </a: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：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25,26</a:t>
            </a:r>
            <a:r>
              <a:rPr lang="en-US" altLang="zh-CN" sz="2400" b="1" dirty="0" smtClean="0">
                <a:latin typeface="黑体" pitchFamily="2" charset="-122"/>
                <a:ea typeface="黑体" pitchFamily="2" charset="-122"/>
              </a:rPr>
              <a:t>,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400" b="1" dirty="0" smtClean="0">
                <a:latin typeface="黑体" pitchFamily="2" charset="-122"/>
                <a:ea typeface="黑体" pitchFamily="2" charset="-122"/>
              </a:rPr>
              <a:t>       27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半剖</a:t>
            </a:r>
            <a:r>
              <a:rPr lang="en-US" altLang="zh-CN" sz="2400" b="1" dirty="0" smtClean="0">
                <a:latin typeface="黑体" pitchFamily="2" charset="-122"/>
                <a:ea typeface="黑体" pitchFamily="2" charset="-122"/>
              </a:rPr>
              <a:t>),28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(</a:t>
            </a:r>
            <a:r>
              <a:rPr lang="zh-CN" altLang="en-US" sz="2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全剖</a:t>
            </a:r>
            <a:r>
              <a:rPr lang="en-US" altLang="zh-CN" sz="2400" b="1" dirty="0">
                <a:latin typeface="黑体" pitchFamily="2" charset="-122"/>
                <a:ea typeface="黑体" pitchFamily="2" charset="-122"/>
              </a:rPr>
              <a:t>)</a:t>
            </a:r>
          </a:p>
        </p:txBody>
      </p:sp>
      <p:sp>
        <p:nvSpPr>
          <p:cNvPr id="3079" name="Text Box 92"/>
          <p:cNvSpPr txBox="1">
            <a:spLocks noChangeArrowheads="1"/>
          </p:cNvSpPr>
          <p:nvPr/>
        </p:nvSpPr>
        <p:spPr bwMode="auto">
          <a:xfrm>
            <a:off x="442913" y="3414049"/>
            <a:ext cx="8542337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b="1" dirty="0">
                <a:latin typeface="黑体" pitchFamily="2" charset="-122"/>
                <a:ea typeface="黑体" pitchFamily="2" charset="-122"/>
              </a:rPr>
              <a:t>下讲</a:t>
            </a:r>
            <a:r>
              <a:rPr lang="zh-CN" altLang="en-US" sz="3600" b="1" dirty="0" smtClean="0">
                <a:latin typeface="黑体" pitchFamily="2" charset="-122"/>
                <a:ea typeface="黑体" pitchFamily="2" charset="-122"/>
              </a:rPr>
              <a:t>内容</a:t>
            </a:r>
            <a:r>
              <a:rPr lang="zh-CN" altLang="en-US" sz="2000" b="1" dirty="0" smtClean="0">
                <a:latin typeface="黑体" pitchFamily="2" charset="-122"/>
                <a:ea typeface="黑体" pitchFamily="2" charset="-122"/>
              </a:rPr>
              <a:t>（十四周）</a:t>
            </a:r>
            <a:r>
              <a:rPr lang="zh-CN" altLang="en-US" sz="3600" b="1" dirty="0" smtClean="0">
                <a:latin typeface="黑体" pitchFamily="2" charset="-122"/>
                <a:ea typeface="黑体" pitchFamily="2" charset="-122"/>
              </a:rPr>
              <a:t>：  </a:t>
            </a:r>
            <a:r>
              <a:rPr lang="zh-CN" altLang="en-US" sz="2800" b="1" dirty="0" smtClean="0">
                <a:latin typeface="黑体" pitchFamily="2" charset="-122"/>
                <a:ea typeface="黑体" pitchFamily="2" charset="-122"/>
              </a:rPr>
              <a:t> </a:t>
            </a:r>
            <a:endParaRPr lang="zh-CN" altLang="en-US" sz="2800" b="1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solidFill>
                  <a:srgbClr val="000000"/>
                </a:solidFill>
                <a:latin typeface="宋体" pitchFamily="2" charset="-122"/>
              </a:rPr>
              <a:t>  </a:t>
            </a:r>
            <a:r>
              <a:rPr lang="en-US" altLang="zh-CN" sz="2800" b="1" dirty="0" smtClean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尺寸标注基础</a:t>
            </a:r>
            <a:endParaRPr lang="en-US" altLang="zh-CN" sz="2800" b="1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</a:rPr>
              <a:t>   (</a:t>
            </a:r>
            <a:r>
              <a:rPr lang="en-US" altLang="zh-CN" sz="2400" b="1" dirty="0">
                <a:solidFill>
                  <a:srgbClr val="000000"/>
                </a:solidFill>
                <a:latin typeface="宋体" pitchFamily="2" charset="-122"/>
                <a:sym typeface="Wingdings" pitchFamily="2" charset="2"/>
              </a:rPr>
              <a:t>P.244-262)</a:t>
            </a:r>
            <a:endParaRPr lang="zh-CN" altLang="en-US" sz="2400" b="1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56828" y="5099629"/>
            <a:ext cx="7396692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zh-CN" altLang="en-US" sz="2800" b="1" dirty="0" smtClean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提示：</a:t>
            </a:r>
            <a:endParaRPr lang="en-US" altLang="zh-CN" sz="2800" b="1" i="0" dirty="0" smtClean="0">
              <a:solidFill>
                <a:srgbClr val="FF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l"/>
            <a:r>
              <a:rPr lang="zh-CN" altLang="en-US" sz="2000" b="1" i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下周一课程</a:t>
            </a:r>
            <a:r>
              <a:rPr lang="zh-CN" altLang="en-US" sz="2000" b="1" i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内容：计算机辅助绘图</a:t>
            </a:r>
            <a:r>
              <a:rPr lang="en-US" altLang="zh-CN" sz="2000" b="1" i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</a:p>
          <a:p>
            <a:pPr algn="l"/>
            <a:r>
              <a:rPr lang="zh-CN" altLang="en-US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授课教师</a:t>
            </a:r>
            <a:r>
              <a:rPr lang="zh-CN" altLang="en-US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：张伦玮</a:t>
            </a:r>
            <a:endParaRPr lang="en-US" altLang="zh-CN" sz="2000" b="1" dirty="0" smtClean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r>
              <a:rPr lang="zh-CN" altLang="en-US" sz="2000" b="1" i="0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授课</a:t>
            </a:r>
            <a:r>
              <a:rPr lang="zh-CN" altLang="en-US" sz="2000" b="1" dirty="0">
                <a:latin typeface="黑体" panose="02010609060101010101" pitchFamily="49" charset="-122"/>
                <a:ea typeface="黑体" panose="02010609060101010101" pitchFamily="49" charset="-122"/>
              </a:rPr>
              <a:t>地址：李兆基科技大楼</a:t>
            </a:r>
            <a:r>
              <a:rPr lang="en-US" altLang="zh-CN" sz="20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A302-2</a:t>
            </a:r>
            <a:endParaRPr lang="zh-CN" altLang="en-US" sz="2000" b="1" i="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C0CDBF-D636-4A77-9D7F-B1FD668588D1}" type="slidenum">
              <a:rPr lang="en-US" altLang="zh-CN"/>
              <a:pPr>
                <a:defRPr/>
              </a:pPr>
              <a:t>2</a:t>
            </a:fld>
            <a:endParaRPr lang="en-US" altLang="zh-CN"/>
          </a:p>
        </p:txBody>
      </p:sp>
      <p:pic>
        <p:nvPicPr>
          <p:cNvPr id="409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95" t="14842" r="1653" b="1398"/>
          <a:stretch>
            <a:fillRect/>
          </a:stretch>
        </p:blipFill>
        <p:spPr bwMode="auto">
          <a:xfrm>
            <a:off x="1898650" y="868363"/>
            <a:ext cx="5859463" cy="541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0" name="Rectangle 7"/>
          <p:cNvSpPr>
            <a:spLocks noChangeArrowheads="1"/>
          </p:cNvSpPr>
          <p:nvPr/>
        </p:nvSpPr>
        <p:spPr bwMode="auto">
          <a:xfrm>
            <a:off x="2117725" y="887413"/>
            <a:ext cx="3124200" cy="2327275"/>
          </a:xfrm>
          <a:prstGeom prst="rect">
            <a:avLst/>
          </a:prstGeom>
          <a:solidFill>
            <a:srgbClr val="FFFFFF"/>
          </a:solidFill>
          <a:ln w="12700" algn="ctr">
            <a:solidFill>
              <a:srgbClr val="FFFFFF"/>
            </a:solidFill>
            <a:miter lim="800000"/>
            <a:headEnd/>
            <a:tailEnd type="none" w="sm" len="lg"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4101" name="Text Box 8"/>
          <p:cNvSpPr txBox="1">
            <a:spLocks noChangeArrowheads="1"/>
          </p:cNvSpPr>
          <p:nvPr/>
        </p:nvSpPr>
        <p:spPr bwMode="auto">
          <a:xfrm>
            <a:off x="0" y="298450"/>
            <a:ext cx="9144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1600" b="1">
                <a:latin typeface="宋体" pitchFamily="2" charset="-122"/>
              </a:rPr>
              <a:t>4-1-2-21  </a:t>
            </a:r>
            <a:r>
              <a:rPr kumimoji="0" lang="zh-CN" altLang="en-US" sz="1600" b="1">
                <a:latin typeface="宋体" pitchFamily="2" charset="-122"/>
              </a:rPr>
              <a:t>作主视图，在其上取</a:t>
            </a:r>
            <a:r>
              <a:rPr kumimoji="0" lang="en-US" altLang="zh-CN" sz="1600" b="1">
                <a:latin typeface="宋体" pitchFamily="2" charset="-122"/>
              </a:rPr>
              <a:t>A-A</a:t>
            </a:r>
            <a:r>
              <a:rPr kumimoji="0" lang="zh-CN" altLang="en-US" sz="1600" b="1">
                <a:latin typeface="宋体" pitchFamily="2" charset="-122"/>
              </a:rPr>
              <a:t>阶梯剖。 </a:t>
            </a: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3"/>
          <a:srcRect l="25000" t="30033" r="43514" b="48555"/>
          <a:stretch/>
        </p:blipFill>
        <p:spPr>
          <a:xfrm>
            <a:off x="5249910" y="4712058"/>
            <a:ext cx="3752843" cy="15950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3A0F6D-45E0-433B-BA31-3E1234E109B2}" type="slidenum">
              <a:rPr lang="en-US" altLang="zh-CN"/>
              <a:pPr>
                <a:defRPr/>
              </a:pPr>
              <a:t>3</a:t>
            </a:fld>
            <a:endParaRPr lang="en-US" altLang="zh-CN"/>
          </a:p>
        </p:txBody>
      </p:sp>
      <p:sp>
        <p:nvSpPr>
          <p:cNvPr id="192185" name="Rectangle 697"/>
          <p:cNvSpPr>
            <a:spLocks noChangeArrowheads="1"/>
          </p:cNvSpPr>
          <p:nvPr/>
        </p:nvSpPr>
        <p:spPr bwMode="auto">
          <a:xfrm>
            <a:off x="558800" y="660724"/>
            <a:ext cx="8037513" cy="48444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marL="609600" indent="-6096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20000"/>
              </a:spcAft>
              <a:buClrTx/>
              <a:buFontTx/>
              <a:buNone/>
            </a:pPr>
            <a:r>
              <a:rPr lang="en-US" altLang="zh-CN" sz="36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§12.2 </a:t>
            </a:r>
            <a:r>
              <a:rPr lang="zh-CN" altLang="en-US" sz="36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剖视图</a:t>
            </a:r>
          </a:p>
          <a:p>
            <a:pPr eaLnBrk="1" hangingPunct="1">
              <a:spcBef>
                <a:spcPct val="0"/>
              </a:spcBef>
              <a:spcAft>
                <a:spcPct val="20000"/>
              </a:spcAft>
              <a:buClrTx/>
              <a:buFontTx/>
              <a:buNone/>
            </a:pPr>
            <a:endParaRPr lang="zh-CN" altLang="en-US" b="1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spcAft>
                <a:spcPct val="20000"/>
              </a:spcAft>
              <a:buClrTx/>
              <a:buFontTx/>
              <a:buAutoNum type="ea1ChsPeriod"/>
            </a:pPr>
            <a:r>
              <a:rPr lang="zh-CN" altLang="en-US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概述</a:t>
            </a:r>
          </a:p>
          <a:p>
            <a:pPr eaLnBrk="1" hangingPunct="1">
              <a:spcBef>
                <a:spcPct val="0"/>
              </a:spcBef>
              <a:spcAft>
                <a:spcPct val="20000"/>
              </a:spcAft>
              <a:buClrTx/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</a:t>
            </a:r>
          </a:p>
          <a:p>
            <a:pPr eaLnBrk="1" hangingPunct="1">
              <a:spcBef>
                <a:spcPct val="0"/>
              </a:spcBef>
              <a:spcAft>
                <a:spcPct val="20000"/>
              </a:spcAft>
              <a:buClrTx/>
              <a:buFontTx/>
              <a:buNone/>
            </a:pPr>
            <a:r>
              <a:rPr lang="zh-CN" altLang="en-US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二</a:t>
            </a:r>
            <a:r>
              <a:rPr lang="en-US" altLang="zh-CN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.</a:t>
            </a:r>
            <a:r>
              <a:rPr lang="zh-CN" altLang="en-US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种类 </a:t>
            </a:r>
          </a:p>
          <a:p>
            <a:pPr eaLnBrk="1" hangingPunct="1">
              <a:spcBef>
                <a:spcPct val="0"/>
              </a:spcBef>
              <a:buClrTx/>
              <a:buNone/>
            </a:pPr>
            <a:endParaRPr lang="en-US" altLang="zh-CN" sz="2800" b="1" dirty="0" smtClean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en-US" altLang="zh-CN" sz="28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1</a:t>
            </a:r>
            <a:r>
              <a:rPr lang="en-US" altLang="zh-CN" sz="28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. </a:t>
            </a:r>
            <a:r>
              <a:rPr lang="zh-CN" altLang="en-US" sz="28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  <a:sym typeface="Monotype Sorts" pitchFamily="2" charset="2"/>
              </a:rPr>
              <a:t>全剖</a:t>
            </a:r>
            <a:r>
              <a:rPr lang="zh-CN" altLang="en-US" sz="28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视图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  <a:sym typeface="Monotype Sorts" pitchFamily="2" charset="2"/>
              </a:rPr>
              <a:t>2. </a:t>
            </a:r>
            <a:r>
              <a:rPr lang="zh-CN" altLang="en-US" sz="28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  <a:sym typeface="Monotype Sorts" pitchFamily="2" charset="2"/>
              </a:rPr>
              <a:t>半剖</a:t>
            </a:r>
            <a:r>
              <a:rPr lang="zh-CN" altLang="en-US" sz="28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视图</a:t>
            </a:r>
            <a:endParaRPr lang="zh-CN" altLang="en-US" sz="2800" b="1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  <a:sym typeface="Monotype Sorts" pitchFamily="2" charset="2"/>
              </a:rPr>
              <a:t>3. </a:t>
            </a:r>
            <a:r>
              <a:rPr lang="zh-CN" altLang="en-US" sz="28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  <a:sym typeface="Monotype Sorts" pitchFamily="2" charset="2"/>
              </a:rPr>
              <a:t>局部</a:t>
            </a:r>
            <a:r>
              <a:rPr lang="zh-CN" altLang="en-US" sz="28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  <a:sym typeface="Monotype Sorts" pitchFamily="2" charset="2"/>
              </a:rPr>
              <a:t>剖</a:t>
            </a:r>
            <a:r>
              <a:rPr lang="zh-CN" altLang="en-US" sz="28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视</a:t>
            </a:r>
          </a:p>
        </p:txBody>
      </p:sp>
      <p:pic>
        <p:nvPicPr>
          <p:cNvPr id="192209" name="Picture 721" descr="书6-7全剖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48" t="6548" r="20189" b="12657"/>
          <a:stretch>
            <a:fillRect/>
          </a:stretch>
        </p:blipFill>
        <p:spPr bwMode="auto">
          <a:xfrm>
            <a:off x="5494338" y="230188"/>
            <a:ext cx="2246312" cy="161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2210" name="Picture 722" descr="书6-15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870" t="24344" r="29327" b="5450"/>
          <a:stretch>
            <a:fillRect/>
          </a:stretch>
        </p:blipFill>
        <p:spPr bwMode="auto">
          <a:xfrm>
            <a:off x="5653088" y="1892300"/>
            <a:ext cx="2135187" cy="211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2211" name="Picture 723" descr="书6-25-1b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33" t="8482" r="15430" b="11160"/>
          <a:stretch>
            <a:fillRect/>
          </a:stretch>
        </p:blipFill>
        <p:spPr bwMode="auto">
          <a:xfrm>
            <a:off x="5745163" y="4210050"/>
            <a:ext cx="2644775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2212" name="Text Box 724"/>
          <p:cNvSpPr txBox="1">
            <a:spLocks noChangeArrowheads="1"/>
          </p:cNvSpPr>
          <p:nvPr/>
        </p:nvSpPr>
        <p:spPr bwMode="auto">
          <a:xfrm>
            <a:off x="460375" y="5913438"/>
            <a:ext cx="61198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特点：剖切平面平行于某一投影面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21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21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192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218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92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218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192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1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9218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9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2212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553200" y="6485469"/>
            <a:ext cx="1905000" cy="457200"/>
          </a:xfrm>
        </p:spPr>
        <p:txBody>
          <a:bodyPr/>
          <a:lstStyle/>
          <a:p>
            <a:pPr>
              <a:defRPr/>
            </a:pPr>
            <a:fld id="{42139840-91ED-435B-90B2-F97BD060B494}" type="slidenum">
              <a:rPr lang="en-US" altLang="zh-CN"/>
              <a:pPr>
                <a:defRPr/>
              </a:pPr>
              <a:t>4</a:t>
            </a:fld>
            <a:endParaRPr lang="en-US" altLang="zh-CN"/>
          </a:p>
        </p:txBody>
      </p:sp>
      <p:sp>
        <p:nvSpPr>
          <p:cNvPr id="239618" name="Text Box 2"/>
          <p:cNvSpPr txBox="1">
            <a:spLocks noChangeArrowheads="1"/>
          </p:cNvSpPr>
          <p:nvPr/>
        </p:nvSpPr>
        <p:spPr bwMode="auto">
          <a:xfrm>
            <a:off x="3867150" y="3921657"/>
            <a:ext cx="5889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i="1">
                <a:latin typeface="ISOCPEUR" pitchFamily="34" charset="0"/>
              </a:rPr>
              <a:t>B–B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3657600" y="4469344"/>
            <a:ext cx="1196975" cy="1211263"/>
            <a:chOff x="2202" y="746"/>
            <a:chExt cx="754" cy="763"/>
          </a:xfrm>
        </p:grpSpPr>
        <p:sp>
          <p:nvSpPr>
            <p:cNvPr id="6408" name="Line 4"/>
            <p:cNvSpPr>
              <a:spLocks noChangeShapeType="1"/>
            </p:cNvSpPr>
            <p:nvPr/>
          </p:nvSpPr>
          <p:spPr bwMode="auto">
            <a:xfrm>
              <a:off x="2202" y="910"/>
              <a:ext cx="754" cy="4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409" name="Line 5"/>
            <p:cNvSpPr>
              <a:spLocks noChangeShapeType="1"/>
            </p:cNvSpPr>
            <p:nvPr/>
          </p:nvSpPr>
          <p:spPr bwMode="auto">
            <a:xfrm flipH="1">
              <a:off x="2354" y="746"/>
              <a:ext cx="440" cy="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6"/>
          <p:cNvGrpSpPr>
            <a:grpSpLocks/>
          </p:cNvGrpSpPr>
          <p:nvPr/>
        </p:nvGrpSpPr>
        <p:grpSpPr bwMode="auto">
          <a:xfrm>
            <a:off x="3513138" y="4342344"/>
            <a:ext cx="1484312" cy="1460500"/>
            <a:chOff x="2213" y="2586"/>
            <a:chExt cx="935" cy="920"/>
          </a:xfrm>
        </p:grpSpPr>
        <p:grpSp>
          <p:nvGrpSpPr>
            <p:cNvPr id="6382" name="Group 7"/>
            <p:cNvGrpSpPr>
              <a:grpSpLocks/>
            </p:cNvGrpSpPr>
            <p:nvPr/>
          </p:nvGrpSpPr>
          <p:grpSpPr bwMode="auto">
            <a:xfrm>
              <a:off x="2213" y="2586"/>
              <a:ext cx="935" cy="920"/>
              <a:chOff x="2111" y="664"/>
              <a:chExt cx="935" cy="920"/>
            </a:xfrm>
          </p:grpSpPr>
          <p:grpSp>
            <p:nvGrpSpPr>
              <p:cNvPr id="6392" name="Group 8"/>
              <p:cNvGrpSpPr>
                <a:grpSpLocks/>
              </p:cNvGrpSpPr>
              <p:nvPr/>
            </p:nvGrpSpPr>
            <p:grpSpPr bwMode="auto">
              <a:xfrm>
                <a:off x="2410" y="664"/>
                <a:ext cx="105" cy="106"/>
                <a:chOff x="2410" y="664"/>
                <a:chExt cx="105" cy="106"/>
              </a:xfrm>
            </p:grpSpPr>
            <p:sp>
              <p:nvSpPr>
                <p:cNvPr id="6405" name="Line 9"/>
                <p:cNvSpPr>
                  <a:spLocks noChangeShapeType="1"/>
                </p:cNvSpPr>
                <p:nvPr/>
              </p:nvSpPr>
              <p:spPr bwMode="auto">
                <a:xfrm>
                  <a:off x="2410" y="688"/>
                  <a:ext cx="105" cy="6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406" name="Line 10"/>
                <p:cNvSpPr>
                  <a:spLocks noChangeShapeType="1"/>
                </p:cNvSpPr>
                <p:nvPr/>
              </p:nvSpPr>
              <p:spPr bwMode="auto">
                <a:xfrm flipH="1">
                  <a:off x="2432" y="664"/>
                  <a:ext cx="61" cy="10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407" name="Oval 11"/>
                <p:cNvSpPr>
                  <a:spLocks noChangeArrowheads="1"/>
                </p:cNvSpPr>
                <p:nvPr/>
              </p:nvSpPr>
              <p:spPr bwMode="auto">
                <a:xfrm>
                  <a:off x="2429" y="685"/>
                  <a:ext cx="69" cy="6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latin typeface="宋体" pitchFamily="2" charset="-122"/>
                  </a:endParaRPr>
                </a:p>
              </p:txBody>
            </p:sp>
          </p:grpSp>
          <p:grpSp>
            <p:nvGrpSpPr>
              <p:cNvPr id="6393" name="Group 12"/>
              <p:cNvGrpSpPr>
                <a:grpSpLocks/>
              </p:cNvGrpSpPr>
              <p:nvPr/>
            </p:nvGrpSpPr>
            <p:grpSpPr bwMode="auto">
              <a:xfrm>
                <a:off x="2941" y="961"/>
                <a:ext cx="105" cy="106"/>
                <a:chOff x="2410" y="664"/>
                <a:chExt cx="105" cy="106"/>
              </a:xfrm>
            </p:grpSpPr>
            <p:sp>
              <p:nvSpPr>
                <p:cNvPr id="6402" name="Line 13"/>
                <p:cNvSpPr>
                  <a:spLocks noChangeShapeType="1"/>
                </p:cNvSpPr>
                <p:nvPr/>
              </p:nvSpPr>
              <p:spPr bwMode="auto">
                <a:xfrm>
                  <a:off x="2410" y="688"/>
                  <a:ext cx="105" cy="6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403" name="Line 14"/>
                <p:cNvSpPr>
                  <a:spLocks noChangeShapeType="1"/>
                </p:cNvSpPr>
                <p:nvPr/>
              </p:nvSpPr>
              <p:spPr bwMode="auto">
                <a:xfrm flipH="1">
                  <a:off x="2432" y="664"/>
                  <a:ext cx="61" cy="10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404" name="Oval 15"/>
                <p:cNvSpPr>
                  <a:spLocks noChangeArrowheads="1"/>
                </p:cNvSpPr>
                <p:nvPr/>
              </p:nvSpPr>
              <p:spPr bwMode="auto">
                <a:xfrm>
                  <a:off x="2429" y="685"/>
                  <a:ext cx="69" cy="6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latin typeface="宋体" pitchFamily="2" charset="-122"/>
                  </a:endParaRPr>
                </a:p>
              </p:txBody>
            </p:sp>
          </p:grpSp>
          <p:grpSp>
            <p:nvGrpSpPr>
              <p:cNvPr id="6394" name="Group 16"/>
              <p:cNvGrpSpPr>
                <a:grpSpLocks/>
              </p:cNvGrpSpPr>
              <p:nvPr/>
            </p:nvGrpSpPr>
            <p:grpSpPr bwMode="auto">
              <a:xfrm>
                <a:off x="2111" y="1186"/>
                <a:ext cx="105" cy="106"/>
                <a:chOff x="2410" y="664"/>
                <a:chExt cx="105" cy="106"/>
              </a:xfrm>
            </p:grpSpPr>
            <p:sp>
              <p:nvSpPr>
                <p:cNvPr id="6399" name="Line 17"/>
                <p:cNvSpPr>
                  <a:spLocks noChangeShapeType="1"/>
                </p:cNvSpPr>
                <p:nvPr/>
              </p:nvSpPr>
              <p:spPr bwMode="auto">
                <a:xfrm>
                  <a:off x="2410" y="688"/>
                  <a:ext cx="105" cy="6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400" name="Line 18"/>
                <p:cNvSpPr>
                  <a:spLocks noChangeShapeType="1"/>
                </p:cNvSpPr>
                <p:nvPr/>
              </p:nvSpPr>
              <p:spPr bwMode="auto">
                <a:xfrm flipH="1">
                  <a:off x="2432" y="664"/>
                  <a:ext cx="61" cy="10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401" name="Oval 19"/>
                <p:cNvSpPr>
                  <a:spLocks noChangeArrowheads="1"/>
                </p:cNvSpPr>
                <p:nvPr/>
              </p:nvSpPr>
              <p:spPr bwMode="auto">
                <a:xfrm>
                  <a:off x="2429" y="685"/>
                  <a:ext cx="69" cy="6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latin typeface="宋体" pitchFamily="2" charset="-122"/>
                  </a:endParaRPr>
                </a:p>
              </p:txBody>
            </p:sp>
          </p:grpSp>
          <p:grpSp>
            <p:nvGrpSpPr>
              <p:cNvPr id="6395" name="Group 20"/>
              <p:cNvGrpSpPr>
                <a:grpSpLocks/>
              </p:cNvGrpSpPr>
              <p:nvPr/>
            </p:nvGrpSpPr>
            <p:grpSpPr bwMode="auto">
              <a:xfrm>
                <a:off x="2634" y="1478"/>
                <a:ext cx="105" cy="106"/>
                <a:chOff x="2410" y="664"/>
                <a:chExt cx="105" cy="106"/>
              </a:xfrm>
            </p:grpSpPr>
            <p:sp>
              <p:nvSpPr>
                <p:cNvPr id="6396" name="Line 21"/>
                <p:cNvSpPr>
                  <a:spLocks noChangeShapeType="1"/>
                </p:cNvSpPr>
                <p:nvPr/>
              </p:nvSpPr>
              <p:spPr bwMode="auto">
                <a:xfrm>
                  <a:off x="2410" y="688"/>
                  <a:ext cx="105" cy="6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397" name="Line 22"/>
                <p:cNvSpPr>
                  <a:spLocks noChangeShapeType="1"/>
                </p:cNvSpPr>
                <p:nvPr/>
              </p:nvSpPr>
              <p:spPr bwMode="auto">
                <a:xfrm flipH="1">
                  <a:off x="2432" y="664"/>
                  <a:ext cx="61" cy="10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398" name="Oval 23"/>
                <p:cNvSpPr>
                  <a:spLocks noChangeArrowheads="1"/>
                </p:cNvSpPr>
                <p:nvPr/>
              </p:nvSpPr>
              <p:spPr bwMode="auto">
                <a:xfrm>
                  <a:off x="2429" y="685"/>
                  <a:ext cx="69" cy="6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latin typeface="宋体" pitchFamily="2" charset="-122"/>
                  </a:endParaRPr>
                </a:p>
              </p:txBody>
            </p:sp>
          </p:grpSp>
        </p:grpSp>
        <p:grpSp>
          <p:nvGrpSpPr>
            <p:cNvPr id="6383" name="Group 24"/>
            <p:cNvGrpSpPr>
              <a:grpSpLocks/>
            </p:cNvGrpSpPr>
            <p:nvPr/>
          </p:nvGrpSpPr>
          <p:grpSpPr bwMode="auto">
            <a:xfrm>
              <a:off x="2274" y="2646"/>
              <a:ext cx="806" cy="806"/>
              <a:chOff x="2274" y="2646"/>
              <a:chExt cx="806" cy="806"/>
            </a:xfrm>
          </p:grpSpPr>
          <p:sp>
            <p:nvSpPr>
              <p:cNvPr id="6384" name="AutoShape 25"/>
              <p:cNvSpPr>
                <a:spLocks noChangeArrowheads="1"/>
              </p:cNvSpPr>
              <p:nvPr/>
            </p:nvSpPr>
            <p:spPr bwMode="auto">
              <a:xfrm rot="1777279">
                <a:off x="2274" y="2646"/>
                <a:ext cx="806" cy="806"/>
              </a:xfrm>
              <a:prstGeom prst="roundRect">
                <a:avLst>
                  <a:gd name="adj" fmla="val 16667"/>
                </a:avLst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grpSp>
            <p:nvGrpSpPr>
              <p:cNvPr id="6385" name="Group 26"/>
              <p:cNvGrpSpPr>
                <a:grpSpLocks/>
              </p:cNvGrpSpPr>
              <p:nvPr/>
            </p:nvGrpSpPr>
            <p:grpSpPr bwMode="auto">
              <a:xfrm>
                <a:off x="2282" y="2702"/>
                <a:ext cx="742" cy="692"/>
                <a:chOff x="2180" y="780"/>
                <a:chExt cx="742" cy="692"/>
              </a:xfrm>
            </p:grpSpPr>
            <p:sp>
              <p:nvSpPr>
                <p:cNvPr id="6386" name="Line 27"/>
                <p:cNvSpPr>
                  <a:spLocks noChangeShapeType="1"/>
                </p:cNvSpPr>
                <p:nvPr/>
              </p:nvSpPr>
              <p:spPr bwMode="auto">
                <a:xfrm>
                  <a:off x="2274" y="840"/>
                  <a:ext cx="70" cy="41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387" name="Line 28"/>
                <p:cNvSpPr>
                  <a:spLocks noChangeShapeType="1"/>
                </p:cNvSpPr>
                <p:nvPr/>
              </p:nvSpPr>
              <p:spPr bwMode="auto">
                <a:xfrm>
                  <a:off x="2256" y="876"/>
                  <a:ext cx="129" cy="75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388" name="Line 29"/>
                <p:cNvSpPr>
                  <a:spLocks noChangeShapeType="1"/>
                </p:cNvSpPr>
                <p:nvPr/>
              </p:nvSpPr>
              <p:spPr bwMode="auto">
                <a:xfrm>
                  <a:off x="2202" y="972"/>
                  <a:ext cx="123" cy="7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389" name="Line 30"/>
                <p:cNvSpPr>
                  <a:spLocks noChangeShapeType="1"/>
                </p:cNvSpPr>
                <p:nvPr/>
              </p:nvSpPr>
              <p:spPr bwMode="auto">
                <a:xfrm>
                  <a:off x="2180" y="1014"/>
                  <a:ext cx="63" cy="3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390" name="Arc 31"/>
                <p:cNvSpPr>
                  <a:spLocks/>
                </p:cNvSpPr>
                <p:nvPr/>
              </p:nvSpPr>
              <p:spPr bwMode="auto">
                <a:xfrm>
                  <a:off x="2230" y="780"/>
                  <a:ext cx="692" cy="692"/>
                </a:xfrm>
                <a:custGeom>
                  <a:avLst/>
                  <a:gdLst>
                    <a:gd name="T0" fmla="*/ 0 w 43200"/>
                    <a:gd name="T1" fmla="*/ 0 h 43200"/>
                    <a:gd name="T2" fmla="*/ 0 w 43200"/>
                    <a:gd name="T3" fmla="*/ 0 h 43200"/>
                    <a:gd name="T4" fmla="*/ 0 w 432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43200"/>
                    <a:gd name="T11" fmla="*/ 43200 w 43200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43200" fill="none" extrusionOk="0">
                      <a:moveTo>
                        <a:pt x="6638" y="6020"/>
                      </a:moveTo>
                      <a:cubicBezTo>
                        <a:pt x="10661" y="2157"/>
                        <a:pt x="16022" y="-1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-1" y="19914"/>
                        <a:pt x="197" y="18234"/>
                        <a:pt x="588" y="16594"/>
                      </a:cubicBezTo>
                    </a:path>
                    <a:path w="43200" h="43200" stroke="0" extrusionOk="0">
                      <a:moveTo>
                        <a:pt x="6638" y="6020"/>
                      </a:moveTo>
                      <a:cubicBezTo>
                        <a:pt x="10661" y="2157"/>
                        <a:pt x="16022" y="-1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-1" y="19914"/>
                        <a:pt x="197" y="18234"/>
                        <a:pt x="588" y="16594"/>
                      </a:cubicBezTo>
                      <a:lnTo>
                        <a:pt x="21600" y="21600"/>
                      </a:lnTo>
                      <a:lnTo>
                        <a:pt x="6638" y="6020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391" name="Arc 32"/>
                <p:cNvSpPr>
                  <a:spLocks/>
                </p:cNvSpPr>
                <p:nvPr/>
              </p:nvSpPr>
              <p:spPr bwMode="auto">
                <a:xfrm>
                  <a:off x="2309" y="863"/>
                  <a:ext cx="532" cy="528"/>
                </a:xfrm>
                <a:custGeom>
                  <a:avLst/>
                  <a:gdLst>
                    <a:gd name="T0" fmla="*/ 0 w 43200"/>
                    <a:gd name="T1" fmla="*/ 0 h 43200"/>
                    <a:gd name="T2" fmla="*/ 0 w 43200"/>
                    <a:gd name="T3" fmla="*/ 0 h 43200"/>
                    <a:gd name="T4" fmla="*/ 0 w 43200"/>
                    <a:gd name="T5" fmla="*/ 0 h 43200"/>
                    <a:gd name="T6" fmla="*/ 0 60000 65536"/>
                    <a:gd name="T7" fmla="*/ 0 60000 65536"/>
                    <a:gd name="T8" fmla="*/ 0 60000 65536"/>
                    <a:gd name="T9" fmla="*/ 0 w 43200"/>
                    <a:gd name="T10" fmla="*/ 0 h 43200"/>
                    <a:gd name="T11" fmla="*/ 43200 w 43200"/>
                    <a:gd name="T12" fmla="*/ 43200 h 432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3200" h="43200" fill="none" extrusionOk="0">
                      <a:moveTo>
                        <a:pt x="1226" y="14423"/>
                      </a:moveTo>
                      <a:cubicBezTo>
                        <a:pt x="4271" y="5781"/>
                        <a:pt x="12436" y="-1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-1" y="19175"/>
                        <a:pt x="408" y="16767"/>
                        <a:pt x="1207" y="14477"/>
                      </a:cubicBezTo>
                    </a:path>
                    <a:path w="43200" h="43200" stroke="0" extrusionOk="0">
                      <a:moveTo>
                        <a:pt x="1226" y="14423"/>
                      </a:moveTo>
                      <a:cubicBezTo>
                        <a:pt x="4271" y="5781"/>
                        <a:pt x="12436" y="-1"/>
                        <a:pt x="21600" y="0"/>
                      </a:cubicBezTo>
                      <a:cubicBezTo>
                        <a:pt x="33529" y="0"/>
                        <a:pt x="43200" y="9670"/>
                        <a:pt x="43200" y="21600"/>
                      </a:cubicBezTo>
                      <a:cubicBezTo>
                        <a:pt x="43200" y="33529"/>
                        <a:pt x="33529" y="43200"/>
                        <a:pt x="21600" y="43200"/>
                      </a:cubicBezTo>
                      <a:cubicBezTo>
                        <a:pt x="9670" y="43200"/>
                        <a:pt x="0" y="33529"/>
                        <a:pt x="0" y="21600"/>
                      </a:cubicBezTo>
                      <a:cubicBezTo>
                        <a:pt x="-1" y="19175"/>
                        <a:pt x="408" y="16767"/>
                        <a:pt x="1207" y="14477"/>
                      </a:cubicBezTo>
                      <a:lnTo>
                        <a:pt x="21600" y="21600"/>
                      </a:lnTo>
                      <a:lnTo>
                        <a:pt x="1226" y="14423"/>
                      </a:lnTo>
                      <a:close/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11" name="Group 33"/>
          <p:cNvGrpSpPr>
            <a:grpSpLocks/>
          </p:cNvGrpSpPr>
          <p:nvPr/>
        </p:nvGrpSpPr>
        <p:grpSpPr bwMode="auto">
          <a:xfrm>
            <a:off x="3649663" y="4539194"/>
            <a:ext cx="1144587" cy="1071563"/>
            <a:chOff x="4597" y="2584"/>
            <a:chExt cx="721" cy="675"/>
          </a:xfrm>
        </p:grpSpPr>
        <p:sp>
          <p:nvSpPr>
            <p:cNvPr id="6361" name="Line 34"/>
            <p:cNvSpPr>
              <a:spLocks noChangeShapeType="1"/>
            </p:cNvSpPr>
            <p:nvPr/>
          </p:nvSpPr>
          <p:spPr bwMode="auto">
            <a:xfrm flipV="1">
              <a:off x="4763" y="2721"/>
              <a:ext cx="38" cy="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362" name="Group 35"/>
            <p:cNvGrpSpPr>
              <a:grpSpLocks/>
            </p:cNvGrpSpPr>
            <p:nvPr/>
          </p:nvGrpSpPr>
          <p:grpSpPr bwMode="auto">
            <a:xfrm>
              <a:off x="4597" y="2584"/>
              <a:ext cx="721" cy="675"/>
              <a:chOff x="2197" y="788"/>
              <a:chExt cx="721" cy="675"/>
            </a:xfrm>
          </p:grpSpPr>
          <p:sp>
            <p:nvSpPr>
              <p:cNvPr id="6363" name="Line 36"/>
              <p:cNvSpPr>
                <a:spLocks noChangeShapeType="1"/>
              </p:cNvSpPr>
              <p:nvPr/>
            </p:nvSpPr>
            <p:spPr bwMode="auto">
              <a:xfrm flipV="1">
                <a:off x="2347" y="788"/>
                <a:ext cx="297" cy="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64" name="Line 37"/>
              <p:cNvSpPr>
                <a:spLocks noChangeShapeType="1"/>
              </p:cNvSpPr>
              <p:nvPr/>
            </p:nvSpPr>
            <p:spPr bwMode="auto">
              <a:xfrm flipV="1">
                <a:off x="2234" y="1026"/>
                <a:ext cx="57" cy="1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65" name="Line 38"/>
              <p:cNvSpPr>
                <a:spLocks noChangeShapeType="1"/>
              </p:cNvSpPr>
              <p:nvPr/>
            </p:nvSpPr>
            <p:spPr bwMode="auto">
              <a:xfrm flipV="1">
                <a:off x="2230" y="1091"/>
                <a:ext cx="77" cy="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66" name="Line 39"/>
              <p:cNvSpPr>
                <a:spLocks noChangeShapeType="1"/>
              </p:cNvSpPr>
              <p:nvPr/>
            </p:nvSpPr>
            <p:spPr bwMode="auto">
              <a:xfrm flipV="1">
                <a:off x="2234" y="1161"/>
                <a:ext cx="77" cy="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67" name="Line 40"/>
              <p:cNvSpPr>
                <a:spLocks noChangeShapeType="1"/>
              </p:cNvSpPr>
              <p:nvPr/>
            </p:nvSpPr>
            <p:spPr bwMode="auto">
              <a:xfrm flipV="1">
                <a:off x="2252" y="1226"/>
                <a:ext cx="77" cy="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68" name="Line 41"/>
              <p:cNvSpPr>
                <a:spLocks noChangeShapeType="1"/>
              </p:cNvSpPr>
              <p:nvPr/>
            </p:nvSpPr>
            <p:spPr bwMode="auto">
              <a:xfrm flipV="1">
                <a:off x="2279" y="1285"/>
                <a:ext cx="86" cy="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69" name="Line 42"/>
              <p:cNvSpPr>
                <a:spLocks noChangeShapeType="1"/>
              </p:cNvSpPr>
              <p:nvPr/>
            </p:nvSpPr>
            <p:spPr bwMode="auto">
              <a:xfrm flipV="1">
                <a:off x="2330" y="1341"/>
                <a:ext cx="89" cy="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70" name="Line 43"/>
              <p:cNvSpPr>
                <a:spLocks noChangeShapeType="1"/>
              </p:cNvSpPr>
              <p:nvPr/>
            </p:nvSpPr>
            <p:spPr bwMode="auto">
              <a:xfrm flipV="1">
                <a:off x="2395" y="1386"/>
                <a:ext cx="121" cy="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71" name="Line 44"/>
              <p:cNvSpPr>
                <a:spLocks noChangeShapeType="1"/>
              </p:cNvSpPr>
              <p:nvPr/>
            </p:nvSpPr>
            <p:spPr bwMode="auto">
              <a:xfrm flipV="1">
                <a:off x="2495" y="1377"/>
                <a:ext cx="32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72" name="Line 45"/>
              <p:cNvSpPr>
                <a:spLocks noChangeShapeType="1"/>
              </p:cNvSpPr>
              <p:nvPr/>
            </p:nvSpPr>
            <p:spPr bwMode="auto">
              <a:xfrm flipV="1">
                <a:off x="2755" y="1287"/>
                <a:ext cx="124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73" name="Line 46"/>
              <p:cNvSpPr>
                <a:spLocks noChangeShapeType="1"/>
              </p:cNvSpPr>
              <p:nvPr/>
            </p:nvSpPr>
            <p:spPr bwMode="auto">
              <a:xfrm flipV="1">
                <a:off x="2818" y="1211"/>
                <a:ext cx="93" cy="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74" name="Line 47"/>
              <p:cNvSpPr>
                <a:spLocks noChangeShapeType="1"/>
              </p:cNvSpPr>
              <p:nvPr/>
            </p:nvSpPr>
            <p:spPr bwMode="auto">
              <a:xfrm flipV="1">
                <a:off x="2837" y="1137"/>
                <a:ext cx="79" cy="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75" name="Line 48"/>
              <p:cNvSpPr>
                <a:spLocks noChangeShapeType="1"/>
              </p:cNvSpPr>
              <p:nvPr/>
            </p:nvSpPr>
            <p:spPr bwMode="auto">
              <a:xfrm flipV="1">
                <a:off x="2840" y="1068"/>
                <a:ext cx="78" cy="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76" name="Line 49"/>
              <p:cNvSpPr>
                <a:spLocks noChangeShapeType="1"/>
              </p:cNvSpPr>
              <p:nvPr/>
            </p:nvSpPr>
            <p:spPr bwMode="auto">
              <a:xfrm flipV="1">
                <a:off x="2821" y="1002"/>
                <a:ext cx="79" cy="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77" name="Line 50"/>
              <p:cNvSpPr>
                <a:spLocks noChangeShapeType="1"/>
              </p:cNvSpPr>
              <p:nvPr/>
            </p:nvSpPr>
            <p:spPr bwMode="auto">
              <a:xfrm flipV="1">
                <a:off x="2786" y="944"/>
                <a:ext cx="77" cy="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78" name="Line 51"/>
              <p:cNvSpPr>
                <a:spLocks noChangeShapeType="1"/>
              </p:cNvSpPr>
              <p:nvPr/>
            </p:nvSpPr>
            <p:spPr bwMode="auto">
              <a:xfrm flipV="1">
                <a:off x="2725" y="884"/>
                <a:ext cx="92" cy="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79" name="Line 52"/>
              <p:cNvSpPr>
                <a:spLocks noChangeShapeType="1"/>
              </p:cNvSpPr>
              <p:nvPr/>
            </p:nvSpPr>
            <p:spPr bwMode="auto">
              <a:xfrm flipV="1">
                <a:off x="2624" y="831"/>
                <a:ext cx="131" cy="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80" name="Line 53"/>
              <p:cNvSpPr>
                <a:spLocks noChangeShapeType="1"/>
              </p:cNvSpPr>
              <p:nvPr/>
            </p:nvSpPr>
            <p:spPr bwMode="auto">
              <a:xfrm flipH="1">
                <a:off x="2274" y="872"/>
                <a:ext cx="53" cy="1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81" name="Line 54"/>
              <p:cNvSpPr>
                <a:spLocks noChangeShapeType="1"/>
              </p:cNvSpPr>
              <p:nvPr/>
            </p:nvSpPr>
            <p:spPr bwMode="auto">
              <a:xfrm flipV="1">
                <a:off x="2197" y="982"/>
                <a:ext cx="21" cy="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39671" name="Rectangle 55"/>
          <p:cNvSpPr>
            <a:spLocks noChangeArrowheads="1"/>
          </p:cNvSpPr>
          <p:nvPr/>
        </p:nvSpPr>
        <p:spPr bwMode="auto">
          <a:xfrm>
            <a:off x="3351213" y="3931182"/>
            <a:ext cx="1866900" cy="2057400"/>
          </a:xfrm>
          <a:prstGeom prst="rect">
            <a:avLst/>
          </a:prstGeom>
          <a:solidFill>
            <a:srgbClr val="FF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lgDashDot"/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grpSp>
        <p:nvGrpSpPr>
          <p:cNvPr id="13" name="Group 56"/>
          <p:cNvGrpSpPr>
            <a:grpSpLocks/>
          </p:cNvGrpSpPr>
          <p:nvPr/>
        </p:nvGrpSpPr>
        <p:grpSpPr bwMode="auto">
          <a:xfrm>
            <a:off x="3495675" y="1421344"/>
            <a:ext cx="1196975" cy="1211263"/>
            <a:chOff x="2202" y="746"/>
            <a:chExt cx="754" cy="763"/>
          </a:xfrm>
        </p:grpSpPr>
        <p:sp>
          <p:nvSpPr>
            <p:cNvPr id="6359" name="Line 57"/>
            <p:cNvSpPr>
              <a:spLocks noChangeShapeType="1"/>
            </p:cNvSpPr>
            <p:nvPr/>
          </p:nvSpPr>
          <p:spPr bwMode="auto">
            <a:xfrm>
              <a:off x="2202" y="910"/>
              <a:ext cx="754" cy="43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60" name="Line 58"/>
            <p:cNvSpPr>
              <a:spLocks noChangeShapeType="1"/>
            </p:cNvSpPr>
            <p:nvPr/>
          </p:nvSpPr>
          <p:spPr bwMode="auto">
            <a:xfrm flipH="1">
              <a:off x="2354" y="746"/>
              <a:ext cx="440" cy="7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9675" name="Text Box 59"/>
          <p:cNvSpPr txBox="1">
            <a:spLocks noChangeArrowheads="1"/>
          </p:cNvSpPr>
          <p:nvPr/>
        </p:nvSpPr>
        <p:spPr bwMode="auto">
          <a:xfrm>
            <a:off x="3649663" y="814919"/>
            <a:ext cx="5889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i="1">
                <a:latin typeface="ISOCPEUR" pitchFamily="34" charset="0"/>
              </a:rPr>
              <a:t>B–B</a:t>
            </a:r>
          </a:p>
        </p:txBody>
      </p:sp>
      <p:grpSp>
        <p:nvGrpSpPr>
          <p:cNvPr id="14" name="Group 60"/>
          <p:cNvGrpSpPr>
            <a:grpSpLocks/>
          </p:cNvGrpSpPr>
          <p:nvPr/>
        </p:nvGrpSpPr>
        <p:grpSpPr bwMode="auto">
          <a:xfrm>
            <a:off x="3351213" y="1291169"/>
            <a:ext cx="1484312" cy="1460500"/>
            <a:chOff x="2111" y="664"/>
            <a:chExt cx="935" cy="920"/>
          </a:xfrm>
        </p:grpSpPr>
        <p:sp>
          <p:nvSpPr>
            <p:cNvPr id="6334" name="AutoShape 61"/>
            <p:cNvSpPr>
              <a:spLocks noChangeArrowheads="1"/>
            </p:cNvSpPr>
            <p:nvPr/>
          </p:nvSpPr>
          <p:spPr bwMode="auto">
            <a:xfrm rot="1777279">
              <a:off x="2172" y="724"/>
              <a:ext cx="806" cy="806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grpSp>
          <p:nvGrpSpPr>
            <p:cNvPr id="6335" name="Group 62"/>
            <p:cNvGrpSpPr>
              <a:grpSpLocks/>
            </p:cNvGrpSpPr>
            <p:nvPr/>
          </p:nvGrpSpPr>
          <p:grpSpPr bwMode="auto">
            <a:xfrm>
              <a:off x="2111" y="664"/>
              <a:ext cx="935" cy="920"/>
              <a:chOff x="2111" y="664"/>
              <a:chExt cx="935" cy="920"/>
            </a:xfrm>
          </p:grpSpPr>
          <p:grpSp>
            <p:nvGrpSpPr>
              <p:cNvPr id="6343" name="Group 63"/>
              <p:cNvGrpSpPr>
                <a:grpSpLocks/>
              </p:cNvGrpSpPr>
              <p:nvPr/>
            </p:nvGrpSpPr>
            <p:grpSpPr bwMode="auto">
              <a:xfrm>
                <a:off x="2410" y="664"/>
                <a:ext cx="105" cy="106"/>
                <a:chOff x="2410" y="664"/>
                <a:chExt cx="105" cy="106"/>
              </a:xfrm>
            </p:grpSpPr>
            <p:sp>
              <p:nvSpPr>
                <p:cNvPr id="6356" name="Line 64"/>
                <p:cNvSpPr>
                  <a:spLocks noChangeShapeType="1"/>
                </p:cNvSpPr>
                <p:nvPr/>
              </p:nvSpPr>
              <p:spPr bwMode="auto">
                <a:xfrm>
                  <a:off x="2410" y="688"/>
                  <a:ext cx="105" cy="6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357" name="Line 65"/>
                <p:cNvSpPr>
                  <a:spLocks noChangeShapeType="1"/>
                </p:cNvSpPr>
                <p:nvPr/>
              </p:nvSpPr>
              <p:spPr bwMode="auto">
                <a:xfrm flipH="1">
                  <a:off x="2432" y="664"/>
                  <a:ext cx="61" cy="10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358" name="Oval 66"/>
                <p:cNvSpPr>
                  <a:spLocks noChangeArrowheads="1"/>
                </p:cNvSpPr>
                <p:nvPr/>
              </p:nvSpPr>
              <p:spPr bwMode="auto">
                <a:xfrm>
                  <a:off x="2429" y="685"/>
                  <a:ext cx="69" cy="6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latin typeface="宋体" pitchFamily="2" charset="-122"/>
                  </a:endParaRPr>
                </a:p>
              </p:txBody>
            </p:sp>
          </p:grpSp>
          <p:grpSp>
            <p:nvGrpSpPr>
              <p:cNvPr id="6344" name="Group 67"/>
              <p:cNvGrpSpPr>
                <a:grpSpLocks/>
              </p:cNvGrpSpPr>
              <p:nvPr/>
            </p:nvGrpSpPr>
            <p:grpSpPr bwMode="auto">
              <a:xfrm>
                <a:off x="2941" y="961"/>
                <a:ext cx="105" cy="106"/>
                <a:chOff x="2410" y="664"/>
                <a:chExt cx="105" cy="106"/>
              </a:xfrm>
            </p:grpSpPr>
            <p:sp>
              <p:nvSpPr>
                <p:cNvPr id="6353" name="Line 68"/>
                <p:cNvSpPr>
                  <a:spLocks noChangeShapeType="1"/>
                </p:cNvSpPr>
                <p:nvPr/>
              </p:nvSpPr>
              <p:spPr bwMode="auto">
                <a:xfrm>
                  <a:off x="2410" y="688"/>
                  <a:ext cx="105" cy="6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354" name="Line 69"/>
                <p:cNvSpPr>
                  <a:spLocks noChangeShapeType="1"/>
                </p:cNvSpPr>
                <p:nvPr/>
              </p:nvSpPr>
              <p:spPr bwMode="auto">
                <a:xfrm flipH="1">
                  <a:off x="2432" y="664"/>
                  <a:ext cx="61" cy="10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355" name="Oval 70"/>
                <p:cNvSpPr>
                  <a:spLocks noChangeArrowheads="1"/>
                </p:cNvSpPr>
                <p:nvPr/>
              </p:nvSpPr>
              <p:spPr bwMode="auto">
                <a:xfrm>
                  <a:off x="2429" y="685"/>
                  <a:ext cx="69" cy="6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latin typeface="宋体" pitchFamily="2" charset="-122"/>
                  </a:endParaRPr>
                </a:p>
              </p:txBody>
            </p:sp>
          </p:grpSp>
          <p:grpSp>
            <p:nvGrpSpPr>
              <p:cNvPr id="6345" name="Group 71"/>
              <p:cNvGrpSpPr>
                <a:grpSpLocks/>
              </p:cNvGrpSpPr>
              <p:nvPr/>
            </p:nvGrpSpPr>
            <p:grpSpPr bwMode="auto">
              <a:xfrm>
                <a:off x="2111" y="1186"/>
                <a:ext cx="105" cy="106"/>
                <a:chOff x="2410" y="664"/>
                <a:chExt cx="105" cy="106"/>
              </a:xfrm>
            </p:grpSpPr>
            <p:sp>
              <p:nvSpPr>
                <p:cNvPr id="6350" name="Line 72"/>
                <p:cNvSpPr>
                  <a:spLocks noChangeShapeType="1"/>
                </p:cNvSpPr>
                <p:nvPr/>
              </p:nvSpPr>
              <p:spPr bwMode="auto">
                <a:xfrm>
                  <a:off x="2410" y="688"/>
                  <a:ext cx="105" cy="6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351" name="Line 73"/>
                <p:cNvSpPr>
                  <a:spLocks noChangeShapeType="1"/>
                </p:cNvSpPr>
                <p:nvPr/>
              </p:nvSpPr>
              <p:spPr bwMode="auto">
                <a:xfrm flipH="1">
                  <a:off x="2432" y="664"/>
                  <a:ext cx="61" cy="10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352" name="Oval 74"/>
                <p:cNvSpPr>
                  <a:spLocks noChangeArrowheads="1"/>
                </p:cNvSpPr>
                <p:nvPr/>
              </p:nvSpPr>
              <p:spPr bwMode="auto">
                <a:xfrm>
                  <a:off x="2429" y="685"/>
                  <a:ext cx="69" cy="6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latin typeface="宋体" pitchFamily="2" charset="-122"/>
                  </a:endParaRPr>
                </a:p>
              </p:txBody>
            </p:sp>
          </p:grpSp>
          <p:grpSp>
            <p:nvGrpSpPr>
              <p:cNvPr id="6346" name="Group 75"/>
              <p:cNvGrpSpPr>
                <a:grpSpLocks/>
              </p:cNvGrpSpPr>
              <p:nvPr/>
            </p:nvGrpSpPr>
            <p:grpSpPr bwMode="auto">
              <a:xfrm>
                <a:off x="2634" y="1478"/>
                <a:ext cx="105" cy="106"/>
                <a:chOff x="2410" y="664"/>
                <a:chExt cx="105" cy="106"/>
              </a:xfrm>
            </p:grpSpPr>
            <p:sp>
              <p:nvSpPr>
                <p:cNvPr id="6347" name="Line 76"/>
                <p:cNvSpPr>
                  <a:spLocks noChangeShapeType="1"/>
                </p:cNvSpPr>
                <p:nvPr/>
              </p:nvSpPr>
              <p:spPr bwMode="auto">
                <a:xfrm>
                  <a:off x="2410" y="688"/>
                  <a:ext cx="105" cy="6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348" name="Line 77"/>
                <p:cNvSpPr>
                  <a:spLocks noChangeShapeType="1"/>
                </p:cNvSpPr>
                <p:nvPr/>
              </p:nvSpPr>
              <p:spPr bwMode="auto">
                <a:xfrm flipH="1">
                  <a:off x="2432" y="664"/>
                  <a:ext cx="61" cy="10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349" name="Oval 78"/>
                <p:cNvSpPr>
                  <a:spLocks noChangeArrowheads="1"/>
                </p:cNvSpPr>
                <p:nvPr/>
              </p:nvSpPr>
              <p:spPr bwMode="auto">
                <a:xfrm>
                  <a:off x="2429" y="685"/>
                  <a:ext cx="69" cy="6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latin typeface="宋体" pitchFamily="2" charset="-122"/>
                  </a:endParaRPr>
                </a:p>
              </p:txBody>
            </p:sp>
          </p:grpSp>
        </p:grpSp>
        <p:grpSp>
          <p:nvGrpSpPr>
            <p:cNvPr id="6336" name="Group 79"/>
            <p:cNvGrpSpPr>
              <a:grpSpLocks/>
            </p:cNvGrpSpPr>
            <p:nvPr/>
          </p:nvGrpSpPr>
          <p:grpSpPr bwMode="auto">
            <a:xfrm>
              <a:off x="2180" y="780"/>
              <a:ext cx="742" cy="692"/>
              <a:chOff x="2180" y="780"/>
              <a:chExt cx="742" cy="692"/>
            </a:xfrm>
          </p:grpSpPr>
          <p:sp>
            <p:nvSpPr>
              <p:cNvPr id="6337" name="Line 80"/>
              <p:cNvSpPr>
                <a:spLocks noChangeShapeType="1"/>
              </p:cNvSpPr>
              <p:nvPr/>
            </p:nvSpPr>
            <p:spPr bwMode="auto">
              <a:xfrm>
                <a:off x="2274" y="840"/>
                <a:ext cx="70" cy="4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38" name="Line 81"/>
              <p:cNvSpPr>
                <a:spLocks noChangeShapeType="1"/>
              </p:cNvSpPr>
              <p:nvPr/>
            </p:nvSpPr>
            <p:spPr bwMode="auto">
              <a:xfrm>
                <a:off x="2256" y="876"/>
                <a:ext cx="129" cy="7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39" name="Line 82"/>
              <p:cNvSpPr>
                <a:spLocks noChangeShapeType="1"/>
              </p:cNvSpPr>
              <p:nvPr/>
            </p:nvSpPr>
            <p:spPr bwMode="auto">
              <a:xfrm>
                <a:off x="2202" y="972"/>
                <a:ext cx="123" cy="7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40" name="Line 83"/>
              <p:cNvSpPr>
                <a:spLocks noChangeShapeType="1"/>
              </p:cNvSpPr>
              <p:nvPr/>
            </p:nvSpPr>
            <p:spPr bwMode="auto">
              <a:xfrm>
                <a:off x="2180" y="1014"/>
                <a:ext cx="63" cy="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41" name="Arc 84"/>
              <p:cNvSpPr>
                <a:spLocks/>
              </p:cNvSpPr>
              <p:nvPr/>
            </p:nvSpPr>
            <p:spPr bwMode="auto">
              <a:xfrm>
                <a:off x="2230" y="780"/>
                <a:ext cx="692" cy="692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6638" y="6020"/>
                    </a:moveTo>
                    <a:cubicBezTo>
                      <a:pt x="10661" y="2157"/>
                      <a:pt x="16022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9914"/>
                      <a:pt x="197" y="18234"/>
                      <a:pt x="588" y="16594"/>
                    </a:cubicBezTo>
                  </a:path>
                  <a:path w="43200" h="43200" stroke="0" extrusionOk="0">
                    <a:moveTo>
                      <a:pt x="6638" y="6020"/>
                    </a:moveTo>
                    <a:cubicBezTo>
                      <a:pt x="10661" y="2157"/>
                      <a:pt x="16022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9914"/>
                      <a:pt x="197" y="18234"/>
                      <a:pt x="588" y="16594"/>
                    </a:cubicBezTo>
                    <a:lnTo>
                      <a:pt x="21600" y="21600"/>
                    </a:lnTo>
                    <a:lnTo>
                      <a:pt x="6638" y="602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42" name="Arc 85"/>
              <p:cNvSpPr>
                <a:spLocks/>
              </p:cNvSpPr>
              <p:nvPr/>
            </p:nvSpPr>
            <p:spPr bwMode="auto">
              <a:xfrm>
                <a:off x="2309" y="863"/>
                <a:ext cx="532" cy="528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1226" y="14423"/>
                    </a:moveTo>
                    <a:cubicBezTo>
                      <a:pt x="4271" y="5781"/>
                      <a:pt x="12436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9175"/>
                      <a:pt x="408" y="16767"/>
                      <a:pt x="1207" y="14477"/>
                    </a:cubicBezTo>
                  </a:path>
                  <a:path w="43200" h="43200" stroke="0" extrusionOk="0">
                    <a:moveTo>
                      <a:pt x="1226" y="14423"/>
                    </a:moveTo>
                    <a:cubicBezTo>
                      <a:pt x="4271" y="5781"/>
                      <a:pt x="12436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9175"/>
                      <a:pt x="408" y="16767"/>
                      <a:pt x="1207" y="14477"/>
                    </a:cubicBezTo>
                    <a:lnTo>
                      <a:pt x="21600" y="21600"/>
                    </a:lnTo>
                    <a:lnTo>
                      <a:pt x="1226" y="14423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1" name="Group 86"/>
          <p:cNvGrpSpPr>
            <a:grpSpLocks/>
          </p:cNvGrpSpPr>
          <p:nvPr/>
        </p:nvGrpSpPr>
        <p:grpSpPr bwMode="auto">
          <a:xfrm>
            <a:off x="3487738" y="1488019"/>
            <a:ext cx="1144587" cy="1071563"/>
            <a:chOff x="2197" y="788"/>
            <a:chExt cx="721" cy="675"/>
          </a:xfrm>
        </p:grpSpPr>
        <p:sp>
          <p:nvSpPr>
            <p:cNvPr id="6313" name="Line 87"/>
            <p:cNvSpPr>
              <a:spLocks noChangeShapeType="1"/>
            </p:cNvSpPr>
            <p:nvPr/>
          </p:nvSpPr>
          <p:spPr bwMode="auto">
            <a:xfrm flipV="1">
              <a:off x="2363" y="925"/>
              <a:ext cx="38" cy="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314" name="Group 88"/>
            <p:cNvGrpSpPr>
              <a:grpSpLocks/>
            </p:cNvGrpSpPr>
            <p:nvPr/>
          </p:nvGrpSpPr>
          <p:grpSpPr bwMode="auto">
            <a:xfrm>
              <a:off x="2197" y="788"/>
              <a:ext cx="721" cy="675"/>
              <a:chOff x="2197" y="788"/>
              <a:chExt cx="721" cy="675"/>
            </a:xfrm>
          </p:grpSpPr>
          <p:sp>
            <p:nvSpPr>
              <p:cNvPr id="6315" name="Line 89"/>
              <p:cNvSpPr>
                <a:spLocks noChangeShapeType="1"/>
              </p:cNvSpPr>
              <p:nvPr/>
            </p:nvSpPr>
            <p:spPr bwMode="auto">
              <a:xfrm flipV="1">
                <a:off x="2347" y="788"/>
                <a:ext cx="297" cy="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16" name="Line 90"/>
              <p:cNvSpPr>
                <a:spLocks noChangeShapeType="1"/>
              </p:cNvSpPr>
              <p:nvPr/>
            </p:nvSpPr>
            <p:spPr bwMode="auto">
              <a:xfrm flipV="1">
                <a:off x="2234" y="1026"/>
                <a:ext cx="57" cy="1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17" name="Line 91"/>
              <p:cNvSpPr>
                <a:spLocks noChangeShapeType="1"/>
              </p:cNvSpPr>
              <p:nvPr/>
            </p:nvSpPr>
            <p:spPr bwMode="auto">
              <a:xfrm flipV="1">
                <a:off x="2230" y="1091"/>
                <a:ext cx="77" cy="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18" name="Line 92"/>
              <p:cNvSpPr>
                <a:spLocks noChangeShapeType="1"/>
              </p:cNvSpPr>
              <p:nvPr/>
            </p:nvSpPr>
            <p:spPr bwMode="auto">
              <a:xfrm flipV="1">
                <a:off x="2234" y="1161"/>
                <a:ext cx="77" cy="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19" name="Line 93"/>
              <p:cNvSpPr>
                <a:spLocks noChangeShapeType="1"/>
              </p:cNvSpPr>
              <p:nvPr/>
            </p:nvSpPr>
            <p:spPr bwMode="auto">
              <a:xfrm flipV="1">
                <a:off x="2252" y="1226"/>
                <a:ext cx="77" cy="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20" name="Line 94"/>
              <p:cNvSpPr>
                <a:spLocks noChangeShapeType="1"/>
              </p:cNvSpPr>
              <p:nvPr/>
            </p:nvSpPr>
            <p:spPr bwMode="auto">
              <a:xfrm flipV="1">
                <a:off x="2279" y="1285"/>
                <a:ext cx="86" cy="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21" name="Line 95"/>
              <p:cNvSpPr>
                <a:spLocks noChangeShapeType="1"/>
              </p:cNvSpPr>
              <p:nvPr/>
            </p:nvSpPr>
            <p:spPr bwMode="auto">
              <a:xfrm flipV="1">
                <a:off x="2330" y="1341"/>
                <a:ext cx="89" cy="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22" name="Line 96"/>
              <p:cNvSpPr>
                <a:spLocks noChangeShapeType="1"/>
              </p:cNvSpPr>
              <p:nvPr/>
            </p:nvSpPr>
            <p:spPr bwMode="auto">
              <a:xfrm flipV="1">
                <a:off x="2395" y="1386"/>
                <a:ext cx="121" cy="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23" name="Line 97"/>
              <p:cNvSpPr>
                <a:spLocks noChangeShapeType="1"/>
              </p:cNvSpPr>
              <p:nvPr/>
            </p:nvSpPr>
            <p:spPr bwMode="auto">
              <a:xfrm flipV="1">
                <a:off x="2495" y="1377"/>
                <a:ext cx="32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24" name="Line 98"/>
              <p:cNvSpPr>
                <a:spLocks noChangeShapeType="1"/>
              </p:cNvSpPr>
              <p:nvPr/>
            </p:nvSpPr>
            <p:spPr bwMode="auto">
              <a:xfrm flipV="1">
                <a:off x="2755" y="1287"/>
                <a:ext cx="124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25" name="Line 99"/>
              <p:cNvSpPr>
                <a:spLocks noChangeShapeType="1"/>
              </p:cNvSpPr>
              <p:nvPr/>
            </p:nvSpPr>
            <p:spPr bwMode="auto">
              <a:xfrm flipV="1">
                <a:off x="2818" y="1211"/>
                <a:ext cx="93" cy="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26" name="Line 100"/>
              <p:cNvSpPr>
                <a:spLocks noChangeShapeType="1"/>
              </p:cNvSpPr>
              <p:nvPr/>
            </p:nvSpPr>
            <p:spPr bwMode="auto">
              <a:xfrm flipV="1">
                <a:off x="2837" y="1137"/>
                <a:ext cx="79" cy="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27" name="Line 101"/>
              <p:cNvSpPr>
                <a:spLocks noChangeShapeType="1"/>
              </p:cNvSpPr>
              <p:nvPr/>
            </p:nvSpPr>
            <p:spPr bwMode="auto">
              <a:xfrm flipV="1">
                <a:off x="2840" y="1068"/>
                <a:ext cx="78" cy="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28" name="Line 102"/>
              <p:cNvSpPr>
                <a:spLocks noChangeShapeType="1"/>
              </p:cNvSpPr>
              <p:nvPr/>
            </p:nvSpPr>
            <p:spPr bwMode="auto">
              <a:xfrm flipV="1">
                <a:off x="2821" y="1002"/>
                <a:ext cx="79" cy="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29" name="Line 103"/>
              <p:cNvSpPr>
                <a:spLocks noChangeShapeType="1"/>
              </p:cNvSpPr>
              <p:nvPr/>
            </p:nvSpPr>
            <p:spPr bwMode="auto">
              <a:xfrm flipV="1">
                <a:off x="2786" y="944"/>
                <a:ext cx="77" cy="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30" name="Line 104"/>
              <p:cNvSpPr>
                <a:spLocks noChangeShapeType="1"/>
              </p:cNvSpPr>
              <p:nvPr/>
            </p:nvSpPr>
            <p:spPr bwMode="auto">
              <a:xfrm flipV="1">
                <a:off x="2725" y="884"/>
                <a:ext cx="92" cy="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31" name="Line 105"/>
              <p:cNvSpPr>
                <a:spLocks noChangeShapeType="1"/>
              </p:cNvSpPr>
              <p:nvPr/>
            </p:nvSpPr>
            <p:spPr bwMode="auto">
              <a:xfrm flipV="1">
                <a:off x="2624" y="831"/>
                <a:ext cx="131" cy="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32" name="Line 106"/>
              <p:cNvSpPr>
                <a:spLocks noChangeShapeType="1"/>
              </p:cNvSpPr>
              <p:nvPr/>
            </p:nvSpPr>
            <p:spPr bwMode="auto">
              <a:xfrm flipH="1">
                <a:off x="2274" y="872"/>
                <a:ext cx="53" cy="1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333" name="Line 107"/>
              <p:cNvSpPr>
                <a:spLocks noChangeShapeType="1"/>
              </p:cNvSpPr>
              <p:nvPr/>
            </p:nvSpPr>
            <p:spPr bwMode="auto">
              <a:xfrm flipV="1">
                <a:off x="2197" y="982"/>
                <a:ext cx="21" cy="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39724" name="Rectangle 108"/>
          <p:cNvSpPr>
            <a:spLocks noChangeArrowheads="1"/>
          </p:cNvSpPr>
          <p:nvPr/>
        </p:nvSpPr>
        <p:spPr bwMode="auto">
          <a:xfrm>
            <a:off x="3162300" y="846669"/>
            <a:ext cx="1857375" cy="2152650"/>
          </a:xfrm>
          <a:prstGeom prst="rect">
            <a:avLst/>
          </a:prstGeom>
          <a:solidFill>
            <a:srgbClr val="FFFFFF">
              <a:alpha val="50195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prstDash val="lgDashDot"/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239725" name="Line 109"/>
          <p:cNvSpPr>
            <a:spLocks noChangeShapeType="1"/>
          </p:cNvSpPr>
          <p:nvPr/>
        </p:nvSpPr>
        <p:spPr bwMode="auto">
          <a:xfrm>
            <a:off x="5476875" y="4128032"/>
            <a:ext cx="642938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9726" name="Line 110"/>
          <p:cNvSpPr>
            <a:spLocks noChangeShapeType="1"/>
          </p:cNvSpPr>
          <p:nvPr/>
        </p:nvSpPr>
        <p:spPr bwMode="auto">
          <a:xfrm flipV="1">
            <a:off x="4940300" y="2921532"/>
            <a:ext cx="141288" cy="2381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9727" name="Rectangle 111"/>
          <p:cNvSpPr>
            <a:spLocks noChangeArrowheads="1"/>
          </p:cNvSpPr>
          <p:nvPr/>
        </p:nvSpPr>
        <p:spPr bwMode="auto">
          <a:xfrm>
            <a:off x="4805363" y="2618319"/>
            <a:ext cx="433387" cy="6191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239728" name="Rectangle 112"/>
          <p:cNvSpPr>
            <a:spLocks noChangeArrowheads="1"/>
          </p:cNvSpPr>
          <p:nvPr/>
        </p:nvSpPr>
        <p:spPr bwMode="auto">
          <a:xfrm>
            <a:off x="5291138" y="3856569"/>
            <a:ext cx="923925" cy="4286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239729" name="Freeform 113"/>
          <p:cNvSpPr>
            <a:spLocks/>
          </p:cNvSpPr>
          <p:nvPr/>
        </p:nvSpPr>
        <p:spPr bwMode="auto">
          <a:xfrm>
            <a:off x="4910138" y="2818344"/>
            <a:ext cx="1214437" cy="1514475"/>
          </a:xfrm>
          <a:custGeom>
            <a:avLst/>
            <a:gdLst>
              <a:gd name="T0" fmla="*/ 0 w 774"/>
              <a:gd name="T1" fmla="*/ 0 h 948"/>
              <a:gd name="T2" fmla="*/ 196950614 w 774"/>
              <a:gd name="T3" fmla="*/ 96982314 h 948"/>
              <a:gd name="T4" fmla="*/ 388977581 w 774"/>
              <a:gd name="T5" fmla="*/ 270528688 h 948"/>
              <a:gd name="T6" fmla="*/ 654862401 w 774"/>
              <a:gd name="T7" fmla="*/ 367511002 h 948"/>
              <a:gd name="T8" fmla="*/ 920745652 w 774"/>
              <a:gd name="T9" fmla="*/ 551265705 h 948"/>
              <a:gd name="T10" fmla="*/ 1142316074 w 774"/>
              <a:gd name="T11" fmla="*/ 704395422 h 948"/>
              <a:gd name="T12" fmla="*/ 1324495745 w 774"/>
              <a:gd name="T13" fmla="*/ 821794393 h 948"/>
              <a:gd name="T14" fmla="*/ 1452513723 w 774"/>
              <a:gd name="T15" fmla="*/ 1087218917 h 948"/>
              <a:gd name="T16" fmla="*/ 1506675417 w 774"/>
              <a:gd name="T17" fmla="*/ 1260765291 h 948"/>
              <a:gd name="T18" fmla="*/ 1560835541 w 774"/>
              <a:gd name="T19" fmla="*/ 1464938248 h 948"/>
              <a:gd name="T20" fmla="*/ 1698702383 w 774"/>
              <a:gd name="T21" fmla="*/ 1679319533 h 948"/>
              <a:gd name="T22" fmla="*/ 1797176906 w 774"/>
              <a:gd name="T23" fmla="*/ 1812032594 h 948"/>
              <a:gd name="T24" fmla="*/ 1811947849 w 774"/>
              <a:gd name="T25" fmla="*/ 1888596654 h 948"/>
              <a:gd name="T26" fmla="*/ 1875958407 w 774"/>
              <a:gd name="T27" fmla="*/ 2057038864 h 948"/>
              <a:gd name="T28" fmla="*/ 1880882055 w 774"/>
              <a:gd name="T29" fmla="*/ 2147483647 h 948"/>
              <a:gd name="T30" fmla="*/ 1905500293 w 774"/>
              <a:gd name="T31" fmla="*/ 2147483647 h 948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774"/>
              <a:gd name="T49" fmla="*/ 0 h 948"/>
              <a:gd name="T50" fmla="*/ 774 w 774"/>
              <a:gd name="T51" fmla="*/ 948 h 948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774" h="948">
                <a:moveTo>
                  <a:pt x="0" y="0"/>
                </a:moveTo>
                <a:cubicBezTo>
                  <a:pt x="27" y="10"/>
                  <a:pt x="54" y="20"/>
                  <a:pt x="80" y="38"/>
                </a:cubicBezTo>
                <a:cubicBezTo>
                  <a:pt x="106" y="56"/>
                  <a:pt x="127" y="88"/>
                  <a:pt x="158" y="106"/>
                </a:cubicBezTo>
                <a:cubicBezTo>
                  <a:pt x="189" y="124"/>
                  <a:pt x="230" y="126"/>
                  <a:pt x="266" y="144"/>
                </a:cubicBezTo>
                <a:cubicBezTo>
                  <a:pt x="302" y="162"/>
                  <a:pt x="341" y="194"/>
                  <a:pt x="374" y="216"/>
                </a:cubicBezTo>
                <a:cubicBezTo>
                  <a:pt x="407" y="238"/>
                  <a:pt x="437" y="258"/>
                  <a:pt x="464" y="276"/>
                </a:cubicBezTo>
                <a:cubicBezTo>
                  <a:pt x="491" y="294"/>
                  <a:pt x="517" y="297"/>
                  <a:pt x="538" y="322"/>
                </a:cubicBezTo>
                <a:cubicBezTo>
                  <a:pt x="559" y="347"/>
                  <a:pt x="578" y="397"/>
                  <a:pt x="590" y="426"/>
                </a:cubicBezTo>
                <a:cubicBezTo>
                  <a:pt x="602" y="455"/>
                  <a:pt x="605" y="469"/>
                  <a:pt x="612" y="494"/>
                </a:cubicBezTo>
                <a:cubicBezTo>
                  <a:pt x="619" y="519"/>
                  <a:pt x="621" y="547"/>
                  <a:pt x="634" y="574"/>
                </a:cubicBezTo>
                <a:cubicBezTo>
                  <a:pt x="647" y="601"/>
                  <a:pt x="674" y="635"/>
                  <a:pt x="690" y="658"/>
                </a:cubicBezTo>
                <a:cubicBezTo>
                  <a:pt x="706" y="681"/>
                  <a:pt x="722" y="696"/>
                  <a:pt x="730" y="710"/>
                </a:cubicBezTo>
                <a:cubicBezTo>
                  <a:pt x="738" y="724"/>
                  <a:pt x="731" y="724"/>
                  <a:pt x="736" y="740"/>
                </a:cubicBezTo>
                <a:cubicBezTo>
                  <a:pt x="741" y="756"/>
                  <a:pt x="757" y="783"/>
                  <a:pt x="762" y="806"/>
                </a:cubicBezTo>
                <a:cubicBezTo>
                  <a:pt x="767" y="829"/>
                  <a:pt x="762" y="856"/>
                  <a:pt x="764" y="880"/>
                </a:cubicBezTo>
                <a:cubicBezTo>
                  <a:pt x="766" y="904"/>
                  <a:pt x="770" y="926"/>
                  <a:pt x="774" y="948"/>
                </a:cubicBezTo>
              </a:path>
            </a:pathLst>
          </a:custGeom>
          <a:noFill/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3" name="Group 114"/>
          <p:cNvGrpSpPr>
            <a:grpSpLocks/>
          </p:cNvGrpSpPr>
          <p:nvPr/>
        </p:nvGrpSpPr>
        <p:grpSpPr bwMode="auto">
          <a:xfrm>
            <a:off x="4856163" y="2931057"/>
            <a:ext cx="790575" cy="1392237"/>
            <a:chOff x="2912" y="1697"/>
            <a:chExt cx="498" cy="877"/>
          </a:xfrm>
        </p:grpSpPr>
        <p:sp>
          <p:nvSpPr>
            <p:cNvPr id="6310" name="Arc 115"/>
            <p:cNvSpPr>
              <a:spLocks/>
            </p:cNvSpPr>
            <p:nvPr/>
          </p:nvSpPr>
          <p:spPr bwMode="auto">
            <a:xfrm>
              <a:off x="2954" y="1853"/>
              <a:ext cx="455" cy="444"/>
            </a:xfrm>
            <a:custGeom>
              <a:avLst/>
              <a:gdLst>
                <a:gd name="T0" fmla="*/ 0 w 21600"/>
                <a:gd name="T1" fmla="*/ 0 h 18726"/>
                <a:gd name="T2" fmla="*/ 0 w 21600"/>
                <a:gd name="T3" fmla="*/ 0 h 18726"/>
                <a:gd name="T4" fmla="*/ 0 w 21600"/>
                <a:gd name="T5" fmla="*/ 0 h 18726"/>
                <a:gd name="T6" fmla="*/ 0 60000 65536"/>
                <a:gd name="T7" fmla="*/ 0 60000 65536"/>
                <a:gd name="T8" fmla="*/ 0 60000 65536"/>
                <a:gd name="T9" fmla="*/ 0 w 21600"/>
                <a:gd name="T10" fmla="*/ 0 h 18726"/>
                <a:gd name="T11" fmla="*/ 21600 w 21600"/>
                <a:gd name="T12" fmla="*/ 18726 h 187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8726" fill="none" extrusionOk="0">
                  <a:moveTo>
                    <a:pt x="10765" y="-1"/>
                  </a:moveTo>
                  <a:cubicBezTo>
                    <a:pt x="17467" y="3852"/>
                    <a:pt x="21600" y="10994"/>
                    <a:pt x="21600" y="18726"/>
                  </a:cubicBezTo>
                </a:path>
                <a:path w="21600" h="18726" stroke="0" extrusionOk="0">
                  <a:moveTo>
                    <a:pt x="10765" y="-1"/>
                  </a:moveTo>
                  <a:cubicBezTo>
                    <a:pt x="17467" y="3852"/>
                    <a:pt x="21600" y="10994"/>
                    <a:pt x="21600" y="18726"/>
                  </a:cubicBezTo>
                  <a:lnTo>
                    <a:pt x="0" y="18726"/>
                  </a:lnTo>
                  <a:lnTo>
                    <a:pt x="10765" y="-1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11" name="Line 116"/>
            <p:cNvSpPr>
              <a:spLocks noChangeShapeType="1"/>
            </p:cNvSpPr>
            <p:nvPr/>
          </p:nvSpPr>
          <p:spPr bwMode="auto">
            <a:xfrm flipH="1" flipV="1">
              <a:off x="2912" y="1697"/>
              <a:ext cx="277" cy="16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12" name="Line 117"/>
            <p:cNvSpPr>
              <a:spLocks noChangeShapeType="1"/>
            </p:cNvSpPr>
            <p:nvPr/>
          </p:nvSpPr>
          <p:spPr bwMode="auto">
            <a:xfrm>
              <a:off x="3410" y="2292"/>
              <a:ext cx="0" cy="2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4" name="Group 118"/>
          <p:cNvGrpSpPr>
            <a:grpSpLocks/>
          </p:cNvGrpSpPr>
          <p:nvPr/>
        </p:nvGrpSpPr>
        <p:grpSpPr bwMode="auto">
          <a:xfrm>
            <a:off x="4732338" y="2030944"/>
            <a:ext cx="2006600" cy="2301875"/>
            <a:chOff x="2834" y="1130"/>
            <a:chExt cx="1264" cy="1450"/>
          </a:xfrm>
        </p:grpSpPr>
        <p:sp>
          <p:nvSpPr>
            <p:cNvPr id="6299" name="Oval 119"/>
            <p:cNvSpPr>
              <a:spLocks noChangeArrowheads="1"/>
            </p:cNvSpPr>
            <p:nvPr/>
          </p:nvSpPr>
          <p:spPr bwMode="auto">
            <a:xfrm>
              <a:off x="3221" y="1563"/>
              <a:ext cx="108" cy="108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6300" name="Arc 120"/>
            <p:cNvSpPr>
              <a:spLocks/>
            </p:cNvSpPr>
            <p:nvPr/>
          </p:nvSpPr>
          <p:spPr bwMode="auto">
            <a:xfrm>
              <a:off x="3226" y="1530"/>
              <a:ext cx="160" cy="193"/>
            </a:xfrm>
            <a:custGeom>
              <a:avLst/>
              <a:gdLst>
                <a:gd name="T0" fmla="*/ 0 w 34406"/>
                <a:gd name="T1" fmla="*/ 0 h 41811"/>
                <a:gd name="T2" fmla="*/ 0 w 34406"/>
                <a:gd name="T3" fmla="*/ 0 h 41811"/>
                <a:gd name="T4" fmla="*/ 0 w 34406"/>
                <a:gd name="T5" fmla="*/ 0 h 41811"/>
                <a:gd name="T6" fmla="*/ 0 60000 65536"/>
                <a:gd name="T7" fmla="*/ 0 60000 65536"/>
                <a:gd name="T8" fmla="*/ 0 60000 65536"/>
                <a:gd name="T9" fmla="*/ 0 w 34406"/>
                <a:gd name="T10" fmla="*/ 0 h 41811"/>
                <a:gd name="T11" fmla="*/ 34406 w 34406"/>
                <a:gd name="T12" fmla="*/ 41811 h 418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406" h="41811" fill="none" extrusionOk="0">
                  <a:moveTo>
                    <a:pt x="20426" y="-1"/>
                  </a:moveTo>
                  <a:cubicBezTo>
                    <a:pt x="28837" y="3171"/>
                    <a:pt x="34406" y="11221"/>
                    <a:pt x="34406" y="20211"/>
                  </a:cubicBezTo>
                  <a:cubicBezTo>
                    <a:pt x="34406" y="32140"/>
                    <a:pt x="24735" y="41811"/>
                    <a:pt x="12806" y="41811"/>
                  </a:cubicBezTo>
                  <a:cubicBezTo>
                    <a:pt x="8198" y="41811"/>
                    <a:pt x="3711" y="40337"/>
                    <a:pt x="0" y="37605"/>
                  </a:cubicBezTo>
                </a:path>
                <a:path w="34406" h="41811" stroke="0" extrusionOk="0">
                  <a:moveTo>
                    <a:pt x="20426" y="-1"/>
                  </a:moveTo>
                  <a:cubicBezTo>
                    <a:pt x="28837" y="3171"/>
                    <a:pt x="34406" y="11221"/>
                    <a:pt x="34406" y="20211"/>
                  </a:cubicBezTo>
                  <a:cubicBezTo>
                    <a:pt x="34406" y="32140"/>
                    <a:pt x="24735" y="41811"/>
                    <a:pt x="12806" y="41811"/>
                  </a:cubicBezTo>
                  <a:cubicBezTo>
                    <a:pt x="8198" y="41811"/>
                    <a:pt x="3711" y="40337"/>
                    <a:pt x="0" y="37605"/>
                  </a:cubicBezTo>
                  <a:lnTo>
                    <a:pt x="12806" y="20211"/>
                  </a:lnTo>
                  <a:lnTo>
                    <a:pt x="20426" y="-1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01" name="Line 121"/>
            <p:cNvSpPr>
              <a:spLocks noChangeShapeType="1"/>
            </p:cNvSpPr>
            <p:nvPr/>
          </p:nvSpPr>
          <p:spPr bwMode="auto">
            <a:xfrm flipV="1">
              <a:off x="3306" y="2316"/>
              <a:ext cx="0" cy="14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02" name="Line 122"/>
            <p:cNvSpPr>
              <a:spLocks noChangeShapeType="1"/>
            </p:cNvSpPr>
            <p:nvPr/>
          </p:nvSpPr>
          <p:spPr bwMode="auto">
            <a:xfrm flipV="1">
              <a:off x="3984" y="2301"/>
              <a:ext cx="0" cy="1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03" name="Arc 123"/>
            <p:cNvSpPr>
              <a:spLocks/>
            </p:cNvSpPr>
            <p:nvPr/>
          </p:nvSpPr>
          <p:spPr bwMode="auto">
            <a:xfrm>
              <a:off x="3114" y="1321"/>
              <a:ext cx="870" cy="995"/>
            </a:xfrm>
            <a:custGeom>
              <a:avLst/>
              <a:gdLst>
                <a:gd name="T0" fmla="*/ 1 w 21600"/>
                <a:gd name="T1" fmla="*/ 0 h 19859"/>
                <a:gd name="T2" fmla="*/ 1 w 21600"/>
                <a:gd name="T3" fmla="*/ 3 h 19859"/>
                <a:gd name="T4" fmla="*/ 0 w 21600"/>
                <a:gd name="T5" fmla="*/ 3 h 19859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859"/>
                <a:gd name="T11" fmla="*/ 21600 w 21600"/>
                <a:gd name="T12" fmla="*/ 19859 h 1985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859" fill="none" extrusionOk="0">
                  <a:moveTo>
                    <a:pt x="8496" y="0"/>
                  </a:moveTo>
                  <a:cubicBezTo>
                    <a:pt x="16445" y="3401"/>
                    <a:pt x="21600" y="11213"/>
                    <a:pt x="21600" y="19859"/>
                  </a:cubicBezTo>
                </a:path>
                <a:path w="21600" h="19859" stroke="0" extrusionOk="0">
                  <a:moveTo>
                    <a:pt x="8496" y="0"/>
                  </a:moveTo>
                  <a:cubicBezTo>
                    <a:pt x="16445" y="3401"/>
                    <a:pt x="21600" y="11213"/>
                    <a:pt x="21600" y="19859"/>
                  </a:cubicBezTo>
                  <a:lnTo>
                    <a:pt x="0" y="19859"/>
                  </a:lnTo>
                  <a:lnTo>
                    <a:pt x="8496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04" name="Arc 124"/>
            <p:cNvSpPr>
              <a:spLocks/>
            </p:cNvSpPr>
            <p:nvPr/>
          </p:nvSpPr>
          <p:spPr bwMode="auto">
            <a:xfrm>
              <a:off x="2923" y="1919"/>
              <a:ext cx="383" cy="398"/>
            </a:xfrm>
            <a:custGeom>
              <a:avLst/>
              <a:gdLst>
                <a:gd name="T0" fmla="*/ 0 w 21600"/>
                <a:gd name="T1" fmla="*/ 0 h 19413"/>
                <a:gd name="T2" fmla="*/ 0 w 21600"/>
                <a:gd name="T3" fmla="*/ 0 h 19413"/>
                <a:gd name="T4" fmla="*/ 0 w 21600"/>
                <a:gd name="T5" fmla="*/ 0 h 19413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413"/>
                <a:gd name="T11" fmla="*/ 21600 w 21600"/>
                <a:gd name="T12" fmla="*/ 19413 h 194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413" fill="none" extrusionOk="0">
                  <a:moveTo>
                    <a:pt x="9470" y="0"/>
                  </a:moveTo>
                  <a:cubicBezTo>
                    <a:pt x="16892" y="3620"/>
                    <a:pt x="21600" y="11155"/>
                    <a:pt x="21600" y="19413"/>
                  </a:cubicBezTo>
                </a:path>
                <a:path w="21600" h="19413" stroke="0" extrusionOk="0">
                  <a:moveTo>
                    <a:pt x="9470" y="0"/>
                  </a:moveTo>
                  <a:cubicBezTo>
                    <a:pt x="16892" y="3620"/>
                    <a:pt x="21600" y="11155"/>
                    <a:pt x="21600" y="19413"/>
                  </a:cubicBezTo>
                  <a:lnTo>
                    <a:pt x="0" y="19413"/>
                  </a:lnTo>
                  <a:lnTo>
                    <a:pt x="9470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05" name="Line 125"/>
            <p:cNvSpPr>
              <a:spLocks noChangeShapeType="1"/>
            </p:cNvSpPr>
            <p:nvPr/>
          </p:nvSpPr>
          <p:spPr bwMode="auto">
            <a:xfrm flipH="1" flipV="1">
              <a:off x="2969" y="1846"/>
              <a:ext cx="129" cy="7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06" name="Line 126"/>
            <p:cNvSpPr>
              <a:spLocks noChangeShapeType="1"/>
            </p:cNvSpPr>
            <p:nvPr/>
          </p:nvSpPr>
          <p:spPr bwMode="auto">
            <a:xfrm flipH="1" flipV="1">
              <a:off x="3315" y="1243"/>
              <a:ext cx="146" cy="8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07" name="Freeform 127"/>
            <p:cNvSpPr>
              <a:spLocks/>
            </p:cNvSpPr>
            <p:nvPr/>
          </p:nvSpPr>
          <p:spPr bwMode="auto">
            <a:xfrm>
              <a:off x="3192" y="2451"/>
              <a:ext cx="906" cy="129"/>
            </a:xfrm>
            <a:custGeom>
              <a:avLst/>
              <a:gdLst>
                <a:gd name="T0" fmla="*/ 108 w 906"/>
                <a:gd name="T1" fmla="*/ 0 h 129"/>
                <a:gd name="T2" fmla="*/ 0 w 906"/>
                <a:gd name="T3" fmla="*/ 0 h 129"/>
                <a:gd name="T4" fmla="*/ 0 w 906"/>
                <a:gd name="T5" fmla="*/ 129 h 129"/>
                <a:gd name="T6" fmla="*/ 906 w 906"/>
                <a:gd name="T7" fmla="*/ 129 h 129"/>
                <a:gd name="T8" fmla="*/ 906 w 906"/>
                <a:gd name="T9" fmla="*/ 0 h 129"/>
                <a:gd name="T10" fmla="*/ 507 w 906"/>
                <a:gd name="T11" fmla="*/ 0 h 1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906"/>
                <a:gd name="T19" fmla="*/ 0 h 129"/>
                <a:gd name="T20" fmla="*/ 906 w 906"/>
                <a:gd name="T21" fmla="*/ 129 h 12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906" h="129">
                  <a:moveTo>
                    <a:pt x="108" y="0"/>
                  </a:moveTo>
                  <a:lnTo>
                    <a:pt x="0" y="0"/>
                  </a:lnTo>
                  <a:lnTo>
                    <a:pt x="0" y="129"/>
                  </a:lnTo>
                  <a:lnTo>
                    <a:pt x="906" y="129"/>
                  </a:lnTo>
                  <a:lnTo>
                    <a:pt x="906" y="0"/>
                  </a:lnTo>
                  <a:lnTo>
                    <a:pt x="507" y="0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08" name="Freeform 128"/>
            <p:cNvSpPr>
              <a:spLocks/>
            </p:cNvSpPr>
            <p:nvPr/>
          </p:nvSpPr>
          <p:spPr bwMode="auto">
            <a:xfrm>
              <a:off x="2834" y="1130"/>
              <a:ext cx="510" cy="762"/>
            </a:xfrm>
            <a:custGeom>
              <a:avLst/>
              <a:gdLst>
                <a:gd name="T0" fmla="*/ 492 w 510"/>
                <a:gd name="T1" fmla="*/ 402 h 762"/>
                <a:gd name="T2" fmla="*/ 358 w 510"/>
                <a:gd name="T3" fmla="*/ 325 h 762"/>
                <a:gd name="T4" fmla="*/ 510 w 510"/>
                <a:gd name="T5" fmla="*/ 61 h 762"/>
                <a:gd name="T6" fmla="*/ 405 w 510"/>
                <a:gd name="T7" fmla="*/ 0 h 762"/>
                <a:gd name="T8" fmla="*/ 0 w 510"/>
                <a:gd name="T9" fmla="*/ 702 h 762"/>
                <a:gd name="T10" fmla="*/ 103 w 510"/>
                <a:gd name="T11" fmla="*/ 762 h 762"/>
                <a:gd name="T12" fmla="*/ 132 w 510"/>
                <a:gd name="T13" fmla="*/ 712 h 76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10"/>
                <a:gd name="T22" fmla="*/ 0 h 762"/>
                <a:gd name="T23" fmla="*/ 510 w 510"/>
                <a:gd name="T24" fmla="*/ 762 h 76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10" h="762">
                  <a:moveTo>
                    <a:pt x="492" y="402"/>
                  </a:moveTo>
                  <a:lnTo>
                    <a:pt x="358" y="325"/>
                  </a:lnTo>
                  <a:lnTo>
                    <a:pt x="510" y="61"/>
                  </a:lnTo>
                  <a:lnTo>
                    <a:pt x="405" y="0"/>
                  </a:lnTo>
                  <a:lnTo>
                    <a:pt x="0" y="702"/>
                  </a:lnTo>
                  <a:lnTo>
                    <a:pt x="103" y="762"/>
                  </a:lnTo>
                  <a:lnTo>
                    <a:pt x="132" y="712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309" name="Freeform 129"/>
            <p:cNvSpPr>
              <a:spLocks/>
            </p:cNvSpPr>
            <p:nvPr/>
          </p:nvSpPr>
          <p:spPr bwMode="auto">
            <a:xfrm>
              <a:off x="3054" y="1626"/>
              <a:ext cx="171" cy="76"/>
            </a:xfrm>
            <a:custGeom>
              <a:avLst/>
              <a:gdLst>
                <a:gd name="T0" fmla="*/ 171 w 171"/>
                <a:gd name="T1" fmla="*/ 76 h 76"/>
                <a:gd name="T2" fmla="*/ 39 w 171"/>
                <a:gd name="T3" fmla="*/ 0 h 76"/>
                <a:gd name="T4" fmla="*/ 0 w 171"/>
                <a:gd name="T5" fmla="*/ 67 h 76"/>
                <a:gd name="T6" fmla="*/ 0 60000 65536"/>
                <a:gd name="T7" fmla="*/ 0 60000 65536"/>
                <a:gd name="T8" fmla="*/ 0 60000 65536"/>
                <a:gd name="T9" fmla="*/ 0 w 171"/>
                <a:gd name="T10" fmla="*/ 0 h 76"/>
                <a:gd name="T11" fmla="*/ 171 w 171"/>
                <a:gd name="T12" fmla="*/ 76 h 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1" h="76">
                  <a:moveTo>
                    <a:pt x="171" y="76"/>
                  </a:moveTo>
                  <a:lnTo>
                    <a:pt x="39" y="0"/>
                  </a:lnTo>
                  <a:lnTo>
                    <a:pt x="0" y="67"/>
                  </a:lnTo>
                </a:path>
              </a:pathLst>
            </a:custGeom>
            <a:noFill/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" name="Group 130"/>
          <p:cNvGrpSpPr>
            <a:grpSpLocks/>
          </p:cNvGrpSpPr>
          <p:nvPr/>
        </p:nvGrpSpPr>
        <p:grpSpPr bwMode="auto">
          <a:xfrm>
            <a:off x="4694238" y="2534182"/>
            <a:ext cx="1328737" cy="2030412"/>
            <a:chOff x="2810" y="1447"/>
            <a:chExt cx="837" cy="1279"/>
          </a:xfrm>
        </p:grpSpPr>
        <p:sp>
          <p:nvSpPr>
            <p:cNvPr id="6295" name="Line 131"/>
            <p:cNvSpPr>
              <a:spLocks noChangeShapeType="1"/>
            </p:cNvSpPr>
            <p:nvPr/>
          </p:nvSpPr>
          <p:spPr bwMode="auto">
            <a:xfrm flipV="1">
              <a:off x="3217" y="1491"/>
              <a:ext cx="131" cy="2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96" name="Line 132"/>
            <p:cNvSpPr>
              <a:spLocks noChangeShapeType="1"/>
            </p:cNvSpPr>
            <p:nvPr/>
          </p:nvSpPr>
          <p:spPr bwMode="auto">
            <a:xfrm flipH="1" flipV="1">
              <a:off x="2988" y="1447"/>
              <a:ext cx="229" cy="13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97" name="Line 133"/>
            <p:cNvSpPr>
              <a:spLocks noChangeShapeType="1"/>
            </p:cNvSpPr>
            <p:nvPr/>
          </p:nvSpPr>
          <p:spPr bwMode="auto">
            <a:xfrm>
              <a:off x="3647" y="2304"/>
              <a:ext cx="0" cy="4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98" name="Arc 134"/>
            <p:cNvSpPr>
              <a:spLocks/>
            </p:cNvSpPr>
            <p:nvPr/>
          </p:nvSpPr>
          <p:spPr bwMode="auto">
            <a:xfrm>
              <a:off x="2810" y="1574"/>
              <a:ext cx="837" cy="732"/>
            </a:xfrm>
            <a:custGeom>
              <a:avLst/>
              <a:gdLst>
                <a:gd name="T0" fmla="*/ 1 w 21600"/>
                <a:gd name="T1" fmla="*/ 0 h 19032"/>
                <a:gd name="T2" fmla="*/ 1 w 21600"/>
                <a:gd name="T3" fmla="*/ 1 h 19032"/>
                <a:gd name="T4" fmla="*/ 0 w 21600"/>
                <a:gd name="T5" fmla="*/ 1 h 19032"/>
                <a:gd name="T6" fmla="*/ 0 60000 65536"/>
                <a:gd name="T7" fmla="*/ 0 60000 65536"/>
                <a:gd name="T8" fmla="*/ 0 60000 65536"/>
                <a:gd name="T9" fmla="*/ 0 w 21600"/>
                <a:gd name="T10" fmla="*/ 0 h 19032"/>
                <a:gd name="T11" fmla="*/ 21600 w 21600"/>
                <a:gd name="T12" fmla="*/ 19032 h 190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9032" fill="none" extrusionOk="0">
                  <a:moveTo>
                    <a:pt x="10214" y="0"/>
                  </a:moveTo>
                  <a:cubicBezTo>
                    <a:pt x="17225" y="3762"/>
                    <a:pt x="21600" y="11075"/>
                    <a:pt x="21600" y="19032"/>
                  </a:cubicBezTo>
                </a:path>
                <a:path w="21600" h="19032" stroke="0" extrusionOk="0">
                  <a:moveTo>
                    <a:pt x="10214" y="0"/>
                  </a:moveTo>
                  <a:cubicBezTo>
                    <a:pt x="17225" y="3762"/>
                    <a:pt x="21600" y="11075"/>
                    <a:pt x="21600" y="19032"/>
                  </a:cubicBezTo>
                  <a:lnTo>
                    <a:pt x="0" y="19032"/>
                  </a:lnTo>
                  <a:lnTo>
                    <a:pt x="10214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" name="Group 135"/>
          <p:cNvGrpSpPr>
            <a:grpSpLocks/>
          </p:cNvGrpSpPr>
          <p:nvPr/>
        </p:nvGrpSpPr>
        <p:grpSpPr bwMode="auto">
          <a:xfrm>
            <a:off x="4754563" y="2977094"/>
            <a:ext cx="889000" cy="1349375"/>
            <a:chOff x="2995" y="1726"/>
            <a:chExt cx="560" cy="850"/>
          </a:xfrm>
        </p:grpSpPr>
        <p:sp>
          <p:nvSpPr>
            <p:cNvPr id="6279" name="Line 136"/>
            <p:cNvSpPr>
              <a:spLocks noChangeShapeType="1"/>
            </p:cNvSpPr>
            <p:nvPr/>
          </p:nvSpPr>
          <p:spPr bwMode="auto">
            <a:xfrm flipV="1">
              <a:off x="3343" y="2454"/>
              <a:ext cx="92" cy="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280" name="Group 137"/>
            <p:cNvGrpSpPr>
              <a:grpSpLocks/>
            </p:cNvGrpSpPr>
            <p:nvPr/>
          </p:nvGrpSpPr>
          <p:grpSpPr bwMode="auto">
            <a:xfrm>
              <a:off x="2995" y="1726"/>
              <a:ext cx="560" cy="850"/>
              <a:chOff x="2848" y="1726"/>
              <a:chExt cx="560" cy="850"/>
            </a:xfrm>
          </p:grpSpPr>
          <p:sp>
            <p:nvSpPr>
              <p:cNvPr id="6281" name="Line 138"/>
              <p:cNvSpPr>
                <a:spLocks noChangeShapeType="1"/>
              </p:cNvSpPr>
              <p:nvPr/>
            </p:nvSpPr>
            <p:spPr bwMode="auto">
              <a:xfrm flipV="1">
                <a:off x="2848" y="1726"/>
                <a:ext cx="116" cy="11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82" name="Line 139"/>
              <p:cNvSpPr>
                <a:spLocks noChangeShapeType="1"/>
              </p:cNvSpPr>
              <p:nvPr/>
            </p:nvSpPr>
            <p:spPr bwMode="auto">
              <a:xfrm flipV="1">
                <a:off x="2910" y="1762"/>
                <a:ext cx="114" cy="11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83" name="Line 140"/>
              <p:cNvSpPr>
                <a:spLocks noChangeShapeType="1"/>
              </p:cNvSpPr>
              <p:nvPr/>
            </p:nvSpPr>
            <p:spPr bwMode="auto">
              <a:xfrm flipV="1">
                <a:off x="3012" y="1798"/>
                <a:ext cx="74" cy="7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84" name="Line 141"/>
              <p:cNvSpPr>
                <a:spLocks noChangeShapeType="1"/>
              </p:cNvSpPr>
              <p:nvPr/>
            </p:nvSpPr>
            <p:spPr bwMode="auto">
              <a:xfrm flipV="1">
                <a:off x="3072" y="1830"/>
                <a:ext cx="74" cy="7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85" name="Line 142"/>
              <p:cNvSpPr>
                <a:spLocks noChangeShapeType="1"/>
              </p:cNvSpPr>
              <p:nvPr/>
            </p:nvSpPr>
            <p:spPr bwMode="auto">
              <a:xfrm flipV="1">
                <a:off x="3126" y="1866"/>
                <a:ext cx="78" cy="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86" name="Line 143"/>
              <p:cNvSpPr>
                <a:spLocks noChangeShapeType="1"/>
              </p:cNvSpPr>
              <p:nvPr/>
            </p:nvSpPr>
            <p:spPr bwMode="auto">
              <a:xfrm flipV="1">
                <a:off x="3178" y="1912"/>
                <a:ext cx="76" cy="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87" name="Line 144"/>
              <p:cNvSpPr>
                <a:spLocks noChangeShapeType="1"/>
              </p:cNvSpPr>
              <p:nvPr/>
            </p:nvSpPr>
            <p:spPr bwMode="auto">
              <a:xfrm flipV="1">
                <a:off x="3220" y="1964"/>
                <a:ext cx="78" cy="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88" name="Line 145"/>
              <p:cNvSpPr>
                <a:spLocks noChangeShapeType="1"/>
              </p:cNvSpPr>
              <p:nvPr/>
            </p:nvSpPr>
            <p:spPr bwMode="auto">
              <a:xfrm flipV="1">
                <a:off x="3256" y="2024"/>
                <a:ext cx="8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89" name="Line 146"/>
              <p:cNvSpPr>
                <a:spLocks noChangeShapeType="1"/>
              </p:cNvSpPr>
              <p:nvPr/>
            </p:nvSpPr>
            <p:spPr bwMode="auto">
              <a:xfrm flipV="1">
                <a:off x="3286" y="2090"/>
                <a:ext cx="80" cy="8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90" name="Line 147"/>
              <p:cNvSpPr>
                <a:spLocks noChangeShapeType="1"/>
              </p:cNvSpPr>
              <p:nvPr/>
            </p:nvSpPr>
            <p:spPr bwMode="auto">
              <a:xfrm flipV="1">
                <a:off x="3302" y="2162"/>
                <a:ext cx="90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91" name="Line 148"/>
              <p:cNvSpPr>
                <a:spLocks noChangeShapeType="1"/>
              </p:cNvSpPr>
              <p:nvPr/>
            </p:nvSpPr>
            <p:spPr bwMode="auto">
              <a:xfrm flipV="1">
                <a:off x="3306" y="2242"/>
                <a:ext cx="98" cy="9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92" name="Line 149"/>
              <p:cNvSpPr>
                <a:spLocks noChangeShapeType="1"/>
              </p:cNvSpPr>
              <p:nvPr/>
            </p:nvSpPr>
            <p:spPr bwMode="auto">
              <a:xfrm flipV="1">
                <a:off x="3308" y="2334"/>
                <a:ext cx="100" cy="1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93" name="Line 150"/>
              <p:cNvSpPr>
                <a:spLocks noChangeShapeType="1"/>
              </p:cNvSpPr>
              <p:nvPr/>
            </p:nvSpPr>
            <p:spPr bwMode="auto">
              <a:xfrm flipV="1">
                <a:off x="3260" y="2430"/>
                <a:ext cx="146" cy="1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94" name="Line 151"/>
              <p:cNvSpPr>
                <a:spLocks noChangeShapeType="1"/>
              </p:cNvSpPr>
              <p:nvPr/>
            </p:nvSpPr>
            <p:spPr bwMode="auto">
              <a:xfrm flipV="1">
                <a:off x="3352" y="2522"/>
                <a:ext cx="54" cy="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8" name="Group 152"/>
          <p:cNvGrpSpPr>
            <a:grpSpLocks/>
          </p:cNvGrpSpPr>
          <p:nvPr/>
        </p:nvGrpSpPr>
        <p:grpSpPr bwMode="auto">
          <a:xfrm>
            <a:off x="5208588" y="4801132"/>
            <a:ext cx="1611312" cy="1630362"/>
            <a:chOff x="3134" y="2686"/>
            <a:chExt cx="1015" cy="1027"/>
          </a:xfrm>
        </p:grpSpPr>
        <p:sp>
          <p:nvSpPr>
            <p:cNvPr id="6277" name="Line 153"/>
            <p:cNvSpPr>
              <a:spLocks noChangeShapeType="1"/>
            </p:cNvSpPr>
            <p:nvPr/>
          </p:nvSpPr>
          <p:spPr bwMode="auto">
            <a:xfrm>
              <a:off x="3647" y="2686"/>
              <a:ext cx="0" cy="102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78" name="Line 154"/>
            <p:cNvSpPr>
              <a:spLocks noChangeShapeType="1"/>
            </p:cNvSpPr>
            <p:nvPr/>
          </p:nvSpPr>
          <p:spPr bwMode="auto">
            <a:xfrm>
              <a:off x="3134" y="3185"/>
              <a:ext cx="10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9" name="Group 155"/>
          <p:cNvGrpSpPr>
            <a:grpSpLocks/>
          </p:cNvGrpSpPr>
          <p:nvPr/>
        </p:nvGrpSpPr>
        <p:grpSpPr bwMode="auto">
          <a:xfrm>
            <a:off x="5291138" y="4867807"/>
            <a:ext cx="1454150" cy="1454150"/>
            <a:chOff x="3186" y="2728"/>
            <a:chExt cx="916" cy="916"/>
          </a:xfrm>
        </p:grpSpPr>
        <p:sp>
          <p:nvSpPr>
            <p:cNvPr id="6274" name="Oval 156"/>
            <p:cNvSpPr>
              <a:spLocks noChangeArrowheads="1"/>
            </p:cNvSpPr>
            <p:nvPr/>
          </p:nvSpPr>
          <p:spPr bwMode="auto">
            <a:xfrm>
              <a:off x="3186" y="2728"/>
              <a:ext cx="916" cy="916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6275" name="Oval 157"/>
            <p:cNvSpPr>
              <a:spLocks noChangeArrowheads="1"/>
            </p:cNvSpPr>
            <p:nvPr/>
          </p:nvSpPr>
          <p:spPr bwMode="auto">
            <a:xfrm>
              <a:off x="3306" y="2844"/>
              <a:ext cx="675" cy="675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6276" name="Oval 158"/>
            <p:cNvSpPr>
              <a:spLocks noChangeArrowheads="1"/>
            </p:cNvSpPr>
            <p:nvPr/>
          </p:nvSpPr>
          <p:spPr bwMode="auto">
            <a:xfrm>
              <a:off x="3411" y="2949"/>
              <a:ext cx="471" cy="47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</p:grpSp>
      <p:grpSp>
        <p:nvGrpSpPr>
          <p:cNvPr id="30" name="Group 159"/>
          <p:cNvGrpSpPr>
            <a:grpSpLocks/>
          </p:cNvGrpSpPr>
          <p:nvPr/>
        </p:nvGrpSpPr>
        <p:grpSpPr bwMode="auto">
          <a:xfrm>
            <a:off x="5476875" y="5056719"/>
            <a:ext cx="1076325" cy="1063625"/>
            <a:chOff x="3303" y="2847"/>
            <a:chExt cx="678" cy="670"/>
          </a:xfrm>
        </p:grpSpPr>
        <p:sp>
          <p:nvSpPr>
            <p:cNvPr id="6258" name="Line 160"/>
            <p:cNvSpPr>
              <a:spLocks noChangeShapeType="1"/>
            </p:cNvSpPr>
            <p:nvPr/>
          </p:nvSpPr>
          <p:spPr bwMode="auto">
            <a:xfrm flipV="1">
              <a:off x="3324" y="2862"/>
              <a:ext cx="212" cy="2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9" name="Line 161"/>
            <p:cNvSpPr>
              <a:spLocks noChangeShapeType="1"/>
            </p:cNvSpPr>
            <p:nvPr/>
          </p:nvSpPr>
          <p:spPr bwMode="auto">
            <a:xfrm flipV="1">
              <a:off x="3303" y="2847"/>
              <a:ext cx="342" cy="34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60" name="Line 162"/>
            <p:cNvSpPr>
              <a:spLocks noChangeShapeType="1"/>
            </p:cNvSpPr>
            <p:nvPr/>
          </p:nvSpPr>
          <p:spPr bwMode="auto">
            <a:xfrm flipV="1">
              <a:off x="3320" y="3181"/>
              <a:ext cx="89" cy="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61" name="Line 163"/>
            <p:cNvSpPr>
              <a:spLocks noChangeShapeType="1"/>
            </p:cNvSpPr>
            <p:nvPr/>
          </p:nvSpPr>
          <p:spPr bwMode="auto">
            <a:xfrm flipV="1">
              <a:off x="3642" y="2857"/>
              <a:ext cx="90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62" name="Line 164"/>
            <p:cNvSpPr>
              <a:spLocks noChangeShapeType="1"/>
            </p:cNvSpPr>
            <p:nvPr/>
          </p:nvSpPr>
          <p:spPr bwMode="auto">
            <a:xfrm flipV="1">
              <a:off x="3343" y="3259"/>
              <a:ext cx="84" cy="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63" name="Line 165"/>
            <p:cNvSpPr>
              <a:spLocks noChangeShapeType="1"/>
            </p:cNvSpPr>
            <p:nvPr/>
          </p:nvSpPr>
          <p:spPr bwMode="auto">
            <a:xfrm flipV="1">
              <a:off x="3725" y="2885"/>
              <a:ext cx="75" cy="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64" name="Line 166"/>
            <p:cNvSpPr>
              <a:spLocks noChangeShapeType="1"/>
            </p:cNvSpPr>
            <p:nvPr/>
          </p:nvSpPr>
          <p:spPr bwMode="auto">
            <a:xfrm flipV="1">
              <a:off x="3385" y="3328"/>
              <a:ext cx="69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65" name="Line 167"/>
            <p:cNvSpPr>
              <a:spLocks noChangeShapeType="1"/>
            </p:cNvSpPr>
            <p:nvPr/>
          </p:nvSpPr>
          <p:spPr bwMode="auto">
            <a:xfrm flipV="1">
              <a:off x="3787" y="2920"/>
              <a:ext cx="72" cy="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66" name="Line 168"/>
            <p:cNvSpPr>
              <a:spLocks noChangeShapeType="1"/>
            </p:cNvSpPr>
            <p:nvPr/>
          </p:nvSpPr>
          <p:spPr bwMode="auto">
            <a:xfrm flipV="1">
              <a:off x="3431" y="3371"/>
              <a:ext cx="76" cy="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67" name="Line 169"/>
            <p:cNvSpPr>
              <a:spLocks noChangeShapeType="1"/>
            </p:cNvSpPr>
            <p:nvPr/>
          </p:nvSpPr>
          <p:spPr bwMode="auto">
            <a:xfrm flipV="1">
              <a:off x="3832" y="2970"/>
              <a:ext cx="76" cy="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68" name="Line 170"/>
            <p:cNvSpPr>
              <a:spLocks noChangeShapeType="1"/>
            </p:cNvSpPr>
            <p:nvPr/>
          </p:nvSpPr>
          <p:spPr bwMode="auto">
            <a:xfrm flipV="1">
              <a:off x="3492" y="3408"/>
              <a:ext cx="74" cy="7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69" name="Line 171"/>
            <p:cNvSpPr>
              <a:spLocks noChangeShapeType="1"/>
            </p:cNvSpPr>
            <p:nvPr/>
          </p:nvSpPr>
          <p:spPr bwMode="auto">
            <a:xfrm flipV="1">
              <a:off x="3868" y="3031"/>
              <a:ext cx="77" cy="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70" name="Line 172"/>
            <p:cNvSpPr>
              <a:spLocks noChangeShapeType="1"/>
            </p:cNvSpPr>
            <p:nvPr/>
          </p:nvSpPr>
          <p:spPr bwMode="auto">
            <a:xfrm flipV="1">
              <a:off x="3563" y="3418"/>
              <a:ext cx="92" cy="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71" name="Line 173"/>
            <p:cNvSpPr>
              <a:spLocks noChangeShapeType="1"/>
            </p:cNvSpPr>
            <p:nvPr/>
          </p:nvSpPr>
          <p:spPr bwMode="auto">
            <a:xfrm flipV="1">
              <a:off x="3882" y="3099"/>
              <a:ext cx="89" cy="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72" name="Line 174"/>
            <p:cNvSpPr>
              <a:spLocks noChangeShapeType="1"/>
            </p:cNvSpPr>
            <p:nvPr/>
          </p:nvSpPr>
          <p:spPr bwMode="auto">
            <a:xfrm flipV="1">
              <a:off x="3647" y="3183"/>
              <a:ext cx="334" cy="3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73" name="Line 175"/>
            <p:cNvSpPr>
              <a:spLocks noChangeShapeType="1"/>
            </p:cNvSpPr>
            <p:nvPr/>
          </p:nvSpPr>
          <p:spPr bwMode="auto">
            <a:xfrm flipV="1">
              <a:off x="3765" y="3306"/>
              <a:ext cx="191" cy="19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39792" name="Text Box 176"/>
          <p:cNvSpPr txBox="1">
            <a:spLocks noChangeArrowheads="1"/>
          </p:cNvSpPr>
          <p:nvPr/>
        </p:nvSpPr>
        <p:spPr bwMode="auto">
          <a:xfrm>
            <a:off x="4783138" y="3834344"/>
            <a:ext cx="24193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i="1">
                <a:latin typeface="ISOCPEUR" pitchFamily="34" charset="0"/>
              </a:rPr>
              <a:t>A                   A</a:t>
            </a:r>
          </a:p>
        </p:txBody>
      </p:sp>
      <p:grpSp>
        <p:nvGrpSpPr>
          <p:cNvPr id="31" name="Group 177"/>
          <p:cNvGrpSpPr>
            <a:grpSpLocks/>
          </p:cNvGrpSpPr>
          <p:nvPr/>
        </p:nvGrpSpPr>
        <p:grpSpPr bwMode="auto">
          <a:xfrm>
            <a:off x="5153025" y="4040719"/>
            <a:ext cx="1709738" cy="0"/>
            <a:chOff x="3225" y="2396"/>
            <a:chExt cx="1077" cy="0"/>
          </a:xfrm>
        </p:grpSpPr>
        <p:sp>
          <p:nvSpPr>
            <p:cNvPr id="6256" name="Line 178"/>
            <p:cNvSpPr>
              <a:spLocks noChangeShapeType="1"/>
            </p:cNvSpPr>
            <p:nvPr/>
          </p:nvSpPr>
          <p:spPr bwMode="auto">
            <a:xfrm>
              <a:off x="3225" y="2396"/>
              <a:ext cx="9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7" name="Line 179"/>
            <p:cNvSpPr>
              <a:spLocks noChangeShapeType="1"/>
            </p:cNvSpPr>
            <p:nvPr/>
          </p:nvSpPr>
          <p:spPr bwMode="auto">
            <a:xfrm>
              <a:off x="4209" y="2396"/>
              <a:ext cx="9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6" name="Group 180"/>
          <p:cNvGrpSpPr>
            <a:grpSpLocks/>
          </p:cNvGrpSpPr>
          <p:nvPr/>
        </p:nvGrpSpPr>
        <p:grpSpPr bwMode="auto">
          <a:xfrm rot="-867944">
            <a:off x="4660900" y="2076982"/>
            <a:ext cx="1331913" cy="1331912"/>
            <a:chOff x="3776" y="1023"/>
            <a:chExt cx="839" cy="839"/>
          </a:xfrm>
        </p:grpSpPr>
        <p:sp>
          <p:nvSpPr>
            <p:cNvPr id="6254" name="Line 181"/>
            <p:cNvSpPr>
              <a:spLocks noChangeShapeType="1"/>
            </p:cNvSpPr>
            <p:nvPr/>
          </p:nvSpPr>
          <p:spPr bwMode="auto">
            <a:xfrm flipH="1" flipV="1">
              <a:off x="3776" y="1740"/>
              <a:ext cx="122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5" name="Line 182"/>
            <p:cNvSpPr>
              <a:spLocks noChangeShapeType="1"/>
            </p:cNvSpPr>
            <p:nvPr/>
          </p:nvSpPr>
          <p:spPr bwMode="auto">
            <a:xfrm flipH="1" flipV="1">
              <a:off x="4493" y="1023"/>
              <a:ext cx="122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7" name="Group 183"/>
          <p:cNvGrpSpPr>
            <a:grpSpLocks/>
          </p:cNvGrpSpPr>
          <p:nvPr/>
        </p:nvGrpSpPr>
        <p:grpSpPr bwMode="auto">
          <a:xfrm rot="-863392">
            <a:off x="4862513" y="2240494"/>
            <a:ext cx="1143000" cy="1138238"/>
            <a:chOff x="3888" y="1140"/>
            <a:chExt cx="720" cy="717"/>
          </a:xfrm>
        </p:grpSpPr>
        <p:sp>
          <p:nvSpPr>
            <p:cNvPr id="6252" name="Line 184"/>
            <p:cNvSpPr>
              <a:spLocks noChangeShapeType="1"/>
            </p:cNvSpPr>
            <p:nvPr/>
          </p:nvSpPr>
          <p:spPr bwMode="auto">
            <a:xfrm flipV="1">
              <a:off x="3888" y="1788"/>
              <a:ext cx="69" cy="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53" name="Line 185"/>
            <p:cNvSpPr>
              <a:spLocks noChangeShapeType="1"/>
            </p:cNvSpPr>
            <p:nvPr/>
          </p:nvSpPr>
          <p:spPr bwMode="auto">
            <a:xfrm flipV="1">
              <a:off x="4536" y="1140"/>
              <a:ext cx="72" cy="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58" name="Group 186"/>
          <p:cNvGrpSpPr>
            <a:grpSpLocks/>
          </p:cNvGrpSpPr>
          <p:nvPr/>
        </p:nvGrpSpPr>
        <p:grpSpPr bwMode="auto">
          <a:xfrm>
            <a:off x="4708525" y="1748369"/>
            <a:ext cx="1328738" cy="2060575"/>
            <a:chOff x="2966" y="952"/>
            <a:chExt cx="837" cy="1298"/>
          </a:xfrm>
        </p:grpSpPr>
        <p:sp>
          <p:nvSpPr>
            <p:cNvPr id="6250" name="Text Box 187"/>
            <p:cNvSpPr txBox="1">
              <a:spLocks noChangeArrowheads="1"/>
            </p:cNvSpPr>
            <p:nvPr/>
          </p:nvSpPr>
          <p:spPr bwMode="auto">
            <a:xfrm>
              <a:off x="3604" y="952"/>
              <a:ext cx="1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i="1">
                  <a:latin typeface="ISOCPEUR" pitchFamily="34" charset="0"/>
                </a:rPr>
                <a:t>B</a:t>
              </a:r>
            </a:p>
          </p:txBody>
        </p:sp>
        <p:sp>
          <p:nvSpPr>
            <p:cNvPr id="6251" name="Text Box 188"/>
            <p:cNvSpPr txBox="1">
              <a:spLocks noChangeArrowheads="1"/>
            </p:cNvSpPr>
            <p:nvPr/>
          </p:nvSpPr>
          <p:spPr bwMode="auto">
            <a:xfrm>
              <a:off x="2966" y="2000"/>
              <a:ext cx="19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i="1">
                  <a:latin typeface="ISOCPEUR" pitchFamily="34" charset="0"/>
                </a:rPr>
                <a:t>B</a:t>
              </a:r>
            </a:p>
          </p:txBody>
        </p:sp>
      </p:grpSp>
      <p:grpSp>
        <p:nvGrpSpPr>
          <p:cNvPr id="259" name="Group 189"/>
          <p:cNvGrpSpPr>
            <a:grpSpLocks/>
          </p:cNvGrpSpPr>
          <p:nvPr/>
        </p:nvGrpSpPr>
        <p:grpSpPr bwMode="auto">
          <a:xfrm>
            <a:off x="6870700" y="1297519"/>
            <a:ext cx="817563" cy="396875"/>
            <a:chOff x="4406" y="231"/>
            <a:chExt cx="515" cy="250"/>
          </a:xfrm>
        </p:grpSpPr>
        <p:sp>
          <p:nvSpPr>
            <p:cNvPr id="6248" name="Text Box 190"/>
            <p:cNvSpPr txBox="1">
              <a:spLocks noChangeArrowheads="1"/>
            </p:cNvSpPr>
            <p:nvPr/>
          </p:nvSpPr>
          <p:spPr bwMode="auto">
            <a:xfrm>
              <a:off x="4406" y="231"/>
              <a:ext cx="37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i="1">
                  <a:latin typeface="ISOCPEUR" pitchFamily="34" charset="0"/>
                </a:rPr>
                <a:t>B–B</a:t>
              </a:r>
            </a:p>
          </p:txBody>
        </p:sp>
        <p:sp>
          <p:nvSpPr>
            <p:cNvPr id="6249" name="Arc 191"/>
            <p:cNvSpPr>
              <a:spLocks/>
            </p:cNvSpPr>
            <p:nvPr/>
          </p:nvSpPr>
          <p:spPr bwMode="auto">
            <a:xfrm flipV="1">
              <a:off x="4765" y="307"/>
              <a:ext cx="156" cy="108"/>
            </a:xfrm>
            <a:custGeom>
              <a:avLst/>
              <a:gdLst>
                <a:gd name="T0" fmla="*/ 0 w 43200"/>
                <a:gd name="T1" fmla="*/ 0 h 27284"/>
                <a:gd name="T2" fmla="*/ 0 w 43200"/>
                <a:gd name="T3" fmla="*/ 0 h 27284"/>
                <a:gd name="T4" fmla="*/ 0 w 43200"/>
                <a:gd name="T5" fmla="*/ 0 h 27284"/>
                <a:gd name="T6" fmla="*/ 0 60000 65536"/>
                <a:gd name="T7" fmla="*/ 0 60000 65536"/>
                <a:gd name="T8" fmla="*/ 0 60000 65536"/>
                <a:gd name="T9" fmla="*/ 0 w 43200"/>
                <a:gd name="T10" fmla="*/ 0 h 27284"/>
                <a:gd name="T11" fmla="*/ 43200 w 43200"/>
                <a:gd name="T12" fmla="*/ 27284 h 272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7284" fill="none" extrusionOk="0">
                  <a:moveTo>
                    <a:pt x="43053" y="3176"/>
                  </a:moveTo>
                  <a:cubicBezTo>
                    <a:pt x="43151" y="4008"/>
                    <a:pt x="43200" y="4845"/>
                    <a:pt x="43200" y="5684"/>
                  </a:cubicBezTo>
                  <a:cubicBezTo>
                    <a:pt x="43200" y="17613"/>
                    <a:pt x="33529" y="27284"/>
                    <a:pt x="21600" y="27284"/>
                  </a:cubicBezTo>
                  <a:cubicBezTo>
                    <a:pt x="9670" y="27284"/>
                    <a:pt x="0" y="17613"/>
                    <a:pt x="0" y="5684"/>
                  </a:cubicBezTo>
                  <a:cubicBezTo>
                    <a:pt x="-1" y="3763"/>
                    <a:pt x="256" y="1852"/>
                    <a:pt x="761" y="0"/>
                  </a:cubicBezTo>
                </a:path>
                <a:path w="43200" h="27284" stroke="0" extrusionOk="0">
                  <a:moveTo>
                    <a:pt x="43053" y="3176"/>
                  </a:moveTo>
                  <a:cubicBezTo>
                    <a:pt x="43151" y="4008"/>
                    <a:pt x="43200" y="4845"/>
                    <a:pt x="43200" y="5684"/>
                  </a:cubicBezTo>
                  <a:cubicBezTo>
                    <a:pt x="43200" y="17613"/>
                    <a:pt x="33529" y="27284"/>
                    <a:pt x="21600" y="27284"/>
                  </a:cubicBezTo>
                  <a:cubicBezTo>
                    <a:pt x="9670" y="27284"/>
                    <a:pt x="0" y="17613"/>
                    <a:pt x="0" y="5684"/>
                  </a:cubicBezTo>
                  <a:cubicBezTo>
                    <a:pt x="-1" y="3763"/>
                    <a:pt x="256" y="1852"/>
                    <a:pt x="761" y="0"/>
                  </a:cubicBezTo>
                  <a:lnTo>
                    <a:pt x="21600" y="5684"/>
                  </a:lnTo>
                  <a:lnTo>
                    <a:pt x="43053" y="3176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260" name="Group 192"/>
          <p:cNvGrpSpPr>
            <a:grpSpLocks/>
          </p:cNvGrpSpPr>
          <p:nvPr/>
        </p:nvGrpSpPr>
        <p:grpSpPr bwMode="auto">
          <a:xfrm rot="-1718150">
            <a:off x="6750050" y="2013482"/>
            <a:ext cx="1144588" cy="1071562"/>
            <a:chOff x="4597" y="2584"/>
            <a:chExt cx="721" cy="675"/>
          </a:xfrm>
        </p:grpSpPr>
        <p:sp>
          <p:nvSpPr>
            <p:cNvPr id="6227" name="Line 193"/>
            <p:cNvSpPr>
              <a:spLocks noChangeShapeType="1"/>
            </p:cNvSpPr>
            <p:nvPr/>
          </p:nvSpPr>
          <p:spPr bwMode="auto">
            <a:xfrm flipV="1">
              <a:off x="4763" y="2721"/>
              <a:ext cx="38" cy="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228" name="Group 194"/>
            <p:cNvGrpSpPr>
              <a:grpSpLocks/>
            </p:cNvGrpSpPr>
            <p:nvPr/>
          </p:nvGrpSpPr>
          <p:grpSpPr bwMode="auto">
            <a:xfrm>
              <a:off x="4597" y="2584"/>
              <a:ext cx="721" cy="675"/>
              <a:chOff x="2197" y="788"/>
              <a:chExt cx="721" cy="675"/>
            </a:xfrm>
          </p:grpSpPr>
          <p:sp>
            <p:nvSpPr>
              <p:cNvPr id="6229" name="Line 195"/>
              <p:cNvSpPr>
                <a:spLocks noChangeShapeType="1"/>
              </p:cNvSpPr>
              <p:nvPr/>
            </p:nvSpPr>
            <p:spPr bwMode="auto">
              <a:xfrm flipV="1">
                <a:off x="2347" y="788"/>
                <a:ext cx="297" cy="7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30" name="Line 196"/>
              <p:cNvSpPr>
                <a:spLocks noChangeShapeType="1"/>
              </p:cNvSpPr>
              <p:nvPr/>
            </p:nvSpPr>
            <p:spPr bwMode="auto">
              <a:xfrm flipV="1">
                <a:off x="2234" y="1026"/>
                <a:ext cx="57" cy="1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31" name="Line 197"/>
              <p:cNvSpPr>
                <a:spLocks noChangeShapeType="1"/>
              </p:cNvSpPr>
              <p:nvPr/>
            </p:nvSpPr>
            <p:spPr bwMode="auto">
              <a:xfrm flipV="1">
                <a:off x="2230" y="1091"/>
                <a:ext cx="77" cy="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32" name="Line 198"/>
              <p:cNvSpPr>
                <a:spLocks noChangeShapeType="1"/>
              </p:cNvSpPr>
              <p:nvPr/>
            </p:nvSpPr>
            <p:spPr bwMode="auto">
              <a:xfrm flipV="1">
                <a:off x="2234" y="1161"/>
                <a:ext cx="77" cy="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33" name="Line 199"/>
              <p:cNvSpPr>
                <a:spLocks noChangeShapeType="1"/>
              </p:cNvSpPr>
              <p:nvPr/>
            </p:nvSpPr>
            <p:spPr bwMode="auto">
              <a:xfrm flipV="1">
                <a:off x="2252" y="1226"/>
                <a:ext cx="77" cy="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34" name="Line 200"/>
              <p:cNvSpPr>
                <a:spLocks noChangeShapeType="1"/>
              </p:cNvSpPr>
              <p:nvPr/>
            </p:nvSpPr>
            <p:spPr bwMode="auto">
              <a:xfrm flipV="1">
                <a:off x="2279" y="1285"/>
                <a:ext cx="86" cy="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35" name="Line 201"/>
              <p:cNvSpPr>
                <a:spLocks noChangeShapeType="1"/>
              </p:cNvSpPr>
              <p:nvPr/>
            </p:nvSpPr>
            <p:spPr bwMode="auto">
              <a:xfrm flipV="1">
                <a:off x="2330" y="1341"/>
                <a:ext cx="89" cy="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36" name="Line 202"/>
              <p:cNvSpPr>
                <a:spLocks noChangeShapeType="1"/>
              </p:cNvSpPr>
              <p:nvPr/>
            </p:nvSpPr>
            <p:spPr bwMode="auto">
              <a:xfrm flipV="1">
                <a:off x="2395" y="1386"/>
                <a:ext cx="121" cy="3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37" name="Line 203"/>
              <p:cNvSpPr>
                <a:spLocks noChangeShapeType="1"/>
              </p:cNvSpPr>
              <p:nvPr/>
            </p:nvSpPr>
            <p:spPr bwMode="auto">
              <a:xfrm flipV="1">
                <a:off x="2495" y="1377"/>
                <a:ext cx="320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38" name="Line 204"/>
              <p:cNvSpPr>
                <a:spLocks noChangeShapeType="1"/>
              </p:cNvSpPr>
              <p:nvPr/>
            </p:nvSpPr>
            <p:spPr bwMode="auto">
              <a:xfrm flipV="1">
                <a:off x="2755" y="1287"/>
                <a:ext cx="124" cy="3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39" name="Line 205"/>
              <p:cNvSpPr>
                <a:spLocks noChangeShapeType="1"/>
              </p:cNvSpPr>
              <p:nvPr/>
            </p:nvSpPr>
            <p:spPr bwMode="auto">
              <a:xfrm flipV="1">
                <a:off x="2818" y="1211"/>
                <a:ext cx="93" cy="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0" name="Line 206"/>
              <p:cNvSpPr>
                <a:spLocks noChangeShapeType="1"/>
              </p:cNvSpPr>
              <p:nvPr/>
            </p:nvSpPr>
            <p:spPr bwMode="auto">
              <a:xfrm flipV="1">
                <a:off x="2837" y="1137"/>
                <a:ext cx="79" cy="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1" name="Line 207"/>
              <p:cNvSpPr>
                <a:spLocks noChangeShapeType="1"/>
              </p:cNvSpPr>
              <p:nvPr/>
            </p:nvSpPr>
            <p:spPr bwMode="auto">
              <a:xfrm flipV="1">
                <a:off x="2840" y="1068"/>
                <a:ext cx="78" cy="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2" name="Line 208"/>
              <p:cNvSpPr>
                <a:spLocks noChangeShapeType="1"/>
              </p:cNvSpPr>
              <p:nvPr/>
            </p:nvSpPr>
            <p:spPr bwMode="auto">
              <a:xfrm flipV="1">
                <a:off x="2821" y="1002"/>
                <a:ext cx="79" cy="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3" name="Line 209"/>
              <p:cNvSpPr>
                <a:spLocks noChangeShapeType="1"/>
              </p:cNvSpPr>
              <p:nvPr/>
            </p:nvSpPr>
            <p:spPr bwMode="auto">
              <a:xfrm flipV="1">
                <a:off x="2786" y="944"/>
                <a:ext cx="77" cy="2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4" name="Line 210"/>
              <p:cNvSpPr>
                <a:spLocks noChangeShapeType="1"/>
              </p:cNvSpPr>
              <p:nvPr/>
            </p:nvSpPr>
            <p:spPr bwMode="auto">
              <a:xfrm flipV="1">
                <a:off x="2725" y="884"/>
                <a:ext cx="92" cy="2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5" name="Line 211"/>
              <p:cNvSpPr>
                <a:spLocks noChangeShapeType="1"/>
              </p:cNvSpPr>
              <p:nvPr/>
            </p:nvSpPr>
            <p:spPr bwMode="auto">
              <a:xfrm flipV="1">
                <a:off x="2624" y="831"/>
                <a:ext cx="131" cy="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6" name="Line 212"/>
              <p:cNvSpPr>
                <a:spLocks noChangeShapeType="1"/>
              </p:cNvSpPr>
              <p:nvPr/>
            </p:nvSpPr>
            <p:spPr bwMode="auto">
              <a:xfrm flipH="1">
                <a:off x="2274" y="872"/>
                <a:ext cx="53" cy="1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47" name="Line 213"/>
              <p:cNvSpPr>
                <a:spLocks noChangeShapeType="1"/>
              </p:cNvSpPr>
              <p:nvPr/>
            </p:nvSpPr>
            <p:spPr bwMode="auto">
              <a:xfrm flipV="1">
                <a:off x="2197" y="982"/>
                <a:ext cx="21" cy="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62" name="Group 214"/>
          <p:cNvGrpSpPr>
            <a:grpSpLocks/>
          </p:cNvGrpSpPr>
          <p:nvPr/>
        </p:nvGrpSpPr>
        <p:grpSpPr bwMode="auto">
          <a:xfrm>
            <a:off x="6613525" y="1816632"/>
            <a:ext cx="1484313" cy="1460500"/>
            <a:chOff x="4180" y="799"/>
            <a:chExt cx="935" cy="920"/>
          </a:xfrm>
        </p:grpSpPr>
        <p:grpSp>
          <p:nvGrpSpPr>
            <p:cNvPr id="6199" name="Group 215"/>
            <p:cNvGrpSpPr>
              <a:grpSpLocks/>
            </p:cNvGrpSpPr>
            <p:nvPr/>
          </p:nvGrpSpPr>
          <p:grpSpPr bwMode="auto">
            <a:xfrm rot="-1801010">
              <a:off x="4271" y="867"/>
              <a:ext cx="754" cy="763"/>
              <a:chOff x="2202" y="746"/>
              <a:chExt cx="754" cy="763"/>
            </a:xfrm>
          </p:grpSpPr>
          <p:sp>
            <p:nvSpPr>
              <p:cNvPr id="6225" name="Line 216"/>
              <p:cNvSpPr>
                <a:spLocks noChangeShapeType="1"/>
              </p:cNvSpPr>
              <p:nvPr/>
            </p:nvSpPr>
            <p:spPr bwMode="auto">
              <a:xfrm>
                <a:off x="2202" y="910"/>
                <a:ext cx="754" cy="43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26" name="Line 217"/>
              <p:cNvSpPr>
                <a:spLocks noChangeShapeType="1"/>
              </p:cNvSpPr>
              <p:nvPr/>
            </p:nvSpPr>
            <p:spPr bwMode="auto">
              <a:xfrm flipH="1">
                <a:off x="2354" y="746"/>
                <a:ext cx="440" cy="76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200" name="Group 218"/>
            <p:cNvGrpSpPr>
              <a:grpSpLocks/>
            </p:cNvGrpSpPr>
            <p:nvPr/>
          </p:nvGrpSpPr>
          <p:grpSpPr bwMode="auto">
            <a:xfrm rot="-1640013">
              <a:off x="4180" y="799"/>
              <a:ext cx="935" cy="920"/>
              <a:chOff x="2111" y="664"/>
              <a:chExt cx="935" cy="920"/>
            </a:xfrm>
          </p:grpSpPr>
          <p:grpSp>
            <p:nvGrpSpPr>
              <p:cNvPr id="6209" name="Group 219"/>
              <p:cNvGrpSpPr>
                <a:grpSpLocks/>
              </p:cNvGrpSpPr>
              <p:nvPr/>
            </p:nvGrpSpPr>
            <p:grpSpPr bwMode="auto">
              <a:xfrm>
                <a:off x="2410" y="664"/>
                <a:ext cx="105" cy="106"/>
                <a:chOff x="2410" y="664"/>
                <a:chExt cx="105" cy="106"/>
              </a:xfrm>
            </p:grpSpPr>
            <p:sp>
              <p:nvSpPr>
                <p:cNvPr id="6222" name="Line 220"/>
                <p:cNvSpPr>
                  <a:spLocks noChangeShapeType="1"/>
                </p:cNvSpPr>
                <p:nvPr/>
              </p:nvSpPr>
              <p:spPr bwMode="auto">
                <a:xfrm>
                  <a:off x="2410" y="688"/>
                  <a:ext cx="105" cy="6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223" name="Line 221"/>
                <p:cNvSpPr>
                  <a:spLocks noChangeShapeType="1"/>
                </p:cNvSpPr>
                <p:nvPr/>
              </p:nvSpPr>
              <p:spPr bwMode="auto">
                <a:xfrm flipH="1">
                  <a:off x="2432" y="664"/>
                  <a:ext cx="61" cy="10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224" name="Oval 222"/>
                <p:cNvSpPr>
                  <a:spLocks noChangeArrowheads="1"/>
                </p:cNvSpPr>
                <p:nvPr/>
              </p:nvSpPr>
              <p:spPr bwMode="auto">
                <a:xfrm>
                  <a:off x="2429" y="685"/>
                  <a:ext cx="69" cy="6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latin typeface="宋体" pitchFamily="2" charset="-122"/>
                  </a:endParaRPr>
                </a:p>
              </p:txBody>
            </p:sp>
          </p:grpSp>
          <p:grpSp>
            <p:nvGrpSpPr>
              <p:cNvPr id="6210" name="Group 223"/>
              <p:cNvGrpSpPr>
                <a:grpSpLocks/>
              </p:cNvGrpSpPr>
              <p:nvPr/>
            </p:nvGrpSpPr>
            <p:grpSpPr bwMode="auto">
              <a:xfrm>
                <a:off x="2941" y="961"/>
                <a:ext cx="105" cy="106"/>
                <a:chOff x="2410" y="664"/>
                <a:chExt cx="105" cy="106"/>
              </a:xfrm>
            </p:grpSpPr>
            <p:sp>
              <p:nvSpPr>
                <p:cNvPr id="6219" name="Line 224"/>
                <p:cNvSpPr>
                  <a:spLocks noChangeShapeType="1"/>
                </p:cNvSpPr>
                <p:nvPr/>
              </p:nvSpPr>
              <p:spPr bwMode="auto">
                <a:xfrm>
                  <a:off x="2410" y="688"/>
                  <a:ext cx="105" cy="6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220" name="Line 225"/>
                <p:cNvSpPr>
                  <a:spLocks noChangeShapeType="1"/>
                </p:cNvSpPr>
                <p:nvPr/>
              </p:nvSpPr>
              <p:spPr bwMode="auto">
                <a:xfrm flipH="1">
                  <a:off x="2432" y="664"/>
                  <a:ext cx="61" cy="10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221" name="Oval 226"/>
                <p:cNvSpPr>
                  <a:spLocks noChangeArrowheads="1"/>
                </p:cNvSpPr>
                <p:nvPr/>
              </p:nvSpPr>
              <p:spPr bwMode="auto">
                <a:xfrm>
                  <a:off x="2429" y="685"/>
                  <a:ext cx="69" cy="6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latin typeface="宋体" pitchFamily="2" charset="-122"/>
                  </a:endParaRPr>
                </a:p>
              </p:txBody>
            </p:sp>
          </p:grpSp>
          <p:grpSp>
            <p:nvGrpSpPr>
              <p:cNvPr id="6211" name="Group 227"/>
              <p:cNvGrpSpPr>
                <a:grpSpLocks/>
              </p:cNvGrpSpPr>
              <p:nvPr/>
            </p:nvGrpSpPr>
            <p:grpSpPr bwMode="auto">
              <a:xfrm>
                <a:off x="2111" y="1186"/>
                <a:ext cx="105" cy="106"/>
                <a:chOff x="2410" y="664"/>
                <a:chExt cx="105" cy="106"/>
              </a:xfrm>
            </p:grpSpPr>
            <p:sp>
              <p:nvSpPr>
                <p:cNvPr id="6216" name="Line 228"/>
                <p:cNvSpPr>
                  <a:spLocks noChangeShapeType="1"/>
                </p:cNvSpPr>
                <p:nvPr/>
              </p:nvSpPr>
              <p:spPr bwMode="auto">
                <a:xfrm>
                  <a:off x="2410" y="688"/>
                  <a:ext cx="105" cy="6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217" name="Line 229"/>
                <p:cNvSpPr>
                  <a:spLocks noChangeShapeType="1"/>
                </p:cNvSpPr>
                <p:nvPr/>
              </p:nvSpPr>
              <p:spPr bwMode="auto">
                <a:xfrm flipH="1">
                  <a:off x="2432" y="664"/>
                  <a:ext cx="61" cy="10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218" name="Oval 230"/>
                <p:cNvSpPr>
                  <a:spLocks noChangeArrowheads="1"/>
                </p:cNvSpPr>
                <p:nvPr/>
              </p:nvSpPr>
              <p:spPr bwMode="auto">
                <a:xfrm>
                  <a:off x="2429" y="685"/>
                  <a:ext cx="69" cy="6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latin typeface="宋体" pitchFamily="2" charset="-122"/>
                  </a:endParaRPr>
                </a:p>
              </p:txBody>
            </p:sp>
          </p:grpSp>
          <p:grpSp>
            <p:nvGrpSpPr>
              <p:cNvPr id="6212" name="Group 231"/>
              <p:cNvGrpSpPr>
                <a:grpSpLocks/>
              </p:cNvGrpSpPr>
              <p:nvPr/>
            </p:nvGrpSpPr>
            <p:grpSpPr bwMode="auto">
              <a:xfrm>
                <a:off x="2634" y="1478"/>
                <a:ext cx="105" cy="106"/>
                <a:chOff x="2410" y="664"/>
                <a:chExt cx="105" cy="106"/>
              </a:xfrm>
            </p:grpSpPr>
            <p:sp>
              <p:nvSpPr>
                <p:cNvPr id="6213" name="Line 232"/>
                <p:cNvSpPr>
                  <a:spLocks noChangeShapeType="1"/>
                </p:cNvSpPr>
                <p:nvPr/>
              </p:nvSpPr>
              <p:spPr bwMode="auto">
                <a:xfrm>
                  <a:off x="2410" y="688"/>
                  <a:ext cx="105" cy="61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214" name="Line 233"/>
                <p:cNvSpPr>
                  <a:spLocks noChangeShapeType="1"/>
                </p:cNvSpPr>
                <p:nvPr/>
              </p:nvSpPr>
              <p:spPr bwMode="auto">
                <a:xfrm flipH="1">
                  <a:off x="2432" y="664"/>
                  <a:ext cx="61" cy="10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215" name="Oval 234"/>
                <p:cNvSpPr>
                  <a:spLocks noChangeArrowheads="1"/>
                </p:cNvSpPr>
                <p:nvPr/>
              </p:nvSpPr>
              <p:spPr bwMode="auto">
                <a:xfrm>
                  <a:off x="2429" y="685"/>
                  <a:ext cx="69" cy="67"/>
                </a:xfrm>
                <a:prstGeom prst="ellips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non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latin typeface="宋体" pitchFamily="2" charset="-122"/>
                  </a:endParaRPr>
                </a:p>
              </p:txBody>
            </p:sp>
          </p:grpSp>
        </p:grpSp>
        <p:grpSp>
          <p:nvGrpSpPr>
            <p:cNvPr id="6201" name="Group 235"/>
            <p:cNvGrpSpPr>
              <a:grpSpLocks/>
            </p:cNvGrpSpPr>
            <p:nvPr/>
          </p:nvGrpSpPr>
          <p:grpSpPr bwMode="auto">
            <a:xfrm>
              <a:off x="4242" y="902"/>
              <a:ext cx="745" cy="692"/>
              <a:chOff x="4242" y="902"/>
              <a:chExt cx="745" cy="692"/>
            </a:xfrm>
          </p:grpSpPr>
          <p:sp>
            <p:nvSpPr>
              <p:cNvPr id="6203" name="Line 236"/>
              <p:cNvSpPr>
                <a:spLocks noChangeShapeType="1"/>
              </p:cNvSpPr>
              <p:nvPr/>
            </p:nvSpPr>
            <p:spPr bwMode="auto">
              <a:xfrm rot="-1802748">
                <a:off x="4242" y="1131"/>
                <a:ext cx="70" cy="4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04" name="Line 237"/>
              <p:cNvSpPr>
                <a:spLocks noChangeShapeType="1"/>
              </p:cNvSpPr>
              <p:nvPr/>
            </p:nvSpPr>
            <p:spPr bwMode="auto">
              <a:xfrm rot="-1802748">
                <a:off x="4249" y="1154"/>
                <a:ext cx="129" cy="75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05" name="Line 238"/>
              <p:cNvSpPr>
                <a:spLocks noChangeShapeType="1"/>
              </p:cNvSpPr>
              <p:nvPr/>
            </p:nvSpPr>
            <p:spPr bwMode="auto">
              <a:xfrm rot="-1802748">
                <a:off x="4249" y="1266"/>
                <a:ext cx="121" cy="71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06" name="Line 239"/>
              <p:cNvSpPr>
                <a:spLocks noChangeShapeType="1"/>
              </p:cNvSpPr>
              <p:nvPr/>
            </p:nvSpPr>
            <p:spPr bwMode="auto">
              <a:xfrm rot="-1802748">
                <a:off x="4246" y="1330"/>
                <a:ext cx="64" cy="36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07" name="Arc 240"/>
              <p:cNvSpPr>
                <a:spLocks/>
              </p:cNvSpPr>
              <p:nvPr/>
            </p:nvSpPr>
            <p:spPr bwMode="auto">
              <a:xfrm rot="-1802748">
                <a:off x="4295" y="902"/>
                <a:ext cx="692" cy="692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6638" y="6020"/>
                    </a:moveTo>
                    <a:cubicBezTo>
                      <a:pt x="10661" y="2157"/>
                      <a:pt x="16022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9914"/>
                      <a:pt x="197" y="18234"/>
                      <a:pt x="588" y="16594"/>
                    </a:cubicBezTo>
                  </a:path>
                  <a:path w="43200" h="43200" stroke="0" extrusionOk="0">
                    <a:moveTo>
                      <a:pt x="6638" y="6020"/>
                    </a:moveTo>
                    <a:cubicBezTo>
                      <a:pt x="10661" y="2157"/>
                      <a:pt x="16022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9914"/>
                      <a:pt x="197" y="18234"/>
                      <a:pt x="588" y="16594"/>
                    </a:cubicBezTo>
                    <a:lnTo>
                      <a:pt x="21600" y="21600"/>
                    </a:lnTo>
                    <a:lnTo>
                      <a:pt x="6638" y="6020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08" name="Arc 241"/>
              <p:cNvSpPr>
                <a:spLocks/>
              </p:cNvSpPr>
              <p:nvPr/>
            </p:nvSpPr>
            <p:spPr bwMode="auto">
              <a:xfrm rot="-1802748">
                <a:off x="4375" y="985"/>
                <a:ext cx="532" cy="528"/>
              </a:xfrm>
              <a:custGeom>
                <a:avLst/>
                <a:gdLst>
                  <a:gd name="T0" fmla="*/ 0 w 43200"/>
                  <a:gd name="T1" fmla="*/ 0 h 43200"/>
                  <a:gd name="T2" fmla="*/ 0 w 43200"/>
                  <a:gd name="T3" fmla="*/ 0 h 43200"/>
                  <a:gd name="T4" fmla="*/ 0 w 43200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3200"/>
                  <a:gd name="T10" fmla="*/ 0 h 43200"/>
                  <a:gd name="T11" fmla="*/ 43200 w 43200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200" h="43200" fill="none" extrusionOk="0">
                    <a:moveTo>
                      <a:pt x="1226" y="14423"/>
                    </a:moveTo>
                    <a:cubicBezTo>
                      <a:pt x="4271" y="5781"/>
                      <a:pt x="12436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9175"/>
                      <a:pt x="408" y="16767"/>
                      <a:pt x="1207" y="14477"/>
                    </a:cubicBezTo>
                  </a:path>
                  <a:path w="43200" h="43200" stroke="0" extrusionOk="0">
                    <a:moveTo>
                      <a:pt x="1226" y="14423"/>
                    </a:moveTo>
                    <a:cubicBezTo>
                      <a:pt x="4271" y="5781"/>
                      <a:pt x="12436" y="-1"/>
                      <a:pt x="21600" y="0"/>
                    </a:cubicBezTo>
                    <a:cubicBezTo>
                      <a:pt x="33529" y="0"/>
                      <a:pt x="43200" y="9670"/>
                      <a:pt x="43200" y="21600"/>
                    </a:cubicBezTo>
                    <a:cubicBezTo>
                      <a:pt x="43200" y="33529"/>
                      <a:pt x="33529" y="43200"/>
                      <a:pt x="21600" y="43200"/>
                    </a:cubicBezTo>
                    <a:cubicBezTo>
                      <a:pt x="9670" y="43200"/>
                      <a:pt x="0" y="33529"/>
                      <a:pt x="0" y="21600"/>
                    </a:cubicBezTo>
                    <a:cubicBezTo>
                      <a:pt x="-1" y="19175"/>
                      <a:pt x="408" y="16767"/>
                      <a:pt x="1207" y="14477"/>
                    </a:cubicBezTo>
                    <a:lnTo>
                      <a:pt x="21600" y="21600"/>
                    </a:lnTo>
                    <a:lnTo>
                      <a:pt x="1226" y="14423"/>
                    </a:lnTo>
                    <a:close/>
                  </a:path>
                </a:pathLst>
              </a:custGeom>
              <a:noFill/>
              <a:ln w="2857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202" name="AutoShape 242"/>
            <p:cNvSpPr>
              <a:spLocks noChangeArrowheads="1"/>
            </p:cNvSpPr>
            <p:nvPr/>
          </p:nvSpPr>
          <p:spPr bwMode="auto">
            <a:xfrm>
              <a:off x="4242" y="860"/>
              <a:ext cx="804" cy="804"/>
            </a:xfrm>
            <a:prstGeom prst="roundRect">
              <a:avLst>
                <a:gd name="adj" fmla="val 16667"/>
              </a:avLst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</p:grpSp>
      <p:sp>
        <p:nvSpPr>
          <p:cNvPr id="239860" name="Text Box 244"/>
          <p:cNvSpPr txBox="1">
            <a:spLocks noChangeArrowheads="1"/>
          </p:cNvSpPr>
          <p:nvPr/>
        </p:nvSpPr>
        <p:spPr bwMode="auto">
          <a:xfrm>
            <a:off x="3395663" y="3208869"/>
            <a:ext cx="57483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局部剖视</a:t>
            </a:r>
          </a:p>
        </p:txBody>
      </p:sp>
      <p:sp>
        <p:nvSpPr>
          <p:cNvPr id="239861" name="Text Box 245"/>
          <p:cNvSpPr txBox="1">
            <a:spLocks noChangeArrowheads="1"/>
          </p:cNvSpPr>
          <p:nvPr/>
        </p:nvSpPr>
        <p:spPr bwMode="auto">
          <a:xfrm>
            <a:off x="59796" y="28049"/>
            <a:ext cx="4422775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None/>
            </a:pPr>
            <a:r>
              <a:rPr lang="en-US" altLang="zh-CN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4. </a:t>
            </a:r>
            <a:r>
              <a:rPr lang="zh-CN" altLang="en-US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斜</a:t>
            </a:r>
            <a:r>
              <a:rPr lang="zh-CN" altLang="en-US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剖视</a:t>
            </a:r>
          </a:p>
        </p:txBody>
      </p:sp>
      <p:sp>
        <p:nvSpPr>
          <p:cNvPr id="239862" name="Text Box 246"/>
          <p:cNvSpPr txBox="1">
            <a:spLocks noChangeArrowheads="1"/>
          </p:cNvSpPr>
          <p:nvPr/>
        </p:nvSpPr>
        <p:spPr bwMode="auto">
          <a:xfrm>
            <a:off x="6807200" y="4759857"/>
            <a:ext cx="233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全剖视</a:t>
            </a:r>
          </a:p>
        </p:txBody>
      </p:sp>
      <p:sp>
        <p:nvSpPr>
          <p:cNvPr id="239863" name="Text Box 247"/>
          <p:cNvSpPr txBox="1">
            <a:spLocks noChangeArrowheads="1"/>
          </p:cNvSpPr>
          <p:nvPr/>
        </p:nvSpPr>
        <p:spPr bwMode="auto">
          <a:xfrm>
            <a:off x="5702300" y="4489982"/>
            <a:ext cx="6238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i="1">
                <a:solidFill>
                  <a:srgbClr val="000000"/>
                </a:solidFill>
                <a:latin typeface="ISOCPEUR" pitchFamily="34" charset="0"/>
              </a:rPr>
              <a:t>A–A</a:t>
            </a:r>
          </a:p>
        </p:txBody>
      </p:sp>
      <p:grpSp>
        <p:nvGrpSpPr>
          <p:cNvPr id="271" name="Group 248"/>
          <p:cNvGrpSpPr>
            <a:grpSpLocks/>
          </p:cNvGrpSpPr>
          <p:nvPr/>
        </p:nvGrpSpPr>
        <p:grpSpPr bwMode="auto">
          <a:xfrm>
            <a:off x="5326063" y="4896382"/>
            <a:ext cx="1390650" cy="1393825"/>
            <a:chOff x="3355" y="2935"/>
            <a:chExt cx="876" cy="878"/>
          </a:xfrm>
        </p:grpSpPr>
        <p:grpSp>
          <p:nvGrpSpPr>
            <p:cNvPr id="6188" name="Group 249"/>
            <p:cNvGrpSpPr>
              <a:grpSpLocks/>
            </p:cNvGrpSpPr>
            <p:nvPr/>
          </p:nvGrpSpPr>
          <p:grpSpPr bwMode="auto">
            <a:xfrm rot="2662812">
              <a:off x="3355" y="2935"/>
              <a:ext cx="876" cy="878"/>
              <a:chOff x="3208" y="2746"/>
              <a:chExt cx="876" cy="878"/>
            </a:xfrm>
          </p:grpSpPr>
          <p:sp>
            <p:nvSpPr>
              <p:cNvPr id="6194" name="Oval 250"/>
              <p:cNvSpPr>
                <a:spLocks noChangeArrowheads="1"/>
              </p:cNvSpPr>
              <p:nvPr/>
            </p:nvSpPr>
            <p:spPr bwMode="auto">
              <a:xfrm>
                <a:off x="3243" y="2781"/>
                <a:ext cx="809" cy="809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6195" name="Oval 251"/>
              <p:cNvSpPr>
                <a:spLocks noChangeArrowheads="1"/>
              </p:cNvSpPr>
              <p:nvPr/>
            </p:nvSpPr>
            <p:spPr bwMode="auto">
              <a:xfrm>
                <a:off x="3208" y="3150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6196" name="Oval 252"/>
              <p:cNvSpPr>
                <a:spLocks noChangeArrowheads="1"/>
              </p:cNvSpPr>
              <p:nvPr/>
            </p:nvSpPr>
            <p:spPr bwMode="auto">
              <a:xfrm>
                <a:off x="3612" y="3556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6197" name="Oval 253"/>
              <p:cNvSpPr>
                <a:spLocks noChangeArrowheads="1"/>
              </p:cNvSpPr>
              <p:nvPr/>
            </p:nvSpPr>
            <p:spPr bwMode="auto">
              <a:xfrm>
                <a:off x="4016" y="3150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6198" name="Oval 254"/>
              <p:cNvSpPr>
                <a:spLocks noChangeArrowheads="1"/>
              </p:cNvSpPr>
              <p:nvPr/>
            </p:nvSpPr>
            <p:spPr bwMode="auto">
              <a:xfrm>
                <a:off x="3614" y="2746"/>
                <a:ext cx="68" cy="68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</p:grpSp>
        <p:grpSp>
          <p:nvGrpSpPr>
            <p:cNvPr id="6189" name="Group 255"/>
            <p:cNvGrpSpPr>
              <a:grpSpLocks/>
            </p:cNvGrpSpPr>
            <p:nvPr/>
          </p:nvGrpSpPr>
          <p:grpSpPr bwMode="auto">
            <a:xfrm>
              <a:off x="3437" y="3015"/>
              <a:ext cx="713" cy="710"/>
              <a:chOff x="3437" y="3015"/>
              <a:chExt cx="713" cy="710"/>
            </a:xfrm>
          </p:grpSpPr>
          <p:sp>
            <p:nvSpPr>
              <p:cNvPr id="6190" name="Line 256"/>
              <p:cNvSpPr>
                <a:spLocks noChangeShapeType="1"/>
              </p:cNvSpPr>
              <p:nvPr/>
            </p:nvSpPr>
            <p:spPr bwMode="auto">
              <a:xfrm flipV="1">
                <a:off x="4020" y="3015"/>
                <a:ext cx="128" cy="1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91" name="Line 257"/>
              <p:cNvSpPr>
                <a:spLocks noChangeShapeType="1"/>
              </p:cNvSpPr>
              <p:nvPr/>
            </p:nvSpPr>
            <p:spPr bwMode="auto">
              <a:xfrm flipH="1" flipV="1">
                <a:off x="3437" y="3020"/>
                <a:ext cx="128" cy="1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92" name="Line 258"/>
              <p:cNvSpPr>
                <a:spLocks noChangeShapeType="1"/>
              </p:cNvSpPr>
              <p:nvPr/>
            </p:nvSpPr>
            <p:spPr bwMode="auto">
              <a:xfrm flipV="1">
                <a:off x="3446" y="3597"/>
                <a:ext cx="128" cy="1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93" name="Line 259"/>
              <p:cNvSpPr>
                <a:spLocks noChangeShapeType="1"/>
              </p:cNvSpPr>
              <p:nvPr/>
            </p:nvSpPr>
            <p:spPr bwMode="auto">
              <a:xfrm flipH="1" flipV="1">
                <a:off x="4022" y="3589"/>
                <a:ext cx="128" cy="12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274" name="Group 260"/>
          <p:cNvGrpSpPr>
            <a:grpSpLocks/>
          </p:cNvGrpSpPr>
          <p:nvPr/>
        </p:nvGrpSpPr>
        <p:grpSpPr bwMode="auto">
          <a:xfrm>
            <a:off x="5060950" y="4083582"/>
            <a:ext cx="1890713" cy="200025"/>
            <a:chOff x="3188" y="2423"/>
            <a:chExt cx="1191" cy="126"/>
          </a:xfrm>
        </p:grpSpPr>
        <p:sp>
          <p:nvSpPr>
            <p:cNvPr id="6186" name="Line 261"/>
            <p:cNvSpPr>
              <a:spLocks noChangeShapeType="1"/>
            </p:cNvSpPr>
            <p:nvPr/>
          </p:nvSpPr>
          <p:spPr bwMode="auto">
            <a:xfrm rot="-8088106" flipH="1" flipV="1">
              <a:off x="4257" y="2427"/>
              <a:ext cx="122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187" name="Line 262"/>
            <p:cNvSpPr>
              <a:spLocks noChangeShapeType="1"/>
            </p:cNvSpPr>
            <p:nvPr/>
          </p:nvSpPr>
          <p:spPr bwMode="auto">
            <a:xfrm rot="-8088106" flipH="1" flipV="1">
              <a:off x="3188" y="2423"/>
              <a:ext cx="122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239879" name="Picture 263" descr="书6-27(a)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" y="890768"/>
            <a:ext cx="2419350" cy="2778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9880" name="Picture 264" descr="书6-27(c)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25" y="4085169"/>
            <a:ext cx="1558925" cy="17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9881" name="Text Box 265"/>
          <p:cNvSpPr txBox="1">
            <a:spLocks noChangeArrowheads="1"/>
          </p:cNvSpPr>
          <p:nvPr/>
        </p:nvSpPr>
        <p:spPr bwMode="auto">
          <a:xfrm>
            <a:off x="90485" y="6290207"/>
            <a:ext cx="653573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特点：剖切平面不平行于任何投影面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239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239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39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" dur="500"/>
                                        <p:tgtEl>
                                          <p:spTgt spid="239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9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397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39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9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1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39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9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398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8" dur="500" fill="hold"/>
                                        <p:tgtEl>
                                          <p:spTgt spid="2398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23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4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39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5" dur="500"/>
                                        <p:tgtEl>
                                          <p:spTgt spid="239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0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4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3" dur="500"/>
                                        <p:tgtEl>
                                          <p:spTgt spid="239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9618" grpId="0" autoUpdateAnimBg="0"/>
      <p:bldP spid="239671" grpId="0" animBg="1"/>
      <p:bldP spid="239675" grpId="0" autoUpdateAnimBg="0"/>
      <p:bldP spid="239724" grpId="0" animBg="1"/>
      <p:bldP spid="239725" grpId="0" animBg="1"/>
      <p:bldP spid="239726" grpId="0" animBg="1"/>
      <p:bldP spid="239727" grpId="0" animBg="1"/>
      <p:bldP spid="239728" grpId="0" animBg="1"/>
      <p:bldP spid="239729" grpId="0" animBg="1"/>
      <p:bldP spid="239792" grpId="0" autoUpdateAnimBg="0"/>
      <p:bldP spid="239860" grpId="0" autoUpdateAnimBg="0"/>
      <p:bldP spid="239861" grpId="0" autoUpdateAnimBg="0"/>
      <p:bldP spid="239862" grpId="0" autoUpdateAnimBg="0"/>
      <p:bldP spid="239863" grpId="0" autoUpdateAnimBg="0"/>
      <p:bldP spid="239881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900863" y="6400800"/>
            <a:ext cx="1905000" cy="457200"/>
          </a:xfrm>
        </p:spPr>
        <p:txBody>
          <a:bodyPr/>
          <a:lstStyle/>
          <a:p>
            <a:pPr>
              <a:defRPr/>
            </a:pPr>
            <a:fld id="{0DA64290-B0A0-4D5C-9B26-8B7E20D68574}" type="slidenum">
              <a:rPr lang="en-US" altLang="zh-CN"/>
              <a:pPr>
                <a:defRPr/>
              </a:pPr>
              <a:t>5</a:t>
            </a:fld>
            <a:endParaRPr lang="en-US" altLang="zh-CN"/>
          </a:p>
        </p:txBody>
      </p:sp>
      <p:sp>
        <p:nvSpPr>
          <p:cNvPr id="240733" name="Text Box 93"/>
          <p:cNvSpPr txBox="1">
            <a:spLocks noChangeArrowheads="1"/>
          </p:cNvSpPr>
          <p:nvPr/>
        </p:nvSpPr>
        <p:spPr bwMode="auto">
          <a:xfrm>
            <a:off x="87664" y="93463"/>
            <a:ext cx="8742011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 smtClean="0">
                <a:latin typeface="黑体" pitchFamily="2" charset="-122"/>
                <a:ea typeface="黑体" pitchFamily="2" charset="-122"/>
              </a:rPr>
              <a:t>5. </a:t>
            </a:r>
            <a:r>
              <a:rPr lang="zh-CN" altLang="en-US" b="1" dirty="0" smtClean="0">
                <a:latin typeface="黑体" pitchFamily="2" charset="-122"/>
                <a:ea typeface="黑体" pitchFamily="2" charset="-122"/>
              </a:rPr>
              <a:t>阶梯剖（几个平行的</a:t>
            </a:r>
            <a:r>
              <a:rPr lang="zh-CN" altLang="en-US" b="1" dirty="0">
                <a:latin typeface="黑体" pitchFamily="2" charset="-122"/>
                <a:ea typeface="黑体" pitchFamily="2" charset="-122"/>
              </a:rPr>
              <a:t>剖</a:t>
            </a:r>
            <a:r>
              <a:rPr lang="zh-CN" altLang="en-US" b="1" dirty="0" smtClean="0">
                <a:latin typeface="黑体" pitchFamily="2" charset="-122"/>
                <a:ea typeface="黑体" pitchFamily="2" charset="-122"/>
              </a:rPr>
              <a:t>切平面）</a:t>
            </a:r>
            <a:endParaRPr lang="zh-CN" altLang="en-US" b="1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240734" name="Rectangle 94"/>
          <p:cNvSpPr>
            <a:spLocks noChangeArrowheads="1"/>
          </p:cNvSpPr>
          <p:nvPr/>
        </p:nvSpPr>
        <p:spPr bwMode="auto">
          <a:xfrm>
            <a:off x="481013" y="4113569"/>
            <a:ext cx="155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i="1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400" b="1">
              <a:solidFill>
                <a:schemeClr val="tx2"/>
              </a:solidFill>
            </a:endParaRPr>
          </a:p>
        </p:txBody>
      </p:sp>
      <p:sp>
        <p:nvSpPr>
          <p:cNvPr id="240735" name="Rectangle 95"/>
          <p:cNvSpPr>
            <a:spLocks noChangeArrowheads="1"/>
          </p:cNvSpPr>
          <p:nvPr/>
        </p:nvSpPr>
        <p:spPr bwMode="auto">
          <a:xfrm>
            <a:off x="1941513" y="3424594"/>
            <a:ext cx="155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i="1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400" b="1">
              <a:solidFill>
                <a:schemeClr val="tx2"/>
              </a:solidFill>
            </a:endParaRPr>
          </a:p>
        </p:txBody>
      </p:sp>
      <p:sp>
        <p:nvSpPr>
          <p:cNvPr id="240736" name="Rectangle 96"/>
          <p:cNvSpPr>
            <a:spLocks noChangeArrowheads="1"/>
          </p:cNvSpPr>
          <p:nvPr/>
        </p:nvSpPr>
        <p:spPr bwMode="auto">
          <a:xfrm>
            <a:off x="1954213" y="4307244"/>
            <a:ext cx="155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i="1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400" b="1">
              <a:solidFill>
                <a:schemeClr val="tx2"/>
              </a:solidFill>
            </a:endParaRPr>
          </a:p>
        </p:txBody>
      </p:sp>
      <p:sp>
        <p:nvSpPr>
          <p:cNvPr id="240737" name="Rectangle 97"/>
          <p:cNvSpPr>
            <a:spLocks noChangeArrowheads="1"/>
          </p:cNvSpPr>
          <p:nvPr/>
        </p:nvSpPr>
        <p:spPr bwMode="auto">
          <a:xfrm>
            <a:off x="3981450" y="3508731"/>
            <a:ext cx="155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i="1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400" b="1">
              <a:solidFill>
                <a:schemeClr val="tx2"/>
              </a:solidFill>
            </a:endParaRPr>
          </a:p>
        </p:txBody>
      </p:sp>
      <p:grpSp>
        <p:nvGrpSpPr>
          <p:cNvPr id="2" name="Group 98"/>
          <p:cNvGrpSpPr>
            <a:grpSpLocks/>
          </p:cNvGrpSpPr>
          <p:nvPr/>
        </p:nvGrpSpPr>
        <p:grpSpPr bwMode="auto">
          <a:xfrm>
            <a:off x="730250" y="3489681"/>
            <a:ext cx="3117850" cy="957263"/>
            <a:chOff x="833" y="1834"/>
            <a:chExt cx="1964" cy="603"/>
          </a:xfrm>
        </p:grpSpPr>
        <p:sp>
          <p:nvSpPr>
            <p:cNvPr id="7303" name="Freeform 99"/>
            <p:cNvSpPr>
              <a:spLocks/>
            </p:cNvSpPr>
            <p:nvPr/>
          </p:nvSpPr>
          <p:spPr bwMode="auto">
            <a:xfrm>
              <a:off x="2689" y="2045"/>
              <a:ext cx="107" cy="1"/>
            </a:xfrm>
            <a:custGeom>
              <a:avLst/>
              <a:gdLst>
                <a:gd name="T0" fmla="*/ 0 w 322"/>
                <a:gd name="T1" fmla="*/ 0 h 1"/>
                <a:gd name="T2" fmla="*/ 36 w 322"/>
                <a:gd name="T3" fmla="*/ 0 h 1"/>
                <a:gd name="T4" fmla="*/ 36 w 322"/>
                <a:gd name="T5" fmla="*/ 0 h 1"/>
                <a:gd name="T6" fmla="*/ 0 60000 65536"/>
                <a:gd name="T7" fmla="*/ 0 60000 65536"/>
                <a:gd name="T8" fmla="*/ 0 60000 65536"/>
                <a:gd name="T9" fmla="*/ 0 w 322"/>
                <a:gd name="T10" fmla="*/ 0 h 1"/>
                <a:gd name="T11" fmla="*/ 322 w 32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2" h="1">
                  <a:moveTo>
                    <a:pt x="0" y="0"/>
                  </a:moveTo>
                  <a:lnTo>
                    <a:pt x="321" y="0"/>
                  </a:lnTo>
                  <a:lnTo>
                    <a:pt x="32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04" name="Freeform 100"/>
            <p:cNvSpPr>
              <a:spLocks/>
            </p:cNvSpPr>
            <p:nvPr/>
          </p:nvSpPr>
          <p:spPr bwMode="auto">
            <a:xfrm>
              <a:off x="833" y="2436"/>
              <a:ext cx="104" cy="1"/>
            </a:xfrm>
            <a:custGeom>
              <a:avLst/>
              <a:gdLst>
                <a:gd name="T0" fmla="*/ 34 w 314"/>
                <a:gd name="T1" fmla="*/ 0 h 1"/>
                <a:gd name="T2" fmla="*/ 0 w 314"/>
                <a:gd name="T3" fmla="*/ 0 h 1"/>
                <a:gd name="T4" fmla="*/ 0 w 314"/>
                <a:gd name="T5" fmla="*/ 0 h 1"/>
                <a:gd name="T6" fmla="*/ 0 60000 65536"/>
                <a:gd name="T7" fmla="*/ 0 60000 65536"/>
                <a:gd name="T8" fmla="*/ 0 60000 65536"/>
                <a:gd name="T9" fmla="*/ 0 w 314"/>
                <a:gd name="T10" fmla="*/ 0 h 1"/>
                <a:gd name="T11" fmla="*/ 314 w 31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4" h="1">
                  <a:moveTo>
                    <a:pt x="314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05" name="Freeform 101"/>
            <p:cNvSpPr>
              <a:spLocks/>
            </p:cNvSpPr>
            <p:nvPr/>
          </p:nvSpPr>
          <p:spPr bwMode="auto">
            <a:xfrm>
              <a:off x="833" y="2223"/>
              <a:ext cx="1" cy="213"/>
            </a:xfrm>
            <a:custGeom>
              <a:avLst/>
              <a:gdLst>
                <a:gd name="T0" fmla="*/ 0 w 2"/>
                <a:gd name="T1" fmla="*/ 71 h 637"/>
                <a:gd name="T2" fmla="*/ 0 w 2"/>
                <a:gd name="T3" fmla="*/ 0 h 637"/>
                <a:gd name="T4" fmla="*/ 1 w 2"/>
                <a:gd name="T5" fmla="*/ 0 h 637"/>
                <a:gd name="T6" fmla="*/ 0 60000 65536"/>
                <a:gd name="T7" fmla="*/ 0 60000 65536"/>
                <a:gd name="T8" fmla="*/ 0 60000 65536"/>
                <a:gd name="T9" fmla="*/ 0 w 2"/>
                <a:gd name="T10" fmla="*/ 0 h 637"/>
                <a:gd name="T11" fmla="*/ 2 w 2"/>
                <a:gd name="T12" fmla="*/ 637 h 6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637">
                  <a:moveTo>
                    <a:pt x="0" y="637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06" name="Freeform 102"/>
            <p:cNvSpPr>
              <a:spLocks/>
            </p:cNvSpPr>
            <p:nvPr/>
          </p:nvSpPr>
          <p:spPr bwMode="auto">
            <a:xfrm>
              <a:off x="1492" y="2436"/>
              <a:ext cx="91" cy="1"/>
            </a:xfrm>
            <a:custGeom>
              <a:avLst/>
              <a:gdLst>
                <a:gd name="T0" fmla="*/ 0 w 274"/>
                <a:gd name="T1" fmla="*/ 0 h 1"/>
                <a:gd name="T2" fmla="*/ 30 w 274"/>
                <a:gd name="T3" fmla="*/ 0 h 1"/>
                <a:gd name="T4" fmla="*/ 30 w 274"/>
                <a:gd name="T5" fmla="*/ 0 h 1"/>
                <a:gd name="T6" fmla="*/ 0 60000 65536"/>
                <a:gd name="T7" fmla="*/ 0 60000 65536"/>
                <a:gd name="T8" fmla="*/ 0 60000 65536"/>
                <a:gd name="T9" fmla="*/ 0 w 274"/>
                <a:gd name="T10" fmla="*/ 0 h 1"/>
                <a:gd name="T11" fmla="*/ 274 w 27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4" h="1">
                  <a:moveTo>
                    <a:pt x="0" y="0"/>
                  </a:moveTo>
                  <a:lnTo>
                    <a:pt x="273" y="0"/>
                  </a:lnTo>
                  <a:lnTo>
                    <a:pt x="27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07" name="Freeform 103"/>
            <p:cNvSpPr>
              <a:spLocks/>
            </p:cNvSpPr>
            <p:nvPr/>
          </p:nvSpPr>
          <p:spPr bwMode="auto">
            <a:xfrm>
              <a:off x="1583" y="2353"/>
              <a:ext cx="1" cy="83"/>
            </a:xfrm>
            <a:custGeom>
              <a:avLst/>
              <a:gdLst>
                <a:gd name="T0" fmla="*/ 0 w 1"/>
                <a:gd name="T1" fmla="*/ 28 h 248"/>
                <a:gd name="T2" fmla="*/ 0 w 1"/>
                <a:gd name="T3" fmla="*/ 0 h 248"/>
                <a:gd name="T4" fmla="*/ 1 w 1"/>
                <a:gd name="T5" fmla="*/ 0 h 248"/>
                <a:gd name="T6" fmla="*/ 0 60000 65536"/>
                <a:gd name="T7" fmla="*/ 0 60000 65536"/>
                <a:gd name="T8" fmla="*/ 0 60000 65536"/>
                <a:gd name="T9" fmla="*/ 0 w 1"/>
                <a:gd name="T10" fmla="*/ 0 h 248"/>
                <a:gd name="T11" fmla="*/ 1 w 1"/>
                <a:gd name="T12" fmla="*/ 248 h 2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48">
                  <a:moveTo>
                    <a:pt x="0" y="24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08" name="Freeform 104"/>
            <p:cNvSpPr>
              <a:spLocks/>
            </p:cNvSpPr>
            <p:nvPr/>
          </p:nvSpPr>
          <p:spPr bwMode="auto">
            <a:xfrm>
              <a:off x="1583" y="2044"/>
              <a:ext cx="1" cy="77"/>
            </a:xfrm>
            <a:custGeom>
              <a:avLst/>
              <a:gdLst>
                <a:gd name="T0" fmla="*/ 0 w 1"/>
                <a:gd name="T1" fmla="*/ 26 h 229"/>
                <a:gd name="T2" fmla="*/ 0 w 1"/>
                <a:gd name="T3" fmla="*/ 0 h 229"/>
                <a:gd name="T4" fmla="*/ 1 w 1"/>
                <a:gd name="T5" fmla="*/ 0 h 229"/>
                <a:gd name="T6" fmla="*/ 0 60000 65536"/>
                <a:gd name="T7" fmla="*/ 0 60000 65536"/>
                <a:gd name="T8" fmla="*/ 0 60000 65536"/>
                <a:gd name="T9" fmla="*/ 0 w 1"/>
                <a:gd name="T10" fmla="*/ 0 h 229"/>
                <a:gd name="T11" fmla="*/ 1 w 1"/>
                <a:gd name="T12" fmla="*/ 229 h 2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29">
                  <a:moveTo>
                    <a:pt x="0" y="22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09" name="Freeform 105"/>
            <p:cNvSpPr>
              <a:spLocks/>
            </p:cNvSpPr>
            <p:nvPr/>
          </p:nvSpPr>
          <p:spPr bwMode="auto">
            <a:xfrm>
              <a:off x="1583" y="2044"/>
              <a:ext cx="65" cy="1"/>
            </a:xfrm>
            <a:custGeom>
              <a:avLst/>
              <a:gdLst>
                <a:gd name="T0" fmla="*/ 0 w 197"/>
                <a:gd name="T1" fmla="*/ 0 h 2"/>
                <a:gd name="T2" fmla="*/ 21 w 197"/>
                <a:gd name="T3" fmla="*/ 1 h 2"/>
                <a:gd name="T4" fmla="*/ 21 w 197"/>
                <a:gd name="T5" fmla="*/ 1 h 2"/>
                <a:gd name="T6" fmla="*/ 0 60000 65536"/>
                <a:gd name="T7" fmla="*/ 0 60000 65536"/>
                <a:gd name="T8" fmla="*/ 0 60000 65536"/>
                <a:gd name="T9" fmla="*/ 0 w 197"/>
                <a:gd name="T10" fmla="*/ 0 h 2"/>
                <a:gd name="T11" fmla="*/ 197 w 197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7" h="2">
                  <a:moveTo>
                    <a:pt x="0" y="0"/>
                  </a:moveTo>
                  <a:lnTo>
                    <a:pt x="196" y="2"/>
                  </a:lnTo>
                  <a:lnTo>
                    <a:pt x="197" y="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10" name="Freeform 106"/>
            <p:cNvSpPr>
              <a:spLocks/>
            </p:cNvSpPr>
            <p:nvPr/>
          </p:nvSpPr>
          <p:spPr bwMode="auto">
            <a:xfrm>
              <a:off x="2796" y="1834"/>
              <a:ext cx="1" cy="211"/>
            </a:xfrm>
            <a:custGeom>
              <a:avLst/>
              <a:gdLst>
                <a:gd name="T0" fmla="*/ 0 w 1"/>
                <a:gd name="T1" fmla="*/ 70 h 635"/>
                <a:gd name="T2" fmla="*/ 0 w 1"/>
                <a:gd name="T3" fmla="*/ 0 h 635"/>
                <a:gd name="T4" fmla="*/ 1 w 1"/>
                <a:gd name="T5" fmla="*/ 0 h 635"/>
                <a:gd name="T6" fmla="*/ 0 60000 65536"/>
                <a:gd name="T7" fmla="*/ 0 60000 65536"/>
                <a:gd name="T8" fmla="*/ 0 60000 65536"/>
                <a:gd name="T9" fmla="*/ 0 w 1"/>
                <a:gd name="T10" fmla="*/ 0 h 635"/>
                <a:gd name="T11" fmla="*/ 1 w 1"/>
                <a:gd name="T12" fmla="*/ 635 h 6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35">
                  <a:moveTo>
                    <a:pt x="0" y="63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0747" name="Rectangle 107"/>
          <p:cNvSpPr>
            <a:spLocks noChangeArrowheads="1"/>
          </p:cNvSpPr>
          <p:nvPr/>
        </p:nvSpPr>
        <p:spPr bwMode="auto">
          <a:xfrm>
            <a:off x="1874838" y="981431"/>
            <a:ext cx="8620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i="1">
                <a:solidFill>
                  <a:schemeClr val="tx2"/>
                </a:solidFill>
                <a:latin typeface="宋体" pitchFamily="2" charset="-122"/>
              </a:rPr>
              <a:t>A</a:t>
            </a:r>
            <a:r>
              <a:rPr lang="zh-CN" altLang="en-US" sz="2400" b="1">
                <a:solidFill>
                  <a:schemeClr val="tx2"/>
                </a:solidFill>
                <a:latin typeface="宋体" pitchFamily="2" charset="-122"/>
              </a:rPr>
              <a:t>－</a:t>
            </a:r>
            <a:r>
              <a:rPr lang="en-US" altLang="zh-CN" sz="2400" b="1" i="1">
                <a:solidFill>
                  <a:schemeClr val="tx2"/>
                </a:solidFill>
                <a:latin typeface="宋体" pitchFamily="2" charset="-122"/>
              </a:rPr>
              <a:t>A</a:t>
            </a:r>
            <a:endParaRPr lang="en-US" altLang="zh-CN" sz="2400" b="1">
              <a:solidFill>
                <a:schemeClr val="tx2"/>
              </a:solidFill>
            </a:endParaRPr>
          </a:p>
        </p:txBody>
      </p:sp>
      <p:grpSp>
        <p:nvGrpSpPr>
          <p:cNvPr id="3" name="Group 108"/>
          <p:cNvGrpSpPr>
            <a:grpSpLocks/>
          </p:cNvGrpSpPr>
          <p:nvPr/>
        </p:nvGrpSpPr>
        <p:grpSpPr bwMode="auto">
          <a:xfrm>
            <a:off x="968375" y="1443394"/>
            <a:ext cx="2543175" cy="1347787"/>
            <a:chOff x="983" y="424"/>
            <a:chExt cx="1602" cy="849"/>
          </a:xfrm>
        </p:grpSpPr>
        <p:sp>
          <p:nvSpPr>
            <p:cNvPr id="7288" name="Freeform 109"/>
            <p:cNvSpPr>
              <a:spLocks/>
            </p:cNvSpPr>
            <p:nvPr/>
          </p:nvSpPr>
          <p:spPr bwMode="auto">
            <a:xfrm>
              <a:off x="1734" y="1091"/>
              <a:ext cx="139" cy="139"/>
            </a:xfrm>
            <a:custGeom>
              <a:avLst/>
              <a:gdLst>
                <a:gd name="T0" fmla="*/ 0 w 418"/>
                <a:gd name="T1" fmla="*/ 46 h 418"/>
                <a:gd name="T2" fmla="*/ 46 w 418"/>
                <a:gd name="T3" fmla="*/ 0 h 418"/>
                <a:gd name="T4" fmla="*/ 46 w 418"/>
                <a:gd name="T5" fmla="*/ 0 h 418"/>
                <a:gd name="T6" fmla="*/ 0 60000 65536"/>
                <a:gd name="T7" fmla="*/ 0 60000 65536"/>
                <a:gd name="T8" fmla="*/ 0 60000 65536"/>
                <a:gd name="T9" fmla="*/ 0 w 418"/>
                <a:gd name="T10" fmla="*/ 0 h 418"/>
                <a:gd name="T11" fmla="*/ 418 w 418"/>
                <a:gd name="T12" fmla="*/ 418 h 4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8" h="418">
                  <a:moveTo>
                    <a:pt x="0" y="418"/>
                  </a:moveTo>
                  <a:lnTo>
                    <a:pt x="417" y="0"/>
                  </a:lnTo>
                  <a:lnTo>
                    <a:pt x="41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89" name="Freeform 110"/>
            <p:cNvSpPr>
              <a:spLocks/>
            </p:cNvSpPr>
            <p:nvPr/>
          </p:nvSpPr>
          <p:spPr bwMode="auto">
            <a:xfrm>
              <a:off x="983" y="976"/>
              <a:ext cx="54" cy="54"/>
            </a:xfrm>
            <a:custGeom>
              <a:avLst/>
              <a:gdLst>
                <a:gd name="T0" fmla="*/ 0 w 162"/>
                <a:gd name="T1" fmla="*/ 18 h 162"/>
                <a:gd name="T2" fmla="*/ 18 w 162"/>
                <a:gd name="T3" fmla="*/ 0 h 162"/>
                <a:gd name="T4" fmla="*/ 18 w 162"/>
                <a:gd name="T5" fmla="*/ 0 h 162"/>
                <a:gd name="T6" fmla="*/ 0 60000 65536"/>
                <a:gd name="T7" fmla="*/ 0 60000 65536"/>
                <a:gd name="T8" fmla="*/ 0 60000 65536"/>
                <a:gd name="T9" fmla="*/ 0 w 162"/>
                <a:gd name="T10" fmla="*/ 0 h 162"/>
                <a:gd name="T11" fmla="*/ 162 w 162"/>
                <a:gd name="T12" fmla="*/ 162 h 1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2" h="162">
                  <a:moveTo>
                    <a:pt x="0" y="162"/>
                  </a:moveTo>
                  <a:lnTo>
                    <a:pt x="161" y="0"/>
                  </a:lnTo>
                  <a:lnTo>
                    <a:pt x="16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90" name="Freeform 111"/>
            <p:cNvSpPr>
              <a:spLocks/>
            </p:cNvSpPr>
            <p:nvPr/>
          </p:nvSpPr>
          <p:spPr bwMode="auto">
            <a:xfrm>
              <a:off x="983" y="1093"/>
              <a:ext cx="127" cy="127"/>
            </a:xfrm>
            <a:custGeom>
              <a:avLst/>
              <a:gdLst>
                <a:gd name="T0" fmla="*/ 0 w 382"/>
                <a:gd name="T1" fmla="*/ 42 h 382"/>
                <a:gd name="T2" fmla="*/ 42 w 382"/>
                <a:gd name="T3" fmla="*/ 0 h 382"/>
                <a:gd name="T4" fmla="*/ 42 w 382"/>
                <a:gd name="T5" fmla="*/ 0 h 382"/>
                <a:gd name="T6" fmla="*/ 0 60000 65536"/>
                <a:gd name="T7" fmla="*/ 0 60000 65536"/>
                <a:gd name="T8" fmla="*/ 0 60000 65536"/>
                <a:gd name="T9" fmla="*/ 0 w 382"/>
                <a:gd name="T10" fmla="*/ 0 h 382"/>
                <a:gd name="T11" fmla="*/ 382 w 382"/>
                <a:gd name="T12" fmla="*/ 382 h 3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2" h="382">
                  <a:moveTo>
                    <a:pt x="0" y="382"/>
                  </a:moveTo>
                  <a:lnTo>
                    <a:pt x="381" y="0"/>
                  </a:lnTo>
                  <a:lnTo>
                    <a:pt x="38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91" name="Freeform 112"/>
            <p:cNvSpPr>
              <a:spLocks/>
            </p:cNvSpPr>
            <p:nvPr/>
          </p:nvSpPr>
          <p:spPr bwMode="auto">
            <a:xfrm>
              <a:off x="1724" y="424"/>
              <a:ext cx="54" cy="54"/>
            </a:xfrm>
            <a:custGeom>
              <a:avLst/>
              <a:gdLst>
                <a:gd name="T0" fmla="*/ 0 w 162"/>
                <a:gd name="T1" fmla="*/ 18 h 161"/>
                <a:gd name="T2" fmla="*/ 18 w 162"/>
                <a:gd name="T3" fmla="*/ 0 h 161"/>
                <a:gd name="T4" fmla="*/ 18 w 162"/>
                <a:gd name="T5" fmla="*/ 0 h 161"/>
                <a:gd name="T6" fmla="*/ 0 60000 65536"/>
                <a:gd name="T7" fmla="*/ 0 60000 65536"/>
                <a:gd name="T8" fmla="*/ 0 60000 65536"/>
                <a:gd name="T9" fmla="*/ 0 w 162"/>
                <a:gd name="T10" fmla="*/ 0 h 161"/>
                <a:gd name="T11" fmla="*/ 162 w 162"/>
                <a:gd name="T12" fmla="*/ 161 h 1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2" h="161">
                  <a:moveTo>
                    <a:pt x="0" y="161"/>
                  </a:moveTo>
                  <a:lnTo>
                    <a:pt x="161" y="0"/>
                  </a:lnTo>
                  <a:lnTo>
                    <a:pt x="16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92" name="Freeform 113"/>
            <p:cNvSpPr>
              <a:spLocks/>
            </p:cNvSpPr>
            <p:nvPr/>
          </p:nvSpPr>
          <p:spPr bwMode="auto">
            <a:xfrm>
              <a:off x="1120" y="1241"/>
              <a:ext cx="32" cy="32"/>
            </a:xfrm>
            <a:custGeom>
              <a:avLst/>
              <a:gdLst>
                <a:gd name="T0" fmla="*/ 0 w 97"/>
                <a:gd name="T1" fmla="*/ 11 h 96"/>
                <a:gd name="T2" fmla="*/ 10 w 97"/>
                <a:gd name="T3" fmla="*/ 0 h 96"/>
                <a:gd name="T4" fmla="*/ 11 w 97"/>
                <a:gd name="T5" fmla="*/ 0 h 96"/>
                <a:gd name="T6" fmla="*/ 0 60000 65536"/>
                <a:gd name="T7" fmla="*/ 0 60000 65536"/>
                <a:gd name="T8" fmla="*/ 0 60000 65536"/>
                <a:gd name="T9" fmla="*/ 0 w 97"/>
                <a:gd name="T10" fmla="*/ 0 h 96"/>
                <a:gd name="T11" fmla="*/ 97 w 97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7" h="96">
                  <a:moveTo>
                    <a:pt x="0" y="96"/>
                  </a:moveTo>
                  <a:lnTo>
                    <a:pt x="95" y="0"/>
                  </a:lnTo>
                  <a:lnTo>
                    <a:pt x="9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93" name="Freeform 114"/>
            <p:cNvSpPr>
              <a:spLocks/>
            </p:cNvSpPr>
            <p:nvPr/>
          </p:nvSpPr>
          <p:spPr bwMode="auto">
            <a:xfrm>
              <a:off x="1724" y="520"/>
              <a:ext cx="149" cy="148"/>
            </a:xfrm>
            <a:custGeom>
              <a:avLst/>
              <a:gdLst>
                <a:gd name="T0" fmla="*/ 0 w 447"/>
                <a:gd name="T1" fmla="*/ 49 h 445"/>
                <a:gd name="T2" fmla="*/ 50 w 447"/>
                <a:gd name="T3" fmla="*/ 0 h 445"/>
                <a:gd name="T4" fmla="*/ 50 w 447"/>
                <a:gd name="T5" fmla="*/ 0 h 445"/>
                <a:gd name="T6" fmla="*/ 0 60000 65536"/>
                <a:gd name="T7" fmla="*/ 0 60000 65536"/>
                <a:gd name="T8" fmla="*/ 0 60000 65536"/>
                <a:gd name="T9" fmla="*/ 0 w 447"/>
                <a:gd name="T10" fmla="*/ 0 h 445"/>
                <a:gd name="T11" fmla="*/ 447 w 447"/>
                <a:gd name="T12" fmla="*/ 445 h 4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47" h="445">
                  <a:moveTo>
                    <a:pt x="0" y="445"/>
                  </a:moveTo>
                  <a:lnTo>
                    <a:pt x="446" y="0"/>
                  </a:lnTo>
                  <a:lnTo>
                    <a:pt x="44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94" name="Freeform 115"/>
            <p:cNvSpPr>
              <a:spLocks/>
            </p:cNvSpPr>
            <p:nvPr/>
          </p:nvSpPr>
          <p:spPr bwMode="auto">
            <a:xfrm>
              <a:off x="1385" y="976"/>
              <a:ext cx="33" cy="32"/>
            </a:xfrm>
            <a:custGeom>
              <a:avLst/>
              <a:gdLst>
                <a:gd name="T0" fmla="*/ 0 w 98"/>
                <a:gd name="T1" fmla="*/ 11 h 96"/>
                <a:gd name="T2" fmla="*/ 11 w 98"/>
                <a:gd name="T3" fmla="*/ 0 h 96"/>
                <a:gd name="T4" fmla="*/ 11 w 98"/>
                <a:gd name="T5" fmla="*/ 0 h 96"/>
                <a:gd name="T6" fmla="*/ 0 60000 65536"/>
                <a:gd name="T7" fmla="*/ 0 60000 65536"/>
                <a:gd name="T8" fmla="*/ 0 60000 65536"/>
                <a:gd name="T9" fmla="*/ 0 w 98"/>
                <a:gd name="T10" fmla="*/ 0 h 96"/>
                <a:gd name="T11" fmla="*/ 98 w 98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8" h="96">
                  <a:moveTo>
                    <a:pt x="0" y="96"/>
                  </a:moveTo>
                  <a:lnTo>
                    <a:pt x="96" y="0"/>
                  </a:lnTo>
                  <a:lnTo>
                    <a:pt x="9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95" name="Freeform 116"/>
            <p:cNvSpPr>
              <a:spLocks/>
            </p:cNvSpPr>
            <p:nvPr/>
          </p:nvSpPr>
          <p:spPr bwMode="auto">
            <a:xfrm>
              <a:off x="1322" y="976"/>
              <a:ext cx="286" cy="286"/>
            </a:xfrm>
            <a:custGeom>
              <a:avLst/>
              <a:gdLst>
                <a:gd name="T0" fmla="*/ 0 w 858"/>
                <a:gd name="T1" fmla="*/ 95 h 858"/>
                <a:gd name="T2" fmla="*/ 95 w 858"/>
                <a:gd name="T3" fmla="*/ 0 h 858"/>
                <a:gd name="T4" fmla="*/ 95 w 858"/>
                <a:gd name="T5" fmla="*/ 0 h 858"/>
                <a:gd name="T6" fmla="*/ 0 60000 65536"/>
                <a:gd name="T7" fmla="*/ 0 60000 65536"/>
                <a:gd name="T8" fmla="*/ 0 60000 65536"/>
                <a:gd name="T9" fmla="*/ 0 w 858"/>
                <a:gd name="T10" fmla="*/ 0 h 858"/>
                <a:gd name="T11" fmla="*/ 858 w 858"/>
                <a:gd name="T12" fmla="*/ 858 h 8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58" h="858">
                  <a:moveTo>
                    <a:pt x="0" y="858"/>
                  </a:moveTo>
                  <a:lnTo>
                    <a:pt x="857" y="0"/>
                  </a:lnTo>
                  <a:lnTo>
                    <a:pt x="85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96" name="Freeform 117"/>
            <p:cNvSpPr>
              <a:spLocks/>
            </p:cNvSpPr>
            <p:nvPr/>
          </p:nvSpPr>
          <p:spPr bwMode="auto">
            <a:xfrm>
              <a:off x="1724" y="710"/>
              <a:ext cx="149" cy="149"/>
            </a:xfrm>
            <a:custGeom>
              <a:avLst/>
              <a:gdLst>
                <a:gd name="T0" fmla="*/ 0 w 447"/>
                <a:gd name="T1" fmla="*/ 50 h 446"/>
                <a:gd name="T2" fmla="*/ 50 w 447"/>
                <a:gd name="T3" fmla="*/ 0 h 446"/>
                <a:gd name="T4" fmla="*/ 50 w 447"/>
                <a:gd name="T5" fmla="*/ 0 h 446"/>
                <a:gd name="T6" fmla="*/ 0 60000 65536"/>
                <a:gd name="T7" fmla="*/ 0 60000 65536"/>
                <a:gd name="T8" fmla="*/ 0 60000 65536"/>
                <a:gd name="T9" fmla="*/ 0 w 447"/>
                <a:gd name="T10" fmla="*/ 0 h 446"/>
                <a:gd name="T11" fmla="*/ 447 w 447"/>
                <a:gd name="T12" fmla="*/ 446 h 4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47" h="446">
                  <a:moveTo>
                    <a:pt x="0" y="446"/>
                  </a:moveTo>
                  <a:lnTo>
                    <a:pt x="446" y="0"/>
                  </a:lnTo>
                  <a:lnTo>
                    <a:pt x="44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97" name="Freeform 118"/>
            <p:cNvSpPr>
              <a:spLocks/>
            </p:cNvSpPr>
            <p:nvPr/>
          </p:nvSpPr>
          <p:spPr bwMode="auto">
            <a:xfrm>
              <a:off x="1501" y="901"/>
              <a:ext cx="372" cy="372"/>
            </a:xfrm>
            <a:custGeom>
              <a:avLst/>
              <a:gdLst>
                <a:gd name="T0" fmla="*/ 0 w 1116"/>
                <a:gd name="T1" fmla="*/ 124 h 1116"/>
                <a:gd name="T2" fmla="*/ 124 w 1116"/>
                <a:gd name="T3" fmla="*/ 0 h 1116"/>
                <a:gd name="T4" fmla="*/ 124 w 1116"/>
                <a:gd name="T5" fmla="*/ 0 h 1116"/>
                <a:gd name="T6" fmla="*/ 0 60000 65536"/>
                <a:gd name="T7" fmla="*/ 0 60000 65536"/>
                <a:gd name="T8" fmla="*/ 0 60000 65536"/>
                <a:gd name="T9" fmla="*/ 0 w 1116"/>
                <a:gd name="T10" fmla="*/ 0 h 1116"/>
                <a:gd name="T11" fmla="*/ 1116 w 1116"/>
                <a:gd name="T12" fmla="*/ 1116 h 11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16" h="1116">
                  <a:moveTo>
                    <a:pt x="0" y="1116"/>
                  </a:moveTo>
                  <a:lnTo>
                    <a:pt x="1115" y="0"/>
                  </a:lnTo>
                  <a:lnTo>
                    <a:pt x="111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98" name="Freeform 119"/>
            <p:cNvSpPr>
              <a:spLocks/>
            </p:cNvSpPr>
            <p:nvPr/>
          </p:nvSpPr>
          <p:spPr bwMode="auto">
            <a:xfrm>
              <a:off x="2297" y="518"/>
              <a:ext cx="148" cy="149"/>
            </a:xfrm>
            <a:custGeom>
              <a:avLst/>
              <a:gdLst>
                <a:gd name="T0" fmla="*/ 0 w 445"/>
                <a:gd name="T1" fmla="*/ 50 h 446"/>
                <a:gd name="T2" fmla="*/ 49 w 445"/>
                <a:gd name="T3" fmla="*/ 0 h 446"/>
                <a:gd name="T4" fmla="*/ 49 w 445"/>
                <a:gd name="T5" fmla="*/ 0 h 446"/>
                <a:gd name="T6" fmla="*/ 0 60000 65536"/>
                <a:gd name="T7" fmla="*/ 0 60000 65536"/>
                <a:gd name="T8" fmla="*/ 0 60000 65536"/>
                <a:gd name="T9" fmla="*/ 0 w 445"/>
                <a:gd name="T10" fmla="*/ 0 h 446"/>
                <a:gd name="T11" fmla="*/ 445 w 445"/>
                <a:gd name="T12" fmla="*/ 446 h 4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45" h="446">
                  <a:moveTo>
                    <a:pt x="0" y="446"/>
                  </a:moveTo>
                  <a:lnTo>
                    <a:pt x="444" y="0"/>
                  </a:lnTo>
                  <a:lnTo>
                    <a:pt x="44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99" name="Freeform 120"/>
            <p:cNvSpPr>
              <a:spLocks/>
            </p:cNvSpPr>
            <p:nvPr/>
          </p:nvSpPr>
          <p:spPr bwMode="auto">
            <a:xfrm>
              <a:off x="2297" y="709"/>
              <a:ext cx="148" cy="148"/>
            </a:xfrm>
            <a:custGeom>
              <a:avLst/>
              <a:gdLst>
                <a:gd name="T0" fmla="*/ 0 w 445"/>
                <a:gd name="T1" fmla="*/ 49 h 446"/>
                <a:gd name="T2" fmla="*/ 49 w 445"/>
                <a:gd name="T3" fmla="*/ 0 h 446"/>
                <a:gd name="T4" fmla="*/ 49 w 445"/>
                <a:gd name="T5" fmla="*/ 0 h 446"/>
                <a:gd name="T6" fmla="*/ 0 60000 65536"/>
                <a:gd name="T7" fmla="*/ 0 60000 65536"/>
                <a:gd name="T8" fmla="*/ 0 60000 65536"/>
                <a:gd name="T9" fmla="*/ 0 w 445"/>
                <a:gd name="T10" fmla="*/ 0 h 446"/>
                <a:gd name="T11" fmla="*/ 445 w 445"/>
                <a:gd name="T12" fmla="*/ 446 h 4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45" h="446">
                  <a:moveTo>
                    <a:pt x="0" y="446"/>
                  </a:moveTo>
                  <a:lnTo>
                    <a:pt x="444" y="0"/>
                  </a:lnTo>
                  <a:lnTo>
                    <a:pt x="44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00" name="Freeform 121"/>
            <p:cNvSpPr>
              <a:spLocks/>
            </p:cNvSpPr>
            <p:nvPr/>
          </p:nvSpPr>
          <p:spPr bwMode="auto">
            <a:xfrm>
              <a:off x="2443" y="780"/>
              <a:ext cx="121" cy="121"/>
            </a:xfrm>
            <a:custGeom>
              <a:avLst/>
              <a:gdLst>
                <a:gd name="T0" fmla="*/ 0 w 365"/>
                <a:gd name="T1" fmla="*/ 40 h 363"/>
                <a:gd name="T2" fmla="*/ 40 w 365"/>
                <a:gd name="T3" fmla="*/ 0 h 363"/>
                <a:gd name="T4" fmla="*/ 40 w 365"/>
                <a:gd name="T5" fmla="*/ 0 h 363"/>
                <a:gd name="T6" fmla="*/ 0 60000 65536"/>
                <a:gd name="T7" fmla="*/ 0 60000 65536"/>
                <a:gd name="T8" fmla="*/ 0 60000 65536"/>
                <a:gd name="T9" fmla="*/ 0 w 365"/>
                <a:gd name="T10" fmla="*/ 0 h 363"/>
                <a:gd name="T11" fmla="*/ 365 w 365"/>
                <a:gd name="T12" fmla="*/ 363 h 3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5" h="363">
                  <a:moveTo>
                    <a:pt x="0" y="363"/>
                  </a:moveTo>
                  <a:lnTo>
                    <a:pt x="364" y="0"/>
                  </a:lnTo>
                  <a:lnTo>
                    <a:pt x="36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01" name="Freeform 122"/>
            <p:cNvSpPr>
              <a:spLocks/>
            </p:cNvSpPr>
            <p:nvPr/>
          </p:nvSpPr>
          <p:spPr bwMode="auto">
            <a:xfrm>
              <a:off x="2322" y="1071"/>
              <a:ext cx="142" cy="142"/>
            </a:xfrm>
            <a:custGeom>
              <a:avLst/>
              <a:gdLst>
                <a:gd name="T0" fmla="*/ 0 w 427"/>
                <a:gd name="T1" fmla="*/ 47 h 427"/>
                <a:gd name="T2" fmla="*/ 47 w 427"/>
                <a:gd name="T3" fmla="*/ 0 h 427"/>
                <a:gd name="T4" fmla="*/ 47 w 427"/>
                <a:gd name="T5" fmla="*/ 0 h 427"/>
                <a:gd name="T6" fmla="*/ 0 60000 65536"/>
                <a:gd name="T7" fmla="*/ 0 60000 65536"/>
                <a:gd name="T8" fmla="*/ 0 60000 65536"/>
                <a:gd name="T9" fmla="*/ 0 w 427"/>
                <a:gd name="T10" fmla="*/ 0 h 427"/>
                <a:gd name="T11" fmla="*/ 427 w 427"/>
                <a:gd name="T12" fmla="*/ 427 h 4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7" h="427">
                  <a:moveTo>
                    <a:pt x="0" y="427"/>
                  </a:moveTo>
                  <a:lnTo>
                    <a:pt x="426" y="0"/>
                  </a:lnTo>
                  <a:lnTo>
                    <a:pt x="42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302" name="Freeform 123"/>
            <p:cNvSpPr>
              <a:spLocks/>
            </p:cNvSpPr>
            <p:nvPr/>
          </p:nvSpPr>
          <p:spPr bwMode="auto">
            <a:xfrm>
              <a:off x="2495" y="1141"/>
              <a:ext cx="90" cy="89"/>
            </a:xfrm>
            <a:custGeom>
              <a:avLst/>
              <a:gdLst>
                <a:gd name="T0" fmla="*/ 0 w 270"/>
                <a:gd name="T1" fmla="*/ 29 h 269"/>
                <a:gd name="T2" fmla="*/ 30 w 270"/>
                <a:gd name="T3" fmla="*/ 0 h 269"/>
                <a:gd name="T4" fmla="*/ 30 w 270"/>
                <a:gd name="T5" fmla="*/ 0 h 269"/>
                <a:gd name="T6" fmla="*/ 0 60000 65536"/>
                <a:gd name="T7" fmla="*/ 0 60000 65536"/>
                <a:gd name="T8" fmla="*/ 0 60000 65536"/>
                <a:gd name="T9" fmla="*/ 0 w 270"/>
                <a:gd name="T10" fmla="*/ 0 h 269"/>
                <a:gd name="T11" fmla="*/ 270 w 270"/>
                <a:gd name="T12" fmla="*/ 269 h 26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0" h="269">
                  <a:moveTo>
                    <a:pt x="0" y="269"/>
                  </a:moveTo>
                  <a:lnTo>
                    <a:pt x="269" y="0"/>
                  </a:lnTo>
                  <a:lnTo>
                    <a:pt x="27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24"/>
          <p:cNvGrpSpPr>
            <a:grpSpLocks/>
          </p:cNvGrpSpPr>
          <p:nvPr/>
        </p:nvGrpSpPr>
        <p:grpSpPr bwMode="auto">
          <a:xfrm>
            <a:off x="1135063" y="1443394"/>
            <a:ext cx="2376487" cy="1347787"/>
            <a:chOff x="715" y="703"/>
            <a:chExt cx="1497" cy="849"/>
          </a:xfrm>
        </p:grpSpPr>
        <p:sp>
          <p:nvSpPr>
            <p:cNvPr id="7274" name="Freeform 125"/>
            <p:cNvSpPr>
              <a:spLocks/>
            </p:cNvSpPr>
            <p:nvPr/>
          </p:nvSpPr>
          <p:spPr bwMode="auto">
            <a:xfrm>
              <a:off x="1924" y="746"/>
              <a:ext cx="1" cy="434"/>
            </a:xfrm>
            <a:custGeom>
              <a:avLst/>
              <a:gdLst>
                <a:gd name="T0" fmla="*/ 0 w 1"/>
                <a:gd name="T1" fmla="*/ 145 h 1303"/>
                <a:gd name="T2" fmla="*/ 0 w 1"/>
                <a:gd name="T3" fmla="*/ 0 h 1303"/>
                <a:gd name="T4" fmla="*/ 1 w 1"/>
                <a:gd name="T5" fmla="*/ 0 h 1303"/>
                <a:gd name="T6" fmla="*/ 0 60000 65536"/>
                <a:gd name="T7" fmla="*/ 0 60000 65536"/>
                <a:gd name="T8" fmla="*/ 0 60000 65536"/>
                <a:gd name="T9" fmla="*/ 0 w 1"/>
                <a:gd name="T10" fmla="*/ 0 h 1303"/>
                <a:gd name="T11" fmla="*/ 1 w 1"/>
                <a:gd name="T12" fmla="*/ 1303 h 13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303">
                  <a:moveTo>
                    <a:pt x="0" y="130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5" name="Freeform 126"/>
            <p:cNvSpPr>
              <a:spLocks/>
            </p:cNvSpPr>
            <p:nvPr/>
          </p:nvSpPr>
          <p:spPr bwMode="auto">
            <a:xfrm>
              <a:off x="1500" y="746"/>
              <a:ext cx="1" cy="754"/>
            </a:xfrm>
            <a:custGeom>
              <a:avLst/>
              <a:gdLst>
                <a:gd name="T0" fmla="*/ 0 w 1"/>
                <a:gd name="T1" fmla="*/ 754 h 754"/>
                <a:gd name="T2" fmla="*/ 0 w 1"/>
                <a:gd name="T3" fmla="*/ 0 h 754"/>
                <a:gd name="T4" fmla="*/ 1 w 1"/>
                <a:gd name="T5" fmla="*/ 0 h 754"/>
                <a:gd name="T6" fmla="*/ 0 60000 65536"/>
                <a:gd name="T7" fmla="*/ 0 60000 65536"/>
                <a:gd name="T8" fmla="*/ 0 60000 65536"/>
                <a:gd name="T9" fmla="*/ 0 w 1"/>
                <a:gd name="T10" fmla="*/ 0 h 754"/>
                <a:gd name="T11" fmla="*/ 1 w 1"/>
                <a:gd name="T12" fmla="*/ 754 h 75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54">
                  <a:moveTo>
                    <a:pt x="0" y="75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6" name="Freeform 127"/>
            <p:cNvSpPr>
              <a:spLocks/>
            </p:cNvSpPr>
            <p:nvPr/>
          </p:nvSpPr>
          <p:spPr bwMode="auto">
            <a:xfrm>
              <a:off x="779" y="1372"/>
              <a:ext cx="1" cy="180"/>
            </a:xfrm>
            <a:custGeom>
              <a:avLst/>
              <a:gdLst>
                <a:gd name="T0" fmla="*/ 0 w 2"/>
                <a:gd name="T1" fmla="*/ 60 h 540"/>
                <a:gd name="T2" fmla="*/ 0 w 2"/>
                <a:gd name="T3" fmla="*/ 0 h 540"/>
                <a:gd name="T4" fmla="*/ 1 w 2"/>
                <a:gd name="T5" fmla="*/ 0 h 540"/>
                <a:gd name="T6" fmla="*/ 0 60000 65536"/>
                <a:gd name="T7" fmla="*/ 0 60000 65536"/>
                <a:gd name="T8" fmla="*/ 0 60000 65536"/>
                <a:gd name="T9" fmla="*/ 0 w 2"/>
                <a:gd name="T10" fmla="*/ 0 h 540"/>
                <a:gd name="T11" fmla="*/ 2 w 2"/>
                <a:gd name="T12" fmla="*/ 540 h 5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540">
                  <a:moveTo>
                    <a:pt x="0" y="54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7" name="Freeform 128"/>
            <p:cNvSpPr>
              <a:spLocks/>
            </p:cNvSpPr>
            <p:nvPr/>
          </p:nvSpPr>
          <p:spPr bwMode="auto">
            <a:xfrm>
              <a:off x="949" y="1372"/>
              <a:ext cx="1" cy="180"/>
            </a:xfrm>
            <a:custGeom>
              <a:avLst/>
              <a:gdLst>
                <a:gd name="T0" fmla="*/ 0 w 1"/>
                <a:gd name="T1" fmla="*/ 60 h 540"/>
                <a:gd name="T2" fmla="*/ 0 w 1"/>
                <a:gd name="T3" fmla="*/ 0 h 540"/>
                <a:gd name="T4" fmla="*/ 1 w 1"/>
                <a:gd name="T5" fmla="*/ 0 h 540"/>
                <a:gd name="T6" fmla="*/ 0 60000 65536"/>
                <a:gd name="T7" fmla="*/ 0 60000 65536"/>
                <a:gd name="T8" fmla="*/ 0 60000 65536"/>
                <a:gd name="T9" fmla="*/ 0 w 1"/>
                <a:gd name="T10" fmla="*/ 0 h 540"/>
                <a:gd name="T11" fmla="*/ 1 w 1"/>
                <a:gd name="T12" fmla="*/ 540 h 5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40">
                  <a:moveTo>
                    <a:pt x="0" y="54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8" name="Freeform 129"/>
            <p:cNvSpPr>
              <a:spLocks/>
            </p:cNvSpPr>
            <p:nvPr/>
          </p:nvSpPr>
          <p:spPr bwMode="auto">
            <a:xfrm>
              <a:off x="715" y="1372"/>
              <a:ext cx="297" cy="1"/>
            </a:xfrm>
            <a:custGeom>
              <a:avLst/>
              <a:gdLst>
                <a:gd name="T0" fmla="*/ 0 w 891"/>
                <a:gd name="T1" fmla="*/ 0 h 1"/>
                <a:gd name="T2" fmla="*/ 99 w 891"/>
                <a:gd name="T3" fmla="*/ 0 h 1"/>
                <a:gd name="T4" fmla="*/ 99 w 891"/>
                <a:gd name="T5" fmla="*/ 0 h 1"/>
                <a:gd name="T6" fmla="*/ 0 60000 65536"/>
                <a:gd name="T7" fmla="*/ 0 60000 65536"/>
                <a:gd name="T8" fmla="*/ 0 60000 65536"/>
                <a:gd name="T9" fmla="*/ 0 w 891"/>
                <a:gd name="T10" fmla="*/ 0 h 1"/>
                <a:gd name="T11" fmla="*/ 891 w 89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91" h="1">
                  <a:moveTo>
                    <a:pt x="0" y="0"/>
                  </a:moveTo>
                  <a:lnTo>
                    <a:pt x="890" y="0"/>
                  </a:lnTo>
                  <a:lnTo>
                    <a:pt x="89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79" name="Freeform 130"/>
            <p:cNvSpPr>
              <a:spLocks/>
            </p:cNvSpPr>
            <p:nvPr/>
          </p:nvSpPr>
          <p:spPr bwMode="auto">
            <a:xfrm>
              <a:off x="715" y="1255"/>
              <a:ext cx="1" cy="117"/>
            </a:xfrm>
            <a:custGeom>
              <a:avLst/>
              <a:gdLst>
                <a:gd name="T0" fmla="*/ 0 w 1"/>
                <a:gd name="T1" fmla="*/ 39 h 351"/>
                <a:gd name="T2" fmla="*/ 0 w 1"/>
                <a:gd name="T3" fmla="*/ 0 h 351"/>
                <a:gd name="T4" fmla="*/ 1 w 1"/>
                <a:gd name="T5" fmla="*/ 0 h 351"/>
                <a:gd name="T6" fmla="*/ 0 60000 65536"/>
                <a:gd name="T7" fmla="*/ 0 60000 65536"/>
                <a:gd name="T8" fmla="*/ 0 60000 65536"/>
                <a:gd name="T9" fmla="*/ 0 w 1"/>
                <a:gd name="T10" fmla="*/ 0 h 351"/>
                <a:gd name="T11" fmla="*/ 1 w 1"/>
                <a:gd name="T12" fmla="*/ 351 h 3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51">
                  <a:moveTo>
                    <a:pt x="0" y="35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80" name="Freeform 131"/>
            <p:cNvSpPr>
              <a:spLocks/>
            </p:cNvSpPr>
            <p:nvPr/>
          </p:nvSpPr>
          <p:spPr bwMode="auto">
            <a:xfrm>
              <a:off x="1012" y="1255"/>
              <a:ext cx="1" cy="117"/>
            </a:xfrm>
            <a:custGeom>
              <a:avLst/>
              <a:gdLst>
                <a:gd name="T0" fmla="*/ 0 w 1"/>
                <a:gd name="T1" fmla="*/ 39 h 351"/>
                <a:gd name="T2" fmla="*/ 0 w 1"/>
                <a:gd name="T3" fmla="*/ 0 h 351"/>
                <a:gd name="T4" fmla="*/ 1 w 1"/>
                <a:gd name="T5" fmla="*/ 0 h 351"/>
                <a:gd name="T6" fmla="*/ 0 60000 65536"/>
                <a:gd name="T7" fmla="*/ 0 60000 65536"/>
                <a:gd name="T8" fmla="*/ 0 60000 65536"/>
                <a:gd name="T9" fmla="*/ 0 w 1"/>
                <a:gd name="T10" fmla="*/ 0 h 351"/>
                <a:gd name="T11" fmla="*/ 1 w 1"/>
                <a:gd name="T12" fmla="*/ 351 h 3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51">
                  <a:moveTo>
                    <a:pt x="0" y="35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81" name="Freeform 132"/>
            <p:cNvSpPr>
              <a:spLocks/>
            </p:cNvSpPr>
            <p:nvPr/>
          </p:nvSpPr>
          <p:spPr bwMode="auto">
            <a:xfrm>
              <a:off x="1924" y="1350"/>
              <a:ext cx="288" cy="1"/>
            </a:xfrm>
            <a:custGeom>
              <a:avLst/>
              <a:gdLst>
                <a:gd name="T0" fmla="*/ 96 w 864"/>
                <a:gd name="T1" fmla="*/ 0 h 1"/>
                <a:gd name="T2" fmla="*/ 0 w 864"/>
                <a:gd name="T3" fmla="*/ 0 h 1"/>
                <a:gd name="T4" fmla="*/ 0 w 864"/>
                <a:gd name="T5" fmla="*/ 0 h 1"/>
                <a:gd name="T6" fmla="*/ 0 60000 65536"/>
                <a:gd name="T7" fmla="*/ 0 60000 65536"/>
                <a:gd name="T8" fmla="*/ 0 60000 65536"/>
                <a:gd name="T9" fmla="*/ 0 w 864"/>
                <a:gd name="T10" fmla="*/ 0 h 1"/>
                <a:gd name="T11" fmla="*/ 864 w 86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4" h="1">
                  <a:moveTo>
                    <a:pt x="864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82" name="Freeform 133"/>
            <p:cNvSpPr>
              <a:spLocks/>
            </p:cNvSpPr>
            <p:nvPr/>
          </p:nvSpPr>
          <p:spPr bwMode="auto">
            <a:xfrm>
              <a:off x="1911" y="1179"/>
              <a:ext cx="301" cy="1"/>
            </a:xfrm>
            <a:custGeom>
              <a:avLst/>
              <a:gdLst>
                <a:gd name="T0" fmla="*/ 301 w 301"/>
                <a:gd name="T1" fmla="*/ 1 h 1"/>
                <a:gd name="T2" fmla="*/ 0 w 301"/>
                <a:gd name="T3" fmla="*/ 0 h 1"/>
                <a:gd name="T4" fmla="*/ 0 60000 65536"/>
                <a:gd name="T5" fmla="*/ 0 60000 65536"/>
                <a:gd name="T6" fmla="*/ 0 w 301"/>
                <a:gd name="T7" fmla="*/ 0 h 1"/>
                <a:gd name="T8" fmla="*/ 301 w 301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01" h="1">
                  <a:moveTo>
                    <a:pt x="301" y="1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83" name="Freeform 134"/>
            <p:cNvSpPr>
              <a:spLocks/>
            </p:cNvSpPr>
            <p:nvPr/>
          </p:nvSpPr>
          <p:spPr bwMode="auto">
            <a:xfrm>
              <a:off x="1906" y="1180"/>
              <a:ext cx="18" cy="170"/>
            </a:xfrm>
            <a:custGeom>
              <a:avLst/>
              <a:gdLst>
                <a:gd name="T0" fmla="*/ 6 w 55"/>
                <a:gd name="T1" fmla="*/ 0 h 509"/>
                <a:gd name="T2" fmla="*/ 0 w 55"/>
                <a:gd name="T3" fmla="*/ 28 h 509"/>
                <a:gd name="T4" fmla="*/ 6 w 55"/>
                <a:gd name="T5" fmla="*/ 57 h 509"/>
                <a:gd name="T6" fmla="*/ 6 w 55"/>
                <a:gd name="T7" fmla="*/ 57 h 50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5"/>
                <a:gd name="T13" fmla="*/ 0 h 509"/>
                <a:gd name="T14" fmla="*/ 55 w 55"/>
                <a:gd name="T15" fmla="*/ 509 h 50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5" h="509">
                  <a:moveTo>
                    <a:pt x="54" y="0"/>
                  </a:moveTo>
                  <a:lnTo>
                    <a:pt x="0" y="255"/>
                  </a:lnTo>
                  <a:lnTo>
                    <a:pt x="54" y="509"/>
                  </a:lnTo>
                  <a:lnTo>
                    <a:pt x="55" y="50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84" name="Freeform 135"/>
            <p:cNvSpPr>
              <a:spLocks/>
            </p:cNvSpPr>
            <p:nvPr/>
          </p:nvSpPr>
          <p:spPr bwMode="auto">
            <a:xfrm>
              <a:off x="1922" y="1350"/>
              <a:ext cx="3" cy="150"/>
            </a:xfrm>
            <a:custGeom>
              <a:avLst/>
              <a:gdLst>
                <a:gd name="T0" fmla="*/ 0 w 3"/>
                <a:gd name="T1" fmla="*/ 150 h 150"/>
                <a:gd name="T2" fmla="*/ 2 w 3"/>
                <a:gd name="T3" fmla="*/ 0 h 150"/>
                <a:gd name="T4" fmla="*/ 3 w 3"/>
                <a:gd name="T5" fmla="*/ 0 h 150"/>
                <a:gd name="T6" fmla="*/ 0 60000 65536"/>
                <a:gd name="T7" fmla="*/ 0 60000 65536"/>
                <a:gd name="T8" fmla="*/ 0 60000 65536"/>
                <a:gd name="T9" fmla="*/ 0 w 3"/>
                <a:gd name="T10" fmla="*/ 0 h 150"/>
                <a:gd name="T11" fmla="*/ 3 w 3"/>
                <a:gd name="T12" fmla="*/ 150 h 1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" h="150">
                  <a:moveTo>
                    <a:pt x="0" y="150"/>
                  </a:moveTo>
                  <a:lnTo>
                    <a:pt x="2" y="0"/>
                  </a:lnTo>
                  <a:lnTo>
                    <a:pt x="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85" name="Freeform 136"/>
            <p:cNvSpPr>
              <a:spLocks/>
            </p:cNvSpPr>
            <p:nvPr/>
          </p:nvSpPr>
          <p:spPr bwMode="auto">
            <a:xfrm>
              <a:off x="1500" y="746"/>
              <a:ext cx="424" cy="1"/>
            </a:xfrm>
            <a:custGeom>
              <a:avLst/>
              <a:gdLst>
                <a:gd name="T0" fmla="*/ 0 w 1273"/>
                <a:gd name="T1" fmla="*/ 0 h 1"/>
                <a:gd name="T2" fmla="*/ 141 w 1273"/>
                <a:gd name="T3" fmla="*/ 0 h 1"/>
                <a:gd name="T4" fmla="*/ 141 w 1273"/>
                <a:gd name="T5" fmla="*/ 0 h 1"/>
                <a:gd name="T6" fmla="*/ 0 60000 65536"/>
                <a:gd name="T7" fmla="*/ 0 60000 65536"/>
                <a:gd name="T8" fmla="*/ 0 60000 65536"/>
                <a:gd name="T9" fmla="*/ 0 w 1273"/>
                <a:gd name="T10" fmla="*/ 0 h 1"/>
                <a:gd name="T11" fmla="*/ 1273 w 12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73" h="1">
                  <a:moveTo>
                    <a:pt x="0" y="0"/>
                  </a:moveTo>
                  <a:lnTo>
                    <a:pt x="1272" y="0"/>
                  </a:lnTo>
                  <a:lnTo>
                    <a:pt x="127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86" name="Freeform 137"/>
            <p:cNvSpPr>
              <a:spLocks/>
            </p:cNvSpPr>
            <p:nvPr/>
          </p:nvSpPr>
          <p:spPr bwMode="auto">
            <a:xfrm>
              <a:off x="1457" y="703"/>
              <a:ext cx="43" cy="43"/>
            </a:xfrm>
            <a:custGeom>
              <a:avLst/>
              <a:gdLst>
                <a:gd name="T0" fmla="*/ 0 w 128"/>
                <a:gd name="T1" fmla="*/ 0 h 128"/>
                <a:gd name="T2" fmla="*/ 14 w 128"/>
                <a:gd name="T3" fmla="*/ 14 h 128"/>
                <a:gd name="T4" fmla="*/ 14 w 128"/>
                <a:gd name="T5" fmla="*/ 14 h 128"/>
                <a:gd name="T6" fmla="*/ 0 60000 65536"/>
                <a:gd name="T7" fmla="*/ 0 60000 65536"/>
                <a:gd name="T8" fmla="*/ 0 60000 65536"/>
                <a:gd name="T9" fmla="*/ 0 w 128"/>
                <a:gd name="T10" fmla="*/ 0 h 128"/>
                <a:gd name="T11" fmla="*/ 128 w 128"/>
                <a:gd name="T12" fmla="*/ 128 h 1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8" h="128">
                  <a:moveTo>
                    <a:pt x="0" y="0"/>
                  </a:moveTo>
                  <a:lnTo>
                    <a:pt x="127" y="128"/>
                  </a:lnTo>
                  <a:lnTo>
                    <a:pt x="128" y="12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87" name="Freeform 138"/>
            <p:cNvSpPr>
              <a:spLocks/>
            </p:cNvSpPr>
            <p:nvPr/>
          </p:nvSpPr>
          <p:spPr bwMode="auto">
            <a:xfrm>
              <a:off x="1924" y="703"/>
              <a:ext cx="42" cy="43"/>
            </a:xfrm>
            <a:custGeom>
              <a:avLst/>
              <a:gdLst>
                <a:gd name="T0" fmla="*/ 0 w 128"/>
                <a:gd name="T1" fmla="*/ 14 h 128"/>
                <a:gd name="T2" fmla="*/ 14 w 128"/>
                <a:gd name="T3" fmla="*/ 0 h 128"/>
                <a:gd name="T4" fmla="*/ 14 w 128"/>
                <a:gd name="T5" fmla="*/ 0 h 128"/>
                <a:gd name="T6" fmla="*/ 0 60000 65536"/>
                <a:gd name="T7" fmla="*/ 0 60000 65536"/>
                <a:gd name="T8" fmla="*/ 0 60000 65536"/>
                <a:gd name="T9" fmla="*/ 0 w 128"/>
                <a:gd name="T10" fmla="*/ 0 h 128"/>
                <a:gd name="T11" fmla="*/ 128 w 128"/>
                <a:gd name="T12" fmla="*/ 128 h 1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8" h="128">
                  <a:moveTo>
                    <a:pt x="0" y="128"/>
                  </a:moveTo>
                  <a:lnTo>
                    <a:pt x="127" y="0"/>
                  </a:lnTo>
                  <a:lnTo>
                    <a:pt x="12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180" name="Group 139"/>
          <p:cNvGrpSpPr>
            <a:grpSpLocks/>
          </p:cNvGrpSpPr>
          <p:nvPr/>
        </p:nvGrpSpPr>
        <p:grpSpPr bwMode="auto">
          <a:xfrm>
            <a:off x="965200" y="3142019"/>
            <a:ext cx="2657475" cy="1728787"/>
            <a:chOff x="981" y="1615"/>
            <a:chExt cx="1674" cy="1089"/>
          </a:xfrm>
        </p:grpSpPr>
        <p:sp>
          <p:nvSpPr>
            <p:cNvPr id="7237" name="Freeform 140"/>
            <p:cNvSpPr>
              <a:spLocks/>
            </p:cNvSpPr>
            <p:nvPr/>
          </p:nvSpPr>
          <p:spPr bwMode="auto">
            <a:xfrm>
              <a:off x="1670" y="2045"/>
              <a:ext cx="467" cy="1"/>
            </a:xfrm>
            <a:custGeom>
              <a:avLst/>
              <a:gdLst>
                <a:gd name="T0" fmla="*/ 0 w 1400"/>
                <a:gd name="T1" fmla="*/ 0 h 1"/>
                <a:gd name="T2" fmla="*/ 156 w 1400"/>
                <a:gd name="T3" fmla="*/ 0 h 1"/>
                <a:gd name="T4" fmla="*/ 156 w 1400"/>
                <a:gd name="T5" fmla="*/ 0 h 1"/>
                <a:gd name="T6" fmla="*/ 0 60000 65536"/>
                <a:gd name="T7" fmla="*/ 0 60000 65536"/>
                <a:gd name="T8" fmla="*/ 0 60000 65536"/>
                <a:gd name="T9" fmla="*/ 0 w 1400"/>
                <a:gd name="T10" fmla="*/ 0 h 1"/>
                <a:gd name="T11" fmla="*/ 1400 w 140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00" h="1">
                  <a:moveTo>
                    <a:pt x="0" y="0"/>
                  </a:moveTo>
                  <a:lnTo>
                    <a:pt x="1399" y="0"/>
                  </a:lnTo>
                  <a:lnTo>
                    <a:pt x="140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38" name="Freeform 141"/>
            <p:cNvSpPr>
              <a:spLocks/>
            </p:cNvSpPr>
            <p:nvPr/>
          </p:nvSpPr>
          <p:spPr bwMode="auto">
            <a:xfrm>
              <a:off x="2186" y="2045"/>
              <a:ext cx="23" cy="1"/>
            </a:xfrm>
            <a:custGeom>
              <a:avLst/>
              <a:gdLst>
                <a:gd name="T0" fmla="*/ 0 w 69"/>
                <a:gd name="T1" fmla="*/ 0 h 1"/>
                <a:gd name="T2" fmla="*/ 8 w 69"/>
                <a:gd name="T3" fmla="*/ 0 h 1"/>
                <a:gd name="T4" fmla="*/ 8 w 69"/>
                <a:gd name="T5" fmla="*/ 0 h 1"/>
                <a:gd name="T6" fmla="*/ 0 60000 65536"/>
                <a:gd name="T7" fmla="*/ 0 60000 65536"/>
                <a:gd name="T8" fmla="*/ 0 60000 65536"/>
                <a:gd name="T9" fmla="*/ 0 w 69"/>
                <a:gd name="T10" fmla="*/ 0 h 1"/>
                <a:gd name="T11" fmla="*/ 69 w 6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" h="1">
                  <a:moveTo>
                    <a:pt x="0" y="0"/>
                  </a:moveTo>
                  <a:lnTo>
                    <a:pt x="68" y="0"/>
                  </a:lnTo>
                  <a:lnTo>
                    <a:pt x="6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39" name="Freeform 142"/>
            <p:cNvSpPr>
              <a:spLocks/>
            </p:cNvSpPr>
            <p:nvPr/>
          </p:nvSpPr>
          <p:spPr bwMode="auto">
            <a:xfrm>
              <a:off x="2250" y="2045"/>
              <a:ext cx="405" cy="1"/>
            </a:xfrm>
            <a:custGeom>
              <a:avLst/>
              <a:gdLst>
                <a:gd name="T0" fmla="*/ 0 w 1215"/>
                <a:gd name="T1" fmla="*/ 0 h 1"/>
                <a:gd name="T2" fmla="*/ 135 w 1215"/>
                <a:gd name="T3" fmla="*/ 0 h 1"/>
                <a:gd name="T4" fmla="*/ 135 w 1215"/>
                <a:gd name="T5" fmla="*/ 0 h 1"/>
                <a:gd name="T6" fmla="*/ 0 60000 65536"/>
                <a:gd name="T7" fmla="*/ 0 60000 65536"/>
                <a:gd name="T8" fmla="*/ 0 60000 65536"/>
                <a:gd name="T9" fmla="*/ 0 w 1215"/>
                <a:gd name="T10" fmla="*/ 0 h 1"/>
                <a:gd name="T11" fmla="*/ 1215 w 121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15" h="1">
                  <a:moveTo>
                    <a:pt x="0" y="0"/>
                  </a:moveTo>
                  <a:lnTo>
                    <a:pt x="1213" y="0"/>
                  </a:lnTo>
                  <a:lnTo>
                    <a:pt x="121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40" name="Oval 143"/>
            <p:cNvSpPr>
              <a:spLocks noChangeArrowheads="1"/>
            </p:cNvSpPr>
            <p:nvPr/>
          </p:nvSpPr>
          <p:spPr bwMode="auto">
            <a:xfrm>
              <a:off x="1089" y="2287"/>
              <a:ext cx="295" cy="292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7241" name="Oval 144"/>
            <p:cNvSpPr>
              <a:spLocks noChangeArrowheads="1"/>
            </p:cNvSpPr>
            <p:nvPr/>
          </p:nvSpPr>
          <p:spPr bwMode="auto">
            <a:xfrm>
              <a:off x="1153" y="2353"/>
              <a:ext cx="164" cy="16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7242" name="Oval 145"/>
            <p:cNvSpPr>
              <a:spLocks noChangeArrowheads="1"/>
            </p:cNvSpPr>
            <p:nvPr/>
          </p:nvSpPr>
          <p:spPr bwMode="auto">
            <a:xfrm>
              <a:off x="1725" y="1686"/>
              <a:ext cx="718" cy="72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7243" name="Oval 146"/>
            <p:cNvSpPr>
              <a:spLocks noChangeArrowheads="1"/>
            </p:cNvSpPr>
            <p:nvPr/>
          </p:nvSpPr>
          <p:spPr bwMode="auto">
            <a:xfrm>
              <a:off x="1873" y="1836"/>
              <a:ext cx="424" cy="419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7244" name="Oval 147"/>
            <p:cNvSpPr>
              <a:spLocks noChangeArrowheads="1"/>
            </p:cNvSpPr>
            <p:nvPr/>
          </p:nvSpPr>
          <p:spPr bwMode="auto">
            <a:xfrm>
              <a:off x="1830" y="1798"/>
              <a:ext cx="509" cy="502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7245" name="Freeform 148"/>
            <p:cNvSpPr>
              <a:spLocks/>
            </p:cNvSpPr>
            <p:nvPr/>
          </p:nvSpPr>
          <p:spPr bwMode="auto">
            <a:xfrm>
              <a:off x="1237" y="1758"/>
              <a:ext cx="1" cy="386"/>
            </a:xfrm>
            <a:custGeom>
              <a:avLst/>
              <a:gdLst>
                <a:gd name="T0" fmla="*/ 0 w 1"/>
                <a:gd name="T1" fmla="*/ 0 h 1156"/>
                <a:gd name="T2" fmla="*/ 0 w 1"/>
                <a:gd name="T3" fmla="*/ 129 h 1156"/>
                <a:gd name="T4" fmla="*/ 1 w 1"/>
                <a:gd name="T5" fmla="*/ 129 h 1156"/>
                <a:gd name="T6" fmla="*/ 0 60000 65536"/>
                <a:gd name="T7" fmla="*/ 0 60000 65536"/>
                <a:gd name="T8" fmla="*/ 0 60000 65536"/>
                <a:gd name="T9" fmla="*/ 0 w 1"/>
                <a:gd name="T10" fmla="*/ 0 h 1156"/>
                <a:gd name="T11" fmla="*/ 1 w 1"/>
                <a:gd name="T12" fmla="*/ 1156 h 11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156">
                  <a:moveTo>
                    <a:pt x="0" y="0"/>
                  </a:moveTo>
                  <a:lnTo>
                    <a:pt x="0" y="1156"/>
                  </a:lnTo>
                  <a:lnTo>
                    <a:pt x="1" y="115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46" name="Freeform 149"/>
            <p:cNvSpPr>
              <a:spLocks/>
            </p:cNvSpPr>
            <p:nvPr/>
          </p:nvSpPr>
          <p:spPr bwMode="auto">
            <a:xfrm>
              <a:off x="2585" y="1876"/>
              <a:ext cx="1" cy="339"/>
            </a:xfrm>
            <a:custGeom>
              <a:avLst/>
              <a:gdLst>
                <a:gd name="T0" fmla="*/ 0 w 1"/>
                <a:gd name="T1" fmla="*/ 0 h 1018"/>
                <a:gd name="T2" fmla="*/ 0 w 1"/>
                <a:gd name="T3" fmla="*/ 113 h 1018"/>
                <a:gd name="T4" fmla="*/ 1 w 1"/>
                <a:gd name="T5" fmla="*/ 113 h 1018"/>
                <a:gd name="T6" fmla="*/ 0 60000 65536"/>
                <a:gd name="T7" fmla="*/ 0 60000 65536"/>
                <a:gd name="T8" fmla="*/ 0 60000 65536"/>
                <a:gd name="T9" fmla="*/ 0 w 1"/>
                <a:gd name="T10" fmla="*/ 0 h 1018"/>
                <a:gd name="T11" fmla="*/ 1 w 1"/>
                <a:gd name="T12" fmla="*/ 1018 h 10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018">
                  <a:moveTo>
                    <a:pt x="0" y="0"/>
                  </a:moveTo>
                  <a:lnTo>
                    <a:pt x="0" y="1018"/>
                  </a:lnTo>
                  <a:lnTo>
                    <a:pt x="1" y="101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247" name="Group 150"/>
            <p:cNvGrpSpPr>
              <a:grpSpLocks/>
            </p:cNvGrpSpPr>
            <p:nvPr/>
          </p:nvGrpSpPr>
          <p:grpSpPr bwMode="auto">
            <a:xfrm>
              <a:off x="1534" y="1685"/>
              <a:ext cx="1" cy="1018"/>
              <a:chOff x="1534" y="1685"/>
              <a:chExt cx="1" cy="1018"/>
            </a:xfrm>
          </p:grpSpPr>
          <p:sp>
            <p:nvSpPr>
              <p:cNvPr id="7267" name="Freeform 151"/>
              <p:cNvSpPr>
                <a:spLocks/>
              </p:cNvSpPr>
              <p:nvPr/>
            </p:nvSpPr>
            <p:spPr bwMode="auto">
              <a:xfrm>
                <a:off x="1534" y="1685"/>
                <a:ext cx="1" cy="112"/>
              </a:xfrm>
              <a:custGeom>
                <a:avLst/>
                <a:gdLst>
                  <a:gd name="T0" fmla="*/ 0 w 1"/>
                  <a:gd name="T1" fmla="*/ 0 h 336"/>
                  <a:gd name="T2" fmla="*/ 0 w 1"/>
                  <a:gd name="T3" fmla="*/ 37 h 336"/>
                  <a:gd name="T4" fmla="*/ 1 w 1"/>
                  <a:gd name="T5" fmla="*/ 37 h 33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36"/>
                  <a:gd name="T11" fmla="*/ 1 w 1"/>
                  <a:gd name="T12" fmla="*/ 336 h 3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36">
                    <a:moveTo>
                      <a:pt x="0" y="0"/>
                    </a:moveTo>
                    <a:lnTo>
                      <a:pt x="0" y="336"/>
                    </a:lnTo>
                    <a:lnTo>
                      <a:pt x="1" y="33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68" name="Freeform 152"/>
              <p:cNvSpPr>
                <a:spLocks/>
              </p:cNvSpPr>
              <p:nvPr/>
            </p:nvSpPr>
            <p:spPr bwMode="auto">
              <a:xfrm>
                <a:off x="1534" y="1828"/>
                <a:ext cx="1" cy="122"/>
              </a:xfrm>
              <a:custGeom>
                <a:avLst/>
                <a:gdLst>
                  <a:gd name="T0" fmla="*/ 0 w 1"/>
                  <a:gd name="T1" fmla="*/ 0 h 367"/>
                  <a:gd name="T2" fmla="*/ 0 w 1"/>
                  <a:gd name="T3" fmla="*/ 41 h 367"/>
                  <a:gd name="T4" fmla="*/ 1 w 1"/>
                  <a:gd name="T5" fmla="*/ 41 h 36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67"/>
                  <a:gd name="T11" fmla="*/ 1 w 1"/>
                  <a:gd name="T12" fmla="*/ 367 h 3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67">
                    <a:moveTo>
                      <a:pt x="0" y="0"/>
                    </a:moveTo>
                    <a:lnTo>
                      <a:pt x="0" y="367"/>
                    </a:lnTo>
                    <a:lnTo>
                      <a:pt x="1" y="367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69" name="Freeform 153"/>
              <p:cNvSpPr>
                <a:spLocks/>
              </p:cNvSpPr>
              <p:nvPr/>
            </p:nvSpPr>
            <p:spPr bwMode="auto">
              <a:xfrm>
                <a:off x="1534" y="1980"/>
                <a:ext cx="1" cy="122"/>
              </a:xfrm>
              <a:custGeom>
                <a:avLst/>
                <a:gdLst>
                  <a:gd name="T0" fmla="*/ 0 w 1"/>
                  <a:gd name="T1" fmla="*/ 0 h 366"/>
                  <a:gd name="T2" fmla="*/ 0 w 1"/>
                  <a:gd name="T3" fmla="*/ 41 h 366"/>
                  <a:gd name="T4" fmla="*/ 1 w 1"/>
                  <a:gd name="T5" fmla="*/ 41 h 36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66"/>
                  <a:gd name="T11" fmla="*/ 1 w 1"/>
                  <a:gd name="T12" fmla="*/ 366 h 3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66">
                    <a:moveTo>
                      <a:pt x="0" y="0"/>
                    </a:moveTo>
                    <a:lnTo>
                      <a:pt x="0" y="366"/>
                    </a:lnTo>
                    <a:lnTo>
                      <a:pt x="1" y="36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0" name="Freeform 154"/>
              <p:cNvSpPr>
                <a:spLocks/>
              </p:cNvSpPr>
              <p:nvPr/>
            </p:nvSpPr>
            <p:spPr bwMode="auto">
              <a:xfrm>
                <a:off x="1534" y="2133"/>
                <a:ext cx="1" cy="122"/>
              </a:xfrm>
              <a:custGeom>
                <a:avLst/>
                <a:gdLst>
                  <a:gd name="T0" fmla="*/ 0 w 1"/>
                  <a:gd name="T1" fmla="*/ 0 h 367"/>
                  <a:gd name="T2" fmla="*/ 0 w 1"/>
                  <a:gd name="T3" fmla="*/ 41 h 367"/>
                  <a:gd name="T4" fmla="*/ 1 w 1"/>
                  <a:gd name="T5" fmla="*/ 41 h 36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67"/>
                  <a:gd name="T11" fmla="*/ 1 w 1"/>
                  <a:gd name="T12" fmla="*/ 367 h 3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67">
                    <a:moveTo>
                      <a:pt x="0" y="0"/>
                    </a:moveTo>
                    <a:lnTo>
                      <a:pt x="0" y="367"/>
                    </a:lnTo>
                    <a:lnTo>
                      <a:pt x="1" y="367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1" name="Freeform 155"/>
              <p:cNvSpPr>
                <a:spLocks/>
              </p:cNvSpPr>
              <p:nvPr/>
            </p:nvSpPr>
            <p:spPr bwMode="auto">
              <a:xfrm>
                <a:off x="1534" y="2286"/>
                <a:ext cx="1" cy="122"/>
              </a:xfrm>
              <a:custGeom>
                <a:avLst/>
                <a:gdLst>
                  <a:gd name="T0" fmla="*/ 0 w 1"/>
                  <a:gd name="T1" fmla="*/ 0 h 366"/>
                  <a:gd name="T2" fmla="*/ 0 w 1"/>
                  <a:gd name="T3" fmla="*/ 41 h 366"/>
                  <a:gd name="T4" fmla="*/ 1 w 1"/>
                  <a:gd name="T5" fmla="*/ 41 h 36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66"/>
                  <a:gd name="T11" fmla="*/ 1 w 1"/>
                  <a:gd name="T12" fmla="*/ 366 h 3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66">
                    <a:moveTo>
                      <a:pt x="0" y="0"/>
                    </a:moveTo>
                    <a:lnTo>
                      <a:pt x="0" y="366"/>
                    </a:lnTo>
                    <a:lnTo>
                      <a:pt x="1" y="36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2" name="Freeform 156"/>
              <p:cNvSpPr>
                <a:spLocks/>
              </p:cNvSpPr>
              <p:nvPr/>
            </p:nvSpPr>
            <p:spPr bwMode="auto">
              <a:xfrm>
                <a:off x="1534" y="2438"/>
                <a:ext cx="1" cy="123"/>
              </a:xfrm>
              <a:custGeom>
                <a:avLst/>
                <a:gdLst>
                  <a:gd name="T0" fmla="*/ 0 w 1"/>
                  <a:gd name="T1" fmla="*/ 0 h 367"/>
                  <a:gd name="T2" fmla="*/ 0 w 1"/>
                  <a:gd name="T3" fmla="*/ 41 h 367"/>
                  <a:gd name="T4" fmla="*/ 1 w 1"/>
                  <a:gd name="T5" fmla="*/ 41 h 36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67"/>
                  <a:gd name="T11" fmla="*/ 1 w 1"/>
                  <a:gd name="T12" fmla="*/ 367 h 3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67">
                    <a:moveTo>
                      <a:pt x="0" y="0"/>
                    </a:moveTo>
                    <a:lnTo>
                      <a:pt x="0" y="367"/>
                    </a:lnTo>
                    <a:lnTo>
                      <a:pt x="1" y="367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73" name="Freeform 157"/>
              <p:cNvSpPr>
                <a:spLocks/>
              </p:cNvSpPr>
              <p:nvPr/>
            </p:nvSpPr>
            <p:spPr bwMode="auto">
              <a:xfrm>
                <a:off x="1534" y="2591"/>
                <a:ext cx="1" cy="112"/>
              </a:xfrm>
              <a:custGeom>
                <a:avLst/>
                <a:gdLst>
                  <a:gd name="T0" fmla="*/ 0 w 1"/>
                  <a:gd name="T1" fmla="*/ 0 h 337"/>
                  <a:gd name="T2" fmla="*/ 0 w 1"/>
                  <a:gd name="T3" fmla="*/ 37 h 337"/>
                  <a:gd name="T4" fmla="*/ 1 w 1"/>
                  <a:gd name="T5" fmla="*/ 37 h 33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37"/>
                  <a:gd name="T11" fmla="*/ 1 w 1"/>
                  <a:gd name="T12" fmla="*/ 337 h 33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37">
                    <a:moveTo>
                      <a:pt x="0" y="0"/>
                    </a:moveTo>
                    <a:lnTo>
                      <a:pt x="0" y="337"/>
                    </a:lnTo>
                    <a:lnTo>
                      <a:pt x="1" y="337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248" name="Freeform 158"/>
            <p:cNvSpPr>
              <a:spLocks/>
            </p:cNvSpPr>
            <p:nvPr/>
          </p:nvSpPr>
          <p:spPr bwMode="auto">
            <a:xfrm>
              <a:off x="983" y="1727"/>
              <a:ext cx="1" cy="933"/>
            </a:xfrm>
            <a:custGeom>
              <a:avLst/>
              <a:gdLst>
                <a:gd name="T0" fmla="*/ 0 w 1"/>
                <a:gd name="T1" fmla="*/ 0 h 2799"/>
                <a:gd name="T2" fmla="*/ 0 w 1"/>
                <a:gd name="T3" fmla="*/ 311 h 2799"/>
                <a:gd name="T4" fmla="*/ 1 w 1"/>
                <a:gd name="T5" fmla="*/ 311 h 2799"/>
                <a:gd name="T6" fmla="*/ 0 60000 65536"/>
                <a:gd name="T7" fmla="*/ 0 60000 65536"/>
                <a:gd name="T8" fmla="*/ 0 60000 65536"/>
                <a:gd name="T9" fmla="*/ 0 w 1"/>
                <a:gd name="T10" fmla="*/ 0 h 2799"/>
                <a:gd name="T11" fmla="*/ 1 w 1"/>
                <a:gd name="T12" fmla="*/ 2799 h 27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799">
                  <a:moveTo>
                    <a:pt x="0" y="0"/>
                  </a:moveTo>
                  <a:lnTo>
                    <a:pt x="0" y="2799"/>
                  </a:lnTo>
                  <a:lnTo>
                    <a:pt x="1" y="279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49" name="Freeform 159"/>
            <p:cNvSpPr>
              <a:spLocks/>
            </p:cNvSpPr>
            <p:nvPr/>
          </p:nvSpPr>
          <p:spPr bwMode="auto">
            <a:xfrm>
              <a:off x="1534" y="2372"/>
              <a:ext cx="704" cy="331"/>
            </a:xfrm>
            <a:custGeom>
              <a:avLst/>
              <a:gdLst>
                <a:gd name="T0" fmla="*/ 0 w 2114"/>
                <a:gd name="T1" fmla="*/ 110 h 995"/>
                <a:gd name="T2" fmla="*/ 234 w 2114"/>
                <a:gd name="T3" fmla="*/ 0 h 995"/>
                <a:gd name="T4" fmla="*/ 234 w 2114"/>
                <a:gd name="T5" fmla="*/ 0 h 995"/>
                <a:gd name="T6" fmla="*/ 0 60000 65536"/>
                <a:gd name="T7" fmla="*/ 0 60000 65536"/>
                <a:gd name="T8" fmla="*/ 0 60000 65536"/>
                <a:gd name="T9" fmla="*/ 0 w 2114"/>
                <a:gd name="T10" fmla="*/ 0 h 995"/>
                <a:gd name="T11" fmla="*/ 2114 w 2114"/>
                <a:gd name="T12" fmla="*/ 995 h 99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14" h="995">
                  <a:moveTo>
                    <a:pt x="0" y="995"/>
                  </a:moveTo>
                  <a:lnTo>
                    <a:pt x="2112" y="0"/>
                  </a:lnTo>
                  <a:lnTo>
                    <a:pt x="211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50" name="Freeform 160"/>
            <p:cNvSpPr>
              <a:spLocks/>
            </p:cNvSpPr>
            <p:nvPr/>
          </p:nvSpPr>
          <p:spPr bwMode="auto">
            <a:xfrm>
              <a:off x="1236" y="2246"/>
              <a:ext cx="1" cy="394"/>
            </a:xfrm>
            <a:custGeom>
              <a:avLst/>
              <a:gdLst>
                <a:gd name="T0" fmla="*/ 1 w 1"/>
                <a:gd name="T1" fmla="*/ 0 h 394"/>
                <a:gd name="T2" fmla="*/ 0 w 1"/>
                <a:gd name="T3" fmla="*/ 394 h 394"/>
                <a:gd name="T4" fmla="*/ 0 60000 65536"/>
                <a:gd name="T5" fmla="*/ 0 60000 65536"/>
                <a:gd name="T6" fmla="*/ 0 w 1"/>
                <a:gd name="T7" fmla="*/ 0 h 394"/>
                <a:gd name="T8" fmla="*/ 1 w 1"/>
                <a:gd name="T9" fmla="*/ 394 h 3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94">
                  <a:moveTo>
                    <a:pt x="1" y="0"/>
                  </a:moveTo>
                  <a:lnTo>
                    <a:pt x="0" y="39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51" name="Freeform 161"/>
            <p:cNvSpPr>
              <a:spLocks/>
            </p:cNvSpPr>
            <p:nvPr/>
          </p:nvSpPr>
          <p:spPr bwMode="auto">
            <a:xfrm>
              <a:off x="1025" y="2703"/>
              <a:ext cx="509" cy="1"/>
            </a:xfrm>
            <a:custGeom>
              <a:avLst/>
              <a:gdLst>
                <a:gd name="T0" fmla="*/ 170 w 1526"/>
                <a:gd name="T1" fmla="*/ 0 h 1"/>
                <a:gd name="T2" fmla="*/ 0 w 1526"/>
                <a:gd name="T3" fmla="*/ 0 h 1"/>
                <a:gd name="T4" fmla="*/ 0 w 1526"/>
                <a:gd name="T5" fmla="*/ 0 h 1"/>
                <a:gd name="T6" fmla="*/ 0 60000 65536"/>
                <a:gd name="T7" fmla="*/ 0 60000 65536"/>
                <a:gd name="T8" fmla="*/ 0 60000 65536"/>
                <a:gd name="T9" fmla="*/ 0 w 1526"/>
                <a:gd name="T10" fmla="*/ 0 h 1"/>
                <a:gd name="T11" fmla="*/ 1526 w 152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6" h="1">
                  <a:moveTo>
                    <a:pt x="1526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52" name="Freeform 162"/>
            <p:cNvSpPr>
              <a:spLocks/>
            </p:cNvSpPr>
            <p:nvPr/>
          </p:nvSpPr>
          <p:spPr bwMode="auto">
            <a:xfrm>
              <a:off x="981" y="2649"/>
              <a:ext cx="44" cy="54"/>
            </a:xfrm>
            <a:custGeom>
              <a:avLst/>
              <a:gdLst>
                <a:gd name="T0" fmla="*/ 0 w 44"/>
                <a:gd name="T1" fmla="*/ 0 h 54"/>
                <a:gd name="T2" fmla="*/ 9 w 44"/>
                <a:gd name="T3" fmla="*/ 39 h 54"/>
                <a:gd name="T4" fmla="*/ 44 w 44"/>
                <a:gd name="T5" fmla="*/ 54 h 54"/>
                <a:gd name="T6" fmla="*/ 44 w 44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4"/>
                <a:gd name="T13" fmla="*/ 0 h 54"/>
                <a:gd name="T14" fmla="*/ 44 w 44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4" h="54">
                  <a:moveTo>
                    <a:pt x="0" y="0"/>
                  </a:moveTo>
                  <a:lnTo>
                    <a:pt x="9" y="39"/>
                  </a:lnTo>
                  <a:lnTo>
                    <a:pt x="44" y="5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53" name="Freeform 163"/>
            <p:cNvSpPr>
              <a:spLocks/>
            </p:cNvSpPr>
            <p:nvPr/>
          </p:nvSpPr>
          <p:spPr bwMode="auto">
            <a:xfrm>
              <a:off x="1043" y="2436"/>
              <a:ext cx="407" cy="1"/>
            </a:xfrm>
            <a:custGeom>
              <a:avLst/>
              <a:gdLst>
                <a:gd name="T0" fmla="*/ 0 w 1220"/>
                <a:gd name="T1" fmla="*/ 0 h 1"/>
                <a:gd name="T2" fmla="*/ 136 w 1220"/>
                <a:gd name="T3" fmla="*/ 0 h 1"/>
                <a:gd name="T4" fmla="*/ 136 w 1220"/>
                <a:gd name="T5" fmla="*/ 0 h 1"/>
                <a:gd name="T6" fmla="*/ 0 60000 65536"/>
                <a:gd name="T7" fmla="*/ 0 60000 65536"/>
                <a:gd name="T8" fmla="*/ 0 60000 65536"/>
                <a:gd name="T9" fmla="*/ 0 w 1220"/>
                <a:gd name="T10" fmla="*/ 0 h 1"/>
                <a:gd name="T11" fmla="*/ 1220 w 122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20" h="1">
                  <a:moveTo>
                    <a:pt x="0" y="0"/>
                  </a:moveTo>
                  <a:lnTo>
                    <a:pt x="1219" y="0"/>
                  </a:lnTo>
                  <a:lnTo>
                    <a:pt x="122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54" name="Freeform 164"/>
            <p:cNvSpPr>
              <a:spLocks/>
            </p:cNvSpPr>
            <p:nvPr/>
          </p:nvSpPr>
          <p:spPr bwMode="auto">
            <a:xfrm>
              <a:off x="1026" y="1962"/>
              <a:ext cx="424" cy="1"/>
            </a:xfrm>
            <a:custGeom>
              <a:avLst/>
              <a:gdLst>
                <a:gd name="T0" fmla="*/ 0 w 1271"/>
                <a:gd name="T1" fmla="*/ 0 h 1"/>
                <a:gd name="T2" fmla="*/ 141 w 1271"/>
                <a:gd name="T3" fmla="*/ 0 h 1"/>
                <a:gd name="T4" fmla="*/ 141 w 1271"/>
                <a:gd name="T5" fmla="*/ 0 h 1"/>
                <a:gd name="T6" fmla="*/ 0 60000 65536"/>
                <a:gd name="T7" fmla="*/ 0 60000 65536"/>
                <a:gd name="T8" fmla="*/ 0 60000 65536"/>
                <a:gd name="T9" fmla="*/ 0 w 1271"/>
                <a:gd name="T10" fmla="*/ 0 h 1"/>
                <a:gd name="T11" fmla="*/ 1271 w 127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71" h="1">
                  <a:moveTo>
                    <a:pt x="0" y="0"/>
                  </a:moveTo>
                  <a:lnTo>
                    <a:pt x="1270" y="0"/>
                  </a:lnTo>
                  <a:lnTo>
                    <a:pt x="127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7255" name="Group 165"/>
            <p:cNvGrpSpPr>
              <a:grpSpLocks/>
            </p:cNvGrpSpPr>
            <p:nvPr/>
          </p:nvGrpSpPr>
          <p:grpSpPr bwMode="auto">
            <a:xfrm>
              <a:off x="2085" y="1615"/>
              <a:ext cx="1" cy="871"/>
              <a:chOff x="2085" y="1615"/>
              <a:chExt cx="1" cy="871"/>
            </a:xfrm>
          </p:grpSpPr>
          <p:sp>
            <p:nvSpPr>
              <p:cNvPr id="7264" name="Freeform 166"/>
              <p:cNvSpPr>
                <a:spLocks/>
              </p:cNvSpPr>
              <p:nvPr/>
            </p:nvSpPr>
            <p:spPr bwMode="auto">
              <a:xfrm>
                <a:off x="2085" y="1615"/>
                <a:ext cx="1" cy="490"/>
              </a:xfrm>
              <a:custGeom>
                <a:avLst/>
                <a:gdLst>
                  <a:gd name="T0" fmla="*/ 0 w 1"/>
                  <a:gd name="T1" fmla="*/ 0 h 1472"/>
                  <a:gd name="T2" fmla="*/ 0 w 1"/>
                  <a:gd name="T3" fmla="*/ 163 h 1472"/>
                  <a:gd name="T4" fmla="*/ 1 w 1"/>
                  <a:gd name="T5" fmla="*/ 163 h 147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472"/>
                  <a:gd name="T11" fmla="*/ 1 w 1"/>
                  <a:gd name="T12" fmla="*/ 1472 h 147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472">
                    <a:moveTo>
                      <a:pt x="0" y="0"/>
                    </a:moveTo>
                    <a:lnTo>
                      <a:pt x="0" y="1472"/>
                    </a:lnTo>
                    <a:lnTo>
                      <a:pt x="1" y="1472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65" name="Freeform 167"/>
              <p:cNvSpPr>
                <a:spLocks/>
              </p:cNvSpPr>
              <p:nvPr/>
            </p:nvSpPr>
            <p:spPr bwMode="auto">
              <a:xfrm>
                <a:off x="2085" y="2208"/>
                <a:ext cx="1" cy="278"/>
              </a:xfrm>
              <a:custGeom>
                <a:avLst/>
                <a:gdLst>
                  <a:gd name="T0" fmla="*/ 0 w 1"/>
                  <a:gd name="T1" fmla="*/ 0 h 834"/>
                  <a:gd name="T2" fmla="*/ 0 w 1"/>
                  <a:gd name="T3" fmla="*/ 93 h 834"/>
                  <a:gd name="T4" fmla="*/ 1 w 1"/>
                  <a:gd name="T5" fmla="*/ 93 h 83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834"/>
                  <a:gd name="T11" fmla="*/ 1 w 1"/>
                  <a:gd name="T12" fmla="*/ 834 h 8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834">
                    <a:moveTo>
                      <a:pt x="0" y="0"/>
                    </a:moveTo>
                    <a:lnTo>
                      <a:pt x="0" y="834"/>
                    </a:lnTo>
                    <a:lnTo>
                      <a:pt x="1" y="834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7266" name="Freeform 168"/>
              <p:cNvSpPr>
                <a:spLocks/>
              </p:cNvSpPr>
              <p:nvPr/>
            </p:nvSpPr>
            <p:spPr bwMode="auto">
              <a:xfrm>
                <a:off x="2085" y="2147"/>
                <a:ext cx="1" cy="19"/>
              </a:xfrm>
              <a:custGeom>
                <a:avLst/>
                <a:gdLst>
                  <a:gd name="T0" fmla="*/ 0 w 1"/>
                  <a:gd name="T1" fmla="*/ 0 h 56"/>
                  <a:gd name="T2" fmla="*/ 0 w 1"/>
                  <a:gd name="T3" fmla="*/ 6 h 56"/>
                  <a:gd name="T4" fmla="*/ 1 w 1"/>
                  <a:gd name="T5" fmla="*/ 6 h 5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6"/>
                  <a:gd name="T11" fmla="*/ 1 w 1"/>
                  <a:gd name="T12" fmla="*/ 56 h 5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6">
                    <a:moveTo>
                      <a:pt x="0" y="0"/>
                    </a:moveTo>
                    <a:lnTo>
                      <a:pt x="0" y="56"/>
                    </a:lnTo>
                    <a:lnTo>
                      <a:pt x="1" y="5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7256" name="Freeform 169"/>
            <p:cNvSpPr>
              <a:spLocks/>
            </p:cNvSpPr>
            <p:nvPr/>
          </p:nvSpPr>
          <p:spPr bwMode="auto">
            <a:xfrm>
              <a:off x="2542" y="2193"/>
              <a:ext cx="44" cy="65"/>
            </a:xfrm>
            <a:custGeom>
              <a:avLst/>
              <a:gdLst>
                <a:gd name="T0" fmla="*/ 0 w 44"/>
                <a:gd name="T1" fmla="*/ 65 h 65"/>
                <a:gd name="T2" fmla="*/ 30 w 44"/>
                <a:gd name="T3" fmla="*/ 53 h 65"/>
                <a:gd name="T4" fmla="*/ 41 w 44"/>
                <a:gd name="T5" fmla="*/ 33 h 65"/>
                <a:gd name="T6" fmla="*/ 44 w 44"/>
                <a:gd name="T7" fmla="*/ 0 h 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4"/>
                <a:gd name="T13" fmla="*/ 0 h 65"/>
                <a:gd name="T14" fmla="*/ 44 w 44"/>
                <a:gd name="T15" fmla="*/ 65 h 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4" h="65">
                  <a:moveTo>
                    <a:pt x="0" y="65"/>
                  </a:moveTo>
                  <a:lnTo>
                    <a:pt x="30" y="53"/>
                  </a:lnTo>
                  <a:lnTo>
                    <a:pt x="41" y="33"/>
                  </a:lnTo>
                  <a:lnTo>
                    <a:pt x="4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57" name="Freeform 170"/>
            <p:cNvSpPr>
              <a:spLocks/>
            </p:cNvSpPr>
            <p:nvPr/>
          </p:nvSpPr>
          <p:spPr bwMode="auto">
            <a:xfrm>
              <a:off x="2376" y="2258"/>
              <a:ext cx="167" cy="1"/>
            </a:xfrm>
            <a:custGeom>
              <a:avLst/>
              <a:gdLst>
                <a:gd name="T0" fmla="*/ 0 w 501"/>
                <a:gd name="T1" fmla="*/ 0 h 1"/>
                <a:gd name="T2" fmla="*/ 56 w 501"/>
                <a:gd name="T3" fmla="*/ 0 h 1"/>
                <a:gd name="T4" fmla="*/ 56 w 501"/>
                <a:gd name="T5" fmla="*/ 0 h 1"/>
                <a:gd name="T6" fmla="*/ 0 60000 65536"/>
                <a:gd name="T7" fmla="*/ 0 60000 65536"/>
                <a:gd name="T8" fmla="*/ 0 60000 65536"/>
                <a:gd name="T9" fmla="*/ 0 w 501"/>
                <a:gd name="T10" fmla="*/ 0 h 1"/>
                <a:gd name="T11" fmla="*/ 501 w 50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01" h="1">
                  <a:moveTo>
                    <a:pt x="0" y="0"/>
                  </a:moveTo>
                  <a:lnTo>
                    <a:pt x="500" y="0"/>
                  </a:lnTo>
                  <a:lnTo>
                    <a:pt x="50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58" name="Freeform 171"/>
            <p:cNvSpPr>
              <a:spLocks/>
            </p:cNvSpPr>
            <p:nvPr/>
          </p:nvSpPr>
          <p:spPr bwMode="auto">
            <a:xfrm>
              <a:off x="1025" y="1685"/>
              <a:ext cx="1060" cy="1"/>
            </a:xfrm>
            <a:custGeom>
              <a:avLst/>
              <a:gdLst>
                <a:gd name="T0" fmla="*/ 353 w 3179"/>
                <a:gd name="T1" fmla="*/ 0 h 1"/>
                <a:gd name="T2" fmla="*/ 0 w 3179"/>
                <a:gd name="T3" fmla="*/ 0 h 1"/>
                <a:gd name="T4" fmla="*/ 0 w 3179"/>
                <a:gd name="T5" fmla="*/ 0 h 1"/>
                <a:gd name="T6" fmla="*/ 0 60000 65536"/>
                <a:gd name="T7" fmla="*/ 0 60000 65536"/>
                <a:gd name="T8" fmla="*/ 0 60000 65536"/>
                <a:gd name="T9" fmla="*/ 0 w 3179"/>
                <a:gd name="T10" fmla="*/ 0 h 1"/>
                <a:gd name="T11" fmla="*/ 3179 w 317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79" h="1">
                  <a:moveTo>
                    <a:pt x="317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59" name="Freeform 172"/>
            <p:cNvSpPr>
              <a:spLocks/>
            </p:cNvSpPr>
            <p:nvPr/>
          </p:nvSpPr>
          <p:spPr bwMode="auto">
            <a:xfrm>
              <a:off x="983" y="1685"/>
              <a:ext cx="42" cy="42"/>
            </a:xfrm>
            <a:custGeom>
              <a:avLst/>
              <a:gdLst>
                <a:gd name="T0" fmla="*/ 14 w 127"/>
                <a:gd name="T1" fmla="*/ 0 h 127"/>
                <a:gd name="T2" fmla="*/ 4 w 127"/>
                <a:gd name="T3" fmla="*/ 4 h 127"/>
                <a:gd name="T4" fmla="*/ 0 w 127"/>
                <a:gd name="T5" fmla="*/ 14 h 127"/>
                <a:gd name="T6" fmla="*/ 0 w 127"/>
                <a:gd name="T7" fmla="*/ 14 h 1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7"/>
                <a:gd name="T13" fmla="*/ 0 h 127"/>
                <a:gd name="T14" fmla="*/ 127 w 127"/>
                <a:gd name="T15" fmla="*/ 127 h 1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7" h="127">
                  <a:moveTo>
                    <a:pt x="127" y="0"/>
                  </a:moveTo>
                  <a:lnTo>
                    <a:pt x="36" y="38"/>
                  </a:lnTo>
                  <a:lnTo>
                    <a:pt x="0" y="127"/>
                  </a:lnTo>
                  <a:lnTo>
                    <a:pt x="1" y="12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60" name="Freeform 173"/>
            <p:cNvSpPr>
              <a:spLocks/>
            </p:cNvSpPr>
            <p:nvPr/>
          </p:nvSpPr>
          <p:spPr bwMode="auto">
            <a:xfrm>
              <a:off x="2376" y="1834"/>
              <a:ext cx="167" cy="1"/>
            </a:xfrm>
            <a:custGeom>
              <a:avLst/>
              <a:gdLst>
                <a:gd name="T0" fmla="*/ 0 w 501"/>
                <a:gd name="T1" fmla="*/ 0 h 1"/>
                <a:gd name="T2" fmla="*/ 56 w 501"/>
                <a:gd name="T3" fmla="*/ 0 h 1"/>
                <a:gd name="T4" fmla="*/ 56 w 501"/>
                <a:gd name="T5" fmla="*/ 0 h 1"/>
                <a:gd name="T6" fmla="*/ 0 60000 65536"/>
                <a:gd name="T7" fmla="*/ 0 60000 65536"/>
                <a:gd name="T8" fmla="*/ 0 60000 65536"/>
                <a:gd name="T9" fmla="*/ 0 w 501"/>
                <a:gd name="T10" fmla="*/ 0 h 1"/>
                <a:gd name="T11" fmla="*/ 501 w 50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01" h="1">
                  <a:moveTo>
                    <a:pt x="0" y="0"/>
                  </a:moveTo>
                  <a:lnTo>
                    <a:pt x="500" y="0"/>
                  </a:lnTo>
                  <a:lnTo>
                    <a:pt x="50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61" name="Freeform 174"/>
            <p:cNvSpPr>
              <a:spLocks/>
            </p:cNvSpPr>
            <p:nvPr/>
          </p:nvSpPr>
          <p:spPr bwMode="auto">
            <a:xfrm>
              <a:off x="2535" y="1830"/>
              <a:ext cx="50" cy="46"/>
            </a:xfrm>
            <a:custGeom>
              <a:avLst/>
              <a:gdLst>
                <a:gd name="T0" fmla="*/ 50 w 50"/>
                <a:gd name="T1" fmla="*/ 46 h 46"/>
                <a:gd name="T2" fmla="*/ 37 w 50"/>
                <a:gd name="T3" fmla="*/ 16 h 46"/>
                <a:gd name="T4" fmla="*/ 21 w 50"/>
                <a:gd name="T5" fmla="*/ 3 h 46"/>
                <a:gd name="T6" fmla="*/ 0 w 50"/>
                <a:gd name="T7" fmla="*/ 0 h 4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0"/>
                <a:gd name="T13" fmla="*/ 0 h 46"/>
                <a:gd name="T14" fmla="*/ 50 w 50"/>
                <a:gd name="T15" fmla="*/ 46 h 4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0" h="46">
                  <a:moveTo>
                    <a:pt x="50" y="46"/>
                  </a:moveTo>
                  <a:lnTo>
                    <a:pt x="37" y="16"/>
                  </a:lnTo>
                  <a:lnTo>
                    <a:pt x="21" y="3"/>
                  </a:ln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62" name="Oval 175"/>
            <p:cNvSpPr>
              <a:spLocks noChangeArrowheads="1"/>
            </p:cNvSpPr>
            <p:nvPr/>
          </p:nvSpPr>
          <p:spPr bwMode="auto">
            <a:xfrm>
              <a:off x="1088" y="1813"/>
              <a:ext cx="295" cy="292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7263" name="Oval 176"/>
            <p:cNvSpPr>
              <a:spLocks noChangeArrowheads="1"/>
            </p:cNvSpPr>
            <p:nvPr/>
          </p:nvSpPr>
          <p:spPr bwMode="auto">
            <a:xfrm>
              <a:off x="1155" y="1876"/>
              <a:ext cx="164" cy="16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</p:grpSp>
      <p:grpSp>
        <p:nvGrpSpPr>
          <p:cNvPr id="7181" name="Group 177"/>
          <p:cNvGrpSpPr>
            <a:grpSpLocks/>
          </p:cNvGrpSpPr>
          <p:nvPr/>
        </p:nvGrpSpPr>
        <p:grpSpPr bwMode="auto">
          <a:xfrm>
            <a:off x="968375" y="1314806"/>
            <a:ext cx="4260850" cy="1649413"/>
            <a:chOff x="983" y="343"/>
            <a:chExt cx="2684" cy="1039"/>
          </a:xfrm>
        </p:grpSpPr>
        <p:sp>
          <p:nvSpPr>
            <p:cNvPr id="7201" name="Freeform 178"/>
            <p:cNvSpPr>
              <a:spLocks/>
            </p:cNvSpPr>
            <p:nvPr/>
          </p:nvSpPr>
          <p:spPr bwMode="auto">
            <a:xfrm>
              <a:off x="2085" y="343"/>
              <a:ext cx="1" cy="481"/>
            </a:xfrm>
            <a:custGeom>
              <a:avLst/>
              <a:gdLst>
                <a:gd name="T0" fmla="*/ 0 w 1"/>
                <a:gd name="T1" fmla="*/ 0 h 1442"/>
                <a:gd name="T2" fmla="*/ 0 w 1"/>
                <a:gd name="T3" fmla="*/ 160 h 1442"/>
                <a:gd name="T4" fmla="*/ 1 w 1"/>
                <a:gd name="T5" fmla="*/ 160 h 1442"/>
                <a:gd name="T6" fmla="*/ 0 60000 65536"/>
                <a:gd name="T7" fmla="*/ 0 60000 65536"/>
                <a:gd name="T8" fmla="*/ 0 60000 65536"/>
                <a:gd name="T9" fmla="*/ 0 w 1"/>
                <a:gd name="T10" fmla="*/ 0 h 1442"/>
                <a:gd name="T11" fmla="*/ 1 w 1"/>
                <a:gd name="T12" fmla="*/ 1442 h 14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442">
                  <a:moveTo>
                    <a:pt x="0" y="0"/>
                  </a:moveTo>
                  <a:lnTo>
                    <a:pt x="0" y="1442"/>
                  </a:lnTo>
                  <a:lnTo>
                    <a:pt x="1" y="144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2" name="Freeform 179"/>
            <p:cNvSpPr>
              <a:spLocks/>
            </p:cNvSpPr>
            <p:nvPr/>
          </p:nvSpPr>
          <p:spPr bwMode="auto">
            <a:xfrm>
              <a:off x="2085" y="961"/>
              <a:ext cx="1" cy="381"/>
            </a:xfrm>
            <a:custGeom>
              <a:avLst/>
              <a:gdLst>
                <a:gd name="T0" fmla="*/ 0 w 1"/>
                <a:gd name="T1" fmla="*/ 0 h 1143"/>
                <a:gd name="T2" fmla="*/ 0 w 1"/>
                <a:gd name="T3" fmla="*/ 127 h 1143"/>
                <a:gd name="T4" fmla="*/ 1 w 1"/>
                <a:gd name="T5" fmla="*/ 127 h 1143"/>
                <a:gd name="T6" fmla="*/ 0 60000 65536"/>
                <a:gd name="T7" fmla="*/ 0 60000 65536"/>
                <a:gd name="T8" fmla="*/ 0 60000 65536"/>
                <a:gd name="T9" fmla="*/ 0 w 1"/>
                <a:gd name="T10" fmla="*/ 0 h 1143"/>
                <a:gd name="T11" fmla="*/ 1 w 1"/>
                <a:gd name="T12" fmla="*/ 1143 h 11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143">
                  <a:moveTo>
                    <a:pt x="0" y="0"/>
                  </a:moveTo>
                  <a:lnTo>
                    <a:pt x="0" y="1143"/>
                  </a:lnTo>
                  <a:lnTo>
                    <a:pt x="1" y="114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3" name="Freeform 180"/>
            <p:cNvSpPr>
              <a:spLocks/>
            </p:cNvSpPr>
            <p:nvPr/>
          </p:nvSpPr>
          <p:spPr bwMode="auto">
            <a:xfrm>
              <a:off x="2085" y="873"/>
              <a:ext cx="1" cy="31"/>
            </a:xfrm>
            <a:custGeom>
              <a:avLst/>
              <a:gdLst>
                <a:gd name="T0" fmla="*/ 0 w 1"/>
                <a:gd name="T1" fmla="*/ 0 h 92"/>
                <a:gd name="T2" fmla="*/ 0 w 1"/>
                <a:gd name="T3" fmla="*/ 10 h 92"/>
                <a:gd name="T4" fmla="*/ 1 w 1"/>
                <a:gd name="T5" fmla="*/ 10 h 92"/>
                <a:gd name="T6" fmla="*/ 0 60000 65536"/>
                <a:gd name="T7" fmla="*/ 0 60000 65536"/>
                <a:gd name="T8" fmla="*/ 0 60000 65536"/>
                <a:gd name="T9" fmla="*/ 0 w 1"/>
                <a:gd name="T10" fmla="*/ 0 h 92"/>
                <a:gd name="T11" fmla="*/ 1 w 1"/>
                <a:gd name="T12" fmla="*/ 92 h 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92">
                  <a:moveTo>
                    <a:pt x="0" y="0"/>
                  </a:moveTo>
                  <a:lnTo>
                    <a:pt x="0" y="92"/>
                  </a:lnTo>
                  <a:lnTo>
                    <a:pt x="1" y="9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4" name="Freeform 181"/>
            <p:cNvSpPr>
              <a:spLocks/>
            </p:cNvSpPr>
            <p:nvPr/>
          </p:nvSpPr>
          <p:spPr bwMode="auto">
            <a:xfrm>
              <a:off x="1237" y="1219"/>
              <a:ext cx="1" cy="163"/>
            </a:xfrm>
            <a:custGeom>
              <a:avLst/>
              <a:gdLst>
                <a:gd name="T0" fmla="*/ 0 w 1"/>
                <a:gd name="T1" fmla="*/ 0 h 489"/>
                <a:gd name="T2" fmla="*/ 0 w 1"/>
                <a:gd name="T3" fmla="*/ 54 h 489"/>
                <a:gd name="T4" fmla="*/ 1 w 1"/>
                <a:gd name="T5" fmla="*/ 54 h 489"/>
                <a:gd name="T6" fmla="*/ 0 60000 65536"/>
                <a:gd name="T7" fmla="*/ 0 60000 65536"/>
                <a:gd name="T8" fmla="*/ 0 60000 65536"/>
                <a:gd name="T9" fmla="*/ 0 w 1"/>
                <a:gd name="T10" fmla="*/ 0 h 489"/>
                <a:gd name="T11" fmla="*/ 1 w 1"/>
                <a:gd name="T12" fmla="*/ 489 h 4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89">
                  <a:moveTo>
                    <a:pt x="0" y="0"/>
                  </a:moveTo>
                  <a:lnTo>
                    <a:pt x="0" y="489"/>
                  </a:lnTo>
                  <a:lnTo>
                    <a:pt x="1" y="489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5" name="Freeform 182"/>
            <p:cNvSpPr>
              <a:spLocks/>
            </p:cNvSpPr>
            <p:nvPr/>
          </p:nvSpPr>
          <p:spPr bwMode="auto">
            <a:xfrm>
              <a:off x="1237" y="915"/>
              <a:ext cx="1" cy="229"/>
            </a:xfrm>
            <a:custGeom>
              <a:avLst/>
              <a:gdLst>
                <a:gd name="T0" fmla="*/ 0 w 1"/>
                <a:gd name="T1" fmla="*/ 0 h 686"/>
                <a:gd name="T2" fmla="*/ 0 w 1"/>
                <a:gd name="T3" fmla="*/ 76 h 686"/>
                <a:gd name="T4" fmla="*/ 1 w 1"/>
                <a:gd name="T5" fmla="*/ 76 h 686"/>
                <a:gd name="T6" fmla="*/ 0 60000 65536"/>
                <a:gd name="T7" fmla="*/ 0 60000 65536"/>
                <a:gd name="T8" fmla="*/ 0 60000 65536"/>
                <a:gd name="T9" fmla="*/ 0 w 1"/>
                <a:gd name="T10" fmla="*/ 0 h 686"/>
                <a:gd name="T11" fmla="*/ 1 w 1"/>
                <a:gd name="T12" fmla="*/ 686 h 6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86">
                  <a:moveTo>
                    <a:pt x="0" y="0"/>
                  </a:moveTo>
                  <a:lnTo>
                    <a:pt x="0" y="686"/>
                  </a:lnTo>
                  <a:lnTo>
                    <a:pt x="1" y="68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6" name="Freeform 183"/>
            <p:cNvSpPr>
              <a:spLocks/>
            </p:cNvSpPr>
            <p:nvPr/>
          </p:nvSpPr>
          <p:spPr bwMode="auto">
            <a:xfrm>
              <a:off x="1237" y="1174"/>
              <a:ext cx="1" cy="19"/>
            </a:xfrm>
            <a:custGeom>
              <a:avLst/>
              <a:gdLst>
                <a:gd name="T0" fmla="*/ 0 w 1"/>
                <a:gd name="T1" fmla="*/ 0 h 58"/>
                <a:gd name="T2" fmla="*/ 0 w 1"/>
                <a:gd name="T3" fmla="*/ 6 h 58"/>
                <a:gd name="T4" fmla="*/ 1 w 1"/>
                <a:gd name="T5" fmla="*/ 6 h 58"/>
                <a:gd name="T6" fmla="*/ 0 60000 65536"/>
                <a:gd name="T7" fmla="*/ 0 60000 65536"/>
                <a:gd name="T8" fmla="*/ 0 60000 65536"/>
                <a:gd name="T9" fmla="*/ 0 w 1"/>
                <a:gd name="T10" fmla="*/ 0 h 58"/>
                <a:gd name="T11" fmla="*/ 1 w 1"/>
                <a:gd name="T12" fmla="*/ 58 h 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">
                  <a:moveTo>
                    <a:pt x="0" y="0"/>
                  </a:moveTo>
                  <a:lnTo>
                    <a:pt x="0" y="58"/>
                  </a:lnTo>
                  <a:lnTo>
                    <a:pt x="1" y="5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7" name="Freeform 184"/>
            <p:cNvSpPr>
              <a:spLocks/>
            </p:cNvSpPr>
            <p:nvPr/>
          </p:nvSpPr>
          <p:spPr bwMode="auto">
            <a:xfrm>
              <a:off x="2237" y="986"/>
              <a:ext cx="145" cy="1"/>
            </a:xfrm>
            <a:custGeom>
              <a:avLst/>
              <a:gdLst>
                <a:gd name="T0" fmla="*/ 0 w 435"/>
                <a:gd name="T1" fmla="*/ 0 h 1"/>
                <a:gd name="T2" fmla="*/ 48 w 435"/>
                <a:gd name="T3" fmla="*/ 0 h 1"/>
                <a:gd name="T4" fmla="*/ 48 w 435"/>
                <a:gd name="T5" fmla="*/ 0 h 1"/>
                <a:gd name="T6" fmla="*/ 0 60000 65536"/>
                <a:gd name="T7" fmla="*/ 0 60000 65536"/>
                <a:gd name="T8" fmla="*/ 0 60000 65536"/>
                <a:gd name="T9" fmla="*/ 0 w 435"/>
                <a:gd name="T10" fmla="*/ 0 h 1"/>
                <a:gd name="T11" fmla="*/ 435 w 43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5" h="1">
                  <a:moveTo>
                    <a:pt x="0" y="0"/>
                  </a:moveTo>
                  <a:lnTo>
                    <a:pt x="434" y="0"/>
                  </a:lnTo>
                  <a:lnTo>
                    <a:pt x="43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8" name="Freeform 185"/>
            <p:cNvSpPr>
              <a:spLocks/>
            </p:cNvSpPr>
            <p:nvPr/>
          </p:nvSpPr>
          <p:spPr bwMode="auto">
            <a:xfrm>
              <a:off x="2423" y="986"/>
              <a:ext cx="19" cy="1"/>
            </a:xfrm>
            <a:custGeom>
              <a:avLst/>
              <a:gdLst>
                <a:gd name="T0" fmla="*/ 0 w 59"/>
                <a:gd name="T1" fmla="*/ 0 h 1"/>
                <a:gd name="T2" fmla="*/ 6 w 59"/>
                <a:gd name="T3" fmla="*/ 0 h 1"/>
                <a:gd name="T4" fmla="*/ 6 w 59"/>
                <a:gd name="T5" fmla="*/ 0 h 1"/>
                <a:gd name="T6" fmla="*/ 0 60000 65536"/>
                <a:gd name="T7" fmla="*/ 0 60000 65536"/>
                <a:gd name="T8" fmla="*/ 0 60000 65536"/>
                <a:gd name="T9" fmla="*/ 0 w 59"/>
                <a:gd name="T10" fmla="*/ 0 h 1"/>
                <a:gd name="T11" fmla="*/ 59 w 5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" h="1">
                  <a:moveTo>
                    <a:pt x="0" y="0"/>
                  </a:moveTo>
                  <a:lnTo>
                    <a:pt x="58" y="0"/>
                  </a:lnTo>
                  <a:lnTo>
                    <a:pt x="5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09" name="Freeform 186"/>
            <p:cNvSpPr>
              <a:spLocks/>
            </p:cNvSpPr>
            <p:nvPr/>
          </p:nvSpPr>
          <p:spPr bwMode="auto">
            <a:xfrm>
              <a:off x="2468" y="986"/>
              <a:ext cx="177" cy="1"/>
            </a:xfrm>
            <a:custGeom>
              <a:avLst/>
              <a:gdLst>
                <a:gd name="T0" fmla="*/ 0 w 531"/>
                <a:gd name="T1" fmla="*/ 0 h 1"/>
                <a:gd name="T2" fmla="*/ 59 w 531"/>
                <a:gd name="T3" fmla="*/ 0 h 1"/>
                <a:gd name="T4" fmla="*/ 59 w 531"/>
                <a:gd name="T5" fmla="*/ 0 h 1"/>
                <a:gd name="T6" fmla="*/ 0 60000 65536"/>
                <a:gd name="T7" fmla="*/ 0 60000 65536"/>
                <a:gd name="T8" fmla="*/ 0 60000 65536"/>
                <a:gd name="T9" fmla="*/ 0 w 531"/>
                <a:gd name="T10" fmla="*/ 0 h 1"/>
                <a:gd name="T11" fmla="*/ 531 w 53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31" h="1">
                  <a:moveTo>
                    <a:pt x="0" y="0"/>
                  </a:moveTo>
                  <a:lnTo>
                    <a:pt x="530" y="0"/>
                  </a:lnTo>
                  <a:lnTo>
                    <a:pt x="53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10" name="Arc 187"/>
            <p:cNvSpPr>
              <a:spLocks/>
            </p:cNvSpPr>
            <p:nvPr/>
          </p:nvSpPr>
          <p:spPr bwMode="auto">
            <a:xfrm>
              <a:off x="3169" y="777"/>
              <a:ext cx="424" cy="220"/>
            </a:xfrm>
            <a:custGeom>
              <a:avLst/>
              <a:gdLst>
                <a:gd name="T0" fmla="*/ 0 w 43200"/>
                <a:gd name="T1" fmla="*/ 0 h 22446"/>
                <a:gd name="T2" fmla="*/ 0 w 43200"/>
                <a:gd name="T3" fmla="*/ 0 h 22446"/>
                <a:gd name="T4" fmla="*/ 0 w 43200"/>
                <a:gd name="T5" fmla="*/ 0 h 22446"/>
                <a:gd name="T6" fmla="*/ 0 60000 65536"/>
                <a:gd name="T7" fmla="*/ 0 60000 65536"/>
                <a:gd name="T8" fmla="*/ 0 60000 65536"/>
                <a:gd name="T9" fmla="*/ 0 w 43200"/>
                <a:gd name="T10" fmla="*/ 0 h 22446"/>
                <a:gd name="T11" fmla="*/ 43200 w 43200"/>
                <a:gd name="T12" fmla="*/ 22446 h 224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22446" fill="none" extrusionOk="0">
                  <a:moveTo>
                    <a:pt x="16" y="22446"/>
                  </a:moveTo>
                  <a:cubicBezTo>
                    <a:pt x="5" y="22164"/>
                    <a:pt x="0" y="2188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</a:path>
                <a:path w="43200" h="22446" stroke="0" extrusionOk="0">
                  <a:moveTo>
                    <a:pt x="16" y="22446"/>
                  </a:moveTo>
                  <a:cubicBezTo>
                    <a:pt x="5" y="22164"/>
                    <a:pt x="0" y="2188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-1"/>
                    <a:pt x="43199" y="9670"/>
                    <a:pt x="43200" y="21599"/>
                  </a:cubicBezTo>
                  <a:lnTo>
                    <a:pt x="21600" y="21600"/>
                  </a:lnTo>
                  <a:lnTo>
                    <a:pt x="16" y="22446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7211" name="Oval 188"/>
            <p:cNvSpPr>
              <a:spLocks noChangeArrowheads="1"/>
            </p:cNvSpPr>
            <p:nvPr/>
          </p:nvSpPr>
          <p:spPr bwMode="auto">
            <a:xfrm>
              <a:off x="3294" y="904"/>
              <a:ext cx="170" cy="1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7212" name="Freeform 189"/>
            <p:cNvSpPr>
              <a:spLocks/>
            </p:cNvSpPr>
            <p:nvPr/>
          </p:nvSpPr>
          <p:spPr bwMode="auto">
            <a:xfrm>
              <a:off x="1724" y="424"/>
              <a:ext cx="1" cy="516"/>
            </a:xfrm>
            <a:custGeom>
              <a:avLst/>
              <a:gdLst>
                <a:gd name="T0" fmla="*/ 0 w 1"/>
                <a:gd name="T1" fmla="*/ 516 h 516"/>
                <a:gd name="T2" fmla="*/ 0 w 1"/>
                <a:gd name="T3" fmla="*/ 0 h 516"/>
                <a:gd name="T4" fmla="*/ 1 w 1"/>
                <a:gd name="T5" fmla="*/ 0 h 516"/>
                <a:gd name="T6" fmla="*/ 0 60000 65536"/>
                <a:gd name="T7" fmla="*/ 0 60000 65536"/>
                <a:gd name="T8" fmla="*/ 0 60000 65536"/>
                <a:gd name="T9" fmla="*/ 0 w 1"/>
                <a:gd name="T10" fmla="*/ 0 h 516"/>
                <a:gd name="T11" fmla="*/ 1 w 1"/>
                <a:gd name="T12" fmla="*/ 516 h 5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16">
                  <a:moveTo>
                    <a:pt x="0" y="51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13" name="Freeform 190"/>
            <p:cNvSpPr>
              <a:spLocks/>
            </p:cNvSpPr>
            <p:nvPr/>
          </p:nvSpPr>
          <p:spPr bwMode="auto">
            <a:xfrm>
              <a:off x="2444" y="420"/>
              <a:ext cx="2" cy="320"/>
            </a:xfrm>
            <a:custGeom>
              <a:avLst/>
              <a:gdLst>
                <a:gd name="T0" fmla="*/ 0 w 2"/>
                <a:gd name="T1" fmla="*/ 320 h 320"/>
                <a:gd name="T2" fmla="*/ 0 w 2"/>
                <a:gd name="T3" fmla="*/ 0 h 320"/>
                <a:gd name="T4" fmla="*/ 2 w 2"/>
                <a:gd name="T5" fmla="*/ 0 h 320"/>
                <a:gd name="T6" fmla="*/ 0 60000 65536"/>
                <a:gd name="T7" fmla="*/ 0 60000 65536"/>
                <a:gd name="T8" fmla="*/ 0 60000 65536"/>
                <a:gd name="T9" fmla="*/ 0 w 2"/>
                <a:gd name="T10" fmla="*/ 0 h 320"/>
                <a:gd name="T11" fmla="*/ 2 w 2"/>
                <a:gd name="T12" fmla="*/ 320 h 3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320">
                  <a:moveTo>
                    <a:pt x="0" y="32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14" name="Freeform 191"/>
            <p:cNvSpPr>
              <a:spLocks/>
            </p:cNvSpPr>
            <p:nvPr/>
          </p:nvSpPr>
          <p:spPr bwMode="auto">
            <a:xfrm>
              <a:off x="1576" y="1230"/>
              <a:ext cx="967" cy="1"/>
            </a:xfrm>
            <a:custGeom>
              <a:avLst/>
              <a:gdLst>
                <a:gd name="T0" fmla="*/ 0 w 2900"/>
                <a:gd name="T1" fmla="*/ 0 h 1"/>
                <a:gd name="T2" fmla="*/ 322 w 2900"/>
                <a:gd name="T3" fmla="*/ 0 h 1"/>
                <a:gd name="T4" fmla="*/ 322 w 2900"/>
                <a:gd name="T5" fmla="*/ 0 h 1"/>
                <a:gd name="T6" fmla="*/ 0 60000 65536"/>
                <a:gd name="T7" fmla="*/ 0 60000 65536"/>
                <a:gd name="T8" fmla="*/ 0 60000 65536"/>
                <a:gd name="T9" fmla="*/ 0 w 2900"/>
                <a:gd name="T10" fmla="*/ 0 h 1"/>
                <a:gd name="T11" fmla="*/ 2900 w 290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00" h="1">
                  <a:moveTo>
                    <a:pt x="0" y="0"/>
                  </a:moveTo>
                  <a:lnTo>
                    <a:pt x="2899" y="0"/>
                  </a:lnTo>
                  <a:lnTo>
                    <a:pt x="290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15" name="Freeform 192"/>
            <p:cNvSpPr>
              <a:spLocks/>
            </p:cNvSpPr>
            <p:nvPr/>
          </p:nvSpPr>
          <p:spPr bwMode="auto">
            <a:xfrm>
              <a:off x="983" y="1018"/>
              <a:ext cx="1" cy="255"/>
            </a:xfrm>
            <a:custGeom>
              <a:avLst/>
              <a:gdLst>
                <a:gd name="T0" fmla="*/ 0 w 1"/>
                <a:gd name="T1" fmla="*/ 85 h 764"/>
                <a:gd name="T2" fmla="*/ 0 w 1"/>
                <a:gd name="T3" fmla="*/ 0 h 764"/>
                <a:gd name="T4" fmla="*/ 1 w 1"/>
                <a:gd name="T5" fmla="*/ 0 h 764"/>
                <a:gd name="T6" fmla="*/ 0 60000 65536"/>
                <a:gd name="T7" fmla="*/ 0 60000 65536"/>
                <a:gd name="T8" fmla="*/ 0 60000 65536"/>
                <a:gd name="T9" fmla="*/ 0 w 1"/>
                <a:gd name="T10" fmla="*/ 0 h 764"/>
                <a:gd name="T11" fmla="*/ 1 w 1"/>
                <a:gd name="T12" fmla="*/ 764 h 76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64">
                  <a:moveTo>
                    <a:pt x="0" y="76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16" name="Freeform 193"/>
            <p:cNvSpPr>
              <a:spLocks/>
            </p:cNvSpPr>
            <p:nvPr/>
          </p:nvSpPr>
          <p:spPr bwMode="auto">
            <a:xfrm>
              <a:off x="983" y="1273"/>
              <a:ext cx="551" cy="1"/>
            </a:xfrm>
            <a:custGeom>
              <a:avLst/>
              <a:gdLst>
                <a:gd name="T0" fmla="*/ 0 w 1654"/>
                <a:gd name="T1" fmla="*/ 0 h 1"/>
                <a:gd name="T2" fmla="*/ 184 w 1654"/>
                <a:gd name="T3" fmla="*/ 0 h 1"/>
                <a:gd name="T4" fmla="*/ 184 w 1654"/>
                <a:gd name="T5" fmla="*/ 0 h 1"/>
                <a:gd name="T6" fmla="*/ 0 60000 65536"/>
                <a:gd name="T7" fmla="*/ 0 60000 65536"/>
                <a:gd name="T8" fmla="*/ 0 60000 65536"/>
                <a:gd name="T9" fmla="*/ 0 w 1654"/>
                <a:gd name="T10" fmla="*/ 0 h 1"/>
                <a:gd name="T11" fmla="*/ 1654 w 165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54" h="1">
                  <a:moveTo>
                    <a:pt x="0" y="0"/>
                  </a:moveTo>
                  <a:lnTo>
                    <a:pt x="1653" y="0"/>
                  </a:lnTo>
                  <a:lnTo>
                    <a:pt x="165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17" name="Freeform 194"/>
            <p:cNvSpPr>
              <a:spLocks/>
            </p:cNvSpPr>
            <p:nvPr/>
          </p:nvSpPr>
          <p:spPr bwMode="auto">
            <a:xfrm>
              <a:off x="1524" y="1230"/>
              <a:ext cx="52" cy="38"/>
            </a:xfrm>
            <a:custGeom>
              <a:avLst/>
              <a:gdLst>
                <a:gd name="T0" fmla="*/ 52 w 52"/>
                <a:gd name="T1" fmla="*/ 0 h 38"/>
                <a:gd name="T2" fmla="*/ 32 w 52"/>
                <a:gd name="T3" fmla="*/ 6 h 38"/>
                <a:gd name="T4" fmla="*/ 16 w 52"/>
                <a:gd name="T5" fmla="*/ 18 h 38"/>
                <a:gd name="T6" fmla="*/ 0 w 52"/>
                <a:gd name="T7" fmla="*/ 38 h 3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2"/>
                <a:gd name="T13" fmla="*/ 0 h 38"/>
                <a:gd name="T14" fmla="*/ 52 w 52"/>
                <a:gd name="T15" fmla="*/ 38 h 3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2" h="38">
                  <a:moveTo>
                    <a:pt x="52" y="0"/>
                  </a:moveTo>
                  <a:lnTo>
                    <a:pt x="32" y="6"/>
                  </a:lnTo>
                  <a:lnTo>
                    <a:pt x="16" y="18"/>
                  </a:lnTo>
                  <a:lnTo>
                    <a:pt x="0" y="3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18" name="Freeform 195"/>
            <p:cNvSpPr>
              <a:spLocks/>
            </p:cNvSpPr>
            <p:nvPr/>
          </p:nvSpPr>
          <p:spPr bwMode="auto">
            <a:xfrm>
              <a:off x="1025" y="972"/>
              <a:ext cx="667" cy="4"/>
            </a:xfrm>
            <a:custGeom>
              <a:avLst/>
              <a:gdLst>
                <a:gd name="T0" fmla="*/ 0 w 667"/>
                <a:gd name="T1" fmla="*/ 4 h 4"/>
                <a:gd name="T2" fmla="*/ 667 w 667"/>
                <a:gd name="T3" fmla="*/ 0 h 4"/>
                <a:gd name="T4" fmla="*/ 0 60000 65536"/>
                <a:gd name="T5" fmla="*/ 0 60000 65536"/>
                <a:gd name="T6" fmla="*/ 0 w 667"/>
                <a:gd name="T7" fmla="*/ 0 h 4"/>
                <a:gd name="T8" fmla="*/ 667 w 667"/>
                <a:gd name="T9" fmla="*/ 4 h 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67" h="4">
                  <a:moveTo>
                    <a:pt x="0" y="4"/>
                  </a:moveTo>
                  <a:lnTo>
                    <a:pt x="667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19" name="Freeform 196"/>
            <p:cNvSpPr>
              <a:spLocks/>
            </p:cNvSpPr>
            <p:nvPr/>
          </p:nvSpPr>
          <p:spPr bwMode="auto">
            <a:xfrm>
              <a:off x="984" y="972"/>
              <a:ext cx="45" cy="60"/>
            </a:xfrm>
            <a:custGeom>
              <a:avLst/>
              <a:gdLst>
                <a:gd name="T0" fmla="*/ 45 w 45"/>
                <a:gd name="T1" fmla="*/ 0 h 60"/>
                <a:gd name="T2" fmla="*/ 15 w 45"/>
                <a:gd name="T3" fmla="*/ 12 h 60"/>
                <a:gd name="T4" fmla="*/ 0 w 45"/>
                <a:gd name="T5" fmla="*/ 28 h 60"/>
                <a:gd name="T6" fmla="*/ 0 w 45"/>
                <a:gd name="T7" fmla="*/ 60 h 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5"/>
                <a:gd name="T13" fmla="*/ 0 h 60"/>
                <a:gd name="T14" fmla="*/ 45 w 45"/>
                <a:gd name="T15" fmla="*/ 60 h 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5" h="60">
                  <a:moveTo>
                    <a:pt x="45" y="0"/>
                  </a:moveTo>
                  <a:lnTo>
                    <a:pt x="15" y="12"/>
                  </a:lnTo>
                  <a:lnTo>
                    <a:pt x="0" y="28"/>
                  </a:lnTo>
                  <a:lnTo>
                    <a:pt x="0" y="6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20" name="Freeform 197"/>
            <p:cNvSpPr>
              <a:spLocks/>
            </p:cNvSpPr>
            <p:nvPr/>
          </p:nvSpPr>
          <p:spPr bwMode="auto">
            <a:xfrm>
              <a:off x="1682" y="933"/>
              <a:ext cx="42" cy="43"/>
            </a:xfrm>
            <a:custGeom>
              <a:avLst/>
              <a:gdLst>
                <a:gd name="T0" fmla="*/ 0 w 128"/>
                <a:gd name="T1" fmla="*/ 15 h 127"/>
                <a:gd name="T2" fmla="*/ 10 w 128"/>
                <a:gd name="T3" fmla="*/ 10 h 127"/>
                <a:gd name="T4" fmla="*/ 14 w 128"/>
                <a:gd name="T5" fmla="*/ 0 h 127"/>
                <a:gd name="T6" fmla="*/ 14 w 128"/>
                <a:gd name="T7" fmla="*/ 0 h 1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8"/>
                <a:gd name="T13" fmla="*/ 0 h 127"/>
                <a:gd name="T14" fmla="*/ 128 w 128"/>
                <a:gd name="T15" fmla="*/ 127 h 1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8" h="127">
                  <a:moveTo>
                    <a:pt x="0" y="127"/>
                  </a:moveTo>
                  <a:lnTo>
                    <a:pt x="91" y="89"/>
                  </a:lnTo>
                  <a:lnTo>
                    <a:pt x="127" y="0"/>
                  </a:lnTo>
                  <a:lnTo>
                    <a:pt x="12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21" name="Freeform 198"/>
            <p:cNvSpPr>
              <a:spLocks/>
            </p:cNvSpPr>
            <p:nvPr/>
          </p:nvSpPr>
          <p:spPr bwMode="auto">
            <a:xfrm>
              <a:off x="2542" y="1164"/>
              <a:ext cx="42" cy="66"/>
            </a:xfrm>
            <a:custGeom>
              <a:avLst/>
              <a:gdLst>
                <a:gd name="T0" fmla="*/ 0 w 42"/>
                <a:gd name="T1" fmla="*/ 66 h 66"/>
                <a:gd name="T2" fmla="*/ 30 w 42"/>
                <a:gd name="T3" fmla="*/ 53 h 66"/>
                <a:gd name="T4" fmla="*/ 38 w 42"/>
                <a:gd name="T5" fmla="*/ 28 h 66"/>
                <a:gd name="T6" fmla="*/ 42 w 42"/>
                <a:gd name="T7" fmla="*/ 0 h 6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2"/>
                <a:gd name="T13" fmla="*/ 0 h 66"/>
                <a:gd name="T14" fmla="*/ 42 w 42"/>
                <a:gd name="T15" fmla="*/ 66 h 6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2" h="66">
                  <a:moveTo>
                    <a:pt x="0" y="66"/>
                  </a:moveTo>
                  <a:lnTo>
                    <a:pt x="30" y="53"/>
                  </a:lnTo>
                  <a:lnTo>
                    <a:pt x="38" y="28"/>
                  </a:lnTo>
                  <a:lnTo>
                    <a:pt x="4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22" name="Freeform 199"/>
            <p:cNvSpPr>
              <a:spLocks/>
            </p:cNvSpPr>
            <p:nvPr/>
          </p:nvSpPr>
          <p:spPr bwMode="auto">
            <a:xfrm>
              <a:off x="2585" y="817"/>
              <a:ext cx="1" cy="371"/>
            </a:xfrm>
            <a:custGeom>
              <a:avLst/>
              <a:gdLst>
                <a:gd name="T0" fmla="*/ 0 w 1"/>
                <a:gd name="T1" fmla="*/ 124 h 1114"/>
                <a:gd name="T2" fmla="*/ 0 w 1"/>
                <a:gd name="T3" fmla="*/ 0 h 1114"/>
                <a:gd name="T4" fmla="*/ 1 w 1"/>
                <a:gd name="T5" fmla="*/ 0 h 1114"/>
                <a:gd name="T6" fmla="*/ 0 60000 65536"/>
                <a:gd name="T7" fmla="*/ 0 60000 65536"/>
                <a:gd name="T8" fmla="*/ 0 60000 65536"/>
                <a:gd name="T9" fmla="*/ 0 w 1"/>
                <a:gd name="T10" fmla="*/ 0 h 1114"/>
                <a:gd name="T11" fmla="*/ 1 w 1"/>
                <a:gd name="T12" fmla="*/ 1114 h 11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114">
                  <a:moveTo>
                    <a:pt x="0" y="111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23" name="Freeform 200"/>
            <p:cNvSpPr>
              <a:spLocks/>
            </p:cNvSpPr>
            <p:nvPr/>
          </p:nvSpPr>
          <p:spPr bwMode="auto">
            <a:xfrm>
              <a:off x="2445" y="732"/>
              <a:ext cx="51" cy="44"/>
            </a:xfrm>
            <a:custGeom>
              <a:avLst/>
              <a:gdLst>
                <a:gd name="T0" fmla="*/ 0 w 51"/>
                <a:gd name="T1" fmla="*/ 0 h 44"/>
                <a:gd name="T2" fmla="*/ 12 w 51"/>
                <a:gd name="T3" fmla="*/ 30 h 44"/>
                <a:gd name="T4" fmla="*/ 27 w 51"/>
                <a:gd name="T5" fmla="*/ 36 h 44"/>
                <a:gd name="T6" fmla="*/ 51 w 51"/>
                <a:gd name="T7" fmla="*/ 44 h 4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1"/>
                <a:gd name="T13" fmla="*/ 0 h 44"/>
                <a:gd name="T14" fmla="*/ 51 w 51"/>
                <a:gd name="T15" fmla="*/ 44 h 4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1" h="44">
                  <a:moveTo>
                    <a:pt x="0" y="0"/>
                  </a:moveTo>
                  <a:lnTo>
                    <a:pt x="12" y="30"/>
                  </a:lnTo>
                  <a:lnTo>
                    <a:pt x="27" y="36"/>
                  </a:lnTo>
                  <a:lnTo>
                    <a:pt x="51" y="4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24" name="Freeform 201"/>
            <p:cNvSpPr>
              <a:spLocks/>
            </p:cNvSpPr>
            <p:nvPr/>
          </p:nvSpPr>
          <p:spPr bwMode="auto">
            <a:xfrm>
              <a:off x="2542" y="774"/>
              <a:ext cx="43" cy="43"/>
            </a:xfrm>
            <a:custGeom>
              <a:avLst/>
              <a:gdLst>
                <a:gd name="T0" fmla="*/ 15 w 127"/>
                <a:gd name="T1" fmla="*/ 15 h 127"/>
                <a:gd name="T2" fmla="*/ 10 w 127"/>
                <a:gd name="T3" fmla="*/ 4 h 127"/>
                <a:gd name="T4" fmla="*/ 0 w 127"/>
                <a:gd name="T5" fmla="*/ 0 h 127"/>
                <a:gd name="T6" fmla="*/ 0 w 127"/>
                <a:gd name="T7" fmla="*/ 0 h 1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7"/>
                <a:gd name="T13" fmla="*/ 0 h 127"/>
                <a:gd name="T14" fmla="*/ 127 w 127"/>
                <a:gd name="T15" fmla="*/ 127 h 1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7" h="127">
                  <a:moveTo>
                    <a:pt x="127" y="127"/>
                  </a:moveTo>
                  <a:lnTo>
                    <a:pt x="89" y="36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25" name="Freeform 202"/>
            <p:cNvSpPr>
              <a:spLocks/>
            </p:cNvSpPr>
            <p:nvPr/>
          </p:nvSpPr>
          <p:spPr bwMode="auto">
            <a:xfrm>
              <a:off x="2487" y="774"/>
              <a:ext cx="65" cy="6"/>
            </a:xfrm>
            <a:custGeom>
              <a:avLst/>
              <a:gdLst>
                <a:gd name="T0" fmla="*/ 65 w 65"/>
                <a:gd name="T1" fmla="*/ 6 h 6"/>
                <a:gd name="T2" fmla="*/ 0 w 65"/>
                <a:gd name="T3" fmla="*/ 0 h 6"/>
                <a:gd name="T4" fmla="*/ 0 w 65"/>
                <a:gd name="T5" fmla="*/ 0 h 6"/>
                <a:gd name="T6" fmla="*/ 0 60000 65536"/>
                <a:gd name="T7" fmla="*/ 0 60000 65536"/>
                <a:gd name="T8" fmla="*/ 0 60000 65536"/>
                <a:gd name="T9" fmla="*/ 0 w 65"/>
                <a:gd name="T10" fmla="*/ 0 h 6"/>
                <a:gd name="T11" fmla="*/ 65 w 65"/>
                <a:gd name="T12" fmla="*/ 6 h 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5" h="6">
                  <a:moveTo>
                    <a:pt x="65" y="6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26" name="Freeform 203"/>
            <p:cNvSpPr>
              <a:spLocks/>
            </p:cNvSpPr>
            <p:nvPr/>
          </p:nvSpPr>
          <p:spPr bwMode="auto">
            <a:xfrm>
              <a:off x="3548" y="1188"/>
              <a:ext cx="43" cy="42"/>
            </a:xfrm>
            <a:custGeom>
              <a:avLst/>
              <a:gdLst>
                <a:gd name="T0" fmla="*/ 0 w 128"/>
                <a:gd name="T1" fmla="*/ 14 h 127"/>
                <a:gd name="T2" fmla="*/ 10 w 128"/>
                <a:gd name="T3" fmla="*/ 10 h 127"/>
                <a:gd name="T4" fmla="*/ 14 w 128"/>
                <a:gd name="T5" fmla="*/ 0 h 127"/>
                <a:gd name="T6" fmla="*/ 14 w 128"/>
                <a:gd name="T7" fmla="*/ 0 h 1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8"/>
                <a:gd name="T13" fmla="*/ 0 h 127"/>
                <a:gd name="T14" fmla="*/ 128 w 128"/>
                <a:gd name="T15" fmla="*/ 127 h 1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8" h="127">
                  <a:moveTo>
                    <a:pt x="0" y="127"/>
                  </a:moveTo>
                  <a:lnTo>
                    <a:pt x="89" y="89"/>
                  </a:lnTo>
                  <a:lnTo>
                    <a:pt x="127" y="0"/>
                  </a:lnTo>
                  <a:lnTo>
                    <a:pt x="12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27" name="Freeform 204"/>
            <p:cNvSpPr>
              <a:spLocks/>
            </p:cNvSpPr>
            <p:nvPr/>
          </p:nvSpPr>
          <p:spPr bwMode="auto">
            <a:xfrm>
              <a:off x="3167" y="1188"/>
              <a:ext cx="42" cy="42"/>
            </a:xfrm>
            <a:custGeom>
              <a:avLst/>
              <a:gdLst>
                <a:gd name="T0" fmla="*/ 0 w 128"/>
                <a:gd name="T1" fmla="*/ 0 h 127"/>
                <a:gd name="T2" fmla="*/ 4 w 128"/>
                <a:gd name="T3" fmla="*/ 10 h 127"/>
                <a:gd name="T4" fmla="*/ 14 w 128"/>
                <a:gd name="T5" fmla="*/ 14 h 127"/>
                <a:gd name="T6" fmla="*/ 14 w 128"/>
                <a:gd name="T7" fmla="*/ 14 h 1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8"/>
                <a:gd name="T13" fmla="*/ 0 h 127"/>
                <a:gd name="T14" fmla="*/ 128 w 128"/>
                <a:gd name="T15" fmla="*/ 127 h 1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8" h="127">
                  <a:moveTo>
                    <a:pt x="0" y="0"/>
                  </a:moveTo>
                  <a:lnTo>
                    <a:pt x="38" y="89"/>
                  </a:lnTo>
                  <a:lnTo>
                    <a:pt x="127" y="127"/>
                  </a:lnTo>
                  <a:lnTo>
                    <a:pt x="128" y="12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28" name="Freeform 205"/>
            <p:cNvSpPr>
              <a:spLocks/>
            </p:cNvSpPr>
            <p:nvPr/>
          </p:nvSpPr>
          <p:spPr bwMode="auto">
            <a:xfrm>
              <a:off x="3379" y="698"/>
              <a:ext cx="1" cy="610"/>
            </a:xfrm>
            <a:custGeom>
              <a:avLst/>
              <a:gdLst>
                <a:gd name="T0" fmla="*/ 0 w 1"/>
                <a:gd name="T1" fmla="*/ 0 h 1828"/>
                <a:gd name="T2" fmla="*/ 0 w 1"/>
                <a:gd name="T3" fmla="*/ 204 h 1828"/>
                <a:gd name="T4" fmla="*/ 1 w 1"/>
                <a:gd name="T5" fmla="*/ 204 h 1828"/>
                <a:gd name="T6" fmla="*/ 0 60000 65536"/>
                <a:gd name="T7" fmla="*/ 0 60000 65536"/>
                <a:gd name="T8" fmla="*/ 0 60000 65536"/>
                <a:gd name="T9" fmla="*/ 0 w 1"/>
                <a:gd name="T10" fmla="*/ 0 h 1828"/>
                <a:gd name="T11" fmla="*/ 1 w 1"/>
                <a:gd name="T12" fmla="*/ 1828 h 18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828">
                  <a:moveTo>
                    <a:pt x="0" y="0"/>
                  </a:moveTo>
                  <a:lnTo>
                    <a:pt x="0" y="1828"/>
                  </a:lnTo>
                  <a:lnTo>
                    <a:pt x="1" y="182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29" name="Freeform 206"/>
            <p:cNvSpPr>
              <a:spLocks/>
            </p:cNvSpPr>
            <p:nvPr/>
          </p:nvSpPr>
          <p:spPr bwMode="auto">
            <a:xfrm>
              <a:off x="3205" y="1224"/>
              <a:ext cx="343" cy="6"/>
            </a:xfrm>
            <a:custGeom>
              <a:avLst/>
              <a:gdLst>
                <a:gd name="T0" fmla="*/ 0 w 343"/>
                <a:gd name="T1" fmla="*/ 6 h 6"/>
                <a:gd name="T2" fmla="*/ 343 w 343"/>
                <a:gd name="T3" fmla="*/ 0 h 6"/>
                <a:gd name="T4" fmla="*/ 0 60000 65536"/>
                <a:gd name="T5" fmla="*/ 0 60000 65536"/>
                <a:gd name="T6" fmla="*/ 0 w 343"/>
                <a:gd name="T7" fmla="*/ 0 h 6"/>
                <a:gd name="T8" fmla="*/ 343 w 343"/>
                <a:gd name="T9" fmla="*/ 6 h 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43" h="6">
                  <a:moveTo>
                    <a:pt x="0" y="6"/>
                  </a:moveTo>
                  <a:lnTo>
                    <a:pt x="34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30" name="Freeform 207"/>
            <p:cNvSpPr>
              <a:spLocks/>
            </p:cNvSpPr>
            <p:nvPr/>
          </p:nvSpPr>
          <p:spPr bwMode="auto">
            <a:xfrm>
              <a:off x="3091" y="986"/>
              <a:ext cx="576" cy="1"/>
            </a:xfrm>
            <a:custGeom>
              <a:avLst/>
              <a:gdLst>
                <a:gd name="T0" fmla="*/ 0 w 1729"/>
                <a:gd name="T1" fmla="*/ 0 h 1"/>
                <a:gd name="T2" fmla="*/ 192 w 1729"/>
                <a:gd name="T3" fmla="*/ 0 h 1"/>
                <a:gd name="T4" fmla="*/ 192 w 1729"/>
                <a:gd name="T5" fmla="*/ 0 h 1"/>
                <a:gd name="T6" fmla="*/ 0 60000 65536"/>
                <a:gd name="T7" fmla="*/ 0 60000 65536"/>
                <a:gd name="T8" fmla="*/ 0 60000 65536"/>
                <a:gd name="T9" fmla="*/ 0 w 1729"/>
                <a:gd name="T10" fmla="*/ 0 h 1"/>
                <a:gd name="T11" fmla="*/ 1729 w 172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29" h="1">
                  <a:moveTo>
                    <a:pt x="0" y="0"/>
                  </a:moveTo>
                  <a:lnTo>
                    <a:pt x="1728" y="0"/>
                  </a:lnTo>
                  <a:lnTo>
                    <a:pt x="172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31" name="Rectangle 208"/>
            <p:cNvSpPr>
              <a:spLocks noChangeArrowheads="1"/>
            </p:cNvSpPr>
            <p:nvPr/>
          </p:nvSpPr>
          <p:spPr bwMode="auto">
            <a:xfrm>
              <a:off x="2886" y="758"/>
              <a:ext cx="9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>
                  <a:solidFill>
                    <a:schemeClr val="tx2"/>
                  </a:solidFill>
                  <a:latin typeface="宋体" pitchFamily="2" charset="-122"/>
                </a:rPr>
                <a:t>B</a:t>
              </a:r>
              <a:endParaRPr lang="en-US" altLang="zh-CN" sz="2400" b="1">
                <a:solidFill>
                  <a:schemeClr val="tx2"/>
                </a:solidFill>
              </a:endParaRPr>
            </a:p>
          </p:txBody>
        </p:sp>
        <p:sp>
          <p:nvSpPr>
            <p:cNvPr id="7232" name="Rectangle 209"/>
            <p:cNvSpPr>
              <a:spLocks noChangeArrowheads="1"/>
            </p:cNvSpPr>
            <p:nvPr/>
          </p:nvSpPr>
          <p:spPr bwMode="auto">
            <a:xfrm>
              <a:off x="3335" y="453"/>
              <a:ext cx="9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>
                  <a:solidFill>
                    <a:schemeClr val="tx2"/>
                  </a:solidFill>
                  <a:latin typeface="宋体" pitchFamily="2" charset="-122"/>
                </a:rPr>
                <a:t>B</a:t>
              </a:r>
              <a:endParaRPr lang="en-US" altLang="zh-CN" sz="2400" b="1">
                <a:solidFill>
                  <a:schemeClr val="tx2"/>
                </a:solidFill>
              </a:endParaRPr>
            </a:p>
          </p:txBody>
        </p:sp>
        <p:sp>
          <p:nvSpPr>
            <p:cNvPr id="7233" name="Freeform 210"/>
            <p:cNvSpPr>
              <a:spLocks/>
            </p:cNvSpPr>
            <p:nvPr/>
          </p:nvSpPr>
          <p:spPr bwMode="auto">
            <a:xfrm>
              <a:off x="3167" y="986"/>
              <a:ext cx="1" cy="210"/>
            </a:xfrm>
            <a:custGeom>
              <a:avLst/>
              <a:gdLst>
                <a:gd name="T0" fmla="*/ 0 w 1"/>
                <a:gd name="T1" fmla="*/ 0 h 210"/>
                <a:gd name="T2" fmla="*/ 1 w 1"/>
                <a:gd name="T3" fmla="*/ 210 h 210"/>
                <a:gd name="T4" fmla="*/ 0 60000 65536"/>
                <a:gd name="T5" fmla="*/ 0 60000 65536"/>
                <a:gd name="T6" fmla="*/ 0 w 1"/>
                <a:gd name="T7" fmla="*/ 0 h 210"/>
                <a:gd name="T8" fmla="*/ 1 w 1"/>
                <a:gd name="T9" fmla="*/ 210 h 21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10">
                  <a:moveTo>
                    <a:pt x="0" y="0"/>
                  </a:moveTo>
                  <a:lnTo>
                    <a:pt x="1" y="21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34" name="Freeform 211"/>
            <p:cNvSpPr>
              <a:spLocks/>
            </p:cNvSpPr>
            <p:nvPr/>
          </p:nvSpPr>
          <p:spPr bwMode="auto">
            <a:xfrm>
              <a:off x="3592" y="988"/>
              <a:ext cx="1" cy="212"/>
            </a:xfrm>
            <a:custGeom>
              <a:avLst/>
              <a:gdLst>
                <a:gd name="T0" fmla="*/ 0 w 1"/>
                <a:gd name="T1" fmla="*/ 0 h 212"/>
                <a:gd name="T2" fmla="*/ 0 w 1"/>
                <a:gd name="T3" fmla="*/ 212 h 212"/>
                <a:gd name="T4" fmla="*/ 0 60000 65536"/>
                <a:gd name="T5" fmla="*/ 0 60000 65536"/>
                <a:gd name="T6" fmla="*/ 0 w 1"/>
                <a:gd name="T7" fmla="*/ 0 h 212"/>
                <a:gd name="T8" fmla="*/ 1 w 1"/>
                <a:gd name="T9" fmla="*/ 212 h 21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12">
                  <a:moveTo>
                    <a:pt x="0" y="0"/>
                  </a:moveTo>
                  <a:lnTo>
                    <a:pt x="0" y="21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35" name="Freeform 212"/>
            <p:cNvSpPr>
              <a:spLocks/>
            </p:cNvSpPr>
            <p:nvPr/>
          </p:nvSpPr>
          <p:spPr bwMode="auto">
            <a:xfrm>
              <a:off x="1720" y="420"/>
              <a:ext cx="724" cy="4"/>
            </a:xfrm>
            <a:custGeom>
              <a:avLst/>
              <a:gdLst>
                <a:gd name="T0" fmla="*/ 0 w 724"/>
                <a:gd name="T1" fmla="*/ 4 h 4"/>
                <a:gd name="T2" fmla="*/ 724 w 724"/>
                <a:gd name="T3" fmla="*/ 0 h 4"/>
                <a:gd name="T4" fmla="*/ 0 60000 65536"/>
                <a:gd name="T5" fmla="*/ 0 60000 65536"/>
                <a:gd name="T6" fmla="*/ 0 w 724"/>
                <a:gd name="T7" fmla="*/ 0 h 4"/>
                <a:gd name="T8" fmla="*/ 724 w 724"/>
                <a:gd name="T9" fmla="*/ 4 h 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24" h="4">
                  <a:moveTo>
                    <a:pt x="0" y="4"/>
                  </a:moveTo>
                  <a:lnTo>
                    <a:pt x="72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7236" name="Freeform 213"/>
            <p:cNvSpPr>
              <a:spLocks/>
            </p:cNvSpPr>
            <p:nvPr/>
          </p:nvSpPr>
          <p:spPr bwMode="auto">
            <a:xfrm>
              <a:off x="2685" y="986"/>
              <a:ext cx="297" cy="1"/>
            </a:xfrm>
            <a:custGeom>
              <a:avLst/>
              <a:gdLst>
                <a:gd name="T0" fmla="*/ 0 w 891"/>
                <a:gd name="T1" fmla="*/ 0 h 1"/>
                <a:gd name="T2" fmla="*/ 99 w 891"/>
                <a:gd name="T3" fmla="*/ 0 h 1"/>
                <a:gd name="T4" fmla="*/ 99 w 891"/>
                <a:gd name="T5" fmla="*/ 0 h 1"/>
                <a:gd name="T6" fmla="*/ 0 60000 65536"/>
                <a:gd name="T7" fmla="*/ 0 60000 65536"/>
                <a:gd name="T8" fmla="*/ 0 60000 65536"/>
                <a:gd name="T9" fmla="*/ 0 w 891"/>
                <a:gd name="T10" fmla="*/ 0 h 1"/>
                <a:gd name="T11" fmla="*/ 891 w 89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91" h="1">
                  <a:moveTo>
                    <a:pt x="0" y="0"/>
                  </a:moveTo>
                  <a:lnTo>
                    <a:pt x="890" y="0"/>
                  </a:lnTo>
                  <a:lnTo>
                    <a:pt x="89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40854" name="Text Box 214"/>
          <p:cNvSpPr txBox="1">
            <a:spLocks noChangeArrowheads="1"/>
          </p:cNvSpPr>
          <p:nvPr/>
        </p:nvSpPr>
        <p:spPr bwMode="auto">
          <a:xfrm>
            <a:off x="355600" y="5099406"/>
            <a:ext cx="24447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标注方法：</a:t>
            </a:r>
          </a:p>
        </p:txBody>
      </p:sp>
      <p:sp>
        <p:nvSpPr>
          <p:cNvPr id="240855" name="Text Box 215"/>
          <p:cNvSpPr txBox="1">
            <a:spLocks noChangeArrowheads="1"/>
          </p:cNvSpPr>
          <p:nvPr/>
        </p:nvSpPr>
        <p:spPr bwMode="auto">
          <a:xfrm>
            <a:off x="366713" y="5562956"/>
            <a:ext cx="25527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适用范围：</a:t>
            </a:r>
          </a:p>
        </p:txBody>
      </p:sp>
      <p:sp>
        <p:nvSpPr>
          <p:cNvPr id="240857" name="Text Box 217"/>
          <p:cNvSpPr txBox="1">
            <a:spLocks noChangeArrowheads="1"/>
          </p:cNvSpPr>
          <p:nvPr/>
        </p:nvSpPr>
        <p:spPr bwMode="auto">
          <a:xfrm>
            <a:off x="804863" y="6016981"/>
            <a:ext cx="814863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rgbClr val="6600CC"/>
                </a:solidFill>
                <a:latin typeface="宋体" pitchFamily="2" charset="-122"/>
              </a:rPr>
              <a:t>机件上的孔槽及空腔等内部结构不在同一平面内。</a:t>
            </a:r>
          </a:p>
        </p:txBody>
      </p:sp>
      <p:pic>
        <p:nvPicPr>
          <p:cNvPr id="240858" name="Picture 218" descr="书6-29-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82" t="8264" r="10358" b="5635"/>
          <a:stretch>
            <a:fillRect/>
          </a:stretch>
        </p:blipFill>
        <p:spPr bwMode="auto">
          <a:xfrm>
            <a:off x="3297238" y="2999144"/>
            <a:ext cx="2708275" cy="2495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0859" name="Picture 219" descr="书6-29-3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43" t="18623" r="13576" b="8907"/>
          <a:stretch>
            <a:fillRect/>
          </a:stretch>
        </p:blipFill>
        <p:spPr bwMode="auto">
          <a:xfrm>
            <a:off x="5681663" y="3800831"/>
            <a:ext cx="3124200" cy="205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220"/>
          <p:cNvGrpSpPr>
            <a:grpSpLocks/>
          </p:cNvGrpSpPr>
          <p:nvPr/>
        </p:nvGrpSpPr>
        <p:grpSpPr bwMode="auto">
          <a:xfrm>
            <a:off x="5756275" y="689331"/>
            <a:ext cx="3213100" cy="2652713"/>
            <a:chOff x="3626" y="228"/>
            <a:chExt cx="2024" cy="1671"/>
          </a:xfrm>
        </p:grpSpPr>
        <p:grpSp>
          <p:nvGrpSpPr>
            <p:cNvPr id="7189" name="Group 221"/>
            <p:cNvGrpSpPr>
              <a:grpSpLocks/>
            </p:cNvGrpSpPr>
            <p:nvPr/>
          </p:nvGrpSpPr>
          <p:grpSpPr bwMode="auto">
            <a:xfrm>
              <a:off x="3628" y="236"/>
              <a:ext cx="2022" cy="1651"/>
              <a:chOff x="3628" y="236"/>
              <a:chExt cx="2022" cy="1651"/>
            </a:xfrm>
          </p:grpSpPr>
          <p:sp>
            <p:nvSpPr>
              <p:cNvPr id="7196" name="Freeform 222"/>
              <p:cNvSpPr>
                <a:spLocks/>
              </p:cNvSpPr>
              <p:nvPr/>
            </p:nvSpPr>
            <p:spPr bwMode="auto">
              <a:xfrm>
                <a:off x="3628" y="236"/>
                <a:ext cx="678" cy="1444"/>
              </a:xfrm>
              <a:custGeom>
                <a:avLst/>
                <a:gdLst>
                  <a:gd name="T0" fmla="*/ 678 w 678"/>
                  <a:gd name="T1" fmla="*/ 250 h 1444"/>
                  <a:gd name="T2" fmla="*/ 678 w 678"/>
                  <a:gd name="T3" fmla="*/ 1444 h 1444"/>
                  <a:gd name="T4" fmla="*/ 0 w 678"/>
                  <a:gd name="T5" fmla="*/ 1170 h 1444"/>
                  <a:gd name="T6" fmla="*/ 2 w 678"/>
                  <a:gd name="T7" fmla="*/ 0 h 1444"/>
                  <a:gd name="T8" fmla="*/ 678 w 678"/>
                  <a:gd name="T9" fmla="*/ 250 h 14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8"/>
                  <a:gd name="T16" fmla="*/ 0 h 1444"/>
                  <a:gd name="T17" fmla="*/ 678 w 678"/>
                  <a:gd name="T18" fmla="*/ 1444 h 14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8" h="1444">
                    <a:moveTo>
                      <a:pt x="678" y="250"/>
                    </a:moveTo>
                    <a:lnTo>
                      <a:pt x="678" y="1444"/>
                    </a:lnTo>
                    <a:lnTo>
                      <a:pt x="0" y="1170"/>
                    </a:lnTo>
                    <a:lnTo>
                      <a:pt x="2" y="0"/>
                    </a:lnTo>
                    <a:lnTo>
                      <a:pt x="678" y="250"/>
                    </a:lnTo>
                    <a:close/>
                  </a:path>
                </a:pathLst>
              </a:custGeom>
              <a:solidFill>
                <a:srgbClr val="93FFFF">
                  <a:alpha val="50195"/>
                </a:srgb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7197" name="Group 223"/>
              <p:cNvGrpSpPr>
                <a:grpSpLocks/>
              </p:cNvGrpSpPr>
              <p:nvPr/>
            </p:nvGrpSpPr>
            <p:grpSpPr bwMode="auto">
              <a:xfrm>
                <a:off x="3744" y="324"/>
                <a:ext cx="1906" cy="1563"/>
                <a:chOff x="3744" y="324"/>
                <a:chExt cx="1906" cy="1563"/>
              </a:xfrm>
            </p:grpSpPr>
            <p:sp>
              <p:nvSpPr>
                <p:cNvPr id="7198" name="Freeform 224"/>
                <p:cNvSpPr>
                  <a:spLocks/>
                </p:cNvSpPr>
                <p:nvPr/>
              </p:nvSpPr>
              <p:spPr bwMode="auto">
                <a:xfrm>
                  <a:off x="4539" y="324"/>
                  <a:ext cx="1020" cy="1563"/>
                </a:xfrm>
                <a:custGeom>
                  <a:avLst/>
                  <a:gdLst>
                    <a:gd name="T0" fmla="*/ 0 w 1020"/>
                    <a:gd name="T1" fmla="*/ 1173 h 1563"/>
                    <a:gd name="T2" fmla="*/ 3 w 1020"/>
                    <a:gd name="T3" fmla="*/ 0 h 1563"/>
                    <a:gd name="T4" fmla="*/ 1020 w 1020"/>
                    <a:gd name="T5" fmla="*/ 414 h 1563"/>
                    <a:gd name="T6" fmla="*/ 1020 w 1020"/>
                    <a:gd name="T7" fmla="*/ 1563 h 1563"/>
                    <a:gd name="T8" fmla="*/ 0 w 1020"/>
                    <a:gd name="T9" fmla="*/ 1173 h 15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020"/>
                    <a:gd name="T16" fmla="*/ 0 h 1563"/>
                    <a:gd name="T17" fmla="*/ 1020 w 1020"/>
                    <a:gd name="T18" fmla="*/ 1563 h 15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020" h="1563">
                      <a:moveTo>
                        <a:pt x="0" y="1173"/>
                      </a:moveTo>
                      <a:lnTo>
                        <a:pt x="3" y="0"/>
                      </a:lnTo>
                      <a:lnTo>
                        <a:pt x="1020" y="414"/>
                      </a:lnTo>
                      <a:lnTo>
                        <a:pt x="1020" y="1563"/>
                      </a:lnTo>
                      <a:lnTo>
                        <a:pt x="0" y="1173"/>
                      </a:lnTo>
                      <a:close/>
                    </a:path>
                  </a:pathLst>
                </a:custGeom>
                <a:solidFill>
                  <a:srgbClr val="D9D9FF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199" name="Freeform 225"/>
                <p:cNvSpPr>
                  <a:spLocks/>
                </p:cNvSpPr>
                <p:nvPr/>
              </p:nvSpPr>
              <p:spPr bwMode="auto">
                <a:xfrm>
                  <a:off x="4296" y="340"/>
                  <a:ext cx="248" cy="1355"/>
                </a:xfrm>
                <a:custGeom>
                  <a:avLst/>
                  <a:gdLst>
                    <a:gd name="T0" fmla="*/ 248 w 248"/>
                    <a:gd name="T1" fmla="*/ 0 h 1355"/>
                    <a:gd name="T2" fmla="*/ 246 w 248"/>
                    <a:gd name="T3" fmla="*/ 1154 h 1355"/>
                    <a:gd name="T4" fmla="*/ 0 w 248"/>
                    <a:gd name="T5" fmla="*/ 1355 h 1355"/>
                    <a:gd name="T6" fmla="*/ 16 w 248"/>
                    <a:gd name="T7" fmla="*/ 138 h 1355"/>
                    <a:gd name="T8" fmla="*/ 248 w 248"/>
                    <a:gd name="T9" fmla="*/ 0 h 1355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48"/>
                    <a:gd name="T16" fmla="*/ 0 h 1355"/>
                    <a:gd name="T17" fmla="*/ 248 w 248"/>
                    <a:gd name="T18" fmla="*/ 1355 h 1355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48" h="1355">
                      <a:moveTo>
                        <a:pt x="248" y="0"/>
                      </a:moveTo>
                      <a:lnTo>
                        <a:pt x="246" y="1154"/>
                      </a:lnTo>
                      <a:lnTo>
                        <a:pt x="0" y="1355"/>
                      </a:lnTo>
                      <a:lnTo>
                        <a:pt x="16" y="138"/>
                      </a:lnTo>
                      <a:lnTo>
                        <a:pt x="248" y="0"/>
                      </a:lnTo>
                      <a:close/>
                    </a:path>
                  </a:pathLst>
                </a:custGeom>
                <a:solidFill>
                  <a:srgbClr val="CCECFF">
                    <a:alpha val="50195"/>
                  </a:srgb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pic>
              <p:nvPicPr>
                <p:cNvPr id="7200" name="Picture 226" descr="书6-29-2a"/>
                <p:cNvPicPr>
                  <a:picLocks noChangeAspect="1" noChangeArrowheads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1711" t="18195" r="12852" b="4881"/>
                <a:stretch>
                  <a:fillRect/>
                </a:stretch>
              </p:blipFill>
              <p:spPr bwMode="auto">
                <a:xfrm>
                  <a:off x="3744" y="584"/>
                  <a:ext cx="1906" cy="12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  <p:grpSp>
          <p:nvGrpSpPr>
            <p:cNvPr id="7190" name="Group 227"/>
            <p:cNvGrpSpPr>
              <a:grpSpLocks/>
            </p:cNvGrpSpPr>
            <p:nvPr/>
          </p:nvGrpSpPr>
          <p:grpSpPr bwMode="auto">
            <a:xfrm>
              <a:off x="3626" y="228"/>
              <a:ext cx="1936" cy="1671"/>
              <a:chOff x="3626" y="228"/>
              <a:chExt cx="1936" cy="1671"/>
            </a:xfrm>
          </p:grpSpPr>
          <p:sp>
            <p:nvSpPr>
              <p:cNvPr id="7193" name="Freeform 228"/>
              <p:cNvSpPr>
                <a:spLocks/>
              </p:cNvSpPr>
              <p:nvPr/>
            </p:nvSpPr>
            <p:spPr bwMode="auto">
              <a:xfrm>
                <a:off x="4545" y="333"/>
                <a:ext cx="1017" cy="1566"/>
              </a:xfrm>
              <a:custGeom>
                <a:avLst/>
                <a:gdLst>
                  <a:gd name="T0" fmla="*/ 0 w 1017"/>
                  <a:gd name="T1" fmla="*/ 1161 h 1566"/>
                  <a:gd name="T2" fmla="*/ 0 w 1017"/>
                  <a:gd name="T3" fmla="*/ 0 h 1566"/>
                  <a:gd name="T4" fmla="*/ 1017 w 1017"/>
                  <a:gd name="T5" fmla="*/ 405 h 1566"/>
                  <a:gd name="T6" fmla="*/ 1017 w 1017"/>
                  <a:gd name="T7" fmla="*/ 1566 h 1566"/>
                  <a:gd name="T8" fmla="*/ 0 w 1017"/>
                  <a:gd name="T9" fmla="*/ 1161 h 156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17"/>
                  <a:gd name="T16" fmla="*/ 0 h 1566"/>
                  <a:gd name="T17" fmla="*/ 1017 w 1017"/>
                  <a:gd name="T18" fmla="*/ 1566 h 156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17" h="1566">
                    <a:moveTo>
                      <a:pt x="0" y="1161"/>
                    </a:moveTo>
                    <a:lnTo>
                      <a:pt x="0" y="0"/>
                    </a:lnTo>
                    <a:lnTo>
                      <a:pt x="1017" y="405"/>
                    </a:lnTo>
                    <a:lnTo>
                      <a:pt x="1017" y="1566"/>
                    </a:lnTo>
                    <a:lnTo>
                      <a:pt x="0" y="1161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94" name="Freeform 229"/>
              <p:cNvSpPr>
                <a:spLocks/>
              </p:cNvSpPr>
              <p:nvPr/>
            </p:nvSpPr>
            <p:spPr bwMode="auto">
              <a:xfrm>
                <a:off x="4310" y="334"/>
                <a:ext cx="236" cy="1354"/>
              </a:xfrm>
              <a:custGeom>
                <a:avLst/>
                <a:gdLst>
                  <a:gd name="T0" fmla="*/ 236 w 236"/>
                  <a:gd name="T1" fmla="*/ 0 h 1354"/>
                  <a:gd name="T2" fmla="*/ 236 w 236"/>
                  <a:gd name="T3" fmla="*/ 1164 h 1354"/>
                  <a:gd name="T4" fmla="*/ 0 w 236"/>
                  <a:gd name="T5" fmla="*/ 1354 h 1354"/>
                  <a:gd name="T6" fmla="*/ 0 w 236"/>
                  <a:gd name="T7" fmla="*/ 148 h 1354"/>
                  <a:gd name="T8" fmla="*/ 236 w 236"/>
                  <a:gd name="T9" fmla="*/ 0 h 135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36"/>
                  <a:gd name="T16" fmla="*/ 0 h 1354"/>
                  <a:gd name="T17" fmla="*/ 236 w 236"/>
                  <a:gd name="T18" fmla="*/ 1354 h 135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36" h="1354">
                    <a:moveTo>
                      <a:pt x="236" y="0"/>
                    </a:moveTo>
                    <a:lnTo>
                      <a:pt x="236" y="1164"/>
                    </a:lnTo>
                    <a:lnTo>
                      <a:pt x="0" y="1354"/>
                    </a:lnTo>
                    <a:lnTo>
                      <a:pt x="0" y="148"/>
                    </a:lnTo>
                    <a:lnTo>
                      <a:pt x="236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7195" name="Freeform 230"/>
              <p:cNvSpPr>
                <a:spLocks/>
              </p:cNvSpPr>
              <p:nvPr/>
            </p:nvSpPr>
            <p:spPr bwMode="auto">
              <a:xfrm>
                <a:off x="3626" y="228"/>
                <a:ext cx="684" cy="1462"/>
              </a:xfrm>
              <a:custGeom>
                <a:avLst/>
                <a:gdLst>
                  <a:gd name="T0" fmla="*/ 684 w 684"/>
                  <a:gd name="T1" fmla="*/ 252 h 1462"/>
                  <a:gd name="T2" fmla="*/ 684 w 684"/>
                  <a:gd name="T3" fmla="*/ 1462 h 1462"/>
                  <a:gd name="T4" fmla="*/ 1 w 684"/>
                  <a:gd name="T5" fmla="*/ 1180 h 1462"/>
                  <a:gd name="T6" fmla="*/ 0 w 684"/>
                  <a:gd name="T7" fmla="*/ 0 h 1462"/>
                  <a:gd name="T8" fmla="*/ 684 w 684"/>
                  <a:gd name="T9" fmla="*/ 252 h 14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84"/>
                  <a:gd name="T16" fmla="*/ 0 h 1462"/>
                  <a:gd name="T17" fmla="*/ 684 w 684"/>
                  <a:gd name="T18" fmla="*/ 1462 h 146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84" h="1462">
                    <a:moveTo>
                      <a:pt x="684" y="252"/>
                    </a:moveTo>
                    <a:lnTo>
                      <a:pt x="684" y="1462"/>
                    </a:lnTo>
                    <a:lnTo>
                      <a:pt x="1" y="1180"/>
                    </a:lnTo>
                    <a:lnTo>
                      <a:pt x="0" y="0"/>
                    </a:lnTo>
                    <a:lnTo>
                      <a:pt x="684" y="252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rgbClr val="3333CC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7191" name="Rectangle 231"/>
            <p:cNvSpPr>
              <a:spLocks noChangeArrowheads="1"/>
            </p:cNvSpPr>
            <p:nvPr/>
          </p:nvSpPr>
          <p:spPr bwMode="auto">
            <a:xfrm>
              <a:off x="3681" y="318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>
                  <a:solidFill>
                    <a:schemeClr val="tx2"/>
                  </a:solidFill>
                  <a:latin typeface="宋体" pitchFamily="2" charset="-122"/>
                </a:rPr>
                <a:t>A</a:t>
              </a:r>
              <a:endParaRPr lang="en-US" altLang="zh-CN" sz="2400"/>
            </a:p>
          </p:txBody>
        </p:sp>
        <p:sp>
          <p:nvSpPr>
            <p:cNvPr id="7192" name="Rectangle 232"/>
            <p:cNvSpPr>
              <a:spLocks noChangeArrowheads="1"/>
            </p:cNvSpPr>
            <p:nvPr/>
          </p:nvSpPr>
          <p:spPr bwMode="auto">
            <a:xfrm>
              <a:off x="5388" y="693"/>
              <a:ext cx="96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>
                  <a:solidFill>
                    <a:schemeClr val="tx2"/>
                  </a:solidFill>
                  <a:latin typeface="宋体" pitchFamily="2" charset="-122"/>
                </a:rPr>
                <a:t>A</a:t>
              </a:r>
              <a:endParaRPr lang="en-US" altLang="zh-CN" sz="240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407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407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240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40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8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75"/>
                                        <p:tgtEl>
                                          <p:spTgt spid="2408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40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40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40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40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75"/>
                                        <p:tgtEl>
                                          <p:spTgt spid="240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9" dur="500"/>
                                        <p:tgtEl>
                                          <p:spTgt spid="240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4" dur="75"/>
                                        <p:tgtEl>
                                          <p:spTgt spid="240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0733" grpId="0"/>
      <p:bldP spid="240734" grpId="0" autoUpdateAnimBg="0"/>
      <p:bldP spid="240735" grpId="0" autoUpdateAnimBg="0"/>
      <p:bldP spid="240736" grpId="0" autoUpdateAnimBg="0"/>
      <p:bldP spid="240737" grpId="0" autoUpdateAnimBg="0"/>
      <p:bldP spid="240747" grpId="0" build="p" autoUpdateAnimBg="0"/>
      <p:bldP spid="240854" grpId="0" build="p" autoUpdateAnimBg="0"/>
      <p:bldP spid="240855" grpId="0" autoUpdateAnimBg="0"/>
      <p:bldP spid="240857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0878748-2D0A-4D14-8FC0-012685ED1954}" type="slidenum">
              <a:rPr lang="en-US" altLang="zh-CN"/>
              <a:pPr>
                <a:defRPr/>
              </a:pPr>
              <a:t>6</a:t>
            </a:fld>
            <a:endParaRPr lang="en-US" altLang="zh-CN"/>
          </a:p>
        </p:txBody>
      </p:sp>
      <p:grpSp>
        <p:nvGrpSpPr>
          <p:cNvPr id="8195" name="Group 2"/>
          <p:cNvGrpSpPr>
            <a:grpSpLocks/>
          </p:cNvGrpSpPr>
          <p:nvPr/>
        </p:nvGrpSpPr>
        <p:grpSpPr bwMode="auto">
          <a:xfrm>
            <a:off x="523875" y="3906838"/>
            <a:ext cx="3656013" cy="1728787"/>
            <a:chOff x="323" y="2652"/>
            <a:chExt cx="2303" cy="1089"/>
          </a:xfrm>
        </p:grpSpPr>
        <p:sp>
          <p:nvSpPr>
            <p:cNvPr id="8277" name="Rectangle 3"/>
            <p:cNvSpPr>
              <a:spLocks noChangeArrowheads="1"/>
            </p:cNvSpPr>
            <p:nvPr/>
          </p:nvSpPr>
          <p:spPr bwMode="auto">
            <a:xfrm>
              <a:off x="323" y="3264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endParaRPr lang="en-US" altLang="zh-CN" sz="2400" b="1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278" name="Rectangle 4"/>
            <p:cNvSpPr>
              <a:spLocks noChangeArrowheads="1"/>
            </p:cNvSpPr>
            <p:nvPr/>
          </p:nvSpPr>
          <p:spPr bwMode="auto">
            <a:xfrm>
              <a:off x="1243" y="2830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>
                  <a:solidFill>
                    <a:schemeClr val="tx2"/>
                  </a:solidFill>
                  <a:latin typeface="宋体" pitchFamily="2" charset="-122"/>
                </a:rPr>
                <a:t>A</a:t>
              </a:r>
              <a:endParaRPr lang="en-US" altLang="zh-CN" sz="2400" b="1">
                <a:solidFill>
                  <a:schemeClr val="tx2"/>
                </a:solidFill>
              </a:endParaRPr>
            </a:p>
          </p:txBody>
        </p:sp>
        <p:sp>
          <p:nvSpPr>
            <p:cNvPr id="8279" name="Rectangle 5"/>
            <p:cNvSpPr>
              <a:spLocks noChangeArrowheads="1"/>
            </p:cNvSpPr>
            <p:nvPr/>
          </p:nvSpPr>
          <p:spPr bwMode="auto">
            <a:xfrm>
              <a:off x="1185" y="3408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>
                  <a:solidFill>
                    <a:schemeClr val="tx2"/>
                  </a:solidFill>
                  <a:latin typeface="宋体" pitchFamily="2" charset="-122"/>
                </a:rPr>
                <a:t>A</a:t>
              </a:r>
              <a:endParaRPr lang="en-US" altLang="zh-CN" sz="2400" b="1">
                <a:solidFill>
                  <a:schemeClr val="tx2"/>
                </a:solidFill>
              </a:endParaRPr>
            </a:p>
          </p:txBody>
        </p:sp>
        <p:sp>
          <p:nvSpPr>
            <p:cNvPr id="8280" name="Rectangle 6"/>
            <p:cNvSpPr>
              <a:spLocks noChangeArrowheads="1"/>
            </p:cNvSpPr>
            <p:nvPr/>
          </p:nvSpPr>
          <p:spPr bwMode="auto">
            <a:xfrm>
              <a:off x="2528" y="2883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>
                  <a:solidFill>
                    <a:schemeClr val="tx2"/>
                  </a:solidFill>
                  <a:latin typeface="黑体" pitchFamily="2" charset="-122"/>
                  <a:ea typeface="黑体" pitchFamily="2" charset="-122"/>
                </a:rPr>
                <a:t>A</a:t>
              </a:r>
              <a:endParaRPr lang="en-US" altLang="zh-CN" sz="2400" b="1">
                <a:solidFill>
                  <a:schemeClr val="tx2"/>
                </a:solidFill>
                <a:latin typeface="黑体" pitchFamily="2" charset="-122"/>
                <a:ea typeface="黑体" pitchFamily="2" charset="-122"/>
              </a:endParaRPr>
            </a:p>
          </p:txBody>
        </p:sp>
        <p:sp>
          <p:nvSpPr>
            <p:cNvPr id="8281" name="Freeform 7"/>
            <p:cNvSpPr>
              <a:spLocks/>
            </p:cNvSpPr>
            <p:nvPr/>
          </p:nvSpPr>
          <p:spPr bwMode="auto">
            <a:xfrm>
              <a:off x="2336" y="3082"/>
              <a:ext cx="107" cy="1"/>
            </a:xfrm>
            <a:custGeom>
              <a:avLst/>
              <a:gdLst>
                <a:gd name="T0" fmla="*/ 0 w 322"/>
                <a:gd name="T1" fmla="*/ 0 h 1"/>
                <a:gd name="T2" fmla="*/ 36 w 322"/>
                <a:gd name="T3" fmla="*/ 0 h 1"/>
                <a:gd name="T4" fmla="*/ 36 w 322"/>
                <a:gd name="T5" fmla="*/ 0 h 1"/>
                <a:gd name="T6" fmla="*/ 0 60000 65536"/>
                <a:gd name="T7" fmla="*/ 0 60000 65536"/>
                <a:gd name="T8" fmla="*/ 0 60000 65536"/>
                <a:gd name="T9" fmla="*/ 0 w 322"/>
                <a:gd name="T10" fmla="*/ 0 h 1"/>
                <a:gd name="T11" fmla="*/ 322 w 32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2" h="1">
                  <a:moveTo>
                    <a:pt x="0" y="0"/>
                  </a:moveTo>
                  <a:lnTo>
                    <a:pt x="321" y="0"/>
                  </a:lnTo>
                  <a:lnTo>
                    <a:pt x="32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2" name="Freeform 8"/>
            <p:cNvSpPr>
              <a:spLocks/>
            </p:cNvSpPr>
            <p:nvPr/>
          </p:nvSpPr>
          <p:spPr bwMode="auto">
            <a:xfrm>
              <a:off x="480" y="3473"/>
              <a:ext cx="104" cy="1"/>
            </a:xfrm>
            <a:custGeom>
              <a:avLst/>
              <a:gdLst>
                <a:gd name="T0" fmla="*/ 34 w 314"/>
                <a:gd name="T1" fmla="*/ 0 h 1"/>
                <a:gd name="T2" fmla="*/ 0 w 314"/>
                <a:gd name="T3" fmla="*/ 0 h 1"/>
                <a:gd name="T4" fmla="*/ 0 w 314"/>
                <a:gd name="T5" fmla="*/ 0 h 1"/>
                <a:gd name="T6" fmla="*/ 0 60000 65536"/>
                <a:gd name="T7" fmla="*/ 0 60000 65536"/>
                <a:gd name="T8" fmla="*/ 0 60000 65536"/>
                <a:gd name="T9" fmla="*/ 0 w 314"/>
                <a:gd name="T10" fmla="*/ 0 h 1"/>
                <a:gd name="T11" fmla="*/ 314 w 31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4" h="1">
                  <a:moveTo>
                    <a:pt x="314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3" name="Freeform 9"/>
            <p:cNvSpPr>
              <a:spLocks/>
            </p:cNvSpPr>
            <p:nvPr/>
          </p:nvSpPr>
          <p:spPr bwMode="auto">
            <a:xfrm>
              <a:off x="480" y="3260"/>
              <a:ext cx="1" cy="213"/>
            </a:xfrm>
            <a:custGeom>
              <a:avLst/>
              <a:gdLst>
                <a:gd name="T0" fmla="*/ 0 w 2"/>
                <a:gd name="T1" fmla="*/ 71 h 637"/>
                <a:gd name="T2" fmla="*/ 0 w 2"/>
                <a:gd name="T3" fmla="*/ 0 h 637"/>
                <a:gd name="T4" fmla="*/ 1 w 2"/>
                <a:gd name="T5" fmla="*/ 0 h 637"/>
                <a:gd name="T6" fmla="*/ 0 60000 65536"/>
                <a:gd name="T7" fmla="*/ 0 60000 65536"/>
                <a:gd name="T8" fmla="*/ 0 60000 65536"/>
                <a:gd name="T9" fmla="*/ 0 w 2"/>
                <a:gd name="T10" fmla="*/ 0 h 637"/>
                <a:gd name="T11" fmla="*/ 2 w 2"/>
                <a:gd name="T12" fmla="*/ 637 h 6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637">
                  <a:moveTo>
                    <a:pt x="0" y="637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 type="non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4" name="Freeform 10"/>
            <p:cNvSpPr>
              <a:spLocks/>
            </p:cNvSpPr>
            <p:nvPr/>
          </p:nvSpPr>
          <p:spPr bwMode="auto">
            <a:xfrm>
              <a:off x="1139" y="3473"/>
              <a:ext cx="91" cy="1"/>
            </a:xfrm>
            <a:custGeom>
              <a:avLst/>
              <a:gdLst>
                <a:gd name="T0" fmla="*/ 0 w 274"/>
                <a:gd name="T1" fmla="*/ 0 h 1"/>
                <a:gd name="T2" fmla="*/ 30 w 274"/>
                <a:gd name="T3" fmla="*/ 0 h 1"/>
                <a:gd name="T4" fmla="*/ 30 w 274"/>
                <a:gd name="T5" fmla="*/ 0 h 1"/>
                <a:gd name="T6" fmla="*/ 0 60000 65536"/>
                <a:gd name="T7" fmla="*/ 0 60000 65536"/>
                <a:gd name="T8" fmla="*/ 0 60000 65536"/>
                <a:gd name="T9" fmla="*/ 0 w 274"/>
                <a:gd name="T10" fmla="*/ 0 h 1"/>
                <a:gd name="T11" fmla="*/ 274 w 27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4" h="1">
                  <a:moveTo>
                    <a:pt x="0" y="0"/>
                  </a:moveTo>
                  <a:lnTo>
                    <a:pt x="273" y="0"/>
                  </a:lnTo>
                  <a:lnTo>
                    <a:pt x="27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5" name="Freeform 11"/>
            <p:cNvSpPr>
              <a:spLocks/>
            </p:cNvSpPr>
            <p:nvPr/>
          </p:nvSpPr>
          <p:spPr bwMode="auto">
            <a:xfrm>
              <a:off x="1230" y="3390"/>
              <a:ext cx="1" cy="83"/>
            </a:xfrm>
            <a:custGeom>
              <a:avLst/>
              <a:gdLst>
                <a:gd name="T0" fmla="*/ 0 w 1"/>
                <a:gd name="T1" fmla="*/ 28 h 248"/>
                <a:gd name="T2" fmla="*/ 0 w 1"/>
                <a:gd name="T3" fmla="*/ 0 h 248"/>
                <a:gd name="T4" fmla="*/ 1 w 1"/>
                <a:gd name="T5" fmla="*/ 0 h 248"/>
                <a:gd name="T6" fmla="*/ 0 60000 65536"/>
                <a:gd name="T7" fmla="*/ 0 60000 65536"/>
                <a:gd name="T8" fmla="*/ 0 60000 65536"/>
                <a:gd name="T9" fmla="*/ 0 w 1"/>
                <a:gd name="T10" fmla="*/ 0 h 248"/>
                <a:gd name="T11" fmla="*/ 1 w 1"/>
                <a:gd name="T12" fmla="*/ 248 h 2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48">
                  <a:moveTo>
                    <a:pt x="0" y="24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6" name="Freeform 12"/>
            <p:cNvSpPr>
              <a:spLocks/>
            </p:cNvSpPr>
            <p:nvPr/>
          </p:nvSpPr>
          <p:spPr bwMode="auto">
            <a:xfrm>
              <a:off x="1230" y="3081"/>
              <a:ext cx="1" cy="77"/>
            </a:xfrm>
            <a:custGeom>
              <a:avLst/>
              <a:gdLst>
                <a:gd name="T0" fmla="*/ 0 w 1"/>
                <a:gd name="T1" fmla="*/ 26 h 229"/>
                <a:gd name="T2" fmla="*/ 0 w 1"/>
                <a:gd name="T3" fmla="*/ 0 h 229"/>
                <a:gd name="T4" fmla="*/ 1 w 1"/>
                <a:gd name="T5" fmla="*/ 0 h 229"/>
                <a:gd name="T6" fmla="*/ 0 60000 65536"/>
                <a:gd name="T7" fmla="*/ 0 60000 65536"/>
                <a:gd name="T8" fmla="*/ 0 60000 65536"/>
                <a:gd name="T9" fmla="*/ 0 w 1"/>
                <a:gd name="T10" fmla="*/ 0 h 229"/>
                <a:gd name="T11" fmla="*/ 1 w 1"/>
                <a:gd name="T12" fmla="*/ 229 h 2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29">
                  <a:moveTo>
                    <a:pt x="0" y="229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7" name="Freeform 13"/>
            <p:cNvSpPr>
              <a:spLocks/>
            </p:cNvSpPr>
            <p:nvPr/>
          </p:nvSpPr>
          <p:spPr bwMode="auto">
            <a:xfrm>
              <a:off x="1230" y="3081"/>
              <a:ext cx="65" cy="1"/>
            </a:xfrm>
            <a:custGeom>
              <a:avLst/>
              <a:gdLst>
                <a:gd name="T0" fmla="*/ 0 w 197"/>
                <a:gd name="T1" fmla="*/ 0 h 2"/>
                <a:gd name="T2" fmla="*/ 21 w 197"/>
                <a:gd name="T3" fmla="*/ 1 h 2"/>
                <a:gd name="T4" fmla="*/ 21 w 197"/>
                <a:gd name="T5" fmla="*/ 1 h 2"/>
                <a:gd name="T6" fmla="*/ 0 60000 65536"/>
                <a:gd name="T7" fmla="*/ 0 60000 65536"/>
                <a:gd name="T8" fmla="*/ 0 60000 65536"/>
                <a:gd name="T9" fmla="*/ 0 w 197"/>
                <a:gd name="T10" fmla="*/ 0 h 2"/>
                <a:gd name="T11" fmla="*/ 197 w 197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7" h="2">
                  <a:moveTo>
                    <a:pt x="0" y="0"/>
                  </a:moveTo>
                  <a:lnTo>
                    <a:pt x="196" y="2"/>
                  </a:lnTo>
                  <a:lnTo>
                    <a:pt x="197" y="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8" name="Freeform 14"/>
            <p:cNvSpPr>
              <a:spLocks/>
            </p:cNvSpPr>
            <p:nvPr/>
          </p:nvSpPr>
          <p:spPr bwMode="auto">
            <a:xfrm>
              <a:off x="2443" y="2871"/>
              <a:ext cx="1" cy="211"/>
            </a:xfrm>
            <a:custGeom>
              <a:avLst/>
              <a:gdLst>
                <a:gd name="T0" fmla="*/ 0 w 1"/>
                <a:gd name="T1" fmla="*/ 70 h 635"/>
                <a:gd name="T2" fmla="*/ 0 w 1"/>
                <a:gd name="T3" fmla="*/ 0 h 635"/>
                <a:gd name="T4" fmla="*/ 1 w 1"/>
                <a:gd name="T5" fmla="*/ 0 h 635"/>
                <a:gd name="T6" fmla="*/ 0 60000 65536"/>
                <a:gd name="T7" fmla="*/ 0 60000 65536"/>
                <a:gd name="T8" fmla="*/ 0 60000 65536"/>
                <a:gd name="T9" fmla="*/ 0 w 1"/>
                <a:gd name="T10" fmla="*/ 0 h 635"/>
                <a:gd name="T11" fmla="*/ 1 w 1"/>
                <a:gd name="T12" fmla="*/ 635 h 6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35">
                  <a:moveTo>
                    <a:pt x="0" y="63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9" name="Freeform 15"/>
            <p:cNvSpPr>
              <a:spLocks/>
            </p:cNvSpPr>
            <p:nvPr/>
          </p:nvSpPr>
          <p:spPr bwMode="auto">
            <a:xfrm>
              <a:off x="1317" y="3082"/>
              <a:ext cx="467" cy="1"/>
            </a:xfrm>
            <a:custGeom>
              <a:avLst/>
              <a:gdLst>
                <a:gd name="T0" fmla="*/ 0 w 1400"/>
                <a:gd name="T1" fmla="*/ 0 h 1"/>
                <a:gd name="T2" fmla="*/ 156 w 1400"/>
                <a:gd name="T3" fmla="*/ 0 h 1"/>
                <a:gd name="T4" fmla="*/ 156 w 1400"/>
                <a:gd name="T5" fmla="*/ 0 h 1"/>
                <a:gd name="T6" fmla="*/ 0 60000 65536"/>
                <a:gd name="T7" fmla="*/ 0 60000 65536"/>
                <a:gd name="T8" fmla="*/ 0 60000 65536"/>
                <a:gd name="T9" fmla="*/ 0 w 1400"/>
                <a:gd name="T10" fmla="*/ 0 h 1"/>
                <a:gd name="T11" fmla="*/ 1400 w 140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00" h="1">
                  <a:moveTo>
                    <a:pt x="0" y="0"/>
                  </a:moveTo>
                  <a:lnTo>
                    <a:pt x="1399" y="0"/>
                  </a:lnTo>
                  <a:lnTo>
                    <a:pt x="140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0" name="Freeform 16"/>
            <p:cNvSpPr>
              <a:spLocks/>
            </p:cNvSpPr>
            <p:nvPr/>
          </p:nvSpPr>
          <p:spPr bwMode="auto">
            <a:xfrm>
              <a:off x="1833" y="3082"/>
              <a:ext cx="23" cy="1"/>
            </a:xfrm>
            <a:custGeom>
              <a:avLst/>
              <a:gdLst>
                <a:gd name="T0" fmla="*/ 0 w 69"/>
                <a:gd name="T1" fmla="*/ 0 h 1"/>
                <a:gd name="T2" fmla="*/ 8 w 69"/>
                <a:gd name="T3" fmla="*/ 0 h 1"/>
                <a:gd name="T4" fmla="*/ 8 w 69"/>
                <a:gd name="T5" fmla="*/ 0 h 1"/>
                <a:gd name="T6" fmla="*/ 0 60000 65536"/>
                <a:gd name="T7" fmla="*/ 0 60000 65536"/>
                <a:gd name="T8" fmla="*/ 0 60000 65536"/>
                <a:gd name="T9" fmla="*/ 0 w 69"/>
                <a:gd name="T10" fmla="*/ 0 h 1"/>
                <a:gd name="T11" fmla="*/ 69 w 6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" h="1">
                  <a:moveTo>
                    <a:pt x="0" y="0"/>
                  </a:moveTo>
                  <a:lnTo>
                    <a:pt x="68" y="0"/>
                  </a:lnTo>
                  <a:lnTo>
                    <a:pt x="6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1" name="Freeform 17"/>
            <p:cNvSpPr>
              <a:spLocks/>
            </p:cNvSpPr>
            <p:nvPr/>
          </p:nvSpPr>
          <p:spPr bwMode="auto">
            <a:xfrm>
              <a:off x="1897" y="3082"/>
              <a:ext cx="405" cy="1"/>
            </a:xfrm>
            <a:custGeom>
              <a:avLst/>
              <a:gdLst>
                <a:gd name="T0" fmla="*/ 0 w 1215"/>
                <a:gd name="T1" fmla="*/ 0 h 1"/>
                <a:gd name="T2" fmla="*/ 135 w 1215"/>
                <a:gd name="T3" fmla="*/ 0 h 1"/>
                <a:gd name="T4" fmla="*/ 135 w 1215"/>
                <a:gd name="T5" fmla="*/ 0 h 1"/>
                <a:gd name="T6" fmla="*/ 0 60000 65536"/>
                <a:gd name="T7" fmla="*/ 0 60000 65536"/>
                <a:gd name="T8" fmla="*/ 0 60000 65536"/>
                <a:gd name="T9" fmla="*/ 0 w 1215"/>
                <a:gd name="T10" fmla="*/ 0 h 1"/>
                <a:gd name="T11" fmla="*/ 1215 w 121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15" h="1">
                  <a:moveTo>
                    <a:pt x="0" y="0"/>
                  </a:moveTo>
                  <a:lnTo>
                    <a:pt x="1213" y="0"/>
                  </a:lnTo>
                  <a:lnTo>
                    <a:pt x="121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2" name="Oval 18"/>
            <p:cNvSpPr>
              <a:spLocks noChangeArrowheads="1"/>
            </p:cNvSpPr>
            <p:nvPr/>
          </p:nvSpPr>
          <p:spPr bwMode="auto">
            <a:xfrm>
              <a:off x="736" y="3324"/>
              <a:ext cx="295" cy="292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8293" name="Oval 19"/>
            <p:cNvSpPr>
              <a:spLocks noChangeArrowheads="1"/>
            </p:cNvSpPr>
            <p:nvPr/>
          </p:nvSpPr>
          <p:spPr bwMode="auto">
            <a:xfrm>
              <a:off x="800" y="3390"/>
              <a:ext cx="164" cy="16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8294" name="Oval 20"/>
            <p:cNvSpPr>
              <a:spLocks noChangeArrowheads="1"/>
            </p:cNvSpPr>
            <p:nvPr/>
          </p:nvSpPr>
          <p:spPr bwMode="auto">
            <a:xfrm>
              <a:off x="1372" y="2723"/>
              <a:ext cx="718" cy="720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8295" name="Oval 21"/>
            <p:cNvSpPr>
              <a:spLocks noChangeArrowheads="1"/>
            </p:cNvSpPr>
            <p:nvPr/>
          </p:nvSpPr>
          <p:spPr bwMode="auto">
            <a:xfrm>
              <a:off x="1520" y="2873"/>
              <a:ext cx="424" cy="419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8296" name="Oval 22"/>
            <p:cNvSpPr>
              <a:spLocks noChangeArrowheads="1"/>
            </p:cNvSpPr>
            <p:nvPr/>
          </p:nvSpPr>
          <p:spPr bwMode="auto">
            <a:xfrm>
              <a:off x="1477" y="2835"/>
              <a:ext cx="509" cy="502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8297" name="Freeform 23"/>
            <p:cNvSpPr>
              <a:spLocks/>
            </p:cNvSpPr>
            <p:nvPr/>
          </p:nvSpPr>
          <p:spPr bwMode="auto">
            <a:xfrm>
              <a:off x="884" y="2795"/>
              <a:ext cx="1" cy="386"/>
            </a:xfrm>
            <a:custGeom>
              <a:avLst/>
              <a:gdLst>
                <a:gd name="T0" fmla="*/ 0 w 1"/>
                <a:gd name="T1" fmla="*/ 0 h 1156"/>
                <a:gd name="T2" fmla="*/ 0 w 1"/>
                <a:gd name="T3" fmla="*/ 129 h 1156"/>
                <a:gd name="T4" fmla="*/ 1 w 1"/>
                <a:gd name="T5" fmla="*/ 129 h 1156"/>
                <a:gd name="T6" fmla="*/ 0 60000 65536"/>
                <a:gd name="T7" fmla="*/ 0 60000 65536"/>
                <a:gd name="T8" fmla="*/ 0 60000 65536"/>
                <a:gd name="T9" fmla="*/ 0 w 1"/>
                <a:gd name="T10" fmla="*/ 0 h 1156"/>
                <a:gd name="T11" fmla="*/ 1 w 1"/>
                <a:gd name="T12" fmla="*/ 1156 h 11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156">
                  <a:moveTo>
                    <a:pt x="0" y="0"/>
                  </a:moveTo>
                  <a:lnTo>
                    <a:pt x="0" y="1156"/>
                  </a:lnTo>
                  <a:lnTo>
                    <a:pt x="1" y="115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8" name="Freeform 24"/>
            <p:cNvSpPr>
              <a:spLocks/>
            </p:cNvSpPr>
            <p:nvPr/>
          </p:nvSpPr>
          <p:spPr bwMode="auto">
            <a:xfrm>
              <a:off x="2232" y="2913"/>
              <a:ext cx="1" cy="339"/>
            </a:xfrm>
            <a:custGeom>
              <a:avLst/>
              <a:gdLst>
                <a:gd name="T0" fmla="*/ 0 w 1"/>
                <a:gd name="T1" fmla="*/ 0 h 1018"/>
                <a:gd name="T2" fmla="*/ 0 w 1"/>
                <a:gd name="T3" fmla="*/ 113 h 1018"/>
                <a:gd name="T4" fmla="*/ 1 w 1"/>
                <a:gd name="T5" fmla="*/ 113 h 1018"/>
                <a:gd name="T6" fmla="*/ 0 60000 65536"/>
                <a:gd name="T7" fmla="*/ 0 60000 65536"/>
                <a:gd name="T8" fmla="*/ 0 60000 65536"/>
                <a:gd name="T9" fmla="*/ 0 w 1"/>
                <a:gd name="T10" fmla="*/ 0 h 1018"/>
                <a:gd name="T11" fmla="*/ 1 w 1"/>
                <a:gd name="T12" fmla="*/ 1018 h 10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018">
                  <a:moveTo>
                    <a:pt x="0" y="0"/>
                  </a:moveTo>
                  <a:lnTo>
                    <a:pt x="0" y="1018"/>
                  </a:lnTo>
                  <a:lnTo>
                    <a:pt x="1" y="101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99" name="Freeform 25"/>
            <p:cNvSpPr>
              <a:spLocks/>
            </p:cNvSpPr>
            <p:nvPr/>
          </p:nvSpPr>
          <p:spPr bwMode="auto">
            <a:xfrm>
              <a:off x="1181" y="2722"/>
              <a:ext cx="1" cy="112"/>
            </a:xfrm>
            <a:custGeom>
              <a:avLst/>
              <a:gdLst>
                <a:gd name="T0" fmla="*/ 0 w 1"/>
                <a:gd name="T1" fmla="*/ 0 h 336"/>
                <a:gd name="T2" fmla="*/ 0 w 1"/>
                <a:gd name="T3" fmla="*/ 37 h 336"/>
                <a:gd name="T4" fmla="*/ 1 w 1"/>
                <a:gd name="T5" fmla="*/ 37 h 336"/>
                <a:gd name="T6" fmla="*/ 0 60000 65536"/>
                <a:gd name="T7" fmla="*/ 0 60000 65536"/>
                <a:gd name="T8" fmla="*/ 0 60000 65536"/>
                <a:gd name="T9" fmla="*/ 0 w 1"/>
                <a:gd name="T10" fmla="*/ 0 h 336"/>
                <a:gd name="T11" fmla="*/ 1 w 1"/>
                <a:gd name="T12" fmla="*/ 336 h 3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36">
                  <a:moveTo>
                    <a:pt x="0" y="0"/>
                  </a:moveTo>
                  <a:lnTo>
                    <a:pt x="0" y="336"/>
                  </a:lnTo>
                  <a:lnTo>
                    <a:pt x="1" y="33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0" name="Freeform 26"/>
            <p:cNvSpPr>
              <a:spLocks/>
            </p:cNvSpPr>
            <p:nvPr/>
          </p:nvSpPr>
          <p:spPr bwMode="auto">
            <a:xfrm>
              <a:off x="1181" y="2865"/>
              <a:ext cx="1" cy="122"/>
            </a:xfrm>
            <a:custGeom>
              <a:avLst/>
              <a:gdLst>
                <a:gd name="T0" fmla="*/ 0 w 1"/>
                <a:gd name="T1" fmla="*/ 0 h 367"/>
                <a:gd name="T2" fmla="*/ 0 w 1"/>
                <a:gd name="T3" fmla="*/ 41 h 367"/>
                <a:gd name="T4" fmla="*/ 1 w 1"/>
                <a:gd name="T5" fmla="*/ 41 h 367"/>
                <a:gd name="T6" fmla="*/ 0 60000 65536"/>
                <a:gd name="T7" fmla="*/ 0 60000 65536"/>
                <a:gd name="T8" fmla="*/ 0 60000 65536"/>
                <a:gd name="T9" fmla="*/ 0 w 1"/>
                <a:gd name="T10" fmla="*/ 0 h 367"/>
                <a:gd name="T11" fmla="*/ 1 w 1"/>
                <a:gd name="T12" fmla="*/ 367 h 3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67">
                  <a:moveTo>
                    <a:pt x="0" y="0"/>
                  </a:moveTo>
                  <a:lnTo>
                    <a:pt x="0" y="367"/>
                  </a:lnTo>
                  <a:lnTo>
                    <a:pt x="1" y="36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1" name="Freeform 27"/>
            <p:cNvSpPr>
              <a:spLocks/>
            </p:cNvSpPr>
            <p:nvPr/>
          </p:nvSpPr>
          <p:spPr bwMode="auto">
            <a:xfrm>
              <a:off x="1181" y="3017"/>
              <a:ext cx="1" cy="122"/>
            </a:xfrm>
            <a:custGeom>
              <a:avLst/>
              <a:gdLst>
                <a:gd name="T0" fmla="*/ 0 w 1"/>
                <a:gd name="T1" fmla="*/ 0 h 366"/>
                <a:gd name="T2" fmla="*/ 0 w 1"/>
                <a:gd name="T3" fmla="*/ 41 h 366"/>
                <a:gd name="T4" fmla="*/ 1 w 1"/>
                <a:gd name="T5" fmla="*/ 41 h 366"/>
                <a:gd name="T6" fmla="*/ 0 60000 65536"/>
                <a:gd name="T7" fmla="*/ 0 60000 65536"/>
                <a:gd name="T8" fmla="*/ 0 60000 65536"/>
                <a:gd name="T9" fmla="*/ 0 w 1"/>
                <a:gd name="T10" fmla="*/ 0 h 366"/>
                <a:gd name="T11" fmla="*/ 1 w 1"/>
                <a:gd name="T12" fmla="*/ 366 h 3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66">
                  <a:moveTo>
                    <a:pt x="0" y="0"/>
                  </a:moveTo>
                  <a:lnTo>
                    <a:pt x="0" y="366"/>
                  </a:lnTo>
                  <a:lnTo>
                    <a:pt x="1" y="36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2" name="Freeform 28"/>
            <p:cNvSpPr>
              <a:spLocks/>
            </p:cNvSpPr>
            <p:nvPr/>
          </p:nvSpPr>
          <p:spPr bwMode="auto">
            <a:xfrm>
              <a:off x="1181" y="3170"/>
              <a:ext cx="1" cy="122"/>
            </a:xfrm>
            <a:custGeom>
              <a:avLst/>
              <a:gdLst>
                <a:gd name="T0" fmla="*/ 0 w 1"/>
                <a:gd name="T1" fmla="*/ 0 h 367"/>
                <a:gd name="T2" fmla="*/ 0 w 1"/>
                <a:gd name="T3" fmla="*/ 41 h 367"/>
                <a:gd name="T4" fmla="*/ 1 w 1"/>
                <a:gd name="T5" fmla="*/ 41 h 367"/>
                <a:gd name="T6" fmla="*/ 0 60000 65536"/>
                <a:gd name="T7" fmla="*/ 0 60000 65536"/>
                <a:gd name="T8" fmla="*/ 0 60000 65536"/>
                <a:gd name="T9" fmla="*/ 0 w 1"/>
                <a:gd name="T10" fmla="*/ 0 h 367"/>
                <a:gd name="T11" fmla="*/ 1 w 1"/>
                <a:gd name="T12" fmla="*/ 367 h 3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67">
                  <a:moveTo>
                    <a:pt x="0" y="0"/>
                  </a:moveTo>
                  <a:lnTo>
                    <a:pt x="0" y="367"/>
                  </a:lnTo>
                  <a:lnTo>
                    <a:pt x="1" y="36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3" name="Freeform 29"/>
            <p:cNvSpPr>
              <a:spLocks/>
            </p:cNvSpPr>
            <p:nvPr/>
          </p:nvSpPr>
          <p:spPr bwMode="auto">
            <a:xfrm>
              <a:off x="1181" y="3323"/>
              <a:ext cx="1" cy="122"/>
            </a:xfrm>
            <a:custGeom>
              <a:avLst/>
              <a:gdLst>
                <a:gd name="T0" fmla="*/ 0 w 1"/>
                <a:gd name="T1" fmla="*/ 0 h 366"/>
                <a:gd name="T2" fmla="*/ 0 w 1"/>
                <a:gd name="T3" fmla="*/ 41 h 366"/>
                <a:gd name="T4" fmla="*/ 1 w 1"/>
                <a:gd name="T5" fmla="*/ 41 h 366"/>
                <a:gd name="T6" fmla="*/ 0 60000 65536"/>
                <a:gd name="T7" fmla="*/ 0 60000 65536"/>
                <a:gd name="T8" fmla="*/ 0 60000 65536"/>
                <a:gd name="T9" fmla="*/ 0 w 1"/>
                <a:gd name="T10" fmla="*/ 0 h 366"/>
                <a:gd name="T11" fmla="*/ 1 w 1"/>
                <a:gd name="T12" fmla="*/ 366 h 3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66">
                  <a:moveTo>
                    <a:pt x="0" y="0"/>
                  </a:moveTo>
                  <a:lnTo>
                    <a:pt x="0" y="366"/>
                  </a:lnTo>
                  <a:lnTo>
                    <a:pt x="1" y="36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4" name="Freeform 30"/>
            <p:cNvSpPr>
              <a:spLocks/>
            </p:cNvSpPr>
            <p:nvPr/>
          </p:nvSpPr>
          <p:spPr bwMode="auto">
            <a:xfrm>
              <a:off x="1181" y="3475"/>
              <a:ext cx="1" cy="123"/>
            </a:xfrm>
            <a:custGeom>
              <a:avLst/>
              <a:gdLst>
                <a:gd name="T0" fmla="*/ 0 w 1"/>
                <a:gd name="T1" fmla="*/ 0 h 367"/>
                <a:gd name="T2" fmla="*/ 0 w 1"/>
                <a:gd name="T3" fmla="*/ 41 h 367"/>
                <a:gd name="T4" fmla="*/ 1 w 1"/>
                <a:gd name="T5" fmla="*/ 41 h 367"/>
                <a:gd name="T6" fmla="*/ 0 60000 65536"/>
                <a:gd name="T7" fmla="*/ 0 60000 65536"/>
                <a:gd name="T8" fmla="*/ 0 60000 65536"/>
                <a:gd name="T9" fmla="*/ 0 w 1"/>
                <a:gd name="T10" fmla="*/ 0 h 367"/>
                <a:gd name="T11" fmla="*/ 1 w 1"/>
                <a:gd name="T12" fmla="*/ 367 h 3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67">
                  <a:moveTo>
                    <a:pt x="0" y="0"/>
                  </a:moveTo>
                  <a:lnTo>
                    <a:pt x="0" y="367"/>
                  </a:lnTo>
                  <a:lnTo>
                    <a:pt x="1" y="36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5" name="Freeform 31"/>
            <p:cNvSpPr>
              <a:spLocks/>
            </p:cNvSpPr>
            <p:nvPr/>
          </p:nvSpPr>
          <p:spPr bwMode="auto">
            <a:xfrm>
              <a:off x="1181" y="3628"/>
              <a:ext cx="1" cy="112"/>
            </a:xfrm>
            <a:custGeom>
              <a:avLst/>
              <a:gdLst>
                <a:gd name="T0" fmla="*/ 0 w 1"/>
                <a:gd name="T1" fmla="*/ 0 h 337"/>
                <a:gd name="T2" fmla="*/ 0 w 1"/>
                <a:gd name="T3" fmla="*/ 37 h 337"/>
                <a:gd name="T4" fmla="*/ 1 w 1"/>
                <a:gd name="T5" fmla="*/ 37 h 337"/>
                <a:gd name="T6" fmla="*/ 0 60000 65536"/>
                <a:gd name="T7" fmla="*/ 0 60000 65536"/>
                <a:gd name="T8" fmla="*/ 0 60000 65536"/>
                <a:gd name="T9" fmla="*/ 0 w 1"/>
                <a:gd name="T10" fmla="*/ 0 h 337"/>
                <a:gd name="T11" fmla="*/ 1 w 1"/>
                <a:gd name="T12" fmla="*/ 337 h 33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37">
                  <a:moveTo>
                    <a:pt x="0" y="0"/>
                  </a:moveTo>
                  <a:lnTo>
                    <a:pt x="0" y="337"/>
                  </a:lnTo>
                  <a:lnTo>
                    <a:pt x="1" y="33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6" name="Freeform 32"/>
            <p:cNvSpPr>
              <a:spLocks/>
            </p:cNvSpPr>
            <p:nvPr/>
          </p:nvSpPr>
          <p:spPr bwMode="auto">
            <a:xfrm>
              <a:off x="630" y="2764"/>
              <a:ext cx="1" cy="933"/>
            </a:xfrm>
            <a:custGeom>
              <a:avLst/>
              <a:gdLst>
                <a:gd name="T0" fmla="*/ 0 w 1"/>
                <a:gd name="T1" fmla="*/ 0 h 2799"/>
                <a:gd name="T2" fmla="*/ 0 w 1"/>
                <a:gd name="T3" fmla="*/ 311 h 2799"/>
                <a:gd name="T4" fmla="*/ 1 w 1"/>
                <a:gd name="T5" fmla="*/ 311 h 2799"/>
                <a:gd name="T6" fmla="*/ 0 60000 65536"/>
                <a:gd name="T7" fmla="*/ 0 60000 65536"/>
                <a:gd name="T8" fmla="*/ 0 60000 65536"/>
                <a:gd name="T9" fmla="*/ 0 w 1"/>
                <a:gd name="T10" fmla="*/ 0 h 2799"/>
                <a:gd name="T11" fmla="*/ 1 w 1"/>
                <a:gd name="T12" fmla="*/ 2799 h 27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799">
                  <a:moveTo>
                    <a:pt x="0" y="0"/>
                  </a:moveTo>
                  <a:lnTo>
                    <a:pt x="0" y="2799"/>
                  </a:lnTo>
                  <a:lnTo>
                    <a:pt x="1" y="279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7" name="Freeform 33"/>
            <p:cNvSpPr>
              <a:spLocks/>
            </p:cNvSpPr>
            <p:nvPr/>
          </p:nvSpPr>
          <p:spPr bwMode="auto">
            <a:xfrm>
              <a:off x="1181" y="3409"/>
              <a:ext cx="704" cy="331"/>
            </a:xfrm>
            <a:custGeom>
              <a:avLst/>
              <a:gdLst>
                <a:gd name="T0" fmla="*/ 0 w 2114"/>
                <a:gd name="T1" fmla="*/ 110 h 995"/>
                <a:gd name="T2" fmla="*/ 234 w 2114"/>
                <a:gd name="T3" fmla="*/ 0 h 995"/>
                <a:gd name="T4" fmla="*/ 234 w 2114"/>
                <a:gd name="T5" fmla="*/ 0 h 995"/>
                <a:gd name="T6" fmla="*/ 0 60000 65536"/>
                <a:gd name="T7" fmla="*/ 0 60000 65536"/>
                <a:gd name="T8" fmla="*/ 0 60000 65536"/>
                <a:gd name="T9" fmla="*/ 0 w 2114"/>
                <a:gd name="T10" fmla="*/ 0 h 995"/>
                <a:gd name="T11" fmla="*/ 2114 w 2114"/>
                <a:gd name="T12" fmla="*/ 995 h 99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14" h="995">
                  <a:moveTo>
                    <a:pt x="0" y="995"/>
                  </a:moveTo>
                  <a:lnTo>
                    <a:pt x="2112" y="0"/>
                  </a:lnTo>
                  <a:lnTo>
                    <a:pt x="211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8" name="Freeform 34"/>
            <p:cNvSpPr>
              <a:spLocks/>
            </p:cNvSpPr>
            <p:nvPr/>
          </p:nvSpPr>
          <p:spPr bwMode="auto">
            <a:xfrm>
              <a:off x="883" y="3283"/>
              <a:ext cx="1" cy="394"/>
            </a:xfrm>
            <a:custGeom>
              <a:avLst/>
              <a:gdLst>
                <a:gd name="T0" fmla="*/ 1 w 1"/>
                <a:gd name="T1" fmla="*/ 0 h 394"/>
                <a:gd name="T2" fmla="*/ 0 w 1"/>
                <a:gd name="T3" fmla="*/ 394 h 394"/>
                <a:gd name="T4" fmla="*/ 0 60000 65536"/>
                <a:gd name="T5" fmla="*/ 0 60000 65536"/>
                <a:gd name="T6" fmla="*/ 0 w 1"/>
                <a:gd name="T7" fmla="*/ 0 h 394"/>
                <a:gd name="T8" fmla="*/ 1 w 1"/>
                <a:gd name="T9" fmla="*/ 394 h 39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94">
                  <a:moveTo>
                    <a:pt x="1" y="0"/>
                  </a:moveTo>
                  <a:lnTo>
                    <a:pt x="0" y="39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9" name="Freeform 35"/>
            <p:cNvSpPr>
              <a:spLocks/>
            </p:cNvSpPr>
            <p:nvPr/>
          </p:nvSpPr>
          <p:spPr bwMode="auto">
            <a:xfrm>
              <a:off x="672" y="3740"/>
              <a:ext cx="509" cy="1"/>
            </a:xfrm>
            <a:custGeom>
              <a:avLst/>
              <a:gdLst>
                <a:gd name="T0" fmla="*/ 170 w 1526"/>
                <a:gd name="T1" fmla="*/ 0 h 1"/>
                <a:gd name="T2" fmla="*/ 0 w 1526"/>
                <a:gd name="T3" fmla="*/ 0 h 1"/>
                <a:gd name="T4" fmla="*/ 0 w 1526"/>
                <a:gd name="T5" fmla="*/ 0 h 1"/>
                <a:gd name="T6" fmla="*/ 0 60000 65536"/>
                <a:gd name="T7" fmla="*/ 0 60000 65536"/>
                <a:gd name="T8" fmla="*/ 0 60000 65536"/>
                <a:gd name="T9" fmla="*/ 0 w 1526"/>
                <a:gd name="T10" fmla="*/ 0 h 1"/>
                <a:gd name="T11" fmla="*/ 1526 w 152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6" h="1">
                  <a:moveTo>
                    <a:pt x="1526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0" name="Freeform 36"/>
            <p:cNvSpPr>
              <a:spLocks/>
            </p:cNvSpPr>
            <p:nvPr/>
          </p:nvSpPr>
          <p:spPr bwMode="auto">
            <a:xfrm>
              <a:off x="628" y="3686"/>
              <a:ext cx="44" cy="54"/>
            </a:xfrm>
            <a:custGeom>
              <a:avLst/>
              <a:gdLst>
                <a:gd name="T0" fmla="*/ 0 w 44"/>
                <a:gd name="T1" fmla="*/ 0 h 54"/>
                <a:gd name="T2" fmla="*/ 9 w 44"/>
                <a:gd name="T3" fmla="*/ 39 h 54"/>
                <a:gd name="T4" fmla="*/ 44 w 44"/>
                <a:gd name="T5" fmla="*/ 54 h 54"/>
                <a:gd name="T6" fmla="*/ 44 w 44"/>
                <a:gd name="T7" fmla="*/ 54 h 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4"/>
                <a:gd name="T13" fmla="*/ 0 h 54"/>
                <a:gd name="T14" fmla="*/ 44 w 44"/>
                <a:gd name="T15" fmla="*/ 54 h 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4" h="54">
                  <a:moveTo>
                    <a:pt x="0" y="0"/>
                  </a:moveTo>
                  <a:lnTo>
                    <a:pt x="9" y="39"/>
                  </a:lnTo>
                  <a:lnTo>
                    <a:pt x="44" y="5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1" name="Freeform 37"/>
            <p:cNvSpPr>
              <a:spLocks/>
            </p:cNvSpPr>
            <p:nvPr/>
          </p:nvSpPr>
          <p:spPr bwMode="auto">
            <a:xfrm>
              <a:off x="690" y="3473"/>
              <a:ext cx="407" cy="1"/>
            </a:xfrm>
            <a:custGeom>
              <a:avLst/>
              <a:gdLst>
                <a:gd name="T0" fmla="*/ 0 w 1220"/>
                <a:gd name="T1" fmla="*/ 0 h 1"/>
                <a:gd name="T2" fmla="*/ 136 w 1220"/>
                <a:gd name="T3" fmla="*/ 0 h 1"/>
                <a:gd name="T4" fmla="*/ 136 w 1220"/>
                <a:gd name="T5" fmla="*/ 0 h 1"/>
                <a:gd name="T6" fmla="*/ 0 60000 65536"/>
                <a:gd name="T7" fmla="*/ 0 60000 65536"/>
                <a:gd name="T8" fmla="*/ 0 60000 65536"/>
                <a:gd name="T9" fmla="*/ 0 w 1220"/>
                <a:gd name="T10" fmla="*/ 0 h 1"/>
                <a:gd name="T11" fmla="*/ 1220 w 122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20" h="1">
                  <a:moveTo>
                    <a:pt x="0" y="0"/>
                  </a:moveTo>
                  <a:lnTo>
                    <a:pt x="1219" y="0"/>
                  </a:lnTo>
                  <a:lnTo>
                    <a:pt x="122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2" name="Freeform 38"/>
            <p:cNvSpPr>
              <a:spLocks/>
            </p:cNvSpPr>
            <p:nvPr/>
          </p:nvSpPr>
          <p:spPr bwMode="auto">
            <a:xfrm>
              <a:off x="673" y="2999"/>
              <a:ext cx="424" cy="1"/>
            </a:xfrm>
            <a:custGeom>
              <a:avLst/>
              <a:gdLst>
                <a:gd name="T0" fmla="*/ 0 w 1271"/>
                <a:gd name="T1" fmla="*/ 0 h 1"/>
                <a:gd name="T2" fmla="*/ 141 w 1271"/>
                <a:gd name="T3" fmla="*/ 0 h 1"/>
                <a:gd name="T4" fmla="*/ 141 w 1271"/>
                <a:gd name="T5" fmla="*/ 0 h 1"/>
                <a:gd name="T6" fmla="*/ 0 60000 65536"/>
                <a:gd name="T7" fmla="*/ 0 60000 65536"/>
                <a:gd name="T8" fmla="*/ 0 60000 65536"/>
                <a:gd name="T9" fmla="*/ 0 w 1271"/>
                <a:gd name="T10" fmla="*/ 0 h 1"/>
                <a:gd name="T11" fmla="*/ 1271 w 127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71" h="1">
                  <a:moveTo>
                    <a:pt x="0" y="0"/>
                  </a:moveTo>
                  <a:lnTo>
                    <a:pt x="1270" y="0"/>
                  </a:lnTo>
                  <a:lnTo>
                    <a:pt x="127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3" name="Freeform 39"/>
            <p:cNvSpPr>
              <a:spLocks/>
            </p:cNvSpPr>
            <p:nvPr/>
          </p:nvSpPr>
          <p:spPr bwMode="auto">
            <a:xfrm>
              <a:off x="1732" y="2652"/>
              <a:ext cx="1" cy="490"/>
            </a:xfrm>
            <a:custGeom>
              <a:avLst/>
              <a:gdLst>
                <a:gd name="T0" fmla="*/ 0 w 1"/>
                <a:gd name="T1" fmla="*/ 0 h 1472"/>
                <a:gd name="T2" fmla="*/ 0 w 1"/>
                <a:gd name="T3" fmla="*/ 163 h 1472"/>
                <a:gd name="T4" fmla="*/ 1 w 1"/>
                <a:gd name="T5" fmla="*/ 163 h 1472"/>
                <a:gd name="T6" fmla="*/ 0 60000 65536"/>
                <a:gd name="T7" fmla="*/ 0 60000 65536"/>
                <a:gd name="T8" fmla="*/ 0 60000 65536"/>
                <a:gd name="T9" fmla="*/ 0 w 1"/>
                <a:gd name="T10" fmla="*/ 0 h 1472"/>
                <a:gd name="T11" fmla="*/ 1 w 1"/>
                <a:gd name="T12" fmla="*/ 1472 h 14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472">
                  <a:moveTo>
                    <a:pt x="0" y="0"/>
                  </a:moveTo>
                  <a:lnTo>
                    <a:pt x="0" y="1472"/>
                  </a:lnTo>
                  <a:lnTo>
                    <a:pt x="1" y="147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4" name="Freeform 40"/>
            <p:cNvSpPr>
              <a:spLocks/>
            </p:cNvSpPr>
            <p:nvPr/>
          </p:nvSpPr>
          <p:spPr bwMode="auto">
            <a:xfrm>
              <a:off x="1732" y="3245"/>
              <a:ext cx="1" cy="278"/>
            </a:xfrm>
            <a:custGeom>
              <a:avLst/>
              <a:gdLst>
                <a:gd name="T0" fmla="*/ 0 w 1"/>
                <a:gd name="T1" fmla="*/ 0 h 834"/>
                <a:gd name="T2" fmla="*/ 0 w 1"/>
                <a:gd name="T3" fmla="*/ 93 h 834"/>
                <a:gd name="T4" fmla="*/ 1 w 1"/>
                <a:gd name="T5" fmla="*/ 93 h 834"/>
                <a:gd name="T6" fmla="*/ 0 60000 65536"/>
                <a:gd name="T7" fmla="*/ 0 60000 65536"/>
                <a:gd name="T8" fmla="*/ 0 60000 65536"/>
                <a:gd name="T9" fmla="*/ 0 w 1"/>
                <a:gd name="T10" fmla="*/ 0 h 834"/>
                <a:gd name="T11" fmla="*/ 1 w 1"/>
                <a:gd name="T12" fmla="*/ 834 h 8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34">
                  <a:moveTo>
                    <a:pt x="0" y="0"/>
                  </a:moveTo>
                  <a:lnTo>
                    <a:pt x="0" y="834"/>
                  </a:lnTo>
                  <a:lnTo>
                    <a:pt x="1" y="83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5" name="Freeform 41"/>
            <p:cNvSpPr>
              <a:spLocks/>
            </p:cNvSpPr>
            <p:nvPr/>
          </p:nvSpPr>
          <p:spPr bwMode="auto">
            <a:xfrm>
              <a:off x="1732" y="3184"/>
              <a:ext cx="1" cy="19"/>
            </a:xfrm>
            <a:custGeom>
              <a:avLst/>
              <a:gdLst>
                <a:gd name="T0" fmla="*/ 0 w 1"/>
                <a:gd name="T1" fmla="*/ 0 h 56"/>
                <a:gd name="T2" fmla="*/ 0 w 1"/>
                <a:gd name="T3" fmla="*/ 6 h 56"/>
                <a:gd name="T4" fmla="*/ 1 w 1"/>
                <a:gd name="T5" fmla="*/ 6 h 56"/>
                <a:gd name="T6" fmla="*/ 0 60000 65536"/>
                <a:gd name="T7" fmla="*/ 0 60000 65536"/>
                <a:gd name="T8" fmla="*/ 0 60000 65536"/>
                <a:gd name="T9" fmla="*/ 0 w 1"/>
                <a:gd name="T10" fmla="*/ 0 h 56"/>
                <a:gd name="T11" fmla="*/ 1 w 1"/>
                <a:gd name="T12" fmla="*/ 56 h 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6">
                  <a:moveTo>
                    <a:pt x="0" y="0"/>
                  </a:moveTo>
                  <a:lnTo>
                    <a:pt x="0" y="56"/>
                  </a:lnTo>
                  <a:lnTo>
                    <a:pt x="1" y="5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6" name="Freeform 42"/>
            <p:cNvSpPr>
              <a:spLocks/>
            </p:cNvSpPr>
            <p:nvPr/>
          </p:nvSpPr>
          <p:spPr bwMode="auto">
            <a:xfrm>
              <a:off x="2189" y="3230"/>
              <a:ext cx="44" cy="65"/>
            </a:xfrm>
            <a:custGeom>
              <a:avLst/>
              <a:gdLst>
                <a:gd name="T0" fmla="*/ 0 w 44"/>
                <a:gd name="T1" fmla="*/ 65 h 65"/>
                <a:gd name="T2" fmla="*/ 30 w 44"/>
                <a:gd name="T3" fmla="*/ 53 h 65"/>
                <a:gd name="T4" fmla="*/ 41 w 44"/>
                <a:gd name="T5" fmla="*/ 33 h 65"/>
                <a:gd name="T6" fmla="*/ 44 w 44"/>
                <a:gd name="T7" fmla="*/ 0 h 6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4"/>
                <a:gd name="T13" fmla="*/ 0 h 65"/>
                <a:gd name="T14" fmla="*/ 44 w 44"/>
                <a:gd name="T15" fmla="*/ 65 h 6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4" h="65">
                  <a:moveTo>
                    <a:pt x="0" y="65"/>
                  </a:moveTo>
                  <a:lnTo>
                    <a:pt x="30" y="53"/>
                  </a:lnTo>
                  <a:lnTo>
                    <a:pt x="41" y="33"/>
                  </a:lnTo>
                  <a:lnTo>
                    <a:pt x="4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7" name="Freeform 43"/>
            <p:cNvSpPr>
              <a:spLocks/>
            </p:cNvSpPr>
            <p:nvPr/>
          </p:nvSpPr>
          <p:spPr bwMode="auto">
            <a:xfrm>
              <a:off x="2023" y="3295"/>
              <a:ext cx="167" cy="1"/>
            </a:xfrm>
            <a:custGeom>
              <a:avLst/>
              <a:gdLst>
                <a:gd name="T0" fmla="*/ 0 w 501"/>
                <a:gd name="T1" fmla="*/ 0 h 1"/>
                <a:gd name="T2" fmla="*/ 56 w 501"/>
                <a:gd name="T3" fmla="*/ 0 h 1"/>
                <a:gd name="T4" fmla="*/ 56 w 501"/>
                <a:gd name="T5" fmla="*/ 0 h 1"/>
                <a:gd name="T6" fmla="*/ 0 60000 65536"/>
                <a:gd name="T7" fmla="*/ 0 60000 65536"/>
                <a:gd name="T8" fmla="*/ 0 60000 65536"/>
                <a:gd name="T9" fmla="*/ 0 w 501"/>
                <a:gd name="T10" fmla="*/ 0 h 1"/>
                <a:gd name="T11" fmla="*/ 501 w 50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01" h="1">
                  <a:moveTo>
                    <a:pt x="0" y="0"/>
                  </a:moveTo>
                  <a:lnTo>
                    <a:pt x="500" y="0"/>
                  </a:lnTo>
                  <a:lnTo>
                    <a:pt x="50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8" name="Freeform 44"/>
            <p:cNvSpPr>
              <a:spLocks/>
            </p:cNvSpPr>
            <p:nvPr/>
          </p:nvSpPr>
          <p:spPr bwMode="auto">
            <a:xfrm>
              <a:off x="672" y="2722"/>
              <a:ext cx="1060" cy="1"/>
            </a:xfrm>
            <a:custGeom>
              <a:avLst/>
              <a:gdLst>
                <a:gd name="T0" fmla="*/ 353 w 3179"/>
                <a:gd name="T1" fmla="*/ 0 h 1"/>
                <a:gd name="T2" fmla="*/ 0 w 3179"/>
                <a:gd name="T3" fmla="*/ 0 h 1"/>
                <a:gd name="T4" fmla="*/ 0 w 3179"/>
                <a:gd name="T5" fmla="*/ 0 h 1"/>
                <a:gd name="T6" fmla="*/ 0 60000 65536"/>
                <a:gd name="T7" fmla="*/ 0 60000 65536"/>
                <a:gd name="T8" fmla="*/ 0 60000 65536"/>
                <a:gd name="T9" fmla="*/ 0 w 3179"/>
                <a:gd name="T10" fmla="*/ 0 h 1"/>
                <a:gd name="T11" fmla="*/ 3179 w 317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79" h="1">
                  <a:moveTo>
                    <a:pt x="317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19" name="Freeform 45"/>
            <p:cNvSpPr>
              <a:spLocks/>
            </p:cNvSpPr>
            <p:nvPr/>
          </p:nvSpPr>
          <p:spPr bwMode="auto">
            <a:xfrm>
              <a:off x="630" y="2722"/>
              <a:ext cx="42" cy="42"/>
            </a:xfrm>
            <a:custGeom>
              <a:avLst/>
              <a:gdLst>
                <a:gd name="T0" fmla="*/ 14 w 127"/>
                <a:gd name="T1" fmla="*/ 0 h 127"/>
                <a:gd name="T2" fmla="*/ 4 w 127"/>
                <a:gd name="T3" fmla="*/ 4 h 127"/>
                <a:gd name="T4" fmla="*/ 0 w 127"/>
                <a:gd name="T5" fmla="*/ 14 h 127"/>
                <a:gd name="T6" fmla="*/ 0 w 127"/>
                <a:gd name="T7" fmla="*/ 14 h 1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27"/>
                <a:gd name="T13" fmla="*/ 0 h 127"/>
                <a:gd name="T14" fmla="*/ 127 w 127"/>
                <a:gd name="T15" fmla="*/ 127 h 1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27" h="127">
                  <a:moveTo>
                    <a:pt x="127" y="0"/>
                  </a:moveTo>
                  <a:lnTo>
                    <a:pt x="36" y="38"/>
                  </a:lnTo>
                  <a:lnTo>
                    <a:pt x="0" y="127"/>
                  </a:lnTo>
                  <a:lnTo>
                    <a:pt x="1" y="12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20" name="Freeform 46"/>
            <p:cNvSpPr>
              <a:spLocks/>
            </p:cNvSpPr>
            <p:nvPr/>
          </p:nvSpPr>
          <p:spPr bwMode="auto">
            <a:xfrm>
              <a:off x="2023" y="2871"/>
              <a:ext cx="167" cy="1"/>
            </a:xfrm>
            <a:custGeom>
              <a:avLst/>
              <a:gdLst>
                <a:gd name="T0" fmla="*/ 0 w 501"/>
                <a:gd name="T1" fmla="*/ 0 h 1"/>
                <a:gd name="T2" fmla="*/ 56 w 501"/>
                <a:gd name="T3" fmla="*/ 0 h 1"/>
                <a:gd name="T4" fmla="*/ 56 w 501"/>
                <a:gd name="T5" fmla="*/ 0 h 1"/>
                <a:gd name="T6" fmla="*/ 0 60000 65536"/>
                <a:gd name="T7" fmla="*/ 0 60000 65536"/>
                <a:gd name="T8" fmla="*/ 0 60000 65536"/>
                <a:gd name="T9" fmla="*/ 0 w 501"/>
                <a:gd name="T10" fmla="*/ 0 h 1"/>
                <a:gd name="T11" fmla="*/ 501 w 50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01" h="1">
                  <a:moveTo>
                    <a:pt x="0" y="0"/>
                  </a:moveTo>
                  <a:lnTo>
                    <a:pt x="500" y="0"/>
                  </a:lnTo>
                  <a:lnTo>
                    <a:pt x="50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21" name="Freeform 47"/>
            <p:cNvSpPr>
              <a:spLocks/>
            </p:cNvSpPr>
            <p:nvPr/>
          </p:nvSpPr>
          <p:spPr bwMode="auto">
            <a:xfrm>
              <a:off x="2182" y="2867"/>
              <a:ext cx="50" cy="46"/>
            </a:xfrm>
            <a:custGeom>
              <a:avLst/>
              <a:gdLst>
                <a:gd name="T0" fmla="*/ 50 w 50"/>
                <a:gd name="T1" fmla="*/ 46 h 46"/>
                <a:gd name="T2" fmla="*/ 37 w 50"/>
                <a:gd name="T3" fmla="*/ 16 h 46"/>
                <a:gd name="T4" fmla="*/ 21 w 50"/>
                <a:gd name="T5" fmla="*/ 3 h 46"/>
                <a:gd name="T6" fmla="*/ 0 w 50"/>
                <a:gd name="T7" fmla="*/ 0 h 4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0"/>
                <a:gd name="T13" fmla="*/ 0 h 46"/>
                <a:gd name="T14" fmla="*/ 50 w 50"/>
                <a:gd name="T15" fmla="*/ 46 h 4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0" h="46">
                  <a:moveTo>
                    <a:pt x="50" y="46"/>
                  </a:moveTo>
                  <a:lnTo>
                    <a:pt x="37" y="16"/>
                  </a:lnTo>
                  <a:lnTo>
                    <a:pt x="21" y="3"/>
                  </a:ln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22" name="Oval 48"/>
            <p:cNvSpPr>
              <a:spLocks noChangeArrowheads="1"/>
            </p:cNvSpPr>
            <p:nvPr/>
          </p:nvSpPr>
          <p:spPr bwMode="auto">
            <a:xfrm>
              <a:off x="735" y="2850"/>
              <a:ext cx="295" cy="292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8323" name="Oval 49"/>
            <p:cNvSpPr>
              <a:spLocks noChangeArrowheads="1"/>
            </p:cNvSpPr>
            <p:nvPr/>
          </p:nvSpPr>
          <p:spPr bwMode="auto">
            <a:xfrm>
              <a:off x="802" y="2913"/>
              <a:ext cx="164" cy="164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</p:grpSp>
      <p:sp>
        <p:nvSpPr>
          <p:cNvPr id="8196" name="Rectangle 50"/>
          <p:cNvSpPr>
            <a:spLocks noChangeArrowheads="1"/>
          </p:cNvSpPr>
          <p:nvPr/>
        </p:nvSpPr>
        <p:spPr bwMode="auto">
          <a:xfrm>
            <a:off x="1920875" y="1658938"/>
            <a:ext cx="712788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i="1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zh-CN" altLang="en-US" sz="2400" b="1" i="1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－</a:t>
            </a:r>
            <a:r>
              <a:rPr lang="en-US" altLang="zh-CN" sz="2400" b="1" i="1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A</a:t>
            </a:r>
          </a:p>
        </p:txBody>
      </p:sp>
      <p:sp>
        <p:nvSpPr>
          <p:cNvPr id="8197" name="Freeform 51"/>
          <p:cNvSpPr>
            <a:spLocks/>
          </p:cNvSpPr>
          <p:nvPr/>
        </p:nvSpPr>
        <p:spPr bwMode="auto">
          <a:xfrm>
            <a:off x="3097213" y="2189163"/>
            <a:ext cx="1587" cy="688975"/>
          </a:xfrm>
          <a:custGeom>
            <a:avLst/>
            <a:gdLst>
              <a:gd name="T0" fmla="*/ 0 w 1"/>
              <a:gd name="T1" fmla="*/ 364302802 h 1303"/>
              <a:gd name="T2" fmla="*/ 0 w 1"/>
              <a:gd name="T3" fmla="*/ 0 h 1303"/>
              <a:gd name="T4" fmla="*/ 2518569 w 1"/>
              <a:gd name="T5" fmla="*/ 0 h 1303"/>
              <a:gd name="T6" fmla="*/ 0 60000 65536"/>
              <a:gd name="T7" fmla="*/ 0 60000 65536"/>
              <a:gd name="T8" fmla="*/ 0 60000 65536"/>
              <a:gd name="T9" fmla="*/ 0 w 1"/>
              <a:gd name="T10" fmla="*/ 0 h 1303"/>
              <a:gd name="T11" fmla="*/ 1 w 1"/>
              <a:gd name="T12" fmla="*/ 1303 h 130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303">
                <a:moveTo>
                  <a:pt x="0" y="1303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8" name="Freeform 52"/>
          <p:cNvSpPr>
            <a:spLocks/>
          </p:cNvSpPr>
          <p:nvPr/>
        </p:nvSpPr>
        <p:spPr bwMode="auto">
          <a:xfrm>
            <a:off x="2417763" y="2179638"/>
            <a:ext cx="7937" cy="1236662"/>
          </a:xfrm>
          <a:custGeom>
            <a:avLst/>
            <a:gdLst>
              <a:gd name="T0" fmla="*/ 0 w 5"/>
              <a:gd name="T1" fmla="*/ 1963200131 h 779"/>
              <a:gd name="T2" fmla="*/ 0 w 5"/>
              <a:gd name="T3" fmla="*/ 0 h 779"/>
              <a:gd name="T4" fmla="*/ 12599194 w 5"/>
              <a:gd name="T5" fmla="*/ 15120931 h 779"/>
              <a:gd name="T6" fmla="*/ 0 60000 65536"/>
              <a:gd name="T7" fmla="*/ 0 60000 65536"/>
              <a:gd name="T8" fmla="*/ 0 60000 65536"/>
              <a:gd name="T9" fmla="*/ 0 w 5"/>
              <a:gd name="T10" fmla="*/ 0 h 779"/>
              <a:gd name="T11" fmla="*/ 5 w 5"/>
              <a:gd name="T12" fmla="*/ 779 h 77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" h="779">
                <a:moveTo>
                  <a:pt x="0" y="779"/>
                </a:moveTo>
                <a:lnTo>
                  <a:pt x="0" y="0"/>
                </a:lnTo>
                <a:lnTo>
                  <a:pt x="5" y="6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99" name="Freeform 53"/>
          <p:cNvSpPr>
            <a:spLocks/>
          </p:cNvSpPr>
          <p:nvPr/>
        </p:nvSpPr>
        <p:spPr bwMode="auto">
          <a:xfrm>
            <a:off x="1279525" y="3182938"/>
            <a:ext cx="1588" cy="285750"/>
          </a:xfrm>
          <a:custGeom>
            <a:avLst/>
            <a:gdLst>
              <a:gd name="T0" fmla="*/ 0 w 2"/>
              <a:gd name="T1" fmla="*/ 151209375 h 540"/>
              <a:gd name="T2" fmla="*/ 0 w 2"/>
              <a:gd name="T3" fmla="*/ 0 h 540"/>
              <a:gd name="T4" fmla="*/ 1260872 w 2"/>
              <a:gd name="T5" fmla="*/ 0 h 540"/>
              <a:gd name="T6" fmla="*/ 0 60000 65536"/>
              <a:gd name="T7" fmla="*/ 0 60000 65536"/>
              <a:gd name="T8" fmla="*/ 0 60000 65536"/>
              <a:gd name="T9" fmla="*/ 0 w 2"/>
              <a:gd name="T10" fmla="*/ 0 h 540"/>
              <a:gd name="T11" fmla="*/ 2 w 2"/>
              <a:gd name="T12" fmla="*/ 540 h 5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" h="540">
                <a:moveTo>
                  <a:pt x="0" y="540"/>
                </a:moveTo>
                <a:lnTo>
                  <a:pt x="0" y="0"/>
                </a:lnTo>
                <a:lnTo>
                  <a:pt x="2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0" name="Freeform 54"/>
          <p:cNvSpPr>
            <a:spLocks/>
          </p:cNvSpPr>
          <p:nvPr/>
        </p:nvSpPr>
        <p:spPr bwMode="auto">
          <a:xfrm>
            <a:off x="1549400" y="3182938"/>
            <a:ext cx="1588" cy="285750"/>
          </a:xfrm>
          <a:custGeom>
            <a:avLst/>
            <a:gdLst>
              <a:gd name="T0" fmla="*/ 0 w 1"/>
              <a:gd name="T1" fmla="*/ 151209375 h 540"/>
              <a:gd name="T2" fmla="*/ 0 w 1"/>
              <a:gd name="T3" fmla="*/ 0 h 540"/>
              <a:gd name="T4" fmla="*/ 2521744 w 1"/>
              <a:gd name="T5" fmla="*/ 0 h 540"/>
              <a:gd name="T6" fmla="*/ 0 60000 65536"/>
              <a:gd name="T7" fmla="*/ 0 60000 65536"/>
              <a:gd name="T8" fmla="*/ 0 60000 65536"/>
              <a:gd name="T9" fmla="*/ 0 w 1"/>
              <a:gd name="T10" fmla="*/ 0 h 540"/>
              <a:gd name="T11" fmla="*/ 1 w 1"/>
              <a:gd name="T12" fmla="*/ 540 h 54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540">
                <a:moveTo>
                  <a:pt x="0" y="540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1" name="Freeform 55"/>
          <p:cNvSpPr>
            <a:spLocks/>
          </p:cNvSpPr>
          <p:nvPr/>
        </p:nvSpPr>
        <p:spPr bwMode="auto">
          <a:xfrm>
            <a:off x="1177925" y="3182938"/>
            <a:ext cx="471488" cy="1587"/>
          </a:xfrm>
          <a:custGeom>
            <a:avLst/>
            <a:gdLst>
              <a:gd name="T0" fmla="*/ 0 w 891"/>
              <a:gd name="T1" fmla="*/ 0 h 1587"/>
              <a:gd name="T2" fmla="*/ 249216068 w 891"/>
              <a:gd name="T3" fmla="*/ 0 h 1587"/>
              <a:gd name="T4" fmla="*/ 249495998 w 891"/>
              <a:gd name="T5" fmla="*/ 0 h 1587"/>
              <a:gd name="T6" fmla="*/ 0 60000 65536"/>
              <a:gd name="T7" fmla="*/ 0 60000 65536"/>
              <a:gd name="T8" fmla="*/ 0 60000 65536"/>
              <a:gd name="T9" fmla="*/ 0 w 891"/>
              <a:gd name="T10" fmla="*/ 0 h 1587"/>
              <a:gd name="T11" fmla="*/ 891 w 891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91" h="1587">
                <a:moveTo>
                  <a:pt x="0" y="0"/>
                </a:moveTo>
                <a:lnTo>
                  <a:pt x="890" y="0"/>
                </a:lnTo>
                <a:lnTo>
                  <a:pt x="891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2" name="Freeform 56"/>
          <p:cNvSpPr>
            <a:spLocks/>
          </p:cNvSpPr>
          <p:nvPr/>
        </p:nvSpPr>
        <p:spPr bwMode="auto">
          <a:xfrm>
            <a:off x="1177925" y="2997200"/>
            <a:ext cx="1588" cy="185738"/>
          </a:xfrm>
          <a:custGeom>
            <a:avLst/>
            <a:gdLst>
              <a:gd name="T0" fmla="*/ 0 w 1"/>
              <a:gd name="T1" fmla="*/ 98286623 h 351"/>
              <a:gd name="T2" fmla="*/ 0 w 1"/>
              <a:gd name="T3" fmla="*/ 0 h 351"/>
              <a:gd name="T4" fmla="*/ 2521744 w 1"/>
              <a:gd name="T5" fmla="*/ 0 h 351"/>
              <a:gd name="T6" fmla="*/ 0 60000 65536"/>
              <a:gd name="T7" fmla="*/ 0 60000 65536"/>
              <a:gd name="T8" fmla="*/ 0 60000 65536"/>
              <a:gd name="T9" fmla="*/ 0 w 1"/>
              <a:gd name="T10" fmla="*/ 0 h 351"/>
              <a:gd name="T11" fmla="*/ 1 w 1"/>
              <a:gd name="T12" fmla="*/ 351 h 3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351">
                <a:moveTo>
                  <a:pt x="0" y="351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3" name="Freeform 57"/>
          <p:cNvSpPr>
            <a:spLocks/>
          </p:cNvSpPr>
          <p:nvPr/>
        </p:nvSpPr>
        <p:spPr bwMode="auto">
          <a:xfrm>
            <a:off x="1649413" y="2997200"/>
            <a:ext cx="1587" cy="185738"/>
          </a:xfrm>
          <a:custGeom>
            <a:avLst/>
            <a:gdLst>
              <a:gd name="T0" fmla="*/ 0 w 1"/>
              <a:gd name="T1" fmla="*/ 98286623 h 351"/>
              <a:gd name="T2" fmla="*/ 0 w 1"/>
              <a:gd name="T3" fmla="*/ 0 h 351"/>
              <a:gd name="T4" fmla="*/ 2518569 w 1"/>
              <a:gd name="T5" fmla="*/ 0 h 351"/>
              <a:gd name="T6" fmla="*/ 0 60000 65536"/>
              <a:gd name="T7" fmla="*/ 0 60000 65536"/>
              <a:gd name="T8" fmla="*/ 0 60000 65536"/>
              <a:gd name="T9" fmla="*/ 0 w 1"/>
              <a:gd name="T10" fmla="*/ 0 h 351"/>
              <a:gd name="T11" fmla="*/ 1 w 1"/>
              <a:gd name="T12" fmla="*/ 351 h 35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351">
                <a:moveTo>
                  <a:pt x="0" y="351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4" name="Freeform 58"/>
          <p:cNvSpPr>
            <a:spLocks/>
          </p:cNvSpPr>
          <p:nvPr/>
        </p:nvSpPr>
        <p:spPr bwMode="auto">
          <a:xfrm>
            <a:off x="3097213" y="3148013"/>
            <a:ext cx="457200" cy="1587"/>
          </a:xfrm>
          <a:custGeom>
            <a:avLst/>
            <a:gdLst>
              <a:gd name="T0" fmla="*/ 241935000 w 864"/>
              <a:gd name="T1" fmla="*/ 0 h 1587"/>
              <a:gd name="T2" fmla="*/ 0 w 864"/>
              <a:gd name="T3" fmla="*/ 0 h 1587"/>
              <a:gd name="T4" fmla="*/ 279929 w 864"/>
              <a:gd name="T5" fmla="*/ 0 h 1587"/>
              <a:gd name="T6" fmla="*/ 0 60000 65536"/>
              <a:gd name="T7" fmla="*/ 0 60000 65536"/>
              <a:gd name="T8" fmla="*/ 0 60000 65536"/>
              <a:gd name="T9" fmla="*/ 0 w 864"/>
              <a:gd name="T10" fmla="*/ 0 h 1587"/>
              <a:gd name="T11" fmla="*/ 864 w 864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64" h="1587">
                <a:moveTo>
                  <a:pt x="864" y="0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5" name="Freeform 59"/>
          <p:cNvSpPr>
            <a:spLocks/>
          </p:cNvSpPr>
          <p:nvPr/>
        </p:nvSpPr>
        <p:spPr bwMode="auto">
          <a:xfrm>
            <a:off x="3076575" y="2876550"/>
            <a:ext cx="477838" cy="1588"/>
          </a:xfrm>
          <a:custGeom>
            <a:avLst/>
            <a:gdLst>
              <a:gd name="T0" fmla="*/ 758568619 w 301"/>
              <a:gd name="T1" fmla="*/ 2521744 h 1"/>
              <a:gd name="T2" fmla="*/ 0 w 301"/>
              <a:gd name="T3" fmla="*/ 0 h 1"/>
              <a:gd name="T4" fmla="*/ 0 60000 65536"/>
              <a:gd name="T5" fmla="*/ 0 60000 65536"/>
              <a:gd name="T6" fmla="*/ 0 w 301"/>
              <a:gd name="T7" fmla="*/ 0 h 1"/>
              <a:gd name="T8" fmla="*/ 301 w 301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01" h="1">
                <a:moveTo>
                  <a:pt x="301" y="1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6" name="Freeform 60"/>
          <p:cNvSpPr>
            <a:spLocks/>
          </p:cNvSpPr>
          <p:nvPr/>
        </p:nvSpPr>
        <p:spPr bwMode="auto">
          <a:xfrm>
            <a:off x="3068638" y="2878138"/>
            <a:ext cx="28575" cy="269875"/>
          </a:xfrm>
          <a:custGeom>
            <a:avLst/>
            <a:gdLst>
              <a:gd name="T0" fmla="*/ 14575848 w 55"/>
              <a:gd name="T1" fmla="*/ 0 h 509"/>
              <a:gd name="T2" fmla="*/ 0 w 55"/>
              <a:gd name="T3" fmla="*/ 71685481 h 509"/>
              <a:gd name="T4" fmla="*/ 14575848 w 55"/>
              <a:gd name="T5" fmla="*/ 143089422 h 509"/>
              <a:gd name="T6" fmla="*/ 14846011 w 55"/>
              <a:gd name="T7" fmla="*/ 143089422 h 509"/>
              <a:gd name="T8" fmla="*/ 0 60000 65536"/>
              <a:gd name="T9" fmla="*/ 0 60000 65536"/>
              <a:gd name="T10" fmla="*/ 0 60000 65536"/>
              <a:gd name="T11" fmla="*/ 0 60000 65536"/>
              <a:gd name="T12" fmla="*/ 0 w 55"/>
              <a:gd name="T13" fmla="*/ 0 h 509"/>
              <a:gd name="T14" fmla="*/ 55 w 55"/>
              <a:gd name="T15" fmla="*/ 509 h 50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" h="509">
                <a:moveTo>
                  <a:pt x="54" y="0"/>
                </a:moveTo>
                <a:lnTo>
                  <a:pt x="0" y="255"/>
                </a:lnTo>
                <a:lnTo>
                  <a:pt x="54" y="509"/>
                </a:lnTo>
                <a:lnTo>
                  <a:pt x="55" y="509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7" name="Freeform 61"/>
          <p:cNvSpPr>
            <a:spLocks/>
          </p:cNvSpPr>
          <p:nvPr/>
        </p:nvSpPr>
        <p:spPr bwMode="auto">
          <a:xfrm>
            <a:off x="3097213" y="3148013"/>
            <a:ext cx="1587" cy="257175"/>
          </a:xfrm>
          <a:custGeom>
            <a:avLst/>
            <a:gdLst>
              <a:gd name="T0" fmla="*/ 0 w 1"/>
              <a:gd name="T1" fmla="*/ 408265313 h 162"/>
              <a:gd name="T2" fmla="*/ 0 w 1"/>
              <a:gd name="T3" fmla="*/ 5040313 h 162"/>
              <a:gd name="T4" fmla="*/ 2518569 w 1"/>
              <a:gd name="T5" fmla="*/ 0 h 162"/>
              <a:gd name="T6" fmla="*/ 0 60000 65536"/>
              <a:gd name="T7" fmla="*/ 0 60000 65536"/>
              <a:gd name="T8" fmla="*/ 0 60000 65536"/>
              <a:gd name="T9" fmla="*/ 0 w 1"/>
              <a:gd name="T10" fmla="*/ 0 h 162"/>
              <a:gd name="T11" fmla="*/ 1 w 1"/>
              <a:gd name="T12" fmla="*/ 162 h 1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62">
                <a:moveTo>
                  <a:pt x="0" y="162"/>
                </a:moveTo>
                <a:lnTo>
                  <a:pt x="0" y="2"/>
                </a:lnTo>
                <a:lnTo>
                  <a:pt x="1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8" name="Freeform 62"/>
          <p:cNvSpPr>
            <a:spLocks/>
          </p:cNvSpPr>
          <p:nvPr/>
        </p:nvSpPr>
        <p:spPr bwMode="auto">
          <a:xfrm>
            <a:off x="2424113" y="2189163"/>
            <a:ext cx="673100" cy="1587"/>
          </a:xfrm>
          <a:custGeom>
            <a:avLst/>
            <a:gdLst>
              <a:gd name="T0" fmla="*/ 0 w 1273"/>
              <a:gd name="T1" fmla="*/ 0 h 1587"/>
              <a:gd name="T2" fmla="*/ 355622577 w 1273"/>
              <a:gd name="T3" fmla="*/ 0 h 1587"/>
              <a:gd name="T4" fmla="*/ 355902286 w 1273"/>
              <a:gd name="T5" fmla="*/ 0 h 1587"/>
              <a:gd name="T6" fmla="*/ 0 60000 65536"/>
              <a:gd name="T7" fmla="*/ 0 60000 65536"/>
              <a:gd name="T8" fmla="*/ 0 60000 65536"/>
              <a:gd name="T9" fmla="*/ 0 w 1273"/>
              <a:gd name="T10" fmla="*/ 0 h 1587"/>
              <a:gd name="T11" fmla="*/ 1273 w 1273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73" h="1587">
                <a:moveTo>
                  <a:pt x="0" y="0"/>
                </a:moveTo>
                <a:lnTo>
                  <a:pt x="1272" y="0"/>
                </a:lnTo>
                <a:lnTo>
                  <a:pt x="1273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09" name="Freeform 63"/>
          <p:cNvSpPr>
            <a:spLocks/>
          </p:cNvSpPr>
          <p:nvPr/>
        </p:nvSpPr>
        <p:spPr bwMode="auto">
          <a:xfrm>
            <a:off x="2355850" y="2120900"/>
            <a:ext cx="68263" cy="68263"/>
          </a:xfrm>
          <a:custGeom>
            <a:avLst/>
            <a:gdLst>
              <a:gd name="T0" fmla="*/ 0 w 128"/>
              <a:gd name="T1" fmla="*/ 0 h 128"/>
              <a:gd name="T2" fmla="*/ 36120726 w 128"/>
              <a:gd name="T3" fmla="*/ 36404978 h 128"/>
              <a:gd name="T4" fmla="*/ 36404978 w 128"/>
              <a:gd name="T5" fmla="*/ 36404978 h 128"/>
              <a:gd name="T6" fmla="*/ 0 60000 65536"/>
              <a:gd name="T7" fmla="*/ 0 60000 65536"/>
              <a:gd name="T8" fmla="*/ 0 60000 65536"/>
              <a:gd name="T9" fmla="*/ 0 w 128"/>
              <a:gd name="T10" fmla="*/ 0 h 128"/>
              <a:gd name="T11" fmla="*/ 128 w 128"/>
              <a:gd name="T12" fmla="*/ 128 h 1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8" h="128">
                <a:moveTo>
                  <a:pt x="0" y="0"/>
                </a:moveTo>
                <a:lnTo>
                  <a:pt x="127" y="128"/>
                </a:lnTo>
                <a:lnTo>
                  <a:pt x="128" y="128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0" name="Freeform 64"/>
          <p:cNvSpPr>
            <a:spLocks/>
          </p:cNvSpPr>
          <p:nvPr/>
        </p:nvSpPr>
        <p:spPr bwMode="auto">
          <a:xfrm>
            <a:off x="3097213" y="2120900"/>
            <a:ext cx="66675" cy="68263"/>
          </a:xfrm>
          <a:custGeom>
            <a:avLst/>
            <a:gdLst>
              <a:gd name="T0" fmla="*/ 0 w 128"/>
              <a:gd name="T1" fmla="*/ 36404978 h 128"/>
              <a:gd name="T2" fmla="*/ 34459515 w 128"/>
              <a:gd name="T3" fmla="*/ 0 h 128"/>
              <a:gd name="T4" fmla="*/ 34730903 w 128"/>
              <a:gd name="T5" fmla="*/ 0 h 128"/>
              <a:gd name="T6" fmla="*/ 0 60000 65536"/>
              <a:gd name="T7" fmla="*/ 0 60000 65536"/>
              <a:gd name="T8" fmla="*/ 0 60000 65536"/>
              <a:gd name="T9" fmla="*/ 0 w 128"/>
              <a:gd name="T10" fmla="*/ 0 h 128"/>
              <a:gd name="T11" fmla="*/ 128 w 128"/>
              <a:gd name="T12" fmla="*/ 128 h 1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28" h="128">
                <a:moveTo>
                  <a:pt x="0" y="128"/>
                </a:moveTo>
                <a:lnTo>
                  <a:pt x="127" y="0"/>
                </a:lnTo>
                <a:lnTo>
                  <a:pt x="128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1" name="Freeform 65"/>
          <p:cNvSpPr>
            <a:spLocks/>
          </p:cNvSpPr>
          <p:nvPr/>
        </p:nvSpPr>
        <p:spPr bwMode="auto">
          <a:xfrm>
            <a:off x="2203450" y="3179763"/>
            <a:ext cx="220663" cy="220662"/>
          </a:xfrm>
          <a:custGeom>
            <a:avLst/>
            <a:gdLst>
              <a:gd name="T0" fmla="*/ 0 w 418"/>
              <a:gd name="T1" fmla="*/ 116487364 h 418"/>
              <a:gd name="T2" fmla="*/ 116209688 w 418"/>
              <a:gd name="T3" fmla="*/ 0 h 418"/>
              <a:gd name="T4" fmla="*/ 116488420 w 418"/>
              <a:gd name="T5" fmla="*/ 0 h 418"/>
              <a:gd name="T6" fmla="*/ 0 60000 65536"/>
              <a:gd name="T7" fmla="*/ 0 60000 65536"/>
              <a:gd name="T8" fmla="*/ 0 60000 65536"/>
              <a:gd name="T9" fmla="*/ 0 w 418"/>
              <a:gd name="T10" fmla="*/ 0 h 418"/>
              <a:gd name="T11" fmla="*/ 418 w 418"/>
              <a:gd name="T12" fmla="*/ 418 h 4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18" h="418">
                <a:moveTo>
                  <a:pt x="0" y="418"/>
                </a:moveTo>
                <a:lnTo>
                  <a:pt x="417" y="0"/>
                </a:lnTo>
                <a:lnTo>
                  <a:pt x="418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2" name="Freeform 66"/>
          <p:cNvSpPr>
            <a:spLocks/>
          </p:cNvSpPr>
          <p:nvPr/>
        </p:nvSpPr>
        <p:spPr bwMode="auto">
          <a:xfrm>
            <a:off x="1011238" y="2997200"/>
            <a:ext cx="85725" cy="85725"/>
          </a:xfrm>
          <a:custGeom>
            <a:avLst/>
            <a:gdLst>
              <a:gd name="T0" fmla="*/ 0 w 162"/>
              <a:gd name="T1" fmla="*/ 45362813 h 162"/>
              <a:gd name="T2" fmla="*/ 45082883 w 162"/>
              <a:gd name="T3" fmla="*/ 0 h 162"/>
              <a:gd name="T4" fmla="*/ 45362813 w 162"/>
              <a:gd name="T5" fmla="*/ 0 h 162"/>
              <a:gd name="T6" fmla="*/ 0 60000 65536"/>
              <a:gd name="T7" fmla="*/ 0 60000 65536"/>
              <a:gd name="T8" fmla="*/ 0 60000 65536"/>
              <a:gd name="T9" fmla="*/ 0 w 162"/>
              <a:gd name="T10" fmla="*/ 0 h 162"/>
              <a:gd name="T11" fmla="*/ 162 w 162"/>
              <a:gd name="T12" fmla="*/ 162 h 16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2" h="162">
                <a:moveTo>
                  <a:pt x="0" y="162"/>
                </a:moveTo>
                <a:lnTo>
                  <a:pt x="161" y="0"/>
                </a:lnTo>
                <a:lnTo>
                  <a:pt x="162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3" name="Freeform 67"/>
          <p:cNvSpPr>
            <a:spLocks/>
          </p:cNvSpPr>
          <p:nvPr/>
        </p:nvSpPr>
        <p:spPr bwMode="auto">
          <a:xfrm>
            <a:off x="1011238" y="3182938"/>
            <a:ext cx="201612" cy="201612"/>
          </a:xfrm>
          <a:custGeom>
            <a:avLst/>
            <a:gdLst>
              <a:gd name="T0" fmla="*/ 0 w 382"/>
              <a:gd name="T1" fmla="*/ 106406802 h 382"/>
              <a:gd name="T2" fmla="*/ 106128135 w 382"/>
              <a:gd name="T3" fmla="*/ 0 h 382"/>
              <a:gd name="T4" fmla="*/ 106406802 w 382"/>
              <a:gd name="T5" fmla="*/ 0 h 382"/>
              <a:gd name="T6" fmla="*/ 0 60000 65536"/>
              <a:gd name="T7" fmla="*/ 0 60000 65536"/>
              <a:gd name="T8" fmla="*/ 0 60000 65536"/>
              <a:gd name="T9" fmla="*/ 0 w 382"/>
              <a:gd name="T10" fmla="*/ 0 h 382"/>
              <a:gd name="T11" fmla="*/ 382 w 382"/>
              <a:gd name="T12" fmla="*/ 382 h 3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82" h="382">
                <a:moveTo>
                  <a:pt x="0" y="382"/>
                </a:moveTo>
                <a:lnTo>
                  <a:pt x="381" y="0"/>
                </a:lnTo>
                <a:lnTo>
                  <a:pt x="382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4" name="Freeform 68"/>
          <p:cNvSpPr>
            <a:spLocks/>
          </p:cNvSpPr>
          <p:nvPr/>
        </p:nvSpPr>
        <p:spPr bwMode="auto">
          <a:xfrm>
            <a:off x="2187575" y="2120900"/>
            <a:ext cx="85725" cy="85725"/>
          </a:xfrm>
          <a:custGeom>
            <a:avLst/>
            <a:gdLst>
              <a:gd name="T0" fmla="*/ 0 w 162"/>
              <a:gd name="T1" fmla="*/ 45644569 h 161"/>
              <a:gd name="T2" fmla="*/ 45082883 w 162"/>
              <a:gd name="T3" fmla="*/ 0 h 161"/>
              <a:gd name="T4" fmla="*/ 45362813 w 162"/>
              <a:gd name="T5" fmla="*/ 0 h 161"/>
              <a:gd name="T6" fmla="*/ 0 60000 65536"/>
              <a:gd name="T7" fmla="*/ 0 60000 65536"/>
              <a:gd name="T8" fmla="*/ 0 60000 65536"/>
              <a:gd name="T9" fmla="*/ 0 w 162"/>
              <a:gd name="T10" fmla="*/ 0 h 161"/>
              <a:gd name="T11" fmla="*/ 162 w 162"/>
              <a:gd name="T12" fmla="*/ 161 h 16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2" h="161">
                <a:moveTo>
                  <a:pt x="0" y="161"/>
                </a:moveTo>
                <a:lnTo>
                  <a:pt x="161" y="0"/>
                </a:lnTo>
                <a:lnTo>
                  <a:pt x="162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5" name="Freeform 69"/>
          <p:cNvSpPr>
            <a:spLocks/>
          </p:cNvSpPr>
          <p:nvPr/>
        </p:nvSpPr>
        <p:spPr bwMode="auto">
          <a:xfrm>
            <a:off x="1228725" y="3417888"/>
            <a:ext cx="50800" cy="50800"/>
          </a:xfrm>
          <a:custGeom>
            <a:avLst/>
            <a:gdLst>
              <a:gd name="T0" fmla="*/ 0 w 97"/>
              <a:gd name="T1" fmla="*/ 26881667 h 96"/>
              <a:gd name="T2" fmla="*/ 26056210 w 97"/>
              <a:gd name="T3" fmla="*/ 0 h 96"/>
              <a:gd name="T4" fmla="*/ 26604536 w 97"/>
              <a:gd name="T5" fmla="*/ 0 h 96"/>
              <a:gd name="T6" fmla="*/ 0 60000 65536"/>
              <a:gd name="T7" fmla="*/ 0 60000 65536"/>
              <a:gd name="T8" fmla="*/ 0 60000 65536"/>
              <a:gd name="T9" fmla="*/ 0 w 97"/>
              <a:gd name="T10" fmla="*/ 0 h 96"/>
              <a:gd name="T11" fmla="*/ 97 w 97"/>
              <a:gd name="T12" fmla="*/ 96 h 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7" h="96">
                <a:moveTo>
                  <a:pt x="0" y="96"/>
                </a:moveTo>
                <a:lnTo>
                  <a:pt x="95" y="0"/>
                </a:lnTo>
                <a:lnTo>
                  <a:pt x="97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6" name="Freeform 70"/>
          <p:cNvSpPr>
            <a:spLocks/>
          </p:cNvSpPr>
          <p:nvPr/>
        </p:nvSpPr>
        <p:spPr bwMode="auto">
          <a:xfrm>
            <a:off x="2187575" y="2273300"/>
            <a:ext cx="236538" cy="234950"/>
          </a:xfrm>
          <a:custGeom>
            <a:avLst/>
            <a:gdLst>
              <a:gd name="T0" fmla="*/ 0 w 447"/>
              <a:gd name="T1" fmla="*/ 124048320 h 445"/>
              <a:gd name="T2" fmla="*/ 124888360 w 447"/>
              <a:gd name="T3" fmla="*/ 0 h 445"/>
              <a:gd name="T4" fmla="*/ 125168290 w 447"/>
              <a:gd name="T5" fmla="*/ 0 h 445"/>
              <a:gd name="T6" fmla="*/ 0 60000 65536"/>
              <a:gd name="T7" fmla="*/ 0 60000 65536"/>
              <a:gd name="T8" fmla="*/ 0 60000 65536"/>
              <a:gd name="T9" fmla="*/ 0 w 447"/>
              <a:gd name="T10" fmla="*/ 0 h 445"/>
              <a:gd name="T11" fmla="*/ 447 w 447"/>
              <a:gd name="T12" fmla="*/ 445 h 44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7" h="445">
                <a:moveTo>
                  <a:pt x="0" y="445"/>
                </a:moveTo>
                <a:lnTo>
                  <a:pt x="446" y="0"/>
                </a:lnTo>
                <a:lnTo>
                  <a:pt x="447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7" name="Freeform 71"/>
          <p:cNvSpPr>
            <a:spLocks/>
          </p:cNvSpPr>
          <p:nvPr/>
        </p:nvSpPr>
        <p:spPr bwMode="auto">
          <a:xfrm>
            <a:off x="1649413" y="2997200"/>
            <a:ext cx="52387" cy="50800"/>
          </a:xfrm>
          <a:custGeom>
            <a:avLst/>
            <a:gdLst>
              <a:gd name="T0" fmla="*/ 0 w 98"/>
              <a:gd name="T1" fmla="*/ 26881667 h 96"/>
              <a:gd name="T2" fmla="*/ 27432613 w 98"/>
              <a:gd name="T3" fmla="*/ 0 h 96"/>
              <a:gd name="T4" fmla="*/ 28004059 w 98"/>
              <a:gd name="T5" fmla="*/ 0 h 96"/>
              <a:gd name="T6" fmla="*/ 0 60000 65536"/>
              <a:gd name="T7" fmla="*/ 0 60000 65536"/>
              <a:gd name="T8" fmla="*/ 0 60000 65536"/>
              <a:gd name="T9" fmla="*/ 0 w 98"/>
              <a:gd name="T10" fmla="*/ 0 h 96"/>
              <a:gd name="T11" fmla="*/ 98 w 98"/>
              <a:gd name="T12" fmla="*/ 96 h 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8" h="96">
                <a:moveTo>
                  <a:pt x="0" y="96"/>
                </a:moveTo>
                <a:lnTo>
                  <a:pt x="96" y="0"/>
                </a:lnTo>
                <a:lnTo>
                  <a:pt x="98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8" name="Freeform 72"/>
          <p:cNvSpPr>
            <a:spLocks/>
          </p:cNvSpPr>
          <p:nvPr/>
        </p:nvSpPr>
        <p:spPr bwMode="auto">
          <a:xfrm>
            <a:off x="1549400" y="2997200"/>
            <a:ext cx="454025" cy="454025"/>
          </a:xfrm>
          <a:custGeom>
            <a:avLst/>
            <a:gdLst>
              <a:gd name="T0" fmla="*/ 0 w 858"/>
              <a:gd name="T1" fmla="*/ 240254896 h 858"/>
              <a:gd name="T2" fmla="*/ 239974967 w 858"/>
              <a:gd name="T3" fmla="*/ 0 h 858"/>
              <a:gd name="T4" fmla="*/ 240254896 w 858"/>
              <a:gd name="T5" fmla="*/ 0 h 858"/>
              <a:gd name="T6" fmla="*/ 0 60000 65536"/>
              <a:gd name="T7" fmla="*/ 0 60000 65536"/>
              <a:gd name="T8" fmla="*/ 0 60000 65536"/>
              <a:gd name="T9" fmla="*/ 0 w 858"/>
              <a:gd name="T10" fmla="*/ 0 h 858"/>
              <a:gd name="T11" fmla="*/ 858 w 858"/>
              <a:gd name="T12" fmla="*/ 858 h 8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58" h="858">
                <a:moveTo>
                  <a:pt x="0" y="858"/>
                </a:moveTo>
                <a:lnTo>
                  <a:pt x="857" y="0"/>
                </a:lnTo>
                <a:lnTo>
                  <a:pt x="858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19" name="Freeform 73"/>
          <p:cNvSpPr>
            <a:spLocks/>
          </p:cNvSpPr>
          <p:nvPr/>
        </p:nvSpPr>
        <p:spPr bwMode="auto">
          <a:xfrm>
            <a:off x="2187575" y="2574925"/>
            <a:ext cx="236538" cy="236538"/>
          </a:xfrm>
          <a:custGeom>
            <a:avLst/>
            <a:gdLst>
              <a:gd name="T0" fmla="*/ 0 w 447"/>
              <a:gd name="T1" fmla="*/ 125448936 h 446"/>
              <a:gd name="T2" fmla="*/ 124888360 w 447"/>
              <a:gd name="T3" fmla="*/ 0 h 446"/>
              <a:gd name="T4" fmla="*/ 125168290 w 447"/>
              <a:gd name="T5" fmla="*/ 0 h 446"/>
              <a:gd name="T6" fmla="*/ 0 60000 65536"/>
              <a:gd name="T7" fmla="*/ 0 60000 65536"/>
              <a:gd name="T8" fmla="*/ 0 60000 65536"/>
              <a:gd name="T9" fmla="*/ 0 w 447"/>
              <a:gd name="T10" fmla="*/ 0 h 446"/>
              <a:gd name="T11" fmla="*/ 447 w 447"/>
              <a:gd name="T12" fmla="*/ 446 h 4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7" h="446">
                <a:moveTo>
                  <a:pt x="0" y="446"/>
                </a:moveTo>
                <a:lnTo>
                  <a:pt x="446" y="0"/>
                </a:lnTo>
                <a:lnTo>
                  <a:pt x="447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20" name="Freeform 74"/>
          <p:cNvSpPr>
            <a:spLocks/>
          </p:cNvSpPr>
          <p:nvPr/>
        </p:nvSpPr>
        <p:spPr bwMode="auto">
          <a:xfrm>
            <a:off x="1833563" y="2878138"/>
            <a:ext cx="590550" cy="590550"/>
          </a:xfrm>
          <a:custGeom>
            <a:avLst/>
            <a:gdLst>
              <a:gd name="T0" fmla="*/ 0 w 1116"/>
              <a:gd name="T1" fmla="*/ 312499375 h 1116"/>
              <a:gd name="T2" fmla="*/ 312219446 w 1116"/>
              <a:gd name="T3" fmla="*/ 0 h 1116"/>
              <a:gd name="T4" fmla="*/ 312499375 w 1116"/>
              <a:gd name="T5" fmla="*/ 0 h 1116"/>
              <a:gd name="T6" fmla="*/ 0 60000 65536"/>
              <a:gd name="T7" fmla="*/ 0 60000 65536"/>
              <a:gd name="T8" fmla="*/ 0 60000 65536"/>
              <a:gd name="T9" fmla="*/ 0 w 1116"/>
              <a:gd name="T10" fmla="*/ 0 h 1116"/>
              <a:gd name="T11" fmla="*/ 1116 w 1116"/>
              <a:gd name="T12" fmla="*/ 1116 h 11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116" h="1116">
                <a:moveTo>
                  <a:pt x="0" y="1116"/>
                </a:moveTo>
                <a:lnTo>
                  <a:pt x="1115" y="0"/>
                </a:lnTo>
                <a:lnTo>
                  <a:pt x="1116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21" name="Freeform 75"/>
          <p:cNvSpPr>
            <a:spLocks/>
          </p:cNvSpPr>
          <p:nvPr/>
        </p:nvSpPr>
        <p:spPr bwMode="auto">
          <a:xfrm>
            <a:off x="3097213" y="2270125"/>
            <a:ext cx="234950" cy="236538"/>
          </a:xfrm>
          <a:custGeom>
            <a:avLst/>
            <a:gdLst>
              <a:gd name="T0" fmla="*/ 0 w 445"/>
              <a:gd name="T1" fmla="*/ 125448936 h 446"/>
              <a:gd name="T2" fmla="*/ 123769548 w 445"/>
              <a:gd name="T3" fmla="*/ 0 h 446"/>
              <a:gd name="T4" fmla="*/ 124048320 w 445"/>
              <a:gd name="T5" fmla="*/ 0 h 446"/>
              <a:gd name="T6" fmla="*/ 0 60000 65536"/>
              <a:gd name="T7" fmla="*/ 0 60000 65536"/>
              <a:gd name="T8" fmla="*/ 0 60000 65536"/>
              <a:gd name="T9" fmla="*/ 0 w 445"/>
              <a:gd name="T10" fmla="*/ 0 h 446"/>
              <a:gd name="T11" fmla="*/ 445 w 445"/>
              <a:gd name="T12" fmla="*/ 446 h 4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5" h="446">
                <a:moveTo>
                  <a:pt x="0" y="446"/>
                </a:moveTo>
                <a:lnTo>
                  <a:pt x="444" y="0"/>
                </a:lnTo>
                <a:lnTo>
                  <a:pt x="445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22" name="Freeform 76"/>
          <p:cNvSpPr>
            <a:spLocks/>
          </p:cNvSpPr>
          <p:nvPr/>
        </p:nvSpPr>
        <p:spPr bwMode="auto">
          <a:xfrm>
            <a:off x="3097213" y="2573338"/>
            <a:ext cx="234950" cy="234950"/>
          </a:xfrm>
          <a:custGeom>
            <a:avLst/>
            <a:gdLst>
              <a:gd name="T0" fmla="*/ 0 w 445"/>
              <a:gd name="T1" fmla="*/ 123770185 h 446"/>
              <a:gd name="T2" fmla="*/ 123769548 w 445"/>
              <a:gd name="T3" fmla="*/ 0 h 446"/>
              <a:gd name="T4" fmla="*/ 124048320 w 445"/>
              <a:gd name="T5" fmla="*/ 0 h 446"/>
              <a:gd name="T6" fmla="*/ 0 60000 65536"/>
              <a:gd name="T7" fmla="*/ 0 60000 65536"/>
              <a:gd name="T8" fmla="*/ 0 60000 65536"/>
              <a:gd name="T9" fmla="*/ 0 w 445"/>
              <a:gd name="T10" fmla="*/ 0 h 446"/>
              <a:gd name="T11" fmla="*/ 445 w 445"/>
              <a:gd name="T12" fmla="*/ 446 h 4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45" h="446">
                <a:moveTo>
                  <a:pt x="0" y="446"/>
                </a:moveTo>
                <a:lnTo>
                  <a:pt x="444" y="0"/>
                </a:lnTo>
                <a:lnTo>
                  <a:pt x="445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23" name="Freeform 77"/>
          <p:cNvSpPr>
            <a:spLocks/>
          </p:cNvSpPr>
          <p:nvPr/>
        </p:nvSpPr>
        <p:spPr bwMode="auto">
          <a:xfrm>
            <a:off x="3328988" y="2686050"/>
            <a:ext cx="192087" cy="192088"/>
          </a:xfrm>
          <a:custGeom>
            <a:avLst/>
            <a:gdLst>
              <a:gd name="T0" fmla="*/ 0 w 365"/>
              <a:gd name="T1" fmla="*/ 101646831 h 363"/>
              <a:gd name="T2" fmla="*/ 100811994 w 365"/>
              <a:gd name="T3" fmla="*/ 0 h 363"/>
              <a:gd name="T4" fmla="*/ 101088810 w 365"/>
              <a:gd name="T5" fmla="*/ 0 h 363"/>
              <a:gd name="T6" fmla="*/ 0 60000 65536"/>
              <a:gd name="T7" fmla="*/ 0 60000 65536"/>
              <a:gd name="T8" fmla="*/ 0 60000 65536"/>
              <a:gd name="T9" fmla="*/ 0 w 365"/>
              <a:gd name="T10" fmla="*/ 0 h 363"/>
              <a:gd name="T11" fmla="*/ 365 w 365"/>
              <a:gd name="T12" fmla="*/ 363 h 3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65" h="363">
                <a:moveTo>
                  <a:pt x="0" y="363"/>
                </a:moveTo>
                <a:lnTo>
                  <a:pt x="364" y="0"/>
                </a:lnTo>
                <a:lnTo>
                  <a:pt x="365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24" name="Freeform 78"/>
          <p:cNvSpPr>
            <a:spLocks/>
          </p:cNvSpPr>
          <p:nvPr/>
        </p:nvSpPr>
        <p:spPr bwMode="auto">
          <a:xfrm>
            <a:off x="3136900" y="3148013"/>
            <a:ext cx="225425" cy="225425"/>
          </a:xfrm>
          <a:custGeom>
            <a:avLst/>
            <a:gdLst>
              <a:gd name="T0" fmla="*/ 0 w 427"/>
              <a:gd name="T1" fmla="*/ 119008034 h 427"/>
              <a:gd name="T2" fmla="*/ 118729289 w 427"/>
              <a:gd name="T3" fmla="*/ 0 h 427"/>
              <a:gd name="T4" fmla="*/ 119008034 w 427"/>
              <a:gd name="T5" fmla="*/ 0 h 427"/>
              <a:gd name="T6" fmla="*/ 0 60000 65536"/>
              <a:gd name="T7" fmla="*/ 0 60000 65536"/>
              <a:gd name="T8" fmla="*/ 0 60000 65536"/>
              <a:gd name="T9" fmla="*/ 0 w 427"/>
              <a:gd name="T10" fmla="*/ 0 h 427"/>
              <a:gd name="T11" fmla="*/ 427 w 427"/>
              <a:gd name="T12" fmla="*/ 427 h 42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27" h="427">
                <a:moveTo>
                  <a:pt x="0" y="427"/>
                </a:moveTo>
                <a:lnTo>
                  <a:pt x="426" y="0"/>
                </a:lnTo>
                <a:lnTo>
                  <a:pt x="427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25" name="Freeform 79"/>
          <p:cNvSpPr>
            <a:spLocks/>
          </p:cNvSpPr>
          <p:nvPr/>
        </p:nvSpPr>
        <p:spPr bwMode="auto">
          <a:xfrm>
            <a:off x="3411538" y="3259138"/>
            <a:ext cx="142875" cy="141287"/>
          </a:xfrm>
          <a:custGeom>
            <a:avLst/>
            <a:gdLst>
              <a:gd name="T0" fmla="*/ 0 w 270"/>
              <a:gd name="T1" fmla="*/ 74208239 h 269"/>
              <a:gd name="T2" fmla="*/ 75324758 w 270"/>
              <a:gd name="T3" fmla="*/ 0 h 269"/>
              <a:gd name="T4" fmla="*/ 75604688 w 270"/>
              <a:gd name="T5" fmla="*/ 0 h 269"/>
              <a:gd name="T6" fmla="*/ 0 60000 65536"/>
              <a:gd name="T7" fmla="*/ 0 60000 65536"/>
              <a:gd name="T8" fmla="*/ 0 60000 65536"/>
              <a:gd name="T9" fmla="*/ 0 w 270"/>
              <a:gd name="T10" fmla="*/ 0 h 269"/>
              <a:gd name="T11" fmla="*/ 270 w 270"/>
              <a:gd name="T12" fmla="*/ 269 h 26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70" h="269">
                <a:moveTo>
                  <a:pt x="0" y="269"/>
                </a:moveTo>
                <a:lnTo>
                  <a:pt x="269" y="0"/>
                </a:lnTo>
                <a:lnTo>
                  <a:pt x="270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26" name="Freeform 80"/>
          <p:cNvSpPr>
            <a:spLocks/>
          </p:cNvSpPr>
          <p:nvPr/>
        </p:nvSpPr>
        <p:spPr bwMode="auto">
          <a:xfrm>
            <a:off x="2760663" y="1992313"/>
            <a:ext cx="1587" cy="763587"/>
          </a:xfrm>
          <a:custGeom>
            <a:avLst/>
            <a:gdLst>
              <a:gd name="T0" fmla="*/ 0 w 1"/>
              <a:gd name="T1" fmla="*/ 0 h 1442"/>
              <a:gd name="T2" fmla="*/ 0 w 1"/>
              <a:gd name="T3" fmla="*/ 404344734 h 1442"/>
              <a:gd name="T4" fmla="*/ 2518569 w 1"/>
              <a:gd name="T5" fmla="*/ 404344734 h 1442"/>
              <a:gd name="T6" fmla="*/ 0 60000 65536"/>
              <a:gd name="T7" fmla="*/ 0 60000 65536"/>
              <a:gd name="T8" fmla="*/ 0 60000 65536"/>
              <a:gd name="T9" fmla="*/ 0 w 1"/>
              <a:gd name="T10" fmla="*/ 0 h 1442"/>
              <a:gd name="T11" fmla="*/ 1 w 1"/>
              <a:gd name="T12" fmla="*/ 1442 h 14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442">
                <a:moveTo>
                  <a:pt x="0" y="0"/>
                </a:moveTo>
                <a:lnTo>
                  <a:pt x="0" y="1442"/>
                </a:lnTo>
                <a:lnTo>
                  <a:pt x="1" y="1442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27" name="Freeform 81"/>
          <p:cNvSpPr>
            <a:spLocks/>
          </p:cNvSpPr>
          <p:nvPr/>
        </p:nvSpPr>
        <p:spPr bwMode="auto">
          <a:xfrm>
            <a:off x="2760663" y="2973388"/>
            <a:ext cx="1587" cy="604837"/>
          </a:xfrm>
          <a:custGeom>
            <a:avLst/>
            <a:gdLst>
              <a:gd name="T0" fmla="*/ 0 w 1"/>
              <a:gd name="T1" fmla="*/ 0 h 1143"/>
              <a:gd name="T2" fmla="*/ 0 w 1"/>
              <a:gd name="T3" fmla="*/ 320059315 h 1143"/>
              <a:gd name="T4" fmla="*/ 2518569 w 1"/>
              <a:gd name="T5" fmla="*/ 320059315 h 1143"/>
              <a:gd name="T6" fmla="*/ 0 60000 65536"/>
              <a:gd name="T7" fmla="*/ 0 60000 65536"/>
              <a:gd name="T8" fmla="*/ 0 60000 65536"/>
              <a:gd name="T9" fmla="*/ 0 w 1"/>
              <a:gd name="T10" fmla="*/ 0 h 1143"/>
              <a:gd name="T11" fmla="*/ 1 w 1"/>
              <a:gd name="T12" fmla="*/ 1143 h 114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143">
                <a:moveTo>
                  <a:pt x="0" y="0"/>
                </a:moveTo>
                <a:lnTo>
                  <a:pt x="0" y="1143"/>
                </a:lnTo>
                <a:lnTo>
                  <a:pt x="1" y="1143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28" name="Freeform 82"/>
          <p:cNvSpPr>
            <a:spLocks/>
          </p:cNvSpPr>
          <p:nvPr/>
        </p:nvSpPr>
        <p:spPr bwMode="auto">
          <a:xfrm>
            <a:off x="2760663" y="2833688"/>
            <a:ext cx="1587" cy="49212"/>
          </a:xfrm>
          <a:custGeom>
            <a:avLst/>
            <a:gdLst>
              <a:gd name="T0" fmla="*/ 0 w 1"/>
              <a:gd name="T1" fmla="*/ 0 h 92"/>
              <a:gd name="T2" fmla="*/ 0 w 1"/>
              <a:gd name="T3" fmla="*/ 26324141 h 92"/>
              <a:gd name="T4" fmla="*/ 2518569 w 1"/>
              <a:gd name="T5" fmla="*/ 26324141 h 92"/>
              <a:gd name="T6" fmla="*/ 0 60000 65536"/>
              <a:gd name="T7" fmla="*/ 0 60000 65536"/>
              <a:gd name="T8" fmla="*/ 0 60000 65536"/>
              <a:gd name="T9" fmla="*/ 0 w 1"/>
              <a:gd name="T10" fmla="*/ 0 h 92"/>
              <a:gd name="T11" fmla="*/ 1 w 1"/>
              <a:gd name="T12" fmla="*/ 92 h 9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92">
                <a:moveTo>
                  <a:pt x="0" y="0"/>
                </a:moveTo>
                <a:lnTo>
                  <a:pt x="0" y="92"/>
                </a:lnTo>
                <a:lnTo>
                  <a:pt x="1" y="92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29" name="Freeform 83"/>
          <p:cNvSpPr>
            <a:spLocks/>
          </p:cNvSpPr>
          <p:nvPr/>
        </p:nvSpPr>
        <p:spPr bwMode="auto">
          <a:xfrm>
            <a:off x="1414463" y="3382963"/>
            <a:ext cx="1587" cy="258762"/>
          </a:xfrm>
          <a:custGeom>
            <a:avLst/>
            <a:gdLst>
              <a:gd name="T0" fmla="*/ 0 w 1"/>
              <a:gd name="T1" fmla="*/ 0 h 489"/>
              <a:gd name="T2" fmla="*/ 0 w 1"/>
              <a:gd name="T3" fmla="*/ 136927960 h 489"/>
              <a:gd name="T4" fmla="*/ 2518569 w 1"/>
              <a:gd name="T5" fmla="*/ 136927960 h 489"/>
              <a:gd name="T6" fmla="*/ 0 60000 65536"/>
              <a:gd name="T7" fmla="*/ 0 60000 65536"/>
              <a:gd name="T8" fmla="*/ 0 60000 65536"/>
              <a:gd name="T9" fmla="*/ 0 w 1"/>
              <a:gd name="T10" fmla="*/ 0 h 489"/>
              <a:gd name="T11" fmla="*/ 1 w 1"/>
              <a:gd name="T12" fmla="*/ 489 h 489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489">
                <a:moveTo>
                  <a:pt x="0" y="0"/>
                </a:moveTo>
                <a:lnTo>
                  <a:pt x="0" y="489"/>
                </a:lnTo>
                <a:lnTo>
                  <a:pt x="1" y="489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30" name="Freeform 84"/>
          <p:cNvSpPr>
            <a:spLocks/>
          </p:cNvSpPr>
          <p:nvPr/>
        </p:nvSpPr>
        <p:spPr bwMode="auto">
          <a:xfrm>
            <a:off x="1414463" y="2900363"/>
            <a:ext cx="1587" cy="363537"/>
          </a:xfrm>
          <a:custGeom>
            <a:avLst/>
            <a:gdLst>
              <a:gd name="T0" fmla="*/ 0 w 1"/>
              <a:gd name="T1" fmla="*/ 0 h 686"/>
              <a:gd name="T2" fmla="*/ 0 w 1"/>
              <a:gd name="T3" fmla="*/ 192651823 h 686"/>
              <a:gd name="T4" fmla="*/ 2518569 w 1"/>
              <a:gd name="T5" fmla="*/ 192651823 h 686"/>
              <a:gd name="T6" fmla="*/ 0 60000 65536"/>
              <a:gd name="T7" fmla="*/ 0 60000 65536"/>
              <a:gd name="T8" fmla="*/ 0 60000 65536"/>
              <a:gd name="T9" fmla="*/ 0 w 1"/>
              <a:gd name="T10" fmla="*/ 0 h 686"/>
              <a:gd name="T11" fmla="*/ 1 w 1"/>
              <a:gd name="T12" fmla="*/ 686 h 68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686">
                <a:moveTo>
                  <a:pt x="0" y="0"/>
                </a:moveTo>
                <a:lnTo>
                  <a:pt x="0" y="686"/>
                </a:lnTo>
                <a:lnTo>
                  <a:pt x="1" y="686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31" name="Freeform 85"/>
          <p:cNvSpPr>
            <a:spLocks/>
          </p:cNvSpPr>
          <p:nvPr/>
        </p:nvSpPr>
        <p:spPr bwMode="auto">
          <a:xfrm>
            <a:off x="1414463" y="3311525"/>
            <a:ext cx="1587" cy="30163"/>
          </a:xfrm>
          <a:custGeom>
            <a:avLst/>
            <a:gdLst>
              <a:gd name="T0" fmla="*/ 0 w 1"/>
              <a:gd name="T1" fmla="*/ 0 h 58"/>
              <a:gd name="T2" fmla="*/ 0 w 1"/>
              <a:gd name="T3" fmla="*/ 15686320 h 58"/>
              <a:gd name="T4" fmla="*/ 2518569 w 1"/>
              <a:gd name="T5" fmla="*/ 15686320 h 58"/>
              <a:gd name="T6" fmla="*/ 0 60000 65536"/>
              <a:gd name="T7" fmla="*/ 0 60000 65536"/>
              <a:gd name="T8" fmla="*/ 0 60000 65536"/>
              <a:gd name="T9" fmla="*/ 0 w 1"/>
              <a:gd name="T10" fmla="*/ 0 h 58"/>
              <a:gd name="T11" fmla="*/ 1 w 1"/>
              <a:gd name="T12" fmla="*/ 58 h 5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58">
                <a:moveTo>
                  <a:pt x="0" y="0"/>
                </a:moveTo>
                <a:lnTo>
                  <a:pt x="0" y="58"/>
                </a:lnTo>
                <a:lnTo>
                  <a:pt x="1" y="58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32" name="Freeform 86"/>
          <p:cNvSpPr>
            <a:spLocks/>
          </p:cNvSpPr>
          <p:nvPr/>
        </p:nvSpPr>
        <p:spPr bwMode="auto">
          <a:xfrm>
            <a:off x="3001963" y="3013075"/>
            <a:ext cx="230187" cy="1588"/>
          </a:xfrm>
          <a:custGeom>
            <a:avLst/>
            <a:gdLst>
              <a:gd name="T0" fmla="*/ 0 w 435"/>
              <a:gd name="T1" fmla="*/ 0 h 1588"/>
              <a:gd name="T2" fmla="*/ 121527094 w 435"/>
              <a:gd name="T3" fmla="*/ 0 h 1588"/>
              <a:gd name="T4" fmla="*/ 121807023 w 435"/>
              <a:gd name="T5" fmla="*/ 0 h 1588"/>
              <a:gd name="T6" fmla="*/ 0 60000 65536"/>
              <a:gd name="T7" fmla="*/ 0 60000 65536"/>
              <a:gd name="T8" fmla="*/ 0 60000 65536"/>
              <a:gd name="T9" fmla="*/ 0 w 435"/>
              <a:gd name="T10" fmla="*/ 0 h 1588"/>
              <a:gd name="T11" fmla="*/ 435 w 435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5" h="1588">
                <a:moveTo>
                  <a:pt x="0" y="0"/>
                </a:moveTo>
                <a:lnTo>
                  <a:pt x="434" y="0"/>
                </a:lnTo>
                <a:lnTo>
                  <a:pt x="435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33" name="Freeform 87"/>
          <p:cNvSpPr>
            <a:spLocks/>
          </p:cNvSpPr>
          <p:nvPr/>
        </p:nvSpPr>
        <p:spPr bwMode="auto">
          <a:xfrm>
            <a:off x="3297238" y="3013075"/>
            <a:ext cx="30162" cy="1588"/>
          </a:xfrm>
          <a:custGeom>
            <a:avLst/>
            <a:gdLst>
              <a:gd name="T0" fmla="*/ 0 w 59"/>
              <a:gd name="T1" fmla="*/ 0 h 1588"/>
              <a:gd name="T2" fmla="*/ 15158194 w 59"/>
              <a:gd name="T3" fmla="*/ 0 h 1588"/>
              <a:gd name="T4" fmla="*/ 15419428 w 59"/>
              <a:gd name="T5" fmla="*/ 0 h 1588"/>
              <a:gd name="T6" fmla="*/ 0 60000 65536"/>
              <a:gd name="T7" fmla="*/ 0 60000 65536"/>
              <a:gd name="T8" fmla="*/ 0 60000 65536"/>
              <a:gd name="T9" fmla="*/ 0 w 59"/>
              <a:gd name="T10" fmla="*/ 0 h 1588"/>
              <a:gd name="T11" fmla="*/ 59 w 59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9" h="1588">
                <a:moveTo>
                  <a:pt x="0" y="0"/>
                </a:moveTo>
                <a:lnTo>
                  <a:pt x="58" y="0"/>
                </a:lnTo>
                <a:lnTo>
                  <a:pt x="59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34" name="Freeform 88"/>
          <p:cNvSpPr>
            <a:spLocks/>
          </p:cNvSpPr>
          <p:nvPr/>
        </p:nvSpPr>
        <p:spPr bwMode="auto">
          <a:xfrm>
            <a:off x="3368675" y="3013075"/>
            <a:ext cx="280988" cy="1588"/>
          </a:xfrm>
          <a:custGeom>
            <a:avLst/>
            <a:gdLst>
              <a:gd name="T0" fmla="*/ 0 w 531"/>
              <a:gd name="T1" fmla="*/ 0 h 1588"/>
              <a:gd name="T2" fmla="*/ 148409818 w 531"/>
              <a:gd name="T3" fmla="*/ 0 h 1588"/>
              <a:gd name="T4" fmla="*/ 148689748 w 531"/>
              <a:gd name="T5" fmla="*/ 0 h 1588"/>
              <a:gd name="T6" fmla="*/ 0 60000 65536"/>
              <a:gd name="T7" fmla="*/ 0 60000 65536"/>
              <a:gd name="T8" fmla="*/ 0 60000 65536"/>
              <a:gd name="T9" fmla="*/ 0 w 531"/>
              <a:gd name="T10" fmla="*/ 0 h 1588"/>
              <a:gd name="T11" fmla="*/ 531 w 531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31" h="1588">
                <a:moveTo>
                  <a:pt x="0" y="0"/>
                </a:moveTo>
                <a:lnTo>
                  <a:pt x="530" y="0"/>
                </a:lnTo>
                <a:lnTo>
                  <a:pt x="531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35" name="Arc 89"/>
          <p:cNvSpPr>
            <a:spLocks/>
          </p:cNvSpPr>
          <p:nvPr/>
        </p:nvSpPr>
        <p:spPr bwMode="auto">
          <a:xfrm>
            <a:off x="4481513" y="2681288"/>
            <a:ext cx="673100" cy="349250"/>
          </a:xfrm>
          <a:custGeom>
            <a:avLst/>
            <a:gdLst>
              <a:gd name="T0" fmla="*/ 64334 w 43200"/>
              <a:gd name="T1" fmla="*/ 84553447 h 22446"/>
              <a:gd name="T2" fmla="*/ 163407241 w 43200"/>
              <a:gd name="T3" fmla="*/ 81366692 h 22446"/>
              <a:gd name="T4" fmla="*/ 81703620 w 43200"/>
              <a:gd name="T5" fmla="*/ 81366692 h 22446"/>
              <a:gd name="T6" fmla="*/ 0 60000 65536"/>
              <a:gd name="T7" fmla="*/ 0 60000 65536"/>
              <a:gd name="T8" fmla="*/ 0 60000 65536"/>
              <a:gd name="T9" fmla="*/ 0 w 43200"/>
              <a:gd name="T10" fmla="*/ 0 h 22446"/>
              <a:gd name="T11" fmla="*/ 43200 w 43200"/>
              <a:gd name="T12" fmla="*/ 22446 h 2244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3200" h="22446" fill="none" extrusionOk="0">
                <a:moveTo>
                  <a:pt x="16" y="22446"/>
                </a:moveTo>
                <a:cubicBezTo>
                  <a:pt x="5" y="22164"/>
                  <a:pt x="0" y="21882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</a:path>
              <a:path w="43200" h="22446" stroke="0" extrusionOk="0">
                <a:moveTo>
                  <a:pt x="16" y="22446"/>
                </a:moveTo>
                <a:cubicBezTo>
                  <a:pt x="5" y="22164"/>
                  <a:pt x="0" y="21882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-1"/>
                  <a:pt x="43199" y="9670"/>
                  <a:pt x="43200" y="21599"/>
                </a:cubicBezTo>
                <a:lnTo>
                  <a:pt x="21600" y="21600"/>
                </a:lnTo>
                <a:lnTo>
                  <a:pt x="16" y="22446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36" name="Oval 90"/>
          <p:cNvSpPr>
            <a:spLocks noChangeArrowheads="1"/>
          </p:cNvSpPr>
          <p:nvPr/>
        </p:nvSpPr>
        <p:spPr bwMode="auto">
          <a:xfrm>
            <a:off x="4679950" y="2882900"/>
            <a:ext cx="269875" cy="266700"/>
          </a:xfrm>
          <a:prstGeom prst="ellips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8237" name="Freeform 91"/>
          <p:cNvSpPr>
            <a:spLocks/>
          </p:cNvSpPr>
          <p:nvPr/>
        </p:nvSpPr>
        <p:spPr bwMode="auto">
          <a:xfrm>
            <a:off x="2187575" y="2120900"/>
            <a:ext cx="1588" cy="819150"/>
          </a:xfrm>
          <a:custGeom>
            <a:avLst/>
            <a:gdLst>
              <a:gd name="T0" fmla="*/ 0 w 1"/>
              <a:gd name="T1" fmla="*/ 1300400625 h 516"/>
              <a:gd name="T2" fmla="*/ 0 w 1"/>
              <a:gd name="T3" fmla="*/ 0 h 516"/>
              <a:gd name="T4" fmla="*/ 2521744 w 1"/>
              <a:gd name="T5" fmla="*/ 0 h 516"/>
              <a:gd name="T6" fmla="*/ 0 60000 65536"/>
              <a:gd name="T7" fmla="*/ 0 60000 65536"/>
              <a:gd name="T8" fmla="*/ 0 60000 65536"/>
              <a:gd name="T9" fmla="*/ 0 w 1"/>
              <a:gd name="T10" fmla="*/ 0 h 516"/>
              <a:gd name="T11" fmla="*/ 1 w 1"/>
              <a:gd name="T12" fmla="*/ 516 h 5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516">
                <a:moveTo>
                  <a:pt x="0" y="516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38" name="Freeform 92"/>
          <p:cNvSpPr>
            <a:spLocks/>
          </p:cNvSpPr>
          <p:nvPr/>
        </p:nvSpPr>
        <p:spPr bwMode="auto">
          <a:xfrm>
            <a:off x="3330575" y="2114550"/>
            <a:ext cx="3175" cy="508000"/>
          </a:xfrm>
          <a:custGeom>
            <a:avLst/>
            <a:gdLst>
              <a:gd name="T0" fmla="*/ 0 w 2"/>
              <a:gd name="T1" fmla="*/ 806450000 h 320"/>
              <a:gd name="T2" fmla="*/ 0 w 2"/>
              <a:gd name="T3" fmla="*/ 0 h 320"/>
              <a:gd name="T4" fmla="*/ 5040313 w 2"/>
              <a:gd name="T5" fmla="*/ 0 h 320"/>
              <a:gd name="T6" fmla="*/ 0 60000 65536"/>
              <a:gd name="T7" fmla="*/ 0 60000 65536"/>
              <a:gd name="T8" fmla="*/ 0 60000 65536"/>
              <a:gd name="T9" fmla="*/ 0 w 2"/>
              <a:gd name="T10" fmla="*/ 0 h 320"/>
              <a:gd name="T11" fmla="*/ 2 w 2"/>
              <a:gd name="T12" fmla="*/ 320 h 32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" h="320">
                <a:moveTo>
                  <a:pt x="0" y="320"/>
                </a:moveTo>
                <a:lnTo>
                  <a:pt x="0" y="0"/>
                </a:lnTo>
                <a:lnTo>
                  <a:pt x="2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39" name="Freeform 93"/>
          <p:cNvSpPr>
            <a:spLocks/>
          </p:cNvSpPr>
          <p:nvPr/>
        </p:nvSpPr>
        <p:spPr bwMode="auto">
          <a:xfrm>
            <a:off x="1952625" y="3400425"/>
            <a:ext cx="1535113" cy="1588"/>
          </a:xfrm>
          <a:custGeom>
            <a:avLst/>
            <a:gdLst>
              <a:gd name="T0" fmla="*/ 0 w 2900"/>
              <a:gd name="T1" fmla="*/ 0 h 1588"/>
              <a:gd name="T2" fmla="*/ 812330982 w 2900"/>
              <a:gd name="T3" fmla="*/ 0 h 1588"/>
              <a:gd name="T4" fmla="*/ 812611008 w 2900"/>
              <a:gd name="T5" fmla="*/ 0 h 1588"/>
              <a:gd name="T6" fmla="*/ 0 60000 65536"/>
              <a:gd name="T7" fmla="*/ 0 60000 65536"/>
              <a:gd name="T8" fmla="*/ 0 60000 65536"/>
              <a:gd name="T9" fmla="*/ 0 w 2900"/>
              <a:gd name="T10" fmla="*/ 0 h 1588"/>
              <a:gd name="T11" fmla="*/ 2900 w 2900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900" h="1588">
                <a:moveTo>
                  <a:pt x="0" y="0"/>
                </a:moveTo>
                <a:lnTo>
                  <a:pt x="2899" y="0"/>
                </a:lnTo>
                <a:lnTo>
                  <a:pt x="2900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40" name="Freeform 94"/>
          <p:cNvSpPr>
            <a:spLocks/>
          </p:cNvSpPr>
          <p:nvPr/>
        </p:nvSpPr>
        <p:spPr bwMode="auto">
          <a:xfrm>
            <a:off x="1011238" y="3063875"/>
            <a:ext cx="1587" cy="404813"/>
          </a:xfrm>
          <a:custGeom>
            <a:avLst/>
            <a:gdLst>
              <a:gd name="T0" fmla="*/ 0 w 1"/>
              <a:gd name="T1" fmla="*/ 214494195 h 764"/>
              <a:gd name="T2" fmla="*/ 0 w 1"/>
              <a:gd name="T3" fmla="*/ 0 h 764"/>
              <a:gd name="T4" fmla="*/ 2518569 w 1"/>
              <a:gd name="T5" fmla="*/ 0 h 764"/>
              <a:gd name="T6" fmla="*/ 0 60000 65536"/>
              <a:gd name="T7" fmla="*/ 0 60000 65536"/>
              <a:gd name="T8" fmla="*/ 0 60000 65536"/>
              <a:gd name="T9" fmla="*/ 0 w 1"/>
              <a:gd name="T10" fmla="*/ 0 h 764"/>
              <a:gd name="T11" fmla="*/ 1 w 1"/>
              <a:gd name="T12" fmla="*/ 764 h 7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764">
                <a:moveTo>
                  <a:pt x="0" y="764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41" name="Freeform 95"/>
          <p:cNvSpPr>
            <a:spLocks/>
          </p:cNvSpPr>
          <p:nvPr/>
        </p:nvSpPr>
        <p:spPr bwMode="auto">
          <a:xfrm>
            <a:off x="1011238" y="3468688"/>
            <a:ext cx="874712" cy="1587"/>
          </a:xfrm>
          <a:custGeom>
            <a:avLst/>
            <a:gdLst>
              <a:gd name="T0" fmla="*/ 0 w 1654"/>
              <a:gd name="T1" fmla="*/ 0 h 1587"/>
              <a:gd name="T2" fmla="*/ 462308561 w 1654"/>
              <a:gd name="T3" fmla="*/ 0 h 1587"/>
              <a:gd name="T4" fmla="*/ 462588321 w 1654"/>
              <a:gd name="T5" fmla="*/ 0 h 1587"/>
              <a:gd name="T6" fmla="*/ 0 60000 65536"/>
              <a:gd name="T7" fmla="*/ 0 60000 65536"/>
              <a:gd name="T8" fmla="*/ 0 60000 65536"/>
              <a:gd name="T9" fmla="*/ 0 w 1654"/>
              <a:gd name="T10" fmla="*/ 0 h 1587"/>
              <a:gd name="T11" fmla="*/ 1654 w 1654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654" h="1587">
                <a:moveTo>
                  <a:pt x="0" y="0"/>
                </a:moveTo>
                <a:lnTo>
                  <a:pt x="1653" y="0"/>
                </a:lnTo>
                <a:lnTo>
                  <a:pt x="1654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42" name="Freeform 96"/>
          <p:cNvSpPr>
            <a:spLocks/>
          </p:cNvSpPr>
          <p:nvPr/>
        </p:nvSpPr>
        <p:spPr bwMode="auto">
          <a:xfrm>
            <a:off x="1870075" y="3400425"/>
            <a:ext cx="82550" cy="60325"/>
          </a:xfrm>
          <a:custGeom>
            <a:avLst/>
            <a:gdLst>
              <a:gd name="T0" fmla="*/ 131048125 w 52"/>
              <a:gd name="T1" fmla="*/ 0 h 38"/>
              <a:gd name="T2" fmla="*/ 80645000 w 52"/>
              <a:gd name="T3" fmla="*/ 15120938 h 38"/>
              <a:gd name="T4" fmla="*/ 40322500 w 52"/>
              <a:gd name="T5" fmla="*/ 45362813 h 38"/>
              <a:gd name="T6" fmla="*/ 0 w 52"/>
              <a:gd name="T7" fmla="*/ 95765938 h 38"/>
              <a:gd name="T8" fmla="*/ 0 60000 65536"/>
              <a:gd name="T9" fmla="*/ 0 60000 65536"/>
              <a:gd name="T10" fmla="*/ 0 60000 65536"/>
              <a:gd name="T11" fmla="*/ 0 60000 65536"/>
              <a:gd name="T12" fmla="*/ 0 w 52"/>
              <a:gd name="T13" fmla="*/ 0 h 38"/>
              <a:gd name="T14" fmla="*/ 52 w 52"/>
              <a:gd name="T15" fmla="*/ 38 h 3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2" h="38">
                <a:moveTo>
                  <a:pt x="52" y="0"/>
                </a:moveTo>
                <a:lnTo>
                  <a:pt x="32" y="6"/>
                </a:lnTo>
                <a:lnTo>
                  <a:pt x="16" y="18"/>
                </a:lnTo>
                <a:lnTo>
                  <a:pt x="0" y="38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43" name="Freeform 97"/>
          <p:cNvSpPr>
            <a:spLocks/>
          </p:cNvSpPr>
          <p:nvPr/>
        </p:nvSpPr>
        <p:spPr bwMode="auto">
          <a:xfrm>
            <a:off x="1077913" y="2990850"/>
            <a:ext cx="1058862" cy="6350"/>
          </a:xfrm>
          <a:custGeom>
            <a:avLst/>
            <a:gdLst>
              <a:gd name="T0" fmla="*/ 0 w 667"/>
              <a:gd name="T1" fmla="*/ 10080625 h 4"/>
              <a:gd name="T2" fmla="*/ 1680942631 w 667"/>
              <a:gd name="T3" fmla="*/ 0 h 4"/>
              <a:gd name="T4" fmla="*/ 0 60000 65536"/>
              <a:gd name="T5" fmla="*/ 0 60000 65536"/>
              <a:gd name="T6" fmla="*/ 0 w 667"/>
              <a:gd name="T7" fmla="*/ 0 h 4"/>
              <a:gd name="T8" fmla="*/ 667 w 667"/>
              <a:gd name="T9" fmla="*/ 4 h 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67" h="4">
                <a:moveTo>
                  <a:pt x="0" y="4"/>
                </a:moveTo>
                <a:lnTo>
                  <a:pt x="667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44" name="Freeform 98"/>
          <p:cNvSpPr>
            <a:spLocks/>
          </p:cNvSpPr>
          <p:nvPr/>
        </p:nvSpPr>
        <p:spPr bwMode="auto">
          <a:xfrm>
            <a:off x="1012825" y="2990850"/>
            <a:ext cx="71438" cy="95250"/>
          </a:xfrm>
          <a:custGeom>
            <a:avLst/>
            <a:gdLst>
              <a:gd name="T0" fmla="*/ 113408619 w 45"/>
              <a:gd name="T1" fmla="*/ 0 h 60"/>
              <a:gd name="T2" fmla="*/ 37803402 w 45"/>
              <a:gd name="T3" fmla="*/ 30241875 h 60"/>
              <a:gd name="T4" fmla="*/ 0 w 45"/>
              <a:gd name="T5" fmla="*/ 70564375 h 60"/>
              <a:gd name="T6" fmla="*/ 0 w 45"/>
              <a:gd name="T7" fmla="*/ 151209375 h 60"/>
              <a:gd name="T8" fmla="*/ 0 60000 65536"/>
              <a:gd name="T9" fmla="*/ 0 60000 65536"/>
              <a:gd name="T10" fmla="*/ 0 60000 65536"/>
              <a:gd name="T11" fmla="*/ 0 60000 65536"/>
              <a:gd name="T12" fmla="*/ 0 w 45"/>
              <a:gd name="T13" fmla="*/ 0 h 60"/>
              <a:gd name="T14" fmla="*/ 45 w 45"/>
              <a:gd name="T15" fmla="*/ 60 h 6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5" h="60">
                <a:moveTo>
                  <a:pt x="45" y="0"/>
                </a:moveTo>
                <a:lnTo>
                  <a:pt x="15" y="12"/>
                </a:lnTo>
                <a:lnTo>
                  <a:pt x="0" y="28"/>
                </a:lnTo>
                <a:lnTo>
                  <a:pt x="0" y="6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45" name="Freeform 99"/>
          <p:cNvSpPr>
            <a:spLocks/>
          </p:cNvSpPr>
          <p:nvPr/>
        </p:nvSpPr>
        <p:spPr bwMode="auto">
          <a:xfrm>
            <a:off x="2120900" y="2928938"/>
            <a:ext cx="66675" cy="68262"/>
          </a:xfrm>
          <a:custGeom>
            <a:avLst/>
            <a:gdLst>
              <a:gd name="T0" fmla="*/ 0 w 128"/>
              <a:gd name="T1" fmla="*/ 36690556 h 127"/>
              <a:gd name="T2" fmla="*/ 24691628 w 128"/>
              <a:gd name="T3" fmla="*/ 25712199 h 127"/>
              <a:gd name="T4" fmla="*/ 34459515 w 128"/>
              <a:gd name="T5" fmla="*/ 0 h 127"/>
              <a:gd name="T6" fmla="*/ 34730903 w 128"/>
              <a:gd name="T7" fmla="*/ 0 h 127"/>
              <a:gd name="T8" fmla="*/ 0 60000 65536"/>
              <a:gd name="T9" fmla="*/ 0 60000 65536"/>
              <a:gd name="T10" fmla="*/ 0 60000 65536"/>
              <a:gd name="T11" fmla="*/ 0 60000 65536"/>
              <a:gd name="T12" fmla="*/ 0 w 128"/>
              <a:gd name="T13" fmla="*/ 0 h 127"/>
              <a:gd name="T14" fmla="*/ 128 w 128"/>
              <a:gd name="T15" fmla="*/ 127 h 1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8" h="127">
                <a:moveTo>
                  <a:pt x="0" y="127"/>
                </a:moveTo>
                <a:lnTo>
                  <a:pt x="91" y="89"/>
                </a:lnTo>
                <a:lnTo>
                  <a:pt x="127" y="0"/>
                </a:lnTo>
                <a:lnTo>
                  <a:pt x="128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46" name="Freeform 100"/>
          <p:cNvSpPr>
            <a:spLocks/>
          </p:cNvSpPr>
          <p:nvPr/>
        </p:nvSpPr>
        <p:spPr bwMode="auto">
          <a:xfrm>
            <a:off x="3486150" y="3295650"/>
            <a:ext cx="66675" cy="104775"/>
          </a:xfrm>
          <a:custGeom>
            <a:avLst/>
            <a:gdLst>
              <a:gd name="T0" fmla="*/ 0 w 42"/>
              <a:gd name="T1" fmla="*/ 166330313 h 66"/>
              <a:gd name="T2" fmla="*/ 75604688 w 42"/>
              <a:gd name="T3" fmla="*/ 133569075 h 66"/>
              <a:gd name="T4" fmla="*/ 95765938 w 42"/>
              <a:gd name="T5" fmla="*/ 70564375 h 66"/>
              <a:gd name="T6" fmla="*/ 105846563 w 42"/>
              <a:gd name="T7" fmla="*/ 0 h 66"/>
              <a:gd name="T8" fmla="*/ 0 60000 65536"/>
              <a:gd name="T9" fmla="*/ 0 60000 65536"/>
              <a:gd name="T10" fmla="*/ 0 60000 65536"/>
              <a:gd name="T11" fmla="*/ 0 60000 65536"/>
              <a:gd name="T12" fmla="*/ 0 w 42"/>
              <a:gd name="T13" fmla="*/ 0 h 66"/>
              <a:gd name="T14" fmla="*/ 42 w 42"/>
              <a:gd name="T15" fmla="*/ 66 h 6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2" h="66">
                <a:moveTo>
                  <a:pt x="0" y="66"/>
                </a:moveTo>
                <a:lnTo>
                  <a:pt x="30" y="53"/>
                </a:lnTo>
                <a:lnTo>
                  <a:pt x="38" y="28"/>
                </a:lnTo>
                <a:lnTo>
                  <a:pt x="42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47" name="Freeform 101"/>
          <p:cNvSpPr>
            <a:spLocks/>
          </p:cNvSpPr>
          <p:nvPr/>
        </p:nvSpPr>
        <p:spPr bwMode="auto">
          <a:xfrm>
            <a:off x="3554413" y="2744788"/>
            <a:ext cx="1587" cy="588962"/>
          </a:xfrm>
          <a:custGeom>
            <a:avLst/>
            <a:gdLst>
              <a:gd name="T0" fmla="*/ 0 w 1"/>
              <a:gd name="T1" fmla="*/ 311379028 h 1114"/>
              <a:gd name="T2" fmla="*/ 0 w 1"/>
              <a:gd name="T3" fmla="*/ 0 h 1114"/>
              <a:gd name="T4" fmla="*/ 2518569 w 1"/>
              <a:gd name="T5" fmla="*/ 0 h 1114"/>
              <a:gd name="T6" fmla="*/ 0 60000 65536"/>
              <a:gd name="T7" fmla="*/ 0 60000 65536"/>
              <a:gd name="T8" fmla="*/ 0 60000 65536"/>
              <a:gd name="T9" fmla="*/ 0 w 1"/>
              <a:gd name="T10" fmla="*/ 0 h 1114"/>
              <a:gd name="T11" fmla="*/ 1 w 1"/>
              <a:gd name="T12" fmla="*/ 1114 h 111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114">
                <a:moveTo>
                  <a:pt x="0" y="1114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48" name="Freeform 102"/>
          <p:cNvSpPr>
            <a:spLocks/>
          </p:cNvSpPr>
          <p:nvPr/>
        </p:nvSpPr>
        <p:spPr bwMode="auto">
          <a:xfrm>
            <a:off x="3332163" y="2609850"/>
            <a:ext cx="80962" cy="69850"/>
          </a:xfrm>
          <a:custGeom>
            <a:avLst/>
            <a:gdLst>
              <a:gd name="T0" fmla="*/ 0 w 51"/>
              <a:gd name="T1" fmla="*/ 0 h 44"/>
              <a:gd name="T2" fmla="*/ 30241688 w 51"/>
              <a:gd name="T3" fmla="*/ 75604688 h 44"/>
              <a:gd name="T4" fmla="*/ 68043005 w 51"/>
              <a:gd name="T5" fmla="*/ 90725625 h 44"/>
              <a:gd name="T6" fmla="*/ 128526381 w 51"/>
              <a:gd name="T7" fmla="*/ 110886875 h 44"/>
              <a:gd name="T8" fmla="*/ 0 60000 65536"/>
              <a:gd name="T9" fmla="*/ 0 60000 65536"/>
              <a:gd name="T10" fmla="*/ 0 60000 65536"/>
              <a:gd name="T11" fmla="*/ 0 60000 65536"/>
              <a:gd name="T12" fmla="*/ 0 w 51"/>
              <a:gd name="T13" fmla="*/ 0 h 44"/>
              <a:gd name="T14" fmla="*/ 51 w 51"/>
              <a:gd name="T15" fmla="*/ 44 h 44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1" h="44">
                <a:moveTo>
                  <a:pt x="0" y="0"/>
                </a:moveTo>
                <a:lnTo>
                  <a:pt x="12" y="30"/>
                </a:lnTo>
                <a:lnTo>
                  <a:pt x="27" y="36"/>
                </a:lnTo>
                <a:lnTo>
                  <a:pt x="51" y="44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49" name="Freeform 103"/>
          <p:cNvSpPr>
            <a:spLocks/>
          </p:cNvSpPr>
          <p:nvPr/>
        </p:nvSpPr>
        <p:spPr bwMode="auto">
          <a:xfrm>
            <a:off x="3486150" y="2676525"/>
            <a:ext cx="68263" cy="68263"/>
          </a:xfrm>
          <a:custGeom>
            <a:avLst/>
            <a:gdLst>
              <a:gd name="T0" fmla="*/ 36691631 w 127"/>
              <a:gd name="T1" fmla="*/ 36691631 h 127"/>
              <a:gd name="T2" fmla="*/ 25713113 w 127"/>
              <a:gd name="T3" fmla="*/ 10400701 h 127"/>
              <a:gd name="T4" fmla="*/ 0 w 127"/>
              <a:gd name="T5" fmla="*/ 0 h 127"/>
              <a:gd name="T6" fmla="*/ 289177 w 127"/>
              <a:gd name="T7" fmla="*/ 0 h 127"/>
              <a:gd name="T8" fmla="*/ 0 60000 65536"/>
              <a:gd name="T9" fmla="*/ 0 60000 65536"/>
              <a:gd name="T10" fmla="*/ 0 60000 65536"/>
              <a:gd name="T11" fmla="*/ 0 60000 65536"/>
              <a:gd name="T12" fmla="*/ 0 w 127"/>
              <a:gd name="T13" fmla="*/ 0 h 127"/>
              <a:gd name="T14" fmla="*/ 127 w 127"/>
              <a:gd name="T15" fmla="*/ 127 h 1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7" h="127">
                <a:moveTo>
                  <a:pt x="127" y="127"/>
                </a:moveTo>
                <a:lnTo>
                  <a:pt x="89" y="36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50" name="Freeform 104"/>
          <p:cNvSpPr>
            <a:spLocks/>
          </p:cNvSpPr>
          <p:nvPr/>
        </p:nvSpPr>
        <p:spPr bwMode="auto">
          <a:xfrm>
            <a:off x="3398838" y="2676525"/>
            <a:ext cx="103187" cy="9525"/>
          </a:xfrm>
          <a:custGeom>
            <a:avLst/>
            <a:gdLst>
              <a:gd name="T0" fmla="*/ 163808569 w 65"/>
              <a:gd name="T1" fmla="*/ 15120938 h 6"/>
              <a:gd name="T2" fmla="*/ 0 w 65"/>
              <a:gd name="T3" fmla="*/ 0 h 6"/>
              <a:gd name="T4" fmla="*/ 0 w 65"/>
              <a:gd name="T5" fmla="*/ 0 h 6"/>
              <a:gd name="T6" fmla="*/ 0 60000 65536"/>
              <a:gd name="T7" fmla="*/ 0 60000 65536"/>
              <a:gd name="T8" fmla="*/ 0 60000 65536"/>
              <a:gd name="T9" fmla="*/ 0 w 65"/>
              <a:gd name="T10" fmla="*/ 0 h 6"/>
              <a:gd name="T11" fmla="*/ 65 w 65"/>
              <a:gd name="T12" fmla="*/ 6 h 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5" h="6">
                <a:moveTo>
                  <a:pt x="65" y="6"/>
                </a:moveTo>
                <a:lnTo>
                  <a:pt x="0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51" name="Freeform 105"/>
          <p:cNvSpPr>
            <a:spLocks/>
          </p:cNvSpPr>
          <p:nvPr/>
        </p:nvSpPr>
        <p:spPr bwMode="auto">
          <a:xfrm>
            <a:off x="5083175" y="3333750"/>
            <a:ext cx="68263" cy="66675"/>
          </a:xfrm>
          <a:custGeom>
            <a:avLst/>
            <a:gdLst>
              <a:gd name="T0" fmla="*/ 0 w 128"/>
              <a:gd name="T1" fmla="*/ 35004375 h 127"/>
              <a:gd name="T2" fmla="*/ 25312774 w 128"/>
              <a:gd name="T3" fmla="*/ 24530625 h 127"/>
              <a:gd name="T4" fmla="*/ 36120726 w 128"/>
              <a:gd name="T5" fmla="*/ 0 h 127"/>
              <a:gd name="T6" fmla="*/ 36404978 w 128"/>
              <a:gd name="T7" fmla="*/ 0 h 127"/>
              <a:gd name="T8" fmla="*/ 0 60000 65536"/>
              <a:gd name="T9" fmla="*/ 0 60000 65536"/>
              <a:gd name="T10" fmla="*/ 0 60000 65536"/>
              <a:gd name="T11" fmla="*/ 0 60000 65536"/>
              <a:gd name="T12" fmla="*/ 0 w 128"/>
              <a:gd name="T13" fmla="*/ 0 h 127"/>
              <a:gd name="T14" fmla="*/ 128 w 128"/>
              <a:gd name="T15" fmla="*/ 127 h 1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8" h="127">
                <a:moveTo>
                  <a:pt x="0" y="127"/>
                </a:moveTo>
                <a:lnTo>
                  <a:pt x="89" y="89"/>
                </a:lnTo>
                <a:lnTo>
                  <a:pt x="127" y="0"/>
                </a:lnTo>
                <a:lnTo>
                  <a:pt x="128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52" name="Freeform 106"/>
          <p:cNvSpPr>
            <a:spLocks/>
          </p:cNvSpPr>
          <p:nvPr/>
        </p:nvSpPr>
        <p:spPr bwMode="auto">
          <a:xfrm>
            <a:off x="4478338" y="3333750"/>
            <a:ext cx="66675" cy="66675"/>
          </a:xfrm>
          <a:custGeom>
            <a:avLst/>
            <a:gdLst>
              <a:gd name="T0" fmla="*/ 0 w 128"/>
              <a:gd name="T1" fmla="*/ 0 h 127"/>
              <a:gd name="T2" fmla="*/ 10310664 w 128"/>
              <a:gd name="T3" fmla="*/ 24530625 h 127"/>
              <a:gd name="T4" fmla="*/ 34459515 w 128"/>
              <a:gd name="T5" fmla="*/ 35004375 h 127"/>
              <a:gd name="T6" fmla="*/ 34730903 w 128"/>
              <a:gd name="T7" fmla="*/ 35004375 h 127"/>
              <a:gd name="T8" fmla="*/ 0 60000 65536"/>
              <a:gd name="T9" fmla="*/ 0 60000 65536"/>
              <a:gd name="T10" fmla="*/ 0 60000 65536"/>
              <a:gd name="T11" fmla="*/ 0 60000 65536"/>
              <a:gd name="T12" fmla="*/ 0 w 128"/>
              <a:gd name="T13" fmla="*/ 0 h 127"/>
              <a:gd name="T14" fmla="*/ 128 w 128"/>
              <a:gd name="T15" fmla="*/ 127 h 12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8" h="127">
                <a:moveTo>
                  <a:pt x="0" y="0"/>
                </a:moveTo>
                <a:lnTo>
                  <a:pt x="38" y="89"/>
                </a:lnTo>
                <a:lnTo>
                  <a:pt x="127" y="127"/>
                </a:lnTo>
                <a:lnTo>
                  <a:pt x="128" y="127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53" name="Freeform 107"/>
          <p:cNvSpPr>
            <a:spLocks/>
          </p:cNvSpPr>
          <p:nvPr/>
        </p:nvSpPr>
        <p:spPr bwMode="auto">
          <a:xfrm>
            <a:off x="4814888" y="2555875"/>
            <a:ext cx="1587" cy="968375"/>
          </a:xfrm>
          <a:custGeom>
            <a:avLst/>
            <a:gdLst>
              <a:gd name="T0" fmla="*/ 0 w 1"/>
              <a:gd name="T1" fmla="*/ 0 h 1828"/>
              <a:gd name="T2" fmla="*/ 0 w 1"/>
              <a:gd name="T3" fmla="*/ 512992418 h 1828"/>
              <a:gd name="T4" fmla="*/ 2518569 w 1"/>
              <a:gd name="T5" fmla="*/ 512992418 h 1828"/>
              <a:gd name="T6" fmla="*/ 0 60000 65536"/>
              <a:gd name="T7" fmla="*/ 0 60000 65536"/>
              <a:gd name="T8" fmla="*/ 0 60000 65536"/>
              <a:gd name="T9" fmla="*/ 0 w 1"/>
              <a:gd name="T10" fmla="*/ 0 h 1828"/>
              <a:gd name="T11" fmla="*/ 1 w 1"/>
              <a:gd name="T12" fmla="*/ 1828 h 18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828">
                <a:moveTo>
                  <a:pt x="0" y="0"/>
                </a:moveTo>
                <a:lnTo>
                  <a:pt x="0" y="1828"/>
                </a:lnTo>
                <a:lnTo>
                  <a:pt x="1" y="1828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54" name="Freeform 108"/>
          <p:cNvSpPr>
            <a:spLocks/>
          </p:cNvSpPr>
          <p:nvPr/>
        </p:nvSpPr>
        <p:spPr bwMode="auto">
          <a:xfrm>
            <a:off x="4538663" y="3390900"/>
            <a:ext cx="544512" cy="9525"/>
          </a:xfrm>
          <a:custGeom>
            <a:avLst/>
            <a:gdLst>
              <a:gd name="T0" fmla="*/ 0 w 343"/>
              <a:gd name="T1" fmla="*/ 15120938 h 6"/>
              <a:gd name="T2" fmla="*/ 864412006 w 343"/>
              <a:gd name="T3" fmla="*/ 0 h 6"/>
              <a:gd name="T4" fmla="*/ 0 60000 65536"/>
              <a:gd name="T5" fmla="*/ 0 60000 65536"/>
              <a:gd name="T6" fmla="*/ 0 w 343"/>
              <a:gd name="T7" fmla="*/ 0 h 6"/>
              <a:gd name="T8" fmla="*/ 343 w 343"/>
              <a:gd name="T9" fmla="*/ 6 h 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43" h="6">
                <a:moveTo>
                  <a:pt x="0" y="6"/>
                </a:moveTo>
                <a:lnTo>
                  <a:pt x="343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55" name="Freeform 109"/>
          <p:cNvSpPr>
            <a:spLocks/>
          </p:cNvSpPr>
          <p:nvPr/>
        </p:nvSpPr>
        <p:spPr bwMode="auto">
          <a:xfrm>
            <a:off x="4357688" y="3013075"/>
            <a:ext cx="914400" cy="1588"/>
          </a:xfrm>
          <a:custGeom>
            <a:avLst/>
            <a:gdLst>
              <a:gd name="T0" fmla="*/ 0 w 1729"/>
              <a:gd name="T1" fmla="*/ 0 h 1588"/>
              <a:gd name="T2" fmla="*/ 483310377 w 1729"/>
              <a:gd name="T3" fmla="*/ 0 h 1588"/>
              <a:gd name="T4" fmla="*/ 483590145 w 1729"/>
              <a:gd name="T5" fmla="*/ 0 h 1588"/>
              <a:gd name="T6" fmla="*/ 0 60000 65536"/>
              <a:gd name="T7" fmla="*/ 0 60000 65536"/>
              <a:gd name="T8" fmla="*/ 0 60000 65536"/>
              <a:gd name="T9" fmla="*/ 0 w 1729"/>
              <a:gd name="T10" fmla="*/ 0 h 1588"/>
              <a:gd name="T11" fmla="*/ 1729 w 1729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729" h="1588">
                <a:moveTo>
                  <a:pt x="0" y="0"/>
                </a:moveTo>
                <a:lnTo>
                  <a:pt x="1728" y="0"/>
                </a:lnTo>
                <a:lnTo>
                  <a:pt x="1729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56" name="Rectangle 110"/>
          <p:cNvSpPr>
            <a:spLocks noChangeArrowheads="1"/>
          </p:cNvSpPr>
          <p:nvPr/>
        </p:nvSpPr>
        <p:spPr bwMode="auto">
          <a:xfrm>
            <a:off x="4030663" y="2651125"/>
            <a:ext cx="2397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i="1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B</a:t>
            </a:r>
            <a:endParaRPr lang="en-US" altLang="zh-CN" sz="2400" b="1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257" name="Rectangle 111"/>
          <p:cNvSpPr>
            <a:spLocks noChangeArrowheads="1"/>
          </p:cNvSpPr>
          <p:nvPr/>
        </p:nvSpPr>
        <p:spPr bwMode="auto">
          <a:xfrm>
            <a:off x="4743450" y="2166938"/>
            <a:ext cx="2381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i="1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B</a:t>
            </a:r>
            <a:endParaRPr lang="en-US" altLang="zh-CN" sz="2400" b="1">
              <a:solidFill>
                <a:schemeClr val="tx2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258" name="Freeform 112"/>
          <p:cNvSpPr>
            <a:spLocks/>
          </p:cNvSpPr>
          <p:nvPr/>
        </p:nvSpPr>
        <p:spPr bwMode="auto">
          <a:xfrm>
            <a:off x="4478338" y="3013075"/>
            <a:ext cx="1587" cy="333375"/>
          </a:xfrm>
          <a:custGeom>
            <a:avLst/>
            <a:gdLst>
              <a:gd name="T0" fmla="*/ 0 w 1"/>
              <a:gd name="T1" fmla="*/ 0 h 210"/>
              <a:gd name="T2" fmla="*/ 2518569 w 1"/>
              <a:gd name="T3" fmla="*/ 529232813 h 210"/>
              <a:gd name="T4" fmla="*/ 0 60000 65536"/>
              <a:gd name="T5" fmla="*/ 0 60000 65536"/>
              <a:gd name="T6" fmla="*/ 0 w 1"/>
              <a:gd name="T7" fmla="*/ 0 h 210"/>
              <a:gd name="T8" fmla="*/ 1 w 1"/>
              <a:gd name="T9" fmla="*/ 210 h 210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210">
                <a:moveTo>
                  <a:pt x="0" y="0"/>
                </a:moveTo>
                <a:lnTo>
                  <a:pt x="1" y="21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59" name="Freeform 113"/>
          <p:cNvSpPr>
            <a:spLocks/>
          </p:cNvSpPr>
          <p:nvPr/>
        </p:nvSpPr>
        <p:spPr bwMode="auto">
          <a:xfrm>
            <a:off x="5153025" y="3016250"/>
            <a:ext cx="1588" cy="336550"/>
          </a:xfrm>
          <a:custGeom>
            <a:avLst/>
            <a:gdLst>
              <a:gd name="T0" fmla="*/ 0 w 1"/>
              <a:gd name="T1" fmla="*/ 0 h 212"/>
              <a:gd name="T2" fmla="*/ 0 w 1"/>
              <a:gd name="T3" fmla="*/ 534273125 h 212"/>
              <a:gd name="T4" fmla="*/ 0 60000 65536"/>
              <a:gd name="T5" fmla="*/ 0 60000 65536"/>
              <a:gd name="T6" fmla="*/ 0 w 1"/>
              <a:gd name="T7" fmla="*/ 0 h 212"/>
              <a:gd name="T8" fmla="*/ 1 w 1"/>
              <a:gd name="T9" fmla="*/ 212 h 21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212">
                <a:moveTo>
                  <a:pt x="0" y="0"/>
                </a:moveTo>
                <a:lnTo>
                  <a:pt x="0" y="212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60" name="Freeform 114"/>
          <p:cNvSpPr>
            <a:spLocks/>
          </p:cNvSpPr>
          <p:nvPr/>
        </p:nvSpPr>
        <p:spPr bwMode="auto">
          <a:xfrm>
            <a:off x="2181225" y="2114550"/>
            <a:ext cx="1149350" cy="6350"/>
          </a:xfrm>
          <a:custGeom>
            <a:avLst/>
            <a:gdLst>
              <a:gd name="T0" fmla="*/ 0 w 724"/>
              <a:gd name="T1" fmla="*/ 10080625 h 4"/>
              <a:gd name="T2" fmla="*/ 1824593125 w 724"/>
              <a:gd name="T3" fmla="*/ 0 h 4"/>
              <a:gd name="T4" fmla="*/ 0 60000 65536"/>
              <a:gd name="T5" fmla="*/ 0 60000 65536"/>
              <a:gd name="T6" fmla="*/ 0 w 724"/>
              <a:gd name="T7" fmla="*/ 0 h 4"/>
              <a:gd name="T8" fmla="*/ 724 w 724"/>
              <a:gd name="T9" fmla="*/ 4 h 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724" h="4">
                <a:moveTo>
                  <a:pt x="0" y="4"/>
                </a:moveTo>
                <a:lnTo>
                  <a:pt x="724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61" name="Freeform 115"/>
          <p:cNvSpPr>
            <a:spLocks/>
          </p:cNvSpPr>
          <p:nvPr/>
        </p:nvSpPr>
        <p:spPr bwMode="auto">
          <a:xfrm>
            <a:off x="3713163" y="3013075"/>
            <a:ext cx="471487" cy="1588"/>
          </a:xfrm>
          <a:custGeom>
            <a:avLst/>
            <a:gdLst>
              <a:gd name="T0" fmla="*/ 0 w 891"/>
              <a:gd name="T1" fmla="*/ 0 h 1588"/>
              <a:gd name="T2" fmla="*/ 249215011 w 891"/>
              <a:gd name="T3" fmla="*/ 0 h 1588"/>
              <a:gd name="T4" fmla="*/ 249494940 w 891"/>
              <a:gd name="T5" fmla="*/ 0 h 1588"/>
              <a:gd name="T6" fmla="*/ 0 60000 65536"/>
              <a:gd name="T7" fmla="*/ 0 60000 65536"/>
              <a:gd name="T8" fmla="*/ 0 60000 65536"/>
              <a:gd name="T9" fmla="*/ 0 w 891"/>
              <a:gd name="T10" fmla="*/ 0 h 1588"/>
              <a:gd name="T11" fmla="*/ 891 w 891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91" h="1588">
                <a:moveTo>
                  <a:pt x="0" y="0"/>
                </a:moveTo>
                <a:lnTo>
                  <a:pt x="890" y="0"/>
                </a:lnTo>
                <a:lnTo>
                  <a:pt x="891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 type="triangle" w="sm" len="lg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62" name="Text Box 116"/>
          <p:cNvSpPr txBox="1">
            <a:spLocks noChangeArrowheads="1"/>
          </p:cNvSpPr>
          <p:nvPr/>
        </p:nvSpPr>
        <p:spPr bwMode="auto">
          <a:xfrm>
            <a:off x="325438" y="22225"/>
            <a:ext cx="36909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注意的问题：</a:t>
            </a:r>
          </a:p>
        </p:txBody>
      </p:sp>
      <p:sp>
        <p:nvSpPr>
          <p:cNvPr id="241781" name="Text Box 117"/>
          <p:cNvSpPr txBox="1">
            <a:spLocks noChangeArrowheads="1"/>
          </p:cNvSpPr>
          <p:nvPr/>
        </p:nvSpPr>
        <p:spPr bwMode="auto">
          <a:xfrm>
            <a:off x="582613" y="615950"/>
            <a:ext cx="83740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003399"/>
                </a:solidFill>
                <a:latin typeface="黑体" pitchFamily="2" charset="-122"/>
                <a:ea typeface="黑体" pitchFamily="2" charset="-122"/>
              </a:rPr>
              <a:t>① </a:t>
            </a:r>
            <a:r>
              <a:rPr lang="zh-CN" altLang="en-US" sz="2800" b="1">
                <a:solidFill>
                  <a:srgbClr val="003399"/>
                </a:solidFill>
                <a:latin typeface="黑体" pitchFamily="2" charset="-122"/>
                <a:ea typeface="黑体" pitchFamily="2" charset="-122"/>
              </a:rPr>
              <a:t>两剖切平面的转折处不应与图上的轮廓线重合。</a:t>
            </a:r>
          </a:p>
        </p:txBody>
      </p:sp>
      <p:grpSp>
        <p:nvGrpSpPr>
          <p:cNvPr id="3" name="Group 118"/>
          <p:cNvGrpSpPr>
            <a:grpSpLocks/>
          </p:cNvGrpSpPr>
          <p:nvPr/>
        </p:nvGrpSpPr>
        <p:grpSpPr bwMode="auto">
          <a:xfrm>
            <a:off x="2046288" y="4581525"/>
            <a:ext cx="247650" cy="628650"/>
            <a:chOff x="2032" y="3006"/>
            <a:chExt cx="156" cy="396"/>
          </a:xfrm>
        </p:grpSpPr>
        <p:sp>
          <p:nvSpPr>
            <p:cNvPr id="8273" name="Line 119"/>
            <p:cNvSpPr>
              <a:spLocks noChangeShapeType="1"/>
            </p:cNvSpPr>
            <p:nvPr/>
          </p:nvSpPr>
          <p:spPr bwMode="auto">
            <a:xfrm>
              <a:off x="2032" y="3402"/>
              <a:ext cx="84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74" name="Line 120"/>
            <p:cNvSpPr>
              <a:spLocks noChangeShapeType="1"/>
            </p:cNvSpPr>
            <p:nvPr/>
          </p:nvSpPr>
          <p:spPr bwMode="auto">
            <a:xfrm flipV="1">
              <a:off x="2123" y="3315"/>
              <a:ext cx="0" cy="87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75" name="Line 121"/>
            <p:cNvSpPr>
              <a:spLocks noChangeShapeType="1"/>
            </p:cNvSpPr>
            <p:nvPr/>
          </p:nvSpPr>
          <p:spPr bwMode="auto">
            <a:xfrm>
              <a:off x="2116" y="3006"/>
              <a:ext cx="72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76" name="Line 122"/>
            <p:cNvSpPr>
              <a:spLocks noChangeShapeType="1"/>
            </p:cNvSpPr>
            <p:nvPr/>
          </p:nvSpPr>
          <p:spPr bwMode="auto">
            <a:xfrm>
              <a:off x="2123" y="3011"/>
              <a:ext cx="0" cy="88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1787" name="Text Box 123"/>
          <p:cNvSpPr txBox="1">
            <a:spLocks noChangeArrowheads="1"/>
          </p:cNvSpPr>
          <p:nvPr/>
        </p:nvSpPr>
        <p:spPr bwMode="auto">
          <a:xfrm>
            <a:off x="571500" y="1123950"/>
            <a:ext cx="6105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003399"/>
                </a:solidFill>
                <a:latin typeface="黑体" pitchFamily="2" charset="-122"/>
                <a:ea typeface="黑体" pitchFamily="2" charset="-122"/>
              </a:rPr>
              <a:t>② </a:t>
            </a:r>
            <a:r>
              <a:rPr lang="zh-CN" altLang="en-US" sz="2800" b="1">
                <a:solidFill>
                  <a:srgbClr val="003399"/>
                </a:solidFill>
                <a:latin typeface="黑体" pitchFamily="2" charset="-122"/>
                <a:ea typeface="黑体" pitchFamily="2" charset="-122"/>
              </a:rPr>
              <a:t>在剖视图上不应在转折处画线。</a:t>
            </a:r>
          </a:p>
        </p:txBody>
      </p:sp>
      <p:grpSp>
        <p:nvGrpSpPr>
          <p:cNvPr id="4" name="Group 124"/>
          <p:cNvGrpSpPr>
            <a:grpSpLocks/>
          </p:cNvGrpSpPr>
          <p:nvPr/>
        </p:nvGrpSpPr>
        <p:grpSpPr bwMode="auto">
          <a:xfrm>
            <a:off x="1963738" y="2990850"/>
            <a:ext cx="0" cy="1600200"/>
            <a:chOff x="2123" y="2004"/>
            <a:chExt cx="0" cy="1008"/>
          </a:xfrm>
        </p:grpSpPr>
        <p:sp>
          <p:nvSpPr>
            <p:cNvPr id="8271" name="Line 125"/>
            <p:cNvSpPr>
              <a:spLocks noChangeShapeType="1"/>
            </p:cNvSpPr>
            <p:nvPr/>
          </p:nvSpPr>
          <p:spPr bwMode="auto">
            <a:xfrm flipV="1">
              <a:off x="2123" y="2256"/>
              <a:ext cx="0" cy="756"/>
            </a:xfrm>
            <a:prstGeom prst="line">
              <a:avLst/>
            </a:prstGeom>
            <a:noFill/>
            <a:ln w="9525">
              <a:solidFill>
                <a:srgbClr val="9900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72" name="Line 126"/>
            <p:cNvSpPr>
              <a:spLocks noChangeShapeType="1"/>
            </p:cNvSpPr>
            <p:nvPr/>
          </p:nvSpPr>
          <p:spPr bwMode="auto">
            <a:xfrm flipV="1">
              <a:off x="2123" y="2004"/>
              <a:ext cx="0" cy="259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1791" name="Text Box 127"/>
          <p:cNvSpPr txBox="1">
            <a:spLocks noChangeArrowheads="1"/>
          </p:cNvSpPr>
          <p:nvPr/>
        </p:nvSpPr>
        <p:spPr bwMode="auto">
          <a:xfrm>
            <a:off x="1714500" y="296386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</a:rPr>
              <a:t>×</a:t>
            </a:r>
          </a:p>
        </p:txBody>
      </p:sp>
      <p:grpSp>
        <p:nvGrpSpPr>
          <p:cNvPr id="8268" name="Group 128"/>
          <p:cNvGrpSpPr>
            <a:grpSpLocks/>
          </p:cNvGrpSpPr>
          <p:nvPr/>
        </p:nvGrpSpPr>
        <p:grpSpPr bwMode="auto">
          <a:xfrm>
            <a:off x="5418138" y="1520825"/>
            <a:ext cx="3065462" cy="4178300"/>
            <a:chOff x="3406" y="897"/>
            <a:chExt cx="1931" cy="2632"/>
          </a:xfrm>
        </p:grpSpPr>
        <p:pic>
          <p:nvPicPr>
            <p:cNvPr id="8269" name="Picture 129" descr="书6-29-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846" t="6793" r="7574" b="13988"/>
            <a:stretch>
              <a:fillRect/>
            </a:stretch>
          </p:blipFill>
          <p:spPr bwMode="auto">
            <a:xfrm>
              <a:off x="3406" y="897"/>
              <a:ext cx="1828" cy="14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270" name="Picture 130" descr="书6-29-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598" t="13670" r="21855" b="11084"/>
            <a:stretch>
              <a:fillRect/>
            </a:stretch>
          </p:blipFill>
          <p:spPr bwMode="auto">
            <a:xfrm>
              <a:off x="3743" y="2005"/>
              <a:ext cx="1594" cy="15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41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2417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417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417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781" grpId="0" autoUpdateAnimBg="0"/>
      <p:bldP spid="241787" grpId="0" build="p" autoUpdateAnimBg="0"/>
      <p:bldP spid="241791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008DC9-2C8D-4F71-9FAA-740AF0FAC4E2}" type="slidenum">
              <a:rPr lang="en-US" altLang="zh-CN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9219" name="Text Box 2"/>
          <p:cNvSpPr txBox="1">
            <a:spLocks noChangeArrowheads="1"/>
          </p:cNvSpPr>
          <p:nvPr/>
        </p:nvSpPr>
        <p:spPr bwMode="auto">
          <a:xfrm>
            <a:off x="425450" y="101600"/>
            <a:ext cx="51181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③ </a:t>
            </a:r>
            <a:r>
              <a:rPr lang="zh-CN" altLang="en-US" sz="28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禁止出现不完整要素。</a:t>
            </a:r>
          </a:p>
        </p:txBody>
      </p:sp>
      <p:sp>
        <p:nvSpPr>
          <p:cNvPr id="242691" name="Text Box 3"/>
          <p:cNvSpPr txBox="1">
            <a:spLocks noChangeArrowheads="1"/>
          </p:cNvSpPr>
          <p:nvPr/>
        </p:nvSpPr>
        <p:spPr bwMode="auto">
          <a:xfrm>
            <a:off x="371475" y="4083050"/>
            <a:ext cx="5695950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④ </a:t>
            </a:r>
            <a:r>
              <a:rPr lang="zh-CN" altLang="en-US" sz="28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当两要素有相同的对称中心线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   或轴线时，以对称中心线或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   轴线为界各画一半。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5707063" y="3624263"/>
            <a:ext cx="2478087" cy="2767012"/>
            <a:chOff x="3595" y="2409"/>
            <a:chExt cx="1561" cy="1743"/>
          </a:xfrm>
        </p:grpSpPr>
        <p:sp>
          <p:nvSpPr>
            <p:cNvPr id="9391" name="Text Box 5"/>
            <p:cNvSpPr txBox="1">
              <a:spLocks noChangeArrowheads="1"/>
            </p:cNvSpPr>
            <p:nvPr/>
          </p:nvSpPr>
          <p:spPr bwMode="auto">
            <a:xfrm>
              <a:off x="4209" y="3417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i="1">
                  <a:latin typeface="宋体" pitchFamily="2" charset="-122"/>
                </a:rPr>
                <a:t>A</a:t>
              </a:r>
              <a:endParaRPr lang="en-US" altLang="zh-CN" sz="1600"/>
            </a:p>
          </p:txBody>
        </p:sp>
        <p:sp>
          <p:nvSpPr>
            <p:cNvPr id="9392" name="Line 6"/>
            <p:cNvSpPr>
              <a:spLocks noChangeShapeType="1"/>
            </p:cNvSpPr>
            <p:nvPr/>
          </p:nvSpPr>
          <p:spPr bwMode="auto">
            <a:xfrm>
              <a:off x="4223" y="3560"/>
              <a:ext cx="3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93" name="Text Box 7"/>
            <p:cNvSpPr txBox="1">
              <a:spLocks noChangeArrowheads="1"/>
            </p:cNvSpPr>
            <p:nvPr/>
          </p:nvSpPr>
          <p:spPr bwMode="auto">
            <a:xfrm>
              <a:off x="3595" y="3751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i="1">
                  <a:latin typeface="宋体" pitchFamily="2" charset="-122"/>
                </a:rPr>
                <a:t>A</a:t>
              </a:r>
              <a:endParaRPr lang="en-US" altLang="zh-CN" sz="1600"/>
            </a:p>
          </p:txBody>
        </p:sp>
        <p:sp>
          <p:nvSpPr>
            <p:cNvPr id="9394" name="Text Box 8"/>
            <p:cNvSpPr txBox="1">
              <a:spLocks noChangeArrowheads="1"/>
            </p:cNvSpPr>
            <p:nvPr/>
          </p:nvSpPr>
          <p:spPr bwMode="auto">
            <a:xfrm>
              <a:off x="4959" y="3400"/>
              <a:ext cx="19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i="1">
                  <a:latin typeface="宋体" pitchFamily="2" charset="-122"/>
                </a:rPr>
                <a:t>A</a:t>
              </a:r>
              <a:endParaRPr lang="en-US" altLang="zh-CN" sz="1600"/>
            </a:p>
          </p:txBody>
        </p:sp>
        <p:sp>
          <p:nvSpPr>
            <p:cNvPr id="9395" name="Text Box 9"/>
            <p:cNvSpPr txBox="1">
              <a:spLocks noChangeArrowheads="1"/>
            </p:cNvSpPr>
            <p:nvPr/>
          </p:nvSpPr>
          <p:spPr bwMode="auto">
            <a:xfrm>
              <a:off x="4305" y="3767"/>
              <a:ext cx="218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i="1">
                  <a:latin typeface="宋体" pitchFamily="2" charset="-122"/>
                </a:rPr>
                <a:t>A</a:t>
              </a:r>
              <a:endParaRPr lang="en-US" altLang="zh-CN" sz="1600"/>
            </a:p>
          </p:txBody>
        </p:sp>
        <p:sp>
          <p:nvSpPr>
            <p:cNvPr id="9396" name="Text Box 10"/>
            <p:cNvSpPr txBox="1">
              <a:spLocks noChangeArrowheads="1"/>
            </p:cNvSpPr>
            <p:nvPr/>
          </p:nvSpPr>
          <p:spPr bwMode="auto">
            <a:xfrm>
              <a:off x="4168" y="2409"/>
              <a:ext cx="42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i="1">
                  <a:latin typeface="宋体" pitchFamily="2" charset="-122"/>
                </a:rPr>
                <a:t>A</a:t>
              </a:r>
              <a:r>
                <a:rPr lang="zh-CN" altLang="en-US" sz="1800" b="1"/>
                <a:t>－</a:t>
              </a:r>
              <a:r>
                <a:rPr lang="en-US" altLang="zh-CN" sz="2000" b="1" i="1">
                  <a:latin typeface="宋体" pitchFamily="2" charset="-122"/>
                </a:rPr>
                <a:t>A</a:t>
              </a:r>
              <a:endParaRPr lang="en-US" altLang="zh-CN" sz="1600" b="1"/>
            </a:p>
          </p:txBody>
        </p:sp>
        <p:sp>
          <p:nvSpPr>
            <p:cNvPr id="9397" name="Line 11"/>
            <p:cNvSpPr>
              <a:spLocks noChangeShapeType="1"/>
            </p:cNvSpPr>
            <p:nvPr/>
          </p:nvSpPr>
          <p:spPr bwMode="auto">
            <a:xfrm>
              <a:off x="4372" y="2630"/>
              <a:ext cx="0" cy="7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98" name="Line 12"/>
            <p:cNvSpPr>
              <a:spLocks noChangeShapeType="1"/>
            </p:cNvSpPr>
            <p:nvPr/>
          </p:nvSpPr>
          <p:spPr bwMode="auto">
            <a:xfrm>
              <a:off x="4372" y="3409"/>
              <a:ext cx="0" cy="74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99" name="Line 13"/>
            <p:cNvSpPr>
              <a:spLocks noChangeShapeType="1"/>
            </p:cNvSpPr>
            <p:nvPr/>
          </p:nvSpPr>
          <p:spPr bwMode="auto">
            <a:xfrm>
              <a:off x="4069" y="3885"/>
              <a:ext cx="62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00" name="Line 14"/>
            <p:cNvSpPr>
              <a:spLocks noChangeShapeType="1"/>
            </p:cNvSpPr>
            <p:nvPr/>
          </p:nvSpPr>
          <p:spPr bwMode="auto">
            <a:xfrm>
              <a:off x="4215" y="3753"/>
              <a:ext cx="0" cy="2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01" name="Line 15"/>
            <p:cNvSpPr>
              <a:spLocks noChangeShapeType="1"/>
            </p:cNvSpPr>
            <p:nvPr/>
          </p:nvSpPr>
          <p:spPr bwMode="auto">
            <a:xfrm>
              <a:off x="4527" y="3753"/>
              <a:ext cx="0" cy="28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02" name="Oval 16"/>
            <p:cNvSpPr>
              <a:spLocks noChangeArrowheads="1"/>
            </p:cNvSpPr>
            <p:nvPr/>
          </p:nvSpPr>
          <p:spPr bwMode="auto">
            <a:xfrm>
              <a:off x="4258" y="3457"/>
              <a:ext cx="226" cy="20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9403" name="Arc 17"/>
            <p:cNvSpPr>
              <a:spLocks/>
            </p:cNvSpPr>
            <p:nvPr/>
          </p:nvSpPr>
          <p:spPr bwMode="auto">
            <a:xfrm>
              <a:off x="4526" y="3790"/>
              <a:ext cx="99" cy="189"/>
            </a:xfrm>
            <a:custGeom>
              <a:avLst/>
              <a:gdLst>
                <a:gd name="T0" fmla="*/ 0 w 25638"/>
                <a:gd name="T1" fmla="*/ 0 h 43200"/>
                <a:gd name="T2" fmla="*/ 0 w 25638"/>
                <a:gd name="T3" fmla="*/ 0 h 43200"/>
                <a:gd name="T4" fmla="*/ 0 w 25638"/>
                <a:gd name="T5" fmla="*/ 0 h 43200"/>
                <a:gd name="T6" fmla="*/ 0 60000 65536"/>
                <a:gd name="T7" fmla="*/ 0 60000 65536"/>
                <a:gd name="T8" fmla="*/ 0 60000 65536"/>
                <a:gd name="T9" fmla="*/ 0 w 25638"/>
                <a:gd name="T10" fmla="*/ 0 h 43200"/>
                <a:gd name="T11" fmla="*/ 25638 w 25638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638" h="43200" fill="none" extrusionOk="0">
                  <a:moveTo>
                    <a:pt x="4037" y="0"/>
                  </a:moveTo>
                  <a:cubicBezTo>
                    <a:pt x="15967" y="0"/>
                    <a:pt x="25638" y="9670"/>
                    <a:pt x="25638" y="21600"/>
                  </a:cubicBezTo>
                  <a:cubicBezTo>
                    <a:pt x="25638" y="33529"/>
                    <a:pt x="15967" y="43200"/>
                    <a:pt x="4038" y="43200"/>
                  </a:cubicBezTo>
                  <a:cubicBezTo>
                    <a:pt x="2683" y="43200"/>
                    <a:pt x="1331" y="43072"/>
                    <a:pt x="-1" y="42819"/>
                  </a:cubicBezTo>
                </a:path>
                <a:path w="25638" h="43200" stroke="0" extrusionOk="0">
                  <a:moveTo>
                    <a:pt x="4037" y="0"/>
                  </a:moveTo>
                  <a:cubicBezTo>
                    <a:pt x="15967" y="0"/>
                    <a:pt x="25638" y="9670"/>
                    <a:pt x="25638" y="21600"/>
                  </a:cubicBezTo>
                  <a:cubicBezTo>
                    <a:pt x="25638" y="33529"/>
                    <a:pt x="15967" y="43200"/>
                    <a:pt x="4038" y="43200"/>
                  </a:cubicBezTo>
                  <a:cubicBezTo>
                    <a:pt x="2683" y="43200"/>
                    <a:pt x="1331" y="43072"/>
                    <a:pt x="-1" y="42819"/>
                  </a:cubicBezTo>
                  <a:lnTo>
                    <a:pt x="4038" y="21600"/>
                  </a:lnTo>
                  <a:lnTo>
                    <a:pt x="4037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04" name="Freeform 18"/>
            <p:cNvSpPr>
              <a:spLocks/>
            </p:cNvSpPr>
            <p:nvPr/>
          </p:nvSpPr>
          <p:spPr bwMode="auto">
            <a:xfrm>
              <a:off x="4207" y="3796"/>
              <a:ext cx="333" cy="1"/>
            </a:xfrm>
            <a:custGeom>
              <a:avLst/>
              <a:gdLst>
                <a:gd name="T0" fmla="*/ 349 w 318"/>
                <a:gd name="T1" fmla="*/ 0 h 1"/>
                <a:gd name="T2" fmla="*/ 0 w 318"/>
                <a:gd name="T3" fmla="*/ 1 h 1"/>
                <a:gd name="T4" fmla="*/ 0 60000 65536"/>
                <a:gd name="T5" fmla="*/ 0 60000 65536"/>
                <a:gd name="T6" fmla="*/ 0 w 318"/>
                <a:gd name="T7" fmla="*/ 0 h 1"/>
                <a:gd name="T8" fmla="*/ 318 w 318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8" h="1">
                  <a:moveTo>
                    <a:pt x="318" y="0"/>
                  </a:moveTo>
                  <a:lnTo>
                    <a:pt x="0" y="1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05" name="Line 19"/>
            <p:cNvSpPr>
              <a:spLocks noChangeShapeType="1"/>
            </p:cNvSpPr>
            <p:nvPr/>
          </p:nvSpPr>
          <p:spPr bwMode="auto">
            <a:xfrm flipH="1">
              <a:off x="4205" y="3979"/>
              <a:ext cx="32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06" name="Arc 20"/>
            <p:cNvSpPr>
              <a:spLocks/>
            </p:cNvSpPr>
            <p:nvPr/>
          </p:nvSpPr>
          <p:spPr bwMode="auto">
            <a:xfrm flipH="1">
              <a:off x="4119" y="3791"/>
              <a:ext cx="92" cy="189"/>
            </a:xfrm>
            <a:custGeom>
              <a:avLst/>
              <a:gdLst>
                <a:gd name="T0" fmla="*/ 0 w 22300"/>
                <a:gd name="T1" fmla="*/ 0 h 43200"/>
                <a:gd name="T2" fmla="*/ 0 w 22300"/>
                <a:gd name="T3" fmla="*/ 0 h 43200"/>
                <a:gd name="T4" fmla="*/ 0 w 22300"/>
                <a:gd name="T5" fmla="*/ 0 h 43200"/>
                <a:gd name="T6" fmla="*/ 0 60000 65536"/>
                <a:gd name="T7" fmla="*/ 0 60000 65536"/>
                <a:gd name="T8" fmla="*/ 0 60000 65536"/>
                <a:gd name="T9" fmla="*/ 0 w 22300"/>
                <a:gd name="T10" fmla="*/ 0 h 43200"/>
                <a:gd name="T11" fmla="*/ 22300 w 22300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300" h="43200" fill="none" extrusionOk="0">
                  <a:moveTo>
                    <a:pt x="699" y="0"/>
                  </a:moveTo>
                  <a:cubicBezTo>
                    <a:pt x="12629" y="0"/>
                    <a:pt x="22300" y="9670"/>
                    <a:pt x="22300" y="21600"/>
                  </a:cubicBezTo>
                  <a:cubicBezTo>
                    <a:pt x="22300" y="33529"/>
                    <a:pt x="12629" y="43200"/>
                    <a:pt x="700" y="43200"/>
                  </a:cubicBezTo>
                  <a:cubicBezTo>
                    <a:pt x="466" y="43200"/>
                    <a:pt x="233" y="43196"/>
                    <a:pt x="0" y="43188"/>
                  </a:cubicBezTo>
                </a:path>
                <a:path w="22300" h="43200" stroke="0" extrusionOk="0">
                  <a:moveTo>
                    <a:pt x="699" y="0"/>
                  </a:moveTo>
                  <a:cubicBezTo>
                    <a:pt x="12629" y="0"/>
                    <a:pt x="22300" y="9670"/>
                    <a:pt x="22300" y="21600"/>
                  </a:cubicBezTo>
                  <a:cubicBezTo>
                    <a:pt x="22300" y="33529"/>
                    <a:pt x="12629" y="43200"/>
                    <a:pt x="700" y="43200"/>
                  </a:cubicBezTo>
                  <a:cubicBezTo>
                    <a:pt x="466" y="43200"/>
                    <a:pt x="233" y="43196"/>
                    <a:pt x="0" y="43188"/>
                  </a:cubicBezTo>
                  <a:lnTo>
                    <a:pt x="700" y="21600"/>
                  </a:lnTo>
                  <a:lnTo>
                    <a:pt x="699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07" name="Line 21"/>
            <p:cNvSpPr>
              <a:spLocks noChangeShapeType="1"/>
            </p:cNvSpPr>
            <p:nvPr/>
          </p:nvSpPr>
          <p:spPr bwMode="auto">
            <a:xfrm>
              <a:off x="3923" y="3440"/>
              <a:ext cx="0" cy="6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08" name="Line 22"/>
            <p:cNvSpPr>
              <a:spLocks noChangeShapeType="1"/>
            </p:cNvSpPr>
            <p:nvPr/>
          </p:nvSpPr>
          <p:spPr bwMode="auto">
            <a:xfrm>
              <a:off x="4823" y="3440"/>
              <a:ext cx="0" cy="65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09" name="Freeform 23"/>
            <p:cNvSpPr>
              <a:spLocks/>
            </p:cNvSpPr>
            <p:nvPr/>
          </p:nvSpPr>
          <p:spPr bwMode="auto">
            <a:xfrm>
              <a:off x="3916" y="4093"/>
              <a:ext cx="914" cy="1"/>
            </a:xfrm>
            <a:custGeom>
              <a:avLst/>
              <a:gdLst>
                <a:gd name="T0" fmla="*/ 0 w 873"/>
                <a:gd name="T1" fmla="*/ 0 h 1"/>
                <a:gd name="T2" fmla="*/ 957 w 873"/>
                <a:gd name="T3" fmla="*/ 0 h 1"/>
                <a:gd name="T4" fmla="*/ 0 60000 65536"/>
                <a:gd name="T5" fmla="*/ 0 60000 65536"/>
                <a:gd name="T6" fmla="*/ 0 w 873"/>
                <a:gd name="T7" fmla="*/ 0 h 1"/>
                <a:gd name="T8" fmla="*/ 873 w 873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73" h="1">
                  <a:moveTo>
                    <a:pt x="0" y="0"/>
                  </a:moveTo>
                  <a:lnTo>
                    <a:pt x="873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10" name="Freeform 24"/>
            <p:cNvSpPr>
              <a:spLocks/>
            </p:cNvSpPr>
            <p:nvPr/>
          </p:nvSpPr>
          <p:spPr bwMode="auto">
            <a:xfrm>
              <a:off x="3923" y="3384"/>
              <a:ext cx="898" cy="62"/>
            </a:xfrm>
            <a:custGeom>
              <a:avLst/>
              <a:gdLst>
                <a:gd name="T0" fmla="*/ 0 w 858"/>
                <a:gd name="T1" fmla="*/ 65 h 59"/>
                <a:gd name="T2" fmla="*/ 119 w 858"/>
                <a:gd name="T3" fmla="*/ 32 h 59"/>
                <a:gd name="T4" fmla="*/ 239 w 858"/>
                <a:gd name="T5" fmla="*/ 48 h 59"/>
                <a:gd name="T6" fmla="*/ 358 w 858"/>
                <a:gd name="T7" fmla="*/ 17 h 59"/>
                <a:gd name="T8" fmla="*/ 478 w 858"/>
                <a:gd name="T9" fmla="*/ 0 h 59"/>
                <a:gd name="T10" fmla="*/ 606 w 858"/>
                <a:gd name="T11" fmla="*/ 17 h 59"/>
                <a:gd name="T12" fmla="*/ 718 w 858"/>
                <a:gd name="T13" fmla="*/ 41 h 59"/>
                <a:gd name="T14" fmla="*/ 837 w 858"/>
                <a:gd name="T15" fmla="*/ 24 h 59"/>
                <a:gd name="T16" fmla="*/ 940 w 858"/>
                <a:gd name="T17" fmla="*/ 57 h 5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58"/>
                <a:gd name="T28" fmla="*/ 0 h 59"/>
                <a:gd name="T29" fmla="*/ 858 w 858"/>
                <a:gd name="T30" fmla="*/ 59 h 59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58" h="59">
                  <a:moveTo>
                    <a:pt x="0" y="59"/>
                  </a:moveTo>
                  <a:cubicBezTo>
                    <a:pt x="18" y="54"/>
                    <a:pt x="73" y="31"/>
                    <a:pt x="109" y="29"/>
                  </a:cubicBezTo>
                  <a:cubicBezTo>
                    <a:pt x="145" y="27"/>
                    <a:pt x="182" y="46"/>
                    <a:pt x="218" y="44"/>
                  </a:cubicBezTo>
                  <a:cubicBezTo>
                    <a:pt x="254" y="42"/>
                    <a:pt x="291" y="22"/>
                    <a:pt x="327" y="15"/>
                  </a:cubicBezTo>
                  <a:cubicBezTo>
                    <a:pt x="363" y="8"/>
                    <a:pt x="399" y="0"/>
                    <a:pt x="437" y="0"/>
                  </a:cubicBezTo>
                  <a:cubicBezTo>
                    <a:pt x="475" y="0"/>
                    <a:pt x="517" y="9"/>
                    <a:pt x="553" y="15"/>
                  </a:cubicBezTo>
                  <a:cubicBezTo>
                    <a:pt x="589" y="21"/>
                    <a:pt x="620" y="36"/>
                    <a:pt x="655" y="37"/>
                  </a:cubicBezTo>
                  <a:cubicBezTo>
                    <a:pt x="690" y="38"/>
                    <a:pt x="730" y="20"/>
                    <a:pt x="764" y="22"/>
                  </a:cubicBezTo>
                  <a:cubicBezTo>
                    <a:pt x="798" y="24"/>
                    <a:pt x="839" y="45"/>
                    <a:pt x="858" y="51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11" name="Rectangle 25"/>
            <p:cNvSpPr>
              <a:spLocks noChangeArrowheads="1"/>
            </p:cNvSpPr>
            <p:nvPr/>
          </p:nvSpPr>
          <p:spPr bwMode="auto">
            <a:xfrm>
              <a:off x="3923" y="2687"/>
              <a:ext cx="898" cy="601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9412" name="Line 26"/>
            <p:cNvSpPr>
              <a:spLocks noChangeShapeType="1"/>
            </p:cNvSpPr>
            <p:nvPr/>
          </p:nvSpPr>
          <p:spPr bwMode="auto">
            <a:xfrm flipV="1">
              <a:off x="4114" y="2683"/>
              <a:ext cx="0" cy="34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13" name="Line 27"/>
            <p:cNvSpPr>
              <a:spLocks noChangeShapeType="1"/>
            </p:cNvSpPr>
            <p:nvPr/>
          </p:nvSpPr>
          <p:spPr bwMode="auto">
            <a:xfrm>
              <a:off x="4114" y="3014"/>
              <a:ext cx="25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14" name="Line 28"/>
            <p:cNvSpPr>
              <a:spLocks noChangeShapeType="1"/>
            </p:cNvSpPr>
            <p:nvPr/>
          </p:nvSpPr>
          <p:spPr bwMode="auto">
            <a:xfrm>
              <a:off x="4213" y="2630"/>
              <a:ext cx="0" cy="4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15" name="Line 29"/>
            <p:cNvSpPr>
              <a:spLocks noChangeShapeType="1"/>
            </p:cNvSpPr>
            <p:nvPr/>
          </p:nvSpPr>
          <p:spPr bwMode="auto">
            <a:xfrm flipV="1">
              <a:off x="4495" y="2693"/>
              <a:ext cx="0" cy="1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16" name="Line 30"/>
            <p:cNvSpPr>
              <a:spLocks noChangeShapeType="1"/>
            </p:cNvSpPr>
            <p:nvPr/>
          </p:nvSpPr>
          <p:spPr bwMode="auto">
            <a:xfrm flipH="1">
              <a:off x="4372" y="2854"/>
              <a:ext cx="13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17" name="Line 31"/>
            <p:cNvSpPr>
              <a:spLocks noChangeShapeType="1"/>
            </p:cNvSpPr>
            <p:nvPr/>
          </p:nvSpPr>
          <p:spPr bwMode="auto">
            <a:xfrm flipH="1">
              <a:off x="4374" y="2854"/>
              <a:ext cx="121" cy="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18" name="Line 32"/>
            <p:cNvSpPr>
              <a:spLocks noChangeShapeType="1"/>
            </p:cNvSpPr>
            <p:nvPr/>
          </p:nvSpPr>
          <p:spPr bwMode="auto">
            <a:xfrm>
              <a:off x="4372" y="3560"/>
              <a:ext cx="6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19" name="Line 33"/>
            <p:cNvSpPr>
              <a:spLocks noChangeShapeType="1"/>
            </p:cNvSpPr>
            <p:nvPr/>
          </p:nvSpPr>
          <p:spPr bwMode="auto">
            <a:xfrm flipH="1">
              <a:off x="3772" y="3887"/>
              <a:ext cx="115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0" name="Line 34"/>
            <p:cNvSpPr>
              <a:spLocks noChangeShapeType="1"/>
            </p:cNvSpPr>
            <p:nvPr/>
          </p:nvSpPr>
          <p:spPr bwMode="auto">
            <a:xfrm>
              <a:off x="4861" y="3560"/>
              <a:ext cx="99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1" name="Line 35"/>
            <p:cNvSpPr>
              <a:spLocks noChangeShapeType="1"/>
            </p:cNvSpPr>
            <p:nvPr/>
          </p:nvSpPr>
          <p:spPr bwMode="auto">
            <a:xfrm>
              <a:off x="4372" y="3560"/>
              <a:ext cx="0" cy="6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2" name="Line 36"/>
            <p:cNvSpPr>
              <a:spLocks noChangeShapeType="1"/>
            </p:cNvSpPr>
            <p:nvPr/>
          </p:nvSpPr>
          <p:spPr bwMode="auto">
            <a:xfrm flipH="1">
              <a:off x="4312" y="3887"/>
              <a:ext cx="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3" name="Line 37"/>
            <p:cNvSpPr>
              <a:spLocks noChangeShapeType="1"/>
            </p:cNvSpPr>
            <p:nvPr/>
          </p:nvSpPr>
          <p:spPr bwMode="auto">
            <a:xfrm flipV="1">
              <a:off x="4372" y="3826"/>
              <a:ext cx="0" cy="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4" name="Line 38"/>
            <p:cNvSpPr>
              <a:spLocks noChangeShapeType="1"/>
            </p:cNvSpPr>
            <p:nvPr/>
          </p:nvSpPr>
          <p:spPr bwMode="auto">
            <a:xfrm flipV="1">
              <a:off x="4320" y="2786"/>
              <a:ext cx="493" cy="4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5" name="Line 39"/>
            <p:cNvSpPr>
              <a:spLocks noChangeShapeType="1"/>
            </p:cNvSpPr>
            <p:nvPr/>
          </p:nvSpPr>
          <p:spPr bwMode="auto">
            <a:xfrm flipV="1">
              <a:off x="4521" y="2983"/>
              <a:ext cx="302" cy="30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6" name="Line 40"/>
            <p:cNvSpPr>
              <a:spLocks noChangeShapeType="1"/>
            </p:cNvSpPr>
            <p:nvPr/>
          </p:nvSpPr>
          <p:spPr bwMode="auto">
            <a:xfrm flipV="1">
              <a:off x="4732" y="3194"/>
              <a:ext cx="81" cy="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7" name="Line 41"/>
            <p:cNvSpPr>
              <a:spLocks noChangeShapeType="1"/>
            </p:cNvSpPr>
            <p:nvPr/>
          </p:nvSpPr>
          <p:spPr bwMode="auto">
            <a:xfrm flipV="1">
              <a:off x="4118" y="2691"/>
              <a:ext cx="583" cy="58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8" name="Line 42"/>
            <p:cNvSpPr>
              <a:spLocks noChangeShapeType="1"/>
            </p:cNvSpPr>
            <p:nvPr/>
          </p:nvSpPr>
          <p:spPr bwMode="auto">
            <a:xfrm flipV="1">
              <a:off x="3923" y="3010"/>
              <a:ext cx="260" cy="25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29" name="Line 43"/>
            <p:cNvSpPr>
              <a:spLocks noChangeShapeType="1"/>
            </p:cNvSpPr>
            <p:nvPr/>
          </p:nvSpPr>
          <p:spPr bwMode="auto">
            <a:xfrm flipV="1">
              <a:off x="3918" y="2881"/>
              <a:ext cx="192" cy="1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30" name="Line 44"/>
            <p:cNvSpPr>
              <a:spLocks noChangeShapeType="1"/>
            </p:cNvSpPr>
            <p:nvPr/>
          </p:nvSpPr>
          <p:spPr bwMode="auto">
            <a:xfrm flipV="1">
              <a:off x="3918" y="2682"/>
              <a:ext cx="180" cy="1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31" name="Line 45"/>
            <p:cNvSpPr>
              <a:spLocks noChangeShapeType="1"/>
            </p:cNvSpPr>
            <p:nvPr/>
          </p:nvSpPr>
          <p:spPr bwMode="auto">
            <a:xfrm flipV="1">
              <a:off x="3771" y="3725"/>
              <a:ext cx="0" cy="16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432" name="Line 46"/>
            <p:cNvSpPr>
              <a:spLocks noChangeShapeType="1"/>
            </p:cNvSpPr>
            <p:nvPr/>
          </p:nvSpPr>
          <p:spPr bwMode="auto">
            <a:xfrm flipV="1">
              <a:off x="4959" y="3405"/>
              <a:ext cx="0" cy="15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328613" y="644525"/>
            <a:ext cx="3278187" cy="2795588"/>
            <a:chOff x="599" y="918"/>
            <a:chExt cx="2065" cy="1761"/>
          </a:xfrm>
        </p:grpSpPr>
        <p:sp>
          <p:nvSpPr>
            <p:cNvPr id="9308" name="Line 49"/>
            <p:cNvSpPr>
              <a:spLocks noChangeShapeType="1"/>
            </p:cNvSpPr>
            <p:nvPr/>
          </p:nvSpPr>
          <p:spPr bwMode="auto">
            <a:xfrm>
              <a:off x="2416" y="1772"/>
              <a:ext cx="0" cy="13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09" name="Oval 50"/>
            <p:cNvSpPr>
              <a:spLocks noChangeArrowheads="1"/>
            </p:cNvSpPr>
            <p:nvPr/>
          </p:nvSpPr>
          <p:spPr bwMode="auto">
            <a:xfrm>
              <a:off x="964" y="1227"/>
              <a:ext cx="554" cy="549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9310" name="Oval 51"/>
            <p:cNvSpPr>
              <a:spLocks noChangeArrowheads="1"/>
            </p:cNvSpPr>
            <p:nvPr/>
          </p:nvSpPr>
          <p:spPr bwMode="auto">
            <a:xfrm>
              <a:off x="1092" y="1353"/>
              <a:ext cx="293" cy="29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9311" name="Line 52"/>
            <p:cNvSpPr>
              <a:spLocks noChangeShapeType="1"/>
            </p:cNvSpPr>
            <p:nvPr/>
          </p:nvSpPr>
          <p:spPr bwMode="auto">
            <a:xfrm>
              <a:off x="638" y="2226"/>
              <a:ext cx="120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312" name="Rectangle 53"/>
            <p:cNvSpPr>
              <a:spLocks noChangeArrowheads="1"/>
            </p:cNvSpPr>
            <p:nvPr/>
          </p:nvSpPr>
          <p:spPr bwMode="auto">
            <a:xfrm>
              <a:off x="2031" y="929"/>
              <a:ext cx="387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>
                  <a:latin typeface="宋体" pitchFamily="2" charset="-122"/>
                </a:rPr>
                <a:t>A</a:t>
              </a:r>
              <a:r>
                <a:rPr lang="zh-CN" altLang="en-US" sz="2400" b="1">
                  <a:latin typeface="宋体" pitchFamily="2" charset="-122"/>
                </a:rPr>
                <a:t>－</a:t>
              </a:r>
              <a:r>
                <a:rPr lang="en-US" altLang="zh-CN" sz="2400" b="1" i="1">
                  <a:latin typeface="宋体" pitchFamily="2" charset="-122"/>
                </a:rPr>
                <a:t>A</a:t>
              </a:r>
              <a:endParaRPr lang="en-US" altLang="zh-CN" sz="2400" b="1"/>
            </a:p>
          </p:txBody>
        </p:sp>
        <p:sp>
          <p:nvSpPr>
            <p:cNvPr id="9313" name="Freeform 54"/>
            <p:cNvSpPr>
              <a:spLocks/>
            </p:cNvSpPr>
            <p:nvPr/>
          </p:nvSpPr>
          <p:spPr bwMode="auto">
            <a:xfrm>
              <a:off x="599" y="2346"/>
              <a:ext cx="1285" cy="6"/>
            </a:xfrm>
            <a:custGeom>
              <a:avLst/>
              <a:gdLst>
                <a:gd name="T0" fmla="*/ 0 w 1285"/>
                <a:gd name="T1" fmla="*/ 0 h 6"/>
                <a:gd name="T2" fmla="*/ 1285 w 1285"/>
                <a:gd name="T3" fmla="*/ 6 h 6"/>
                <a:gd name="T4" fmla="*/ 0 60000 65536"/>
                <a:gd name="T5" fmla="*/ 0 60000 65536"/>
                <a:gd name="T6" fmla="*/ 0 w 1285"/>
                <a:gd name="T7" fmla="*/ 0 h 6"/>
                <a:gd name="T8" fmla="*/ 1285 w 1285"/>
                <a:gd name="T9" fmla="*/ 6 h 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85" h="6">
                  <a:moveTo>
                    <a:pt x="0" y="0"/>
                  </a:moveTo>
                  <a:lnTo>
                    <a:pt x="1285" y="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4" name="Freeform 55"/>
            <p:cNvSpPr>
              <a:spLocks/>
            </p:cNvSpPr>
            <p:nvPr/>
          </p:nvSpPr>
          <p:spPr bwMode="auto">
            <a:xfrm>
              <a:off x="606" y="1390"/>
              <a:ext cx="383" cy="856"/>
            </a:xfrm>
            <a:custGeom>
              <a:avLst/>
              <a:gdLst>
                <a:gd name="T0" fmla="*/ 0 w 1529"/>
                <a:gd name="T1" fmla="*/ 214 h 3422"/>
                <a:gd name="T2" fmla="*/ 96 w 1529"/>
                <a:gd name="T3" fmla="*/ 0 h 3422"/>
                <a:gd name="T4" fmla="*/ 96 w 1529"/>
                <a:gd name="T5" fmla="*/ 0 h 3422"/>
                <a:gd name="T6" fmla="*/ 0 60000 65536"/>
                <a:gd name="T7" fmla="*/ 0 60000 65536"/>
                <a:gd name="T8" fmla="*/ 0 60000 65536"/>
                <a:gd name="T9" fmla="*/ 0 w 1529"/>
                <a:gd name="T10" fmla="*/ 0 h 3422"/>
                <a:gd name="T11" fmla="*/ 1529 w 1529"/>
                <a:gd name="T12" fmla="*/ 3422 h 34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9" h="3422">
                  <a:moveTo>
                    <a:pt x="0" y="3422"/>
                  </a:moveTo>
                  <a:lnTo>
                    <a:pt x="1528" y="0"/>
                  </a:lnTo>
                  <a:lnTo>
                    <a:pt x="152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5" name="Freeform 56"/>
            <p:cNvSpPr>
              <a:spLocks/>
            </p:cNvSpPr>
            <p:nvPr/>
          </p:nvSpPr>
          <p:spPr bwMode="auto">
            <a:xfrm>
              <a:off x="603" y="2260"/>
              <a:ext cx="1" cy="86"/>
            </a:xfrm>
            <a:custGeom>
              <a:avLst/>
              <a:gdLst>
                <a:gd name="T0" fmla="*/ 0 w 2"/>
                <a:gd name="T1" fmla="*/ 0 h 343"/>
                <a:gd name="T2" fmla="*/ 0 w 2"/>
                <a:gd name="T3" fmla="*/ 22 h 343"/>
                <a:gd name="T4" fmla="*/ 1 w 2"/>
                <a:gd name="T5" fmla="*/ 22 h 343"/>
                <a:gd name="T6" fmla="*/ 0 60000 65536"/>
                <a:gd name="T7" fmla="*/ 0 60000 65536"/>
                <a:gd name="T8" fmla="*/ 0 60000 65536"/>
                <a:gd name="T9" fmla="*/ 0 w 2"/>
                <a:gd name="T10" fmla="*/ 0 h 343"/>
                <a:gd name="T11" fmla="*/ 2 w 2"/>
                <a:gd name="T12" fmla="*/ 343 h 3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343">
                  <a:moveTo>
                    <a:pt x="0" y="0"/>
                  </a:moveTo>
                  <a:lnTo>
                    <a:pt x="0" y="343"/>
                  </a:lnTo>
                  <a:lnTo>
                    <a:pt x="2" y="34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6" name="Freeform 57"/>
            <p:cNvSpPr>
              <a:spLocks/>
            </p:cNvSpPr>
            <p:nvPr/>
          </p:nvSpPr>
          <p:spPr bwMode="auto">
            <a:xfrm>
              <a:off x="603" y="2225"/>
              <a:ext cx="35" cy="35"/>
            </a:xfrm>
            <a:custGeom>
              <a:avLst/>
              <a:gdLst>
                <a:gd name="T0" fmla="*/ 9 w 141"/>
                <a:gd name="T1" fmla="*/ 0 h 140"/>
                <a:gd name="T2" fmla="*/ 2 w 141"/>
                <a:gd name="T3" fmla="*/ 3 h 140"/>
                <a:gd name="T4" fmla="*/ 0 w 141"/>
                <a:gd name="T5" fmla="*/ 9 h 140"/>
                <a:gd name="T6" fmla="*/ 0 w 141"/>
                <a:gd name="T7" fmla="*/ 9 h 1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1"/>
                <a:gd name="T13" fmla="*/ 0 h 140"/>
                <a:gd name="T14" fmla="*/ 141 w 141"/>
                <a:gd name="T15" fmla="*/ 140 h 1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1" h="140">
                  <a:moveTo>
                    <a:pt x="141" y="0"/>
                  </a:moveTo>
                  <a:lnTo>
                    <a:pt x="42" y="41"/>
                  </a:lnTo>
                  <a:lnTo>
                    <a:pt x="0" y="140"/>
                  </a:lnTo>
                  <a:lnTo>
                    <a:pt x="2" y="14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7" name="Freeform 58"/>
            <p:cNvSpPr>
              <a:spLocks/>
            </p:cNvSpPr>
            <p:nvPr/>
          </p:nvSpPr>
          <p:spPr bwMode="auto">
            <a:xfrm>
              <a:off x="2232" y="2031"/>
              <a:ext cx="282" cy="25"/>
            </a:xfrm>
            <a:custGeom>
              <a:avLst/>
              <a:gdLst>
                <a:gd name="T0" fmla="*/ 71 w 1128"/>
                <a:gd name="T1" fmla="*/ 2 h 101"/>
                <a:gd name="T2" fmla="*/ 35 w 1128"/>
                <a:gd name="T3" fmla="*/ 6 h 101"/>
                <a:gd name="T4" fmla="*/ 0 w 1128"/>
                <a:gd name="T5" fmla="*/ 0 h 101"/>
                <a:gd name="T6" fmla="*/ 0 w 1128"/>
                <a:gd name="T7" fmla="*/ 0 h 101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128"/>
                <a:gd name="T13" fmla="*/ 0 h 101"/>
                <a:gd name="T14" fmla="*/ 1128 w 1128"/>
                <a:gd name="T15" fmla="*/ 101 h 101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128" h="101">
                  <a:moveTo>
                    <a:pt x="1128" y="40"/>
                  </a:moveTo>
                  <a:lnTo>
                    <a:pt x="558" y="101"/>
                  </a:ln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8" name="Freeform 59"/>
            <p:cNvSpPr>
              <a:spLocks/>
            </p:cNvSpPr>
            <p:nvPr/>
          </p:nvSpPr>
          <p:spPr bwMode="auto">
            <a:xfrm>
              <a:off x="2104" y="2300"/>
              <a:ext cx="45" cy="46"/>
            </a:xfrm>
            <a:custGeom>
              <a:avLst/>
              <a:gdLst>
                <a:gd name="T0" fmla="*/ 11 w 180"/>
                <a:gd name="T1" fmla="*/ 12 h 182"/>
                <a:gd name="T2" fmla="*/ 0 w 180"/>
                <a:gd name="T3" fmla="*/ 0 h 182"/>
                <a:gd name="T4" fmla="*/ 0 w 180"/>
                <a:gd name="T5" fmla="*/ 0 h 182"/>
                <a:gd name="T6" fmla="*/ 0 60000 65536"/>
                <a:gd name="T7" fmla="*/ 0 60000 65536"/>
                <a:gd name="T8" fmla="*/ 0 60000 65536"/>
                <a:gd name="T9" fmla="*/ 0 w 180"/>
                <a:gd name="T10" fmla="*/ 0 h 182"/>
                <a:gd name="T11" fmla="*/ 180 w 180"/>
                <a:gd name="T12" fmla="*/ 182 h 18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0" h="182">
                  <a:moveTo>
                    <a:pt x="180" y="182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19" name="Freeform 60"/>
            <p:cNvSpPr>
              <a:spLocks/>
            </p:cNvSpPr>
            <p:nvPr/>
          </p:nvSpPr>
          <p:spPr bwMode="auto">
            <a:xfrm>
              <a:off x="2104" y="2175"/>
              <a:ext cx="171" cy="171"/>
            </a:xfrm>
            <a:custGeom>
              <a:avLst/>
              <a:gdLst>
                <a:gd name="T0" fmla="*/ 43 w 682"/>
                <a:gd name="T1" fmla="*/ 43 h 683"/>
                <a:gd name="T2" fmla="*/ 0 w 682"/>
                <a:gd name="T3" fmla="*/ 0 h 683"/>
                <a:gd name="T4" fmla="*/ 0 w 682"/>
                <a:gd name="T5" fmla="*/ 0 h 683"/>
                <a:gd name="T6" fmla="*/ 0 60000 65536"/>
                <a:gd name="T7" fmla="*/ 0 60000 65536"/>
                <a:gd name="T8" fmla="*/ 0 60000 65536"/>
                <a:gd name="T9" fmla="*/ 0 w 682"/>
                <a:gd name="T10" fmla="*/ 0 h 683"/>
                <a:gd name="T11" fmla="*/ 682 w 682"/>
                <a:gd name="T12" fmla="*/ 683 h 68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2" h="683">
                  <a:moveTo>
                    <a:pt x="682" y="68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0" name="Freeform 61"/>
            <p:cNvSpPr>
              <a:spLocks/>
            </p:cNvSpPr>
            <p:nvPr/>
          </p:nvSpPr>
          <p:spPr bwMode="auto">
            <a:xfrm>
              <a:off x="2279" y="2225"/>
              <a:ext cx="87" cy="87"/>
            </a:xfrm>
            <a:custGeom>
              <a:avLst/>
              <a:gdLst>
                <a:gd name="T0" fmla="*/ 22 w 347"/>
                <a:gd name="T1" fmla="*/ 22 h 348"/>
                <a:gd name="T2" fmla="*/ 0 w 347"/>
                <a:gd name="T3" fmla="*/ 0 h 348"/>
                <a:gd name="T4" fmla="*/ 0 w 347"/>
                <a:gd name="T5" fmla="*/ 0 h 348"/>
                <a:gd name="T6" fmla="*/ 0 60000 65536"/>
                <a:gd name="T7" fmla="*/ 0 60000 65536"/>
                <a:gd name="T8" fmla="*/ 0 60000 65536"/>
                <a:gd name="T9" fmla="*/ 0 w 347"/>
                <a:gd name="T10" fmla="*/ 0 h 348"/>
                <a:gd name="T11" fmla="*/ 347 w 347"/>
                <a:gd name="T12" fmla="*/ 348 h 3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7" h="348">
                  <a:moveTo>
                    <a:pt x="347" y="348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1" name="Freeform 62"/>
            <p:cNvSpPr>
              <a:spLocks/>
            </p:cNvSpPr>
            <p:nvPr/>
          </p:nvSpPr>
          <p:spPr bwMode="auto">
            <a:xfrm>
              <a:off x="2104" y="2050"/>
              <a:ext cx="128" cy="128"/>
            </a:xfrm>
            <a:custGeom>
              <a:avLst/>
              <a:gdLst>
                <a:gd name="T0" fmla="*/ 32 w 510"/>
                <a:gd name="T1" fmla="*/ 32 h 513"/>
                <a:gd name="T2" fmla="*/ 0 w 510"/>
                <a:gd name="T3" fmla="*/ 0 h 513"/>
                <a:gd name="T4" fmla="*/ 0 w 510"/>
                <a:gd name="T5" fmla="*/ 0 h 513"/>
                <a:gd name="T6" fmla="*/ 0 60000 65536"/>
                <a:gd name="T7" fmla="*/ 0 60000 65536"/>
                <a:gd name="T8" fmla="*/ 0 60000 65536"/>
                <a:gd name="T9" fmla="*/ 0 w 510"/>
                <a:gd name="T10" fmla="*/ 0 h 513"/>
                <a:gd name="T11" fmla="*/ 510 w 510"/>
                <a:gd name="T12" fmla="*/ 513 h 5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0" h="513">
                  <a:moveTo>
                    <a:pt x="510" y="51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2" name="Freeform 63"/>
            <p:cNvSpPr>
              <a:spLocks/>
            </p:cNvSpPr>
            <p:nvPr/>
          </p:nvSpPr>
          <p:spPr bwMode="auto">
            <a:xfrm>
              <a:off x="1952" y="1772"/>
              <a:ext cx="8" cy="9"/>
            </a:xfrm>
            <a:custGeom>
              <a:avLst/>
              <a:gdLst>
                <a:gd name="T0" fmla="*/ 2 w 35"/>
                <a:gd name="T1" fmla="*/ 2 h 33"/>
                <a:gd name="T2" fmla="*/ 0 w 35"/>
                <a:gd name="T3" fmla="*/ 0 h 33"/>
                <a:gd name="T4" fmla="*/ 0 w 35"/>
                <a:gd name="T5" fmla="*/ 0 h 33"/>
                <a:gd name="T6" fmla="*/ 0 60000 65536"/>
                <a:gd name="T7" fmla="*/ 0 60000 65536"/>
                <a:gd name="T8" fmla="*/ 0 60000 65536"/>
                <a:gd name="T9" fmla="*/ 0 w 35"/>
                <a:gd name="T10" fmla="*/ 0 h 33"/>
                <a:gd name="T11" fmla="*/ 35 w 35"/>
                <a:gd name="T12" fmla="*/ 33 h 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5" h="33">
                  <a:moveTo>
                    <a:pt x="35" y="3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3" name="Freeform 64"/>
            <p:cNvSpPr>
              <a:spLocks/>
            </p:cNvSpPr>
            <p:nvPr/>
          </p:nvSpPr>
          <p:spPr bwMode="auto">
            <a:xfrm>
              <a:off x="2104" y="1924"/>
              <a:ext cx="128" cy="129"/>
            </a:xfrm>
            <a:custGeom>
              <a:avLst/>
              <a:gdLst>
                <a:gd name="T0" fmla="*/ 32 w 510"/>
                <a:gd name="T1" fmla="*/ 32 h 513"/>
                <a:gd name="T2" fmla="*/ 0 w 510"/>
                <a:gd name="T3" fmla="*/ 0 h 513"/>
                <a:gd name="T4" fmla="*/ 0 w 510"/>
                <a:gd name="T5" fmla="*/ 0 h 513"/>
                <a:gd name="T6" fmla="*/ 0 60000 65536"/>
                <a:gd name="T7" fmla="*/ 0 60000 65536"/>
                <a:gd name="T8" fmla="*/ 0 60000 65536"/>
                <a:gd name="T9" fmla="*/ 0 w 510"/>
                <a:gd name="T10" fmla="*/ 0 h 513"/>
                <a:gd name="T11" fmla="*/ 510 w 510"/>
                <a:gd name="T12" fmla="*/ 513 h 5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0" h="513">
                  <a:moveTo>
                    <a:pt x="510" y="513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4" name="Freeform 65"/>
            <p:cNvSpPr>
              <a:spLocks/>
            </p:cNvSpPr>
            <p:nvPr/>
          </p:nvSpPr>
          <p:spPr bwMode="auto">
            <a:xfrm>
              <a:off x="2530" y="2225"/>
              <a:ext cx="120" cy="121"/>
            </a:xfrm>
            <a:custGeom>
              <a:avLst/>
              <a:gdLst>
                <a:gd name="T0" fmla="*/ 30 w 482"/>
                <a:gd name="T1" fmla="*/ 30 h 483"/>
                <a:gd name="T2" fmla="*/ 0 w 482"/>
                <a:gd name="T3" fmla="*/ 0 h 483"/>
                <a:gd name="T4" fmla="*/ 0 w 482"/>
                <a:gd name="T5" fmla="*/ 0 h 483"/>
                <a:gd name="T6" fmla="*/ 0 60000 65536"/>
                <a:gd name="T7" fmla="*/ 0 60000 65536"/>
                <a:gd name="T8" fmla="*/ 0 60000 65536"/>
                <a:gd name="T9" fmla="*/ 0 w 482"/>
                <a:gd name="T10" fmla="*/ 0 h 483"/>
                <a:gd name="T11" fmla="*/ 482 w 482"/>
                <a:gd name="T12" fmla="*/ 483 h 48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2" h="483">
                  <a:moveTo>
                    <a:pt x="482" y="483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5" name="Freeform 66"/>
            <p:cNvSpPr>
              <a:spLocks/>
            </p:cNvSpPr>
            <p:nvPr/>
          </p:nvSpPr>
          <p:spPr bwMode="auto">
            <a:xfrm>
              <a:off x="1960" y="1655"/>
              <a:ext cx="272" cy="272"/>
            </a:xfrm>
            <a:custGeom>
              <a:avLst/>
              <a:gdLst>
                <a:gd name="T0" fmla="*/ 68 w 1089"/>
                <a:gd name="T1" fmla="*/ 68 h 1091"/>
                <a:gd name="T2" fmla="*/ 0 w 1089"/>
                <a:gd name="T3" fmla="*/ 0 h 1091"/>
                <a:gd name="T4" fmla="*/ 0 w 1089"/>
                <a:gd name="T5" fmla="*/ 0 h 1091"/>
                <a:gd name="T6" fmla="*/ 0 60000 65536"/>
                <a:gd name="T7" fmla="*/ 0 60000 65536"/>
                <a:gd name="T8" fmla="*/ 0 60000 65536"/>
                <a:gd name="T9" fmla="*/ 0 w 1089"/>
                <a:gd name="T10" fmla="*/ 0 h 1091"/>
                <a:gd name="T11" fmla="*/ 1089 w 1089"/>
                <a:gd name="T12" fmla="*/ 1091 h 10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89" h="1091">
                  <a:moveTo>
                    <a:pt x="1089" y="109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6" name="Freeform 67"/>
            <p:cNvSpPr>
              <a:spLocks/>
            </p:cNvSpPr>
            <p:nvPr/>
          </p:nvSpPr>
          <p:spPr bwMode="auto">
            <a:xfrm>
              <a:off x="2085" y="1655"/>
              <a:ext cx="149" cy="149"/>
            </a:xfrm>
            <a:custGeom>
              <a:avLst/>
              <a:gdLst>
                <a:gd name="T0" fmla="*/ 37 w 597"/>
                <a:gd name="T1" fmla="*/ 37 h 597"/>
                <a:gd name="T2" fmla="*/ 0 w 597"/>
                <a:gd name="T3" fmla="*/ 0 h 597"/>
                <a:gd name="T4" fmla="*/ 0 w 597"/>
                <a:gd name="T5" fmla="*/ 0 h 597"/>
                <a:gd name="T6" fmla="*/ 0 60000 65536"/>
                <a:gd name="T7" fmla="*/ 0 60000 65536"/>
                <a:gd name="T8" fmla="*/ 0 60000 65536"/>
                <a:gd name="T9" fmla="*/ 0 w 597"/>
                <a:gd name="T10" fmla="*/ 0 h 597"/>
                <a:gd name="T11" fmla="*/ 597 w 597"/>
                <a:gd name="T12" fmla="*/ 597 h 5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7" h="597">
                  <a:moveTo>
                    <a:pt x="597" y="597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7" name="Freeform 68"/>
            <p:cNvSpPr>
              <a:spLocks/>
            </p:cNvSpPr>
            <p:nvPr/>
          </p:nvSpPr>
          <p:spPr bwMode="auto">
            <a:xfrm>
              <a:off x="2210" y="1655"/>
              <a:ext cx="126" cy="126"/>
            </a:xfrm>
            <a:custGeom>
              <a:avLst/>
              <a:gdLst>
                <a:gd name="T0" fmla="*/ 32 w 504"/>
                <a:gd name="T1" fmla="*/ 32 h 504"/>
                <a:gd name="T2" fmla="*/ 0 w 504"/>
                <a:gd name="T3" fmla="*/ 0 h 504"/>
                <a:gd name="T4" fmla="*/ 0 w 504"/>
                <a:gd name="T5" fmla="*/ 0 h 504"/>
                <a:gd name="T6" fmla="*/ 0 60000 65536"/>
                <a:gd name="T7" fmla="*/ 0 60000 65536"/>
                <a:gd name="T8" fmla="*/ 0 60000 65536"/>
                <a:gd name="T9" fmla="*/ 0 w 504"/>
                <a:gd name="T10" fmla="*/ 0 h 504"/>
                <a:gd name="T11" fmla="*/ 504 w 504"/>
                <a:gd name="T12" fmla="*/ 504 h 5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04" h="504">
                  <a:moveTo>
                    <a:pt x="504" y="50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8" name="Freeform 69"/>
            <p:cNvSpPr>
              <a:spLocks/>
            </p:cNvSpPr>
            <p:nvPr/>
          </p:nvSpPr>
          <p:spPr bwMode="auto">
            <a:xfrm>
              <a:off x="2335" y="1655"/>
              <a:ext cx="126" cy="126"/>
            </a:xfrm>
            <a:custGeom>
              <a:avLst/>
              <a:gdLst>
                <a:gd name="T0" fmla="*/ 32 w 504"/>
                <a:gd name="T1" fmla="*/ 32 h 504"/>
                <a:gd name="T2" fmla="*/ 0 w 504"/>
                <a:gd name="T3" fmla="*/ 0 h 504"/>
                <a:gd name="T4" fmla="*/ 0 w 504"/>
                <a:gd name="T5" fmla="*/ 0 h 504"/>
                <a:gd name="T6" fmla="*/ 0 60000 65536"/>
                <a:gd name="T7" fmla="*/ 0 60000 65536"/>
                <a:gd name="T8" fmla="*/ 0 60000 65536"/>
                <a:gd name="T9" fmla="*/ 0 w 504"/>
                <a:gd name="T10" fmla="*/ 0 h 504"/>
                <a:gd name="T11" fmla="*/ 504 w 504"/>
                <a:gd name="T12" fmla="*/ 504 h 5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04" h="504">
                  <a:moveTo>
                    <a:pt x="504" y="50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9" name="Freeform 70"/>
            <p:cNvSpPr>
              <a:spLocks/>
            </p:cNvSpPr>
            <p:nvPr/>
          </p:nvSpPr>
          <p:spPr bwMode="auto">
            <a:xfrm>
              <a:off x="1952" y="1271"/>
              <a:ext cx="81" cy="81"/>
            </a:xfrm>
            <a:custGeom>
              <a:avLst/>
              <a:gdLst>
                <a:gd name="T0" fmla="*/ 20 w 325"/>
                <a:gd name="T1" fmla="*/ 20 h 325"/>
                <a:gd name="T2" fmla="*/ 0 w 325"/>
                <a:gd name="T3" fmla="*/ 0 h 325"/>
                <a:gd name="T4" fmla="*/ 0 w 325"/>
                <a:gd name="T5" fmla="*/ 0 h 325"/>
                <a:gd name="T6" fmla="*/ 0 60000 65536"/>
                <a:gd name="T7" fmla="*/ 0 60000 65536"/>
                <a:gd name="T8" fmla="*/ 0 60000 65536"/>
                <a:gd name="T9" fmla="*/ 0 w 325"/>
                <a:gd name="T10" fmla="*/ 0 h 325"/>
                <a:gd name="T11" fmla="*/ 325 w 325"/>
                <a:gd name="T12" fmla="*/ 325 h 32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5" h="325">
                  <a:moveTo>
                    <a:pt x="325" y="325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0" name="Freeform 71"/>
            <p:cNvSpPr>
              <a:spLocks/>
            </p:cNvSpPr>
            <p:nvPr/>
          </p:nvSpPr>
          <p:spPr bwMode="auto">
            <a:xfrm>
              <a:off x="2460" y="1655"/>
              <a:ext cx="34" cy="33"/>
            </a:xfrm>
            <a:custGeom>
              <a:avLst/>
              <a:gdLst>
                <a:gd name="T0" fmla="*/ 9 w 134"/>
                <a:gd name="T1" fmla="*/ 8 h 133"/>
                <a:gd name="T2" fmla="*/ 0 w 134"/>
                <a:gd name="T3" fmla="*/ 0 h 133"/>
                <a:gd name="T4" fmla="*/ 0 w 134"/>
                <a:gd name="T5" fmla="*/ 0 h 133"/>
                <a:gd name="T6" fmla="*/ 0 60000 65536"/>
                <a:gd name="T7" fmla="*/ 0 60000 65536"/>
                <a:gd name="T8" fmla="*/ 0 60000 65536"/>
                <a:gd name="T9" fmla="*/ 0 w 134"/>
                <a:gd name="T10" fmla="*/ 0 h 133"/>
                <a:gd name="T11" fmla="*/ 134 w 134"/>
                <a:gd name="T12" fmla="*/ 133 h 13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4" h="133">
                  <a:moveTo>
                    <a:pt x="134" y="133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1" name="Freeform 72"/>
            <p:cNvSpPr>
              <a:spLocks/>
            </p:cNvSpPr>
            <p:nvPr/>
          </p:nvSpPr>
          <p:spPr bwMode="auto">
            <a:xfrm>
              <a:off x="2032" y="1226"/>
              <a:ext cx="126" cy="126"/>
            </a:xfrm>
            <a:custGeom>
              <a:avLst/>
              <a:gdLst>
                <a:gd name="T0" fmla="*/ 32 w 504"/>
                <a:gd name="T1" fmla="*/ 32 h 504"/>
                <a:gd name="T2" fmla="*/ 0 w 504"/>
                <a:gd name="T3" fmla="*/ 0 h 504"/>
                <a:gd name="T4" fmla="*/ 0 w 504"/>
                <a:gd name="T5" fmla="*/ 0 h 504"/>
                <a:gd name="T6" fmla="*/ 0 60000 65536"/>
                <a:gd name="T7" fmla="*/ 0 60000 65536"/>
                <a:gd name="T8" fmla="*/ 0 60000 65536"/>
                <a:gd name="T9" fmla="*/ 0 w 504"/>
                <a:gd name="T10" fmla="*/ 0 h 504"/>
                <a:gd name="T11" fmla="*/ 504 w 504"/>
                <a:gd name="T12" fmla="*/ 504 h 5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04" h="504">
                  <a:moveTo>
                    <a:pt x="504" y="504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2" name="Freeform 73"/>
            <p:cNvSpPr>
              <a:spLocks/>
            </p:cNvSpPr>
            <p:nvPr/>
          </p:nvSpPr>
          <p:spPr bwMode="auto">
            <a:xfrm>
              <a:off x="2158" y="1226"/>
              <a:ext cx="125" cy="126"/>
            </a:xfrm>
            <a:custGeom>
              <a:avLst/>
              <a:gdLst>
                <a:gd name="T0" fmla="*/ 31 w 503"/>
                <a:gd name="T1" fmla="*/ 32 h 504"/>
                <a:gd name="T2" fmla="*/ 0 w 503"/>
                <a:gd name="T3" fmla="*/ 0 h 504"/>
                <a:gd name="T4" fmla="*/ 0 w 503"/>
                <a:gd name="T5" fmla="*/ 0 h 504"/>
                <a:gd name="T6" fmla="*/ 0 60000 65536"/>
                <a:gd name="T7" fmla="*/ 0 60000 65536"/>
                <a:gd name="T8" fmla="*/ 0 60000 65536"/>
                <a:gd name="T9" fmla="*/ 0 w 503"/>
                <a:gd name="T10" fmla="*/ 0 h 504"/>
                <a:gd name="T11" fmla="*/ 503 w 503"/>
                <a:gd name="T12" fmla="*/ 504 h 5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03" h="504">
                  <a:moveTo>
                    <a:pt x="503" y="50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3" name="Freeform 74"/>
            <p:cNvSpPr>
              <a:spLocks/>
            </p:cNvSpPr>
            <p:nvPr/>
          </p:nvSpPr>
          <p:spPr bwMode="auto">
            <a:xfrm>
              <a:off x="2283" y="1226"/>
              <a:ext cx="126" cy="126"/>
            </a:xfrm>
            <a:custGeom>
              <a:avLst/>
              <a:gdLst>
                <a:gd name="T0" fmla="*/ 32 w 504"/>
                <a:gd name="T1" fmla="*/ 32 h 504"/>
                <a:gd name="T2" fmla="*/ 0 w 504"/>
                <a:gd name="T3" fmla="*/ 0 h 504"/>
                <a:gd name="T4" fmla="*/ 0 w 504"/>
                <a:gd name="T5" fmla="*/ 0 h 504"/>
                <a:gd name="T6" fmla="*/ 0 60000 65536"/>
                <a:gd name="T7" fmla="*/ 0 60000 65536"/>
                <a:gd name="T8" fmla="*/ 0 60000 65536"/>
                <a:gd name="T9" fmla="*/ 0 w 504"/>
                <a:gd name="T10" fmla="*/ 0 h 504"/>
                <a:gd name="T11" fmla="*/ 504 w 504"/>
                <a:gd name="T12" fmla="*/ 504 h 5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04" h="504">
                  <a:moveTo>
                    <a:pt x="504" y="50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4" name="Freeform 75"/>
            <p:cNvSpPr>
              <a:spLocks/>
            </p:cNvSpPr>
            <p:nvPr/>
          </p:nvSpPr>
          <p:spPr bwMode="auto">
            <a:xfrm>
              <a:off x="2408" y="1226"/>
              <a:ext cx="86" cy="86"/>
            </a:xfrm>
            <a:custGeom>
              <a:avLst/>
              <a:gdLst>
                <a:gd name="T0" fmla="*/ 22 w 343"/>
                <a:gd name="T1" fmla="*/ 22 h 344"/>
                <a:gd name="T2" fmla="*/ 0 w 343"/>
                <a:gd name="T3" fmla="*/ 0 h 344"/>
                <a:gd name="T4" fmla="*/ 0 w 343"/>
                <a:gd name="T5" fmla="*/ 0 h 344"/>
                <a:gd name="T6" fmla="*/ 0 60000 65536"/>
                <a:gd name="T7" fmla="*/ 0 60000 65536"/>
                <a:gd name="T8" fmla="*/ 0 60000 65536"/>
                <a:gd name="T9" fmla="*/ 0 w 343"/>
                <a:gd name="T10" fmla="*/ 0 h 344"/>
                <a:gd name="T11" fmla="*/ 343 w 343"/>
                <a:gd name="T12" fmla="*/ 344 h 3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3" h="344">
                  <a:moveTo>
                    <a:pt x="343" y="344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5" name="Freeform 76"/>
            <p:cNvSpPr>
              <a:spLocks/>
            </p:cNvSpPr>
            <p:nvPr/>
          </p:nvSpPr>
          <p:spPr bwMode="auto">
            <a:xfrm>
              <a:off x="2237" y="1503"/>
              <a:ext cx="341" cy="1"/>
            </a:xfrm>
            <a:custGeom>
              <a:avLst/>
              <a:gdLst>
                <a:gd name="T0" fmla="*/ 0 w 1365"/>
                <a:gd name="T1" fmla="*/ 0 h 1"/>
                <a:gd name="T2" fmla="*/ 85 w 1365"/>
                <a:gd name="T3" fmla="*/ 0 h 1"/>
                <a:gd name="T4" fmla="*/ 85 w 1365"/>
                <a:gd name="T5" fmla="*/ 0 h 1"/>
                <a:gd name="T6" fmla="*/ 0 60000 65536"/>
                <a:gd name="T7" fmla="*/ 0 60000 65536"/>
                <a:gd name="T8" fmla="*/ 0 60000 65536"/>
                <a:gd name="T9" fmla="*/ 0 w 1365"/>
                <a:gd name="T10" fmla="*/ 0 h 1"/>
                <a:gd name="T11" fmla="*/ 1365 w 136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65" h="1">
                  <a:moveTo>
                    <a:pt x="0" y="0"/>
                  </a:moveTo>
                  <a:lnTo>
                    <a:pt x="1363" y="0"/>
                  </a:lnTo>
                  <a:lnTo>
                    <a:pt x="136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6" name="Rectangle 77"/>
            <p:cNvSpPr>
              <a:spLocks noChangeArrowheads="1"/>
            </p:cNvSpPr>
            <p:nvPr/>
          </p:nvSpPr>
          <p:spPr bwMode="auto">
            <a:xfrm>
              <a:off x="1565" y="1827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>
                  <a:latin typeface="宋体" pitchFamily="2" charset="-122"/>
                </a:rPr>
                <a:t>A</a:t>
              </a:r>
              <a:endParaRPr lang="en-US" altLang="zh-CN" sz="2400" b="1"/>
            </a:p>
          </p:txBody>
        </p:sp>
        <p:sp>
          <p:nvSpPr>
            <p:cNvPr id="9337" name="Freeform 78"/>
            <p:cNvSpPr>
              <a:spLocks/>
            </p:cNvSpPr>
            <p:nvPr/>
          </p:nvSpPr>
          <p:spPr bwMode="auto">
            <a:xfrm>
              <a:off x="2267" y="1781"/>
              <a:ext cx="227" cy="1"/>
            </a:xfrm>
            <a:custGeom>
              <a:avLst/>
              <a:gdLst>
                <a:gd name="T0" fmla="*/ 0 w 909"/>
                <a:gd name="T1" fmla="*/ 0 h 1"/>
                <a:gd name="T2" fmla="*/ 57 w 909"/>
                <a:gd name="T3" fmla="*/ 0 h 1"/>
                <a:gd name="T4" fmla="*/ 57 w 909"/>
                <a:gd name="T5" fmla="*/ 0 h 1"/>
                <a:gd name="T6" fmla="*/ 0 60000 65536"/>
                <a:gd name="T7" fmla="*/ 0 60000 65536"/>
                <a:gd name="T8" fmla="*/ 0 60000 65536"/>
                <a:gd name="T9" fmla="*/ 0 w 909"/>
                <a:gd name="T10" fmla="*/ 0 h 1"/>
                <a:gd name="T11" fmla="*/ 909 w 90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09" h="1">
                  <a:moveTo>
                    <a:pt x="0" y="0"/>
                  </a:moveTo>
                  <a:lnTo>
                    <a:pt x="907" y="0"/>
                  </a:lnTo>
                  <a:lnTo>
                    <a:pt x="90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8" name="Freeform 79"/>
            <p:cNvSpPr>
              <a:spLocks/>
            </p:cNvSpPr>
            <p:nvPr/>
          </p:nvSpPr>
          <p:spPr bwMode="auto">
            <a:xfrm>
              <a:off x="1952" y="1655"/>
              <a:ext cx="542" cy="1"/>
            </a:xfrm>
            <a:custGeom>
              <a:avLst/>
              <a:gdLst>
                <a:gd name="T0" fmla="*/ 0 w 2170"/>
                <a:gd name="T1" fmla="*/ 0 h 1"/>
                <a:gd name="T2" fmla="*/ 135 w 2170"/>
                <a:gd name="T3" fmla="*/ 0 h 1"/>
                <a:gd name="T4" fmla="*/ 135 w 2170"/>
                <a:gd name="T5" fmla="*/ 0 h 1"/>
                <a:gd name="T6" fmla="*/ 0 60000 65536"/>
                <a:gd name="T7" fmla="*/ 0 60000 65536"/>
                <a:gd name="T8" fmla="*/ 0 60000 65536"/>
                <a:gd name="T9" fmla="*/ 0 w 2170"/>
                <a:gd name="T10" fmla="*/ 0 h 1"/>
                <a:gd name="T11" fmla="*/ 2170 w 217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0" h="1">
                  <a:moveTo>
                    <a:pt x="0" y="0"/>
                  </a:moveTo>
                  <a:lnTo>
                    <a:pt x="2168" y="0"/>
                  </a:lnTo>
                  <a:lnTo>
                    <a:pt x="217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39" name="Freeform 80"/>
            <p:cNvSpPr>
              <a:spLocks/>
            </p:cNvSpPr>
            <p:nvPr/>
          </p:nvSpPr>
          <p:spPr bwMode="auto">
            <a:xfrm>
              <a:off x="1952" y="1352"/>
              <a:ext cx="542" cy="1"/>
            </a:xfrm>
            <a:custGeom>
              <a:avLst/>
              <a:gdLst>
                <a:gd name="T0" fmla="*/ 0 w 2170"/>
                <a:gd name="T1" fmla="*/ 0 h 1"/>
                <a:gd name="T2" fmla="*/ 135 w 2170"/>
                <a:gd name="T3" fmla="*/ 0 h 1"/>
                <a:gd name="T4" fmla="*/ 135 w 2170"/>
                <a:gd name="T5" fmla="*/ 0 h 1"/>
                <a:gd name="T6" fmla="*/ 0 60000 65536"/>
                <a:gd name="T7" fmla="*/ 0 60000 65536"/>
                <a:gd name="T8" fmla="*/ 0 60000 65536"/>
                <a:gd name="T9" fmla="*/ 0 w 2170"/>
                <a:gd name="T10" fmla="*/ 0 h 1"/>
                <a:gd name="T11" fmla="*/ 2170 w 217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0" h="1">
                  <a:moveTo>
                    <a:pt x="0" y="0"/>
                  </a:moveTo>
                  <a:lnTo>
                    <a:pt x="2168" y="0"/>
                  </a:lnTo>
                  <a:lnTo>
                    <a:pt x="217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40" name="Freeform 81"/>
            <p:cNvSpPr>
              <a:spLocks/>
            </p:cNvSpPr>
            <p:nvPr/>
          </p:nvSpPr>
          <p:spPr bwMode="auto">
            <a:xfrm>
              <a:off x="2246" y="2224"/>
              <a:ext cx="386" cy="1"/>
            </a:xfrm>
            <a:custGeom>
              <a:avLst/>
              <a:gdLst>
                <a:gd name="T0" fmla="*/ 0 w 386"/>
                <a:gd name="T1" fmla="*/ 1 h 1"/>
                <a:gd name="T2" fmla="*/ 386 w 386"/>
                <a:gd name="T3" fmla="*/ 0 h 1"/>
                <a:gd name="T4" fmla="*/ 0 60000 65536"/>
                <a:gd name="T5" fmla="*/ 0 60000 65536"/>
                <a:gd name="T6" fmla="*/ 0 w 386"/>
                <a:gd name="T7" fmla="*/ 0 h 1"/>
                <a:gd name="T8" fmla="*/ 386 w 386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86" h="1">
                  <a:moveTo>
                    <a:pt x="0" y="1"/>
                  </a:moveTo>
                  <a:lnTo>
                    <a:pt x="38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41" name="Freeform 82"/>
            <p:cNvSpPr>
              <a:spLocks/>
            </p:cNvSpPr>
            <p:nvPr/>
          </p:nvSpPr>
          <p:spPr bwMode="auto">
            <a:xfrm>
              <a:off x="1952" y="1226"/>
              <a:ext cx="542" cy="1"/>
            </a:xfrm>
            <a:custGeom>
              <a:avLst/>
              <a:gdLst>
                <a:gd name="T0" fmla="*/ 0 w 2170"/>
                <a:gd name="T1" fmla="*/ 0 h 1"/>
                <a:gd name="T2" fmla="*/ 135 w 2170"/>
                <a:gd name="T3" fmla="*/ 0 h 1"/>
                <a:gd name="T4" fmla="*/ 135 w 2170"/>
                <a:gd name="T5" fmla="*/ 0 h 1"/>
                <a:gd name="T6" fmla="*/ 0 60000 65536"/>
                <a:gd name="T7" fmla="*/ 0 60000 65536"/>
                <a:gd name="T8" fmla="*/ 0 60000 65536"/>
                <a:gd name="T9" fmla="*/ 0 w 2170"/>
                <a:gd name="T10" fmla="*/ 0 h 1"/>
                <a:gd name="T11" fmla="*/ 2170 w 217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0" h="1">
                  <a:moveTo>
                    <a:pt x="0" y="0"/>
                  </a:moveTo>
                  <a:lnTo>
                    <a:pt x="2168" y="0"/>
                  </a:lnTo>
                  <a:lnTo>
                    <a:pt x="217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42" name="Freeform 83"/>
            <p:cNvSpPr>
              <a:spLocks/>
            </p:cNvSpPr>
            <p:nvPr/>
          </p:nvSpPr>
          <p:spPr bwMode="auto">
            <a:xfrm>
              <a:off x="2100" y="2344"/>
              <a:ext cx="564" cy="2"/>
            </a:xfrm>
            <a:custGeom>
              <a:avLst/>
              <a:gdLst>
                <a:gd name="T0" fmla="*/ 0 w 564"/>
                <a:gd name="T1" fmla="*/ 2 h 2"/>
                <a:gd name="T2" fmla="*/ 564 w 564"/>
                <a:gd name="T3" fmla="*/ 0 h 2"/>
                <a:gd name="T4" fmla="*/ 0 60000 65536"/>
                <a:gd name="T5" fmla="*/ 0 60000 65536"/>
                <a:gd name="T6" fmla="*/ 0 w 564"/>
                <a:gd name="T7" fmla="*/ 0 h 2"/>
                <a:gd name="T8" fmla="*/ 564 w 564"/>
                <a:gd name="T9" fmla="*/ 2 h 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64" h="2">
                  <a:moveTo>
                    <a:pt x="0" y="2"/>
                  </a:moveTo>
                  <a:lnTo>
                    <a:pt x="56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43" name="Freeform 84"/>
            <p:cNvSpPr>
              <a:spLocks/>
            </p:cNvSpPr>
            <p:nvPr/>
          </p:nvSpPr>
          <p:spPr bwMode="auto">
            <a:xfrm>
              <a:off x="1241" y="1606"/>
              <a:ext cx="1" cy="504"/>
            </a:xfrm>
            <a:custGeom>
              <a:avLst/>
              <a:gdLst>
                <a:gd name="T0" fmla="*/ 0 w 1"/>
                <a:gd name="T1" fmla="*/ 0 h 2016"/>
                <a:gd name="T2" fmla="*/ 0 w 1"/>
                <a:gd name="T3" fmla="*/ 126 h 2016"/>
                <a:gd name="T4" fmla="*/ 1 w 1"/>
                <a:gd name="T5" fmla="*/ 126 h 2016"/>
                <a:gd name="T6" fmla="*/ 0 60000 65536"/>
                <a:gd name="T7" fmla="*/ 0 60000 65536"/>
                <a:gd name="T8" fmla="*/ 0 60000 65536"/>
                <a:gd name="T9" fmla="*/ 0 w 1"/>
                <a:gd name="T10" fmla="*/ 0 h 2016"/>
                <a:gd name="T11" fmla="*/ 1 w 1"/>
                <a:gd name="T12" fmla="*/ 2016 h 20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016">
                  <a:moveTo>
                    <a:pt x="0" y="0"/>
                  </a:moveTo>
                  <a:lnTo>
                    <a:pt x="0" y="2016"/>
                  </a:lnTo>
                  <a:lnTo>
                    <a:pt x="1" y="201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44" name="Rectangle 85"/>
            <p:cNvSpPr>
              <a:spLocks noChangeArrowheads="1"/>
            </p:cNvSpPr>
            <p:nvPr/>
          </p:nvSpPr>
          <p:spPr bwMode="auto">
            <a:xfrm>
              <a:off x="1520" y="2449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>
                  <a:latin typeface="宋体" pitchFamily="2" charset="-122"/>
                </a:rPr>
                <a:t>A</a:t>
              </a:r>
              <a:endParaRPr lang="en-US" altLang="zh-CN" sz="2400" b="1"/>
            </a:p>
          </p:txBody>
        </p:sp>
        <p:sp>
          <p:nvSpPr>
            <p:cNvPr id="9345" name="Freeform 86"/>
            <p:cNvSpPr>
              <a:spLocks/>
            </p:cNvSpPr>
            <p:nvPr/>
          </p:nvSpPr>
          <p:spPr bwMode="auto">
            <a:xfrm>
              <a:off x="2232" y="1815"/>
              <a:ext cx="1" cy="393"/>
            </a:xfrm>
            <a:custGeom>
              <a:avLst/>
              <a:gdLst>
                <a:gd name="T0" fmla="*/ 0 w 1"/>
                <a:gd name="T1" fmla="*/ 0 h 393"/>
                <a:gd name="T2" fmla="*/ 0 w 1"/>
                <a:gd name="T3" fmla="*/ 393 h 393"/>
                <a:gd name="T4" fmla="*/ 1 w 1"/>
                <a:gd name="T5" fmla="*/ 392 h 393"/>
                <a:gd name="T6" fmla="*/ 0 60000 65536"/>
                <a:gd name="T7" fmla="*/ 0 60000 65536"/>
                <a:gd name="T8" fmla="*/ 0 60000 65536"/>
                <a:gd name="T9" fmla="*/ 0 w 1"/>
                <a:gd name="T10" fmla="*/ 0 h 393"/>
                <a:gd name="T11" fmla="*/ 1 w 1"/>
                <a:gd name="T12" fmla="*/ 393 h 3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93">
                  <a:moveTo>
                    <a:pt x="0" y="0"/>
                  </a:moveTo>
                  <a:lnTo>
                    <a:pt x="0" y="393"/>
                  </a:lnTo>
                  <a:lnTo>
                    <a:pt x="1" y="39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46" name="Freeform 87"/>
            <p:cNvSpPr>
              <a:spLocks/>
            </p:cNvSpPr>
            <p:nvPr/>
          </p:nvSpPr>
          <p:spPr bwMode="auto">
            <a:xfrm>
              <a:off x="2104" y="1815"/>
              <a:ext cx="1" cy="531"/>
            </a:xfrm>
            <a:custGeom>
              <a:avLst/>
              <a:gdLst>
                <a:gd name="T0" fmla="*/ 0 w 1"/>
                <a:gd name="T1" fmla="*/ 0 h 2122"/>
                <a:gd name="T2" fmla="*/ 0 w 1"/>
                <a:gd name="T3" fmla="*/ 133 h 2122"/>
                <a:gd name="T4" fmla="*/ 1 w 1"/>
                <a:gd name="T5" fmla="*/ 133 h 2122"/>
                <a:gd name="T6" fmla="*/ 0 60000 65536"/>
                <a:gd name="T7" fmla="*/ 0 60000 65536"/>
                <a:gd name="T8" fmla="*/ 0 60000 65536"/>
                <a:gd name="T9" fmla="*/ 0 w 1"/>
                <a:gd name="T10" fmla="*/ 0 h 2122"/>
                <a:gd name="T11" fmla="*/ 1 w 1"/>
                <a:gd name="T12" fmla="*/ 2122 h 21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122">
                  <a:moveTo>
                    <a:pt x="0" y="0"/>
                  </a:moveTo>
                  <a:lnTo>
                    <a:pt x="0" y="2122"/>
                  </a:lnTo>
                  <a:lnTo>
                    <a:pt x="1" y="212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47" name="Freeform 88"/>
            <p:cNvSpPr>
              <a:spLocks/>
            </p:cNvSpPr>
            <p:nvPr/>
          </p:nvSpPr>
          <p:spPr bwMode="auto">
            <a:xfrm>
              <a:off x="1306" y="1805"/>
              <a:ext cx="1" cy="391"/>
            </a:xfrm>
            <a:custGeom>
              <a:avLst/>
              <a:gdLst>
                <a:gd name="T0" fmla="*/ 0 w 1"/>
                <a:gd name="T1" fmla="*/ 0 h 1563"/>
                <a:gd name="T2" fmla="*/ 0 w 1"/>
                <a:gd name="T3" fmla="*/ 98 h 1563"/>
                <a:gd name="T4" fmla="*/ 1 w 1"/>
                <a:gd name="T5" fmla="*/ 98 h 1563"/>
                <a:gd name="T6" fmla="*/ 0 60000 65536"/>
                <a:gd name="T7" fmla="*/ 0 60000 65536"/>
                <a:gd name="T8" fmla="*/ 0 60000 65536"/>
                <a:gd name="T9" fmla="*/ 0 w 1"/>
                <a:gd name="T10" fmla="*/ 0 h 1563"/>
                <a:gd name="T11" fmla="*/ 1 w 1"/>
                <a:gd name="T12" fmla="*/ 1563 h 15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63">
                  <a:moveTo>
                    <a:pt x="0" y="0"/>
                  </a:moveTo>
                  <a:lnTo>
                    <a:pt x="0" y="1563"/>
                  </a:lnTo>
                  <a:lnTo>
                    <a:pt x="1" y="156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48" name="Freeform 89"/>
            <p:cNvSpPr>
              <a:spLocks/>
            </p:cNvSpPr>
            <p:nvPr/>
          </p:nvSpPr>
          <p:spPr bwMode="auto">
            <a:xfrm>
              <a:off x="1494" y="1390"/>
              <a:ext cx="382" cy="856"/>
            </a:xfrm>
            <a:custGeom>
              <a:avLst/>
              <a:gdLst>
                <a:gd name="T0" fmla="*/ 95 w 1529"/>
                <a:gd name="T1" fmla="*/ 214 h 3422"/>
                <a:gd name="T2" fmla="*/ 0 w 1529"/>
                <a:gd name="T3" fmla="*/ 0 h 3422"/>
                <a:gd name="T4" fmla="*/ 0 w 1529"/>
                <a:gd name="T5" fmla="*/ 0 h 3422"/>
                <a:gd name="T6" fmla="*/ 0 60000 65536"/>
                <a:gd name="T7" fmla="*/ 0 60000 65536"/>
                <a:gd name="T8" fmla="*/ 0 60000 65536"/>
                <a:gd name="T9" fmla="*/ 0 w 1529"/>
                <a:gd name="T10" fmla="*/ 0 h 3422"/>
                <a:gd name="T11" fmla="*/ 1529 w 1529"/>
                <a:gd name="T12" fmla="*/ 3422 h 34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9" h="3422">
                  <a:moveTo>
                    <a:pt x="1529" y="3422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49" name="Freeform 90"/>
            <p:cNvSpPr>
              <a:spLocks/>
            </p:cNvSpPr>
            <p:nvPr/>
          </p:nvSpPr>
          <p:spPr bwMode="auto">
            <a:xfrm>
              <a:off x="1176" y="1793"/>
              <a:ext cx="1" cy="145"/>
            </a:xfrm>
            <a:custGeom>
              <a:avLst/>
              <a:gdLst>
                <a:gd name="T0" fmla="*/ 0 w 1"/>
                <a:gd name="T1" fmla="*/ 0 h 145"/>
                <a:gd name="T2" fmla="*/ 0 w 1"/>
                <a:gd name="T3" fmla="*/ 145 h 145"/>
                <a:gd name="T4" fmla="*/ 0 60000 65536"/>
                <a:gd name="T5" fmla="*/ 0 60000 65536"/>
                <a:gd name="T6" fmla="*/ 0 w 1"/>
                <a:gd name="T7" fmla="*/ 0 h 145"/>
                <a:gd name="T8" fmla="*/ 1 w 1"/>
                <a:gd name="T9" fmla="*/ 145 h 1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45">
                  <a:moveTo>
                    <a:pt x="0" y="0"/>
                  </a:moveTo>
                  <a:lnTo>
                    <a:pt x="0" y="14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50" name="Freeform 91"/>
            <p:cNvSpPr>
              <a:spLocks/>
            </p:cNvSpPr>
            <p:nvPr/>
          </p:nvSpPr>
          <p:spPr bwMode="auto">
            <a:xfrm>
              <a:off x="1524" y="2041"/>
              <a:ext cx="119" cy="1"/>
            </a:xfrm>
            <a:custGeom>
              <a:avLst/>
              <a:gdLst>
                <a:gd name="T0" fmla="*/ 0 w 473"/>
                <a:gd name="T1" fmla="*/ 0 h 1"/>
                <a:gd name="T2" fmla="*/ 30 w 473"/>
                <a:gd name="T3" fmla="*/ 0 h 1"/>
                <a:gd name="T4" fmla="*/ 30 w 473"/>
                <a:gd name="T5" fmla="*/ 0 h 1"/>
                <a:gd name="T6" fmla="*/ 0 60000 65536"/>
                <a:gd name="T7" fmla="*/ 0 60000 65536"/>
                <a:gd name="T8" fmla="*/ 0 60000 65536"/>
                <a:gd name="T9" fmla="*/ 0 w 473"/>
                <a:gd name="T10" fmla="*/ 0 h 1"/>
                <a:gd name="T11" fmla="*/ 473 w 4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3" h="1">
                  <a:moveTo>
                    <a:pt x="0" y="0"/>
                  </a:moveTo>
                  <a:lnTo>
                    <a:pt x="472" y="0"/>
                  </a:lnTo>
                  <a:lnTo>
                    <a:pt x="47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51" name="Freeform 92"/>
            <p:cNvSpPr>
              <a:spLocks/>
            </p:cNvSpPr>
            <p:nvPr/>
          </p:nvSpPr>
          <p:spPr bwMode="auto">
            <a:xfrm>
              <a:off x="1142" y="2190"/>
              <a:ext cx="35" cy="35"/>
            </a:xfrm>
            <a:custGeom>
              <a:avLst/>
              <a:gdLst>
                <a:gd name="T0" fmla="*/ 0 w 141"/>
                <a:gd name="T1" fmla="*/ 9 h 140"/>
                <a:gd name="T2" fmla="*/ 6 w 141"/>
                <a:gd name="T3" fmla="*/ 6 h 140"/>
                <a:gd name="T4" fmla="*/ 9 w 141"/>
                <a:gd name="T5" fmla="*/ 0 h 140"/>
                <a:gd name="T6" fmla="*/ 9 w 141"/>
                <a:gd name="T7" fmla="*/ 0 h 1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1"/>
                <a:gd name="T13" fmla="*/ 0 h 140"/>
                <a:gd name="T14" fmla="*/ 141 w 141"/>
                <a:gd name="T15" fmla="*/ 140 h 1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1" h="140">
                  <a:moveTo>
                    <a:pt x="0" y="140"/>
                  </a:moveTo>
                  <a:lnTo>
                    <a:pt x="100" y="100"/>
                  </a:lnTo>
                  <a:lnTo>
                    <a:pt x="140" y="0"/>
                  </a:lnTo>
                  <a:lnTo>
                    <a:pt x="14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52" name="Rectangle 93"/>
            <p:cNvSpPr>
              <a:spLocks noChangeArrowheads="1"/>
            </p:cNvSpPr>
            <p:nvPr/>
          </p:nvSpPr>
          <p:spPr bwMode="auto">
            <a:xfrm>
              <a:off x="1116" y="1902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>
                  <a:latin typeface="宋体" pitchFamily="2" charset="-122"/>
                </a:rPr>
                <a:t>A</a:t>
              </a:r>
              <a:endParaRPr lang="en-US" altLang="zh-CN" sz="2400" b="1"/>
            </a:p>
          </p:txBody>
        </p:sp>
        <p:sp>
          <p:nvSpPr>
            <p:cNvPr id="9353" name="Freeform 94"/>
            <p:cNvSpPr>
              <a:spLocks/>
            </p:cNvSpPr>
            <p:nvPr/>
          </p:nvSpPr>
          <p:spPr bwMode="auto">
            <a:xfrm>
              <a:off x="840" y="2154"/>
              <a:ext cx="1" cy="262"/>
            </a:xfrm>
            <a:custGeom>
              <a:avLst/>
              <a:gdLst>
                <a:gd name="T0" fmla="*/ 0 w 1"/>
                <a:gd name="T1" fmla="*/ 0 h 1047"/>
                <a:gd name="T2" fmla="*/ 0 w 1"/>
                <a:gd name="T3" fmla="*/ 66 h 1047"/>
                <a:gd name="T4" fmla="*/ 1 w 1"/>
                <a:gd name="T5" fmla="*/ 66 h 1047"/>
                <a:gd name="T6" fmla="*/ 0 60000 65536"/>
                <a:gd name="T7" fmla="*/ 0 60000 65536"/>
                <a:gd name="T8" fmla="*/ 0 60000 65536"/>
                <a:gd name="T9" fmla="*/ 0 w 1"/>
                <a:gd name="T10" fmla="*/ 0 h 1047"/>
                <a:gd name="T11" fmla="*/ 1 w 1"/>
                <a:gd name="T12" fmla="*/ 1047 h 104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047">
                  <a:moveTo>
                    <a:pt x="0" y="0"/>
                  </a:moveTo>
                  <a:lnTo>
                    <a:pt x="0" y="1047"/>
                  </a:lnTo>
                  <a:lnTo>
                    <a:pt x="1" y="104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54" name="Freeform 95"/>
            <p:cNvSpPr>
              <a:spLocks/>
            </p:cNvSpPr>
            <p:nvPr/>
          </p:nvSpPr>
          <p:spPr bwMode="auto">
            <a:xfrm>
              <a:off x="1241" y="2133"/>
              <a:ext cx="1" cy="20"/>
            </a:xfrm>
            <a:custGeom>
              <a:avLst/>
              <a:gdLst>
                <a:gd name="T0" fmla="*/ 0 w 1"/>
                <a:gd name="T1" fmla="*/ 0 h 81"/>
                <a:gd name="T2" fmla="*/ 0 w 1"/>
                <a:gd name="T3" fmla="*/ 5 h 81"/>
                <a:gd name="T4" fmla="*/ 1 w 1"/>
                <a:gd name="T5" fmla="*/ 5 h 81"/>
                <a:gd name="T6" fmla="*/ 0 60000 65536"/>
                <a:gd name="T7" fmla="*/ 0 60000 65536"/>
                <a:gd name="T8" fmla="*/ 0 60000 65536"/>
                <a:gd name="T9" fmla="*/ 0 w 1"/>
                <a:gd name="T10" fmla="*/ 0 h 81"/>
                <a:gd name="T11" fmla="*/ 1 w 1"/>
                <a:gd name="T12" fmla="*/ 81 h 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1">
                  <a:moveTo>
                    <a:pt x="0" y="0"/>
                  </a:moveTo>
                  <a:lnTo>
                    <a:pt x="0" y="81"/>
                  </a:lnTo>
                  <a:lnTo>
                    <a:pt x="1" y="8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55" name="Freeform 96"/>
            <p:cNvSpPr>
              <a:spLocks/>
            </p:cNvSpPr>
            <p:nvPr/>
          </p:nvSpPr>
          <p:spPr bwMode="auto">
            <a:xfrm>
              <a:off x="1241" y="2177"/>
              <a:ext cx="1" cy="254"/>
            </a:xfrm>
            <a:custGeom>
              <a:avLst/>
              <a:gdLst>
                <a:gd name="T0" fmla="*/ 0 w 1"/>
                <a:gd name="T1" fmla="*/ 0 h 1020"/>
                <a:gd name="T2" fmla="*/ 0 w 1"/>
                <a:gd name="T3" fmla="*/ 63 h 1020"/>
                <a:gd name="T4" fmla="*/ 1 w 1"/>
                <a:gd name="T5" fmla="*/ 63 h 1020"/>
                <a:gd name="T6" fmla="*/ 0 60000 65536"/>
                <a:gd name="T7" fmla="*/ 0 60000 65536"/>
                <a:gd name="T8" fmla="*/ 0 60000 65536"/>
                <a:gd name="T9" fmla="*/ 0 w 1"/>
                <a:gd name="T10" fmla="*/ 0 h 1020"/>
                <a:gd name="T11" fmla="*/ 1 w 1"/>
                <a:gd name="T12" fmla="*/ 1020 h 10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020">
                  <a:moveTo>
                    <a:pt x="0" y="0"/>
                  </a:moveTo>
                  <a:lnTo>
                    <a:pt x="0" y="1020"/>
                  </a:lnTo>
                  <a:lnTo>
                    <a:pt x="1" y="102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56" name="Freeform 97"/>
            <p:cNvSpPr>
              <a:spLocks/>
            </p:cNvSpPr>
            <p:nvPr/>
          </p:nvSpPr>
          <p:spPr bwMode="auto">
            <a:xfrm>
              <a:off x="1306" y="2190"/>
              <a:ext cx="35" cy="35"/>
            </a:xfrm>
            <a:custGeom>
              <a:avLst/>
              <a:gdLst>
                <a:gd name="T0" fmla="*/ 0 w 140"/>
                <a:gd name="T1" fmla="*/ 0 h 140"/>
                <a:gd name="T2" fmla="*/ 3 w 140"/>
                <a:gd name="T3" fmla="*/ 6 h 140"/>
                <a:gd name="T4" fmla="*/ 9 w 140"/>
                <a:gd name="T5" fmla="*/ 9 h 140"/>
                <a:gd name="T6" fmla="*/ 9 w 140"/>
                <a:gd name="T7" fmla="*/ 9 h 1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140"/>
                <a:gd name="T14" fmla="*/ 140 w 140"/>
                <a:gd name="T15" fmla="*/ 140 h 1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140">
                  <a:moveTo>
                    <a:pt x="0" y="0"/>
                  </a:moveTo>
                  <a:lnTo>
                    <a:pt x="41" y="100"/>
                  </a:lnTo>
                  <a:lnTo>
                    <a:pt x="139" y="140"/>
                  </a:lnTo>
                  <a:lnTo>
                    <a:pt x="140" y="14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57" name="Freeform 98"/>
            <p:cNvSpPr>
              <a:spLocks/>
            </p:cNvSpPr>
            <p:nvPr/>
          </p:nvSpPr>
          <p:spPr bwMode="auto">
            <a:xfrm>
              <a:off x="1241" y="1942"/>
              <a:ext cx="1" cy="99"/>
            </a:xfrm>
            <a:custGeom>
              <a:avLst/>
              <a:gdLst>
                <a:gd name="T0" fmla="*/ 0 w 1"/>
                <a:gd name="T1" fmla="*/ 0 h 396"/>
                <a:gd name="T2" fmla="*/ 0 w 1"/>
                <a:gd name="T3" fmla="*/ 25 h 396"/>
                <a:gd name="T4" fmla="*/ 1 w 1"/>
                <a:gd name="T5" fmla="*/ 25 h 396"/>
                <a:gd name="T6" fmla="*/ 0 60000 65536"/>
                <a:gd name="T7" fmla="*/ 0 60000 65536"/>
                <a:gd name="T8" fmla="*/ 0 60000 65536"/>
                <a:gd name="T9" fmla="*/ 0 w 1"/>
                <a:gd name="T10" fmla="*/ 0 h 396"/>
                <a:gd name="T11" fmla="*/ 1 w 1"/>
                <a:gd name="T12" fmla="*/ 396 h 3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96">
                  <a:moveTo>
                    <a:pt x="0" y="0"/>
                  </a:moveTo>
                  <a:lnTo>
                    <a:pt x="0" y="396"/>
                  </a:lnTo>
                  <a:lnTo>
                    <a:pt x="1" y="39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58" name="Freeform 99"/>
            <p:cNvSpPr>
              <a:spLocks/>
            </p:cNvSpPr>
            <p:nvPr/>
          </p:nvSpPr>
          <p:spPr bwMode="auto">
            <a:xfrm>
              <a:off x="1241" y="2041"/>
              <a:ext cx="100" cy="1"/>
            </a:xfrm>
            <a:custGeom>
              <a:avLst/>
              <a:gdLst>
                <a:gd name="T0" fmla="*/ 0 w 401"/>
                <a:gd name="T1" fmla="*/ 0 h 1"/>
                <a:gd name="T2" fmla="*/ 25 w 401"/>
                <a:gd name="T3" fmla="*/ 0 h 1"/>
                <a:gd name="T4" fmla="*/ 25 w 401"/>
                <a:gd name="T5" fmla="*/ 0 h 1"/>
                <a:gd name="T6" fmla="*/ 0 60000 65536"/>
                <a:gd name="T7" fmla="*/ 0 60000 65536"/>
                <a:gd name="T8" fmla="*/ 0 60000 65536"/>
                <a:gd name="T9" fmla="*/ 0 w 401"/>
                <a:gd name="T10" fmla="*/ 0 h 1"/>
                <a:gd name="T11" fmla="*/ 401 w 40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1" h="1">
                  <a:moveTo>
                    <a:pt x="0" y="0"/>
                  </a:moveTo>
                  <a:lnTo>
                    <a:pt x="399" y="0"/>
                  </a:lnTo>
                  <a:lnTo>
                    <a:pt x="40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59" name="Freeform 100"/>
            <p:cNvSpPr>
              <a:spLocks/>
            </p:cNvSpPr>
            <p:nvPr/>
          </p:nvSpPr>
          <p:spPr bwMode="auto">
            <a:xfrm>
              <a:off x="1176" y="1898"/>
              <a:ext cx="130" cy="1"/>
            </a:xfrm>
            <a:custGeom>
              <a:avLst/>
              <a:gdLst>
                <a:gd name="T0" fmla="*/ 33 w 517"/>
                <a:gd name="T1" fmla="*/ 0 h 1"/>
                <a:gd name="T2" fmla="*/ 0 w 517"/>
                <a:gd name="T3" fmla="*/ 0 h 1"/>
                <a:gd name="T4" fmla="*/ 0 w 517"/>
                <a:gd name="T5" fmla="*/ 0 h 1"/>
                <a:gd name="T6" fmla="*/ 0 60000 65536"/>
                <a:gd name="T7" fmla="*/ 0 60000 65536"/>
                <a:gd name="T8" fmla="*/ 0 60000 65536"/>
                <a:gd name="T9" fmla="*/ 0 w 517"/>
                <a:gd name="T10" fmla="*/ 0 h 1"/>
                <a:gd name="T11" fmla="*/ 517 w 51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7" h="1">
                  <a:moveTo>
                    <a:pt x="517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60" name="Freeform 101"/>
            <p:cNvSpPr>
              <a:spLocks/>
            </p:cNvSpPr>
            <p:nvPr/>
          </p:nvSpPr>
          <p:spPr bwMode="auto">
            <a:xfrm>
              <a:off x="1642" y="2419"/>
              <a:ext cx="1" cy="100"/>
            </a:xfrm>
            <a:custGeom>
              <a:avLst/>
              <a:gdLst>
                <a:gd name="T0" fmla="*/ 0 w 1"/>
                <a:gd name="T1" fmla="*/ 0 h 402"/>
                <a:gd name="T2" fmla="*/ 0 w 1"/>
                <a:gd name="T3" fmla="*/ 25 h 402"/>
                <a:gd name="T4" fmla="*/ 1 w 1"/>
                <a:gd name="T5" fmla="*/ 25 h 402"/>
                <a:gd name="T6" fmla="*/ 0 60000 65536"/>
                <a:gd name="T7" fmla="*/ 0 60000 65536"/>
                <a:gd name="T8" fmla="*/ 0 60000 65536"/>
                <a:gd name="T9" fmla="*/ 0 w 1"/>
                <a:gd name="T10" fmla="*/ 0 h 402"/>
                <a:gd name="T11" fmla="*/ 1 w 1"/>
                <a:gd name="T12" fmla="*/ 402 h 40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02">
                  <a:moveTo>
                    <a:pt x="0" y="0"/>
                  </a:moveTo>
                  <a:lnTo>
                    <a:pt x="0" y="402"/>
                  </a:lnTo>
                  <a:lnTo>
                    <a:pt x="1" y="40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61" name="Freeform 102"/>
            <p:cNvSpPr>
              <a:spLocks/>
            </p:cNvSpPr>
            <p:nvPr/>
          </p:nvSpPr>
          <p:spPr bwMode="auto">
            <a:xfrm>
              <a:off x="1642" y="2519"/>
              <a:ext cx="181" cy="1"/>
            </a:xfrm>
            <a:custGeom>
              <a:avLst/>
              <a:gdLst>
                <a:gd name="T0" fmla="*/ 0 w 720"/>
                <a:gd name="T1" fmla="*/ 0 h 1"/>
                <a:gd name="T2" fmla="*/ 46 w 720"/>
                <a:gd name="T3" fmla="*/ 0 h 1"/>
                <a:gd name="T4" fmla="*/ 46 w 720"/>
                <a:gd name="T5" fmla="*/ 0 h 1"/>
                <a:gd name="T6" fmla="*/ 0 60000 65536"/>
                <a:gd name="T7" fmla="*/ 0 60000 65536"/>
                <a:gd name="T8" fmla="*/ 0 60000 65536"/>
                <a:gd name="T9" fmla="*/ 0 w 720"/>
                <a:gd name="T10" fmla="*/ 0 h 1"/>
                <a:gd name="T11" fmla="*/ 720 w 72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0" h="1">
                  <a:moveTo>
                    <a:pt x="0" y="0"/>
                  </a:moveTo>
                  <a:lnTo>
                    <a:pt x="719" y="0"/>
                  </a:lnTo>
                  <a:lnTo>
                    <a:pt x="72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62" name="Freeform 103"/>
            <p:cNvSpPr>
              <a:spLocks/>
            </p:cNvSpPr>
            <p:nvPr/>
          </p:nvSpPr>
          <p:spPr bwMode="auto">
            <a:xfrm>
              <a:off x="1642" y="2172"/>
              <a:ext cx="1" cy="230"/>
            </a:xfrm>
            <a:custGeom>
              <a:avLst/>
              <a:gdLst>
                <a:gd name="T0" fmla="*/ 0 w 1"/>
                <a:gd name="T1" fmla="*/ 0 h 918"/>
                <a:gd name="T2" fmla="*/ 0 w 1"/>
                <a:gd name="T3" fmla="*/ 58 h 918"/>
                <a:gd name="T4" fmla="*/ 1 w 1"/>
                <a:gd name="T5" fmla="*/ 58 h 918"/>
                <a:gd name="T6" fmla="*/ 0 60000 65536"/>
                <a:gd name="T7" fmla="*/ 0 60000 65536"/>
                <a:gd name="T8" fmla="*/ 0 60000 65536"/>
                <a:gd name="T9" fmla="*/ 0 w 1"/>
                <a:gd name="T10" fmla="*/ 0 h 918"/>
                <a:gd name="T11" fmla="*/ 1 w 1"/>
                <a:gd name="T12" fmla="*/ 918 h 9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918">
                  <a:moveTo>
                    <a:pt x="0" y="0"/>
                  </a:moveTo>
                  <a:lnTo>
                    <a:pt x="0" y="918"/>
                  </a:lnTo>
                  <a:lnTo>
                    <a:pt x="1" y="91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63" name="Freeform 104"/>
            <p:cNvSpPr>
              <a:spLocks/>
            </p:cNvSpPr>
            <p:nvPr/>
          </p:nvSpPr>
          <p:spPr bwMode="auto">
            <a:xfrm>
              <a:off x="1879" y="2260"/>
              <a:ext cx="1" cy="86"/>
            </a:xfrm>
            <a:custGeom>
              <a:avLst/>
              <a:gdLst>
                <a:gd name="T0" fmla="*/ 0 w 1"/>
                <a:gd name="T1" fmla="*/ 0 h 343"/>
                <a:gd name="T2" fmla="*/ 0 w 1"/>
                <a:gd name="T3" fmla="*/ 22 h 343"/>
                <a:gd name="T4" fmla="*/ 1 w 1"/>
                <a:gd name="T5" fmla="*/ 22 h 343"/>
                <a:gd name="T6" fmla="*/ 0 60000 65536"/>
                <a:gd name="T7" fmla="*/ 0 60000 65536"/>
                <a:gd name="T8" fmla="*/ 0 60000 65536"/>
                <a:gd name="T9" fmla="*/ 0 w 1"/>
                <a:gd name="T10" fmla="*/ 0 h 343"/>
                <a:gd name="T11" fmla="*/ 1 w 1"/>
                <a:gd name="T12" fmla="*/ 343 h 3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43">
                  <a:moveTo>
                    <a:pt x="0" y="0"/>
                  </a:moveTo>
                  <a:lnTo>
                    <a:pt x="0" y="343"/>
                  </a:lnTo>
                  <a:lnTo>
                    <a:pt x="1" y="34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64" name="Freeform 105"/>
            <p:cNvSpPr>
              <a:spLocks/>
            </p:cNvSpPr>
            <p:nvPr/>
          </p:nvSpPr>
          <p:spPr bwMode="auto">
            <a:xfrm>
              <a:off x="1844" y="2225"/>
              <a:ext cx="35" cy="35"/>
            </a:xfrm>
            <a:custGeom>
              <a:avLst/>
              <a:gdLst>
                <a:gd name="T0" fmla="*/ 9 w 139"/>
                <a:gd name="T1" fmla="*/ 9 h 140"/>
                <a:gd name="T2" fmla="*/ 6 w 139"/>
                <a:gd name="T3" fmla="*/ 3 h 140"/>
                <a:gd name="T4" fmla="*/ 0 w 139"/>
                <a:gd name="T5" fmla="*/ 0 h 140"/>
                <a:gd name="T6" fmla="*/ 0 w 139"/>
                <a:gd name="T7" fmla="*/ 0 h 1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140"/>
                <a:gd name="T14" fmla="*/ 139 w 139"/>
                <a:gd name="T15" fmla="*/ 140 h 1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140">
                  <a:moveTo>
                    <a:pt x="139" y="140"/>
                  </a:moveTo>
                  <a:lnTo>
                    <a:pt x="99" y="41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65" name="Freeform 106"/>
            <p:cNvSpPr>
              <a:spLocks/>
            </p:cNvSpPr>
            <p:nvPr/>
          </p:nvSpPr>
          <p:spPr bwMode="auto">
            <a:xfrm>
              <a:off x="1642" y="2041"/>
              <a:ext cx="1" cy="105"/>
            </a:xfrm>
            <a:custGeom>
              <a:avLst/>
              <a:gdLst>
                <a:gd name="T0" fmla="*/ 0 w 1"/>
                <a:gd name="T1" fmla="*/ 0 h 420"/>
                <a:gd name="T2" fmla="*/ 0 w 1"/>
                <a:gd name="T3" fmla="*/ 26 h 420"/>
                <a:gd name="T4" fmla="*/ 1 w 1"/>
                <a:gd name="T5" fmla="*/ 26 h 420"/>
                <a:gd name="T6" fmla="*/ 0 60000 65536"/>
                <a:gd name="T7" fmla="*/ 0 60000 65536"/>
                <a:gd name="T8" fmla="*/ 0 60000 65536"/>
                <a:gd name="T9" fmla="*/ 0 w 1"/>
                <a:gd name="T10" fmla="*/ 0 h 420"/>
                <a:gd name="T11" fmla="*/ 1 w 1"/>
                <a:gd name="T12" fmla="*/ 420 h 4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20">
                  <a:moveTo>
                    <a:pt x="0" y="0"/>
                  </a:moveTo>
                  <a:lnTo>
                    <a:pt x="0" y="420"/>
                  </a:lnTo>
                  <a:lnTo>
                    <a:pt x="1" y="42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66" name="Freeform 107"/>
            <p:cNvSpPr>
              <a:spLocks/>
            </p:cNvSpPr>
            <p:nvPr/>
          </p:nvSpPr>
          <p:spPr bwMode="auto">
            <a:xfrm>
              <a:off x="1198" y="1503"/>
              <a:ext cx="391" cy="1"/>
            </a:xfrm>
            <a:custGeom>
              <a:avLst/>
              <a:gdLst>
                <a:gd name="T0" fmla="*/ 0 w 1565"/>
                <a:gd name="T1" fmla="*/ 0 h 1"/>
                <a:gd name="T2" fmla="*/ 98 w 1565"/>
                <a:gd name="T3" fmla="*/ 0 h 1"/>
                <a:gd name="T4" fmla="*/ 98 w 1565"/>
                <a:gd name="T5" fmla="*/ 0 h 1"/>
                <a:gd name="T6" fmla="*/ 0 60000 65536"/>
                <a:gd name="T7" fmla="*/ 0 60000 65536"/>
                <a:gd name="T8" fmla="*/ 0 60000 65536"/>
                <a:gd name="T9" fmla="*/ 0 w 1565"/>
                <a:gd name="T10" fmla="*/ 0 h 1"/>
                <a:gd name="T11" fmla="*/ 1565 w 156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65" h="1">
                  <a:moveTo>
                    <a:pt x="0" y="0"/>
                  </a:moveTo>
                  <a:lnTo>
                    <a:pt x="1564" y="0"/>
                  </a:lnTo>
                  <a:lnTo>
                    <a:pt x="156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67" name="Freeform 108"/>
            <p:cNvSpPr>
              <a:spLocks/>
            </p:cNvSpPr>
            <p:nvPr/>
          </p:nvSpPr>
          <p:spPr bwMode="auto">
            <a:xfrm>
              <a:off x="1241" y="1168"/>
              <a:ext cx="1" cy="385"/>
            </a:xfrm>
            <a:custGeom>
              <a:avLst/>
              <a:gdLst>
                <a:gd name="T0" fmla="*/ 0 w 1"/>
                <a:gd name="T1" fmla="*/ 0 h 1542"/>
                <a:gd name="T2" fmla="*/ 0 w 1"/>
                <a:gd name="T3" fmla="*/ 96 h 1542"/>
                <a:gd name="T4" fmla="*/ 1 w 1"/>
                <a:gd name="T5" fmla="*/ 96 h 1542"/>
                <a:gd name="T6" fmla="*/ 0 60000 65536"/>
                <a:gd name="T7" fmla="*/ 0 60000 65536"/>
                <a:gd name="T8" fmla="*/ 0 60000 65536"/>
                <a:gd name="T9" fmla="*/ 0 w 1"/>
                <a:gd name="T10" fmla="*/ 0 h 1542"/>
                <a:gd name="T11" fmla="*/ 1 w 1"/>
                <a:gd name="T12" fmla="*/ 1542 h 15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542">
                  <a:moveTo>
                    <a:pt x="0" y="0"/>
                  </a:moveTo>
                  <a:lnTo>
                    <a:pt x="0" y="1542"/>
                  </a:lnTo>
                  <a:lnTo>
                    <a:pt x="1" y="154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68" name="Freeform 109"/>
            <p:cNvSpPr>
              <a:spLocks/>
            </p:cNvSpPr>
            <p:nvPr/>
          </p:nvSpPr>
          <p:spPr bwMode="auto">
            <a:xfrm>
              <a:off x="882" y="1503"/>
              <a:ext cx="256" cy="1"/>
            </a:xfrm>
            <a:custGeom>
              <a:avLst/>
              <a:gdLst>
                <a:gd name="T0" fmla="*/ 0 w 1023"/>
                <a:gd name="T1" fmla="*/ 0 h 1"/>
                <a:gd name="T2" fmla="*/ 64 w 1023"/>
                <a:gd name="T3" fmla="*/ 0 h 1"/>
                <a:gd name="T4" fmla="*/ 64 w 1023"/>
                <a:gd name="T5" fmla="*/ 0 h 1"/>
                <a:gd name="T6" fmla="*/ 0 60000 65536"/>
                <a:gd name="T7" fmla="*/ 0 60000 65536"/>
                <a:gd name="T8" fmla="*/ 0 60000 65536"/>
                <a:gd name="T9" fmla="*/ 0 w 1023"/>
                <a:gd name="T10" fmla="*/ 0 h 1"/>
                <a:gd name="T11" fmla="*/ 1023 w 102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23" h="1">
                  <a:moveTo>
                    <a:pt x="0" y="0"/>
                  </a:moveTo>
                  <a:lnTo>
                    <a:pt x="1022" y="0"/>
                  </a:lnTo>
                  <a:lnTo>
                    <a:pt x="102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69" name="Freeform 110"/>
            <p:cNvSpPr>
              <a:spLocks/>
            </p:cNvSpPr>
            <p:nvPr/>
          </p:nvSpPr>
          <p:spPr bwMode="auto">
            <a:xfrm>
              <a:off x="1241" y="1570"/>
              <a:ext cx="1" cy="18"/>
            </a:xfrm>
            <a:custGeom>
              <a:avLst/>
              <a:gdLst>
                <a:gd name="T0" fmla="*/ 0 w 1"/>
                <a:gd name="T1" fmla="*/ 0 h 71"/>
                <a:gd name="T2" fmla="*/ 0 w 1"/>
                <a:gd name="T3" fmla="*/ 5 h 71"/>
                <a:gd name="T4" fmla="*/ 1 w 1"/>
                <a:gd name="T5" fmla="*/ 5 h 71"/>
                <a:gd name="T6" fmla="*/ 0 60000 65536"/>
                <a:gd name="T7" fmla="*/ 0 60000 65536"/>
                <a:gd name="T8" fmla="*/ 0 60000 65536"/>
                <a:gd name="T9" fmla="*/ 0 w 1"/>
                <a:gd name="T10" fmla="*/ 0 h 71"/>
                <a:gd name="T11" fmla="*/ 1 w 1"/>
                <a:gd name="T12" fmla="*/ 71 h 7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1">
                  <a:moveTo>
                    <a:pt x="0" y="0"/>
                  </a:moveTo>
                  <a:lnTo>
                    <a:pt x="0" y="71"/>
                  </a:lnTo>
                  <a:lnTo>
                    <a:pt x="1" y="7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70" name="Freeform 111"/>
            <p:cNvSpPr>
              <a:spLocks/>
            </p:cNvSpPr>
            <p:nvPr/>
          </p:nvSpPr>
          <p:spPr bwMode="auto">
            <a:xfrm>
              <a:off x="1153" y="1766"/>
              <a:ext cx="23" cy="33"/>
            </a:xfrm>
            <a:custGeom>
              <a:avLst/>
              <a:gdLst>
                <a:gd name="T0" fmla="*/ 6 w 94"/>
                <a:gd name="T1" fmla="*/ 8 h 133"/>
                <a:gd name="T2" fmla="*/ 4 w 94"/>
                <a:gd name="T3" fmla="*/ 3 h 133"/>
                <a:gd name="T4" fmla="*/ 0 w 94"/>
                <a:gd name="T5" fmla="*/ 0 h 133"/>
                <a:gd name="T6" fmla="*/ 0 w 94"/>
                <a:gd name="T7" fmla="*/ 0 h 13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94"/>
                <a:gd name="T13" fmla="*/ 0 h 133"/>
                <a:gd name="T14" fmla="*/ 94 w 94"/>
                <a:gd name="T15" fmla="*/ 133 h 133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94" h="133">
                  <a:moveTo>
                    <a:pt x="94" y="133"/>
                  </a:moveTo>
                  <a:lnTo>
                    <a:pt x="68" y="51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71" name="Freeform 112"/>
            <p:cNvSpPr>
              <a:spLocks/>
            </p:cNvSpPr>
            <p:nvPr/>
          </p:nvSpPr>
          <p:spPr bwMode="auto">
            <a:xfrm>
              <a:off x="1308" y="1762"/>
              <a:ext cx="25" cy="50"/>
            </a:xfrm>
            <a:custGeom>
              <a:avLst/>
              <a:gdLst>
                <a:gd name="T0" fmla="*/ 25 w 25"/>
                <a:gd name="T1" fmla="*/ 0 h 50"/>
                <a:gd name="T2" fmla="*/ 9 w 25"/>
                <a:gd name="T3" fmla="*/ 13 h 50"/>
                <a:gd name="T4" fmla="*/ 0 w 25"/>
                <a:gd name="T5" fmla="*/ 50 h 50"/>
                <a:gd name="T6" fmla="*/ 0 60000 65536"/>
                <a:gd name="T7" fmla="*/ 0 60000 65536"/>
                <a:gd name="T8" fmla="*/ 0 60000 65536"/>
                <a:gd name="T9" fmla="*/ 0 w 25"/>
                <a:gd name="T10" fmla="*/ 0 h 50"/>
                <a:gd name="T11" fmla="*/ 25 w 25"/>
                <a:gd name="T12" fmla="*/ 50 h 5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" h="50">
                  <a:moveTo>
                    <a:pt x="25" y="0"/>
                  </a:moveTo>
                  <a:lnTo>
                    <a:pt x="9" y="13"/>
                  </a:lnTo>
                  <a:lnTo>
                    <a:pt x="0" y="5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72" name="Rectangle 113"/>
            <p:cNvSpPr>
              <a:spLocks noChangeArrowheads="1"/>
            </p:cNvSpPr>
            <p:nvPr/>
          </p:nvSpPr>
          <p:spPr bwMode="auto">
            <a:xfrm>
              <a:off x="1095" y="918"/>
              <a:ext cx="98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>
                  <a:latin typeface="宋体" pitchFamily="2" charset="-122"/>
                </a:rPr>
                <a:t>A</a:t>
              </a:r>
              <a:endParaRPr lang="en-US" altLang="zh-CN" sz="2400" b="1"/>
            </a:p>
          </p:txBody>
        </p:sp>
        <p:sp>
          <p:nvSpPr>
            <p:cNvPr id="9373" name="Freeform 114"/>
            <p:cNvSpPr>
              <a:spLocks/>
            </p:cNvSpPr>
            <p:nvPr/>
          </p:nvSpPr>
          <p:spPr bwMode="auto">
            <a:xfrm>
              <a:off x="1162" y="1503"/>
              <a:ext cx="13" cy="1"/>
            </a:xfrm>
            <a:custGeom>
              <a:avLst/>
              <a:gdLst>
                <a:gd name="T0" fmla="*/ 0 w 51"/>
                <a:gd name="T1" fmla="*/ 0 h 1"/>
                <a:gd name="T2" fmla="*/ 3 w 51"/>
                <a:gd name="T3" fmla="*/ 0 h 1"/>
                <a:gd name="T4" fmla="*/ 3 w 51"/>
                <a:gd name="T5" fmla="*/ 0 h 1"/>
                <a:gd name="T6" fmla="*/ 0 60000 65536"/>
                <a:gd name="T7" fmla="*/ 0 60000 65536"/>
                <a:gd name="T8" fmla="*/ 0 60000 65536"/>
                <a:gd name="T9" fmla="*/ 0 w 51"/>
                <a:gd name="T10" fmla="*/ 0 h 1"/>
                <a:gd name="T11" fmla="*/ 51 w 5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1" h="1">
                  <a:moveTo>
                    <a:pt x="0" y="0"/>
                  </a:moveTo>
                  <a:lnTo>
                    <a:pt x="50" y="0"/>
                  </a:lnTo>
                  <a:lnTo>
                    <a:pt x="5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74" name="Freeform 115"/>
            <p:cNvSpPr>
              <a:spLocks/>
            </p:cNvSpPr>
            <p:nvPr/>
          </p:nvSpPr>
          <p:spPr bwMode="auto">
            <a:xfrm>
              <a:off x="1241" y="1046"/>
              <a:ext cx="180" cy="1"/>
            </a:xfrm>
            <a:custGeom>
              <a:avLst/>
              <a:gdLst>
                <a:gd name="T0" fmla="*/ 0 w 719"/>
                <a:gd name="T1" fmla="*/ 0 h 1"/>
                <a:gd name="T2" fmla="*/ 45 w 719"/>
                <a:gd name="T3" fmla="*/ 0 h 1"/>
                <a:gd name="T4" fmla="*/ 45 w 719"/>
                <a:gd name="T5" fmla="*/ 0 h 1"/>
                <a:gd name="T6" fmla="*/ 0 60000 65536"/>
                <a:gd name="T7" fmla="*/ 0 60000 65536"/>
                <a:gd name="T8" fmla="*/ 0 60000 65536"/>
                <a:gd name="T9" fmla="*/ 0 w 719"/>
                <a:gd name="T10" fmla="*/ 0 h 1"/>
                <a:gd name="T11" fmla="*/ 719 w 71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19" h="1">
                  <a:moveTo>
                    <a:pt x="0" y="0"/>
                  </a:moveTo>
                  <a:lnTo>
                    <a:pt x="718" y="0"/>
                  </a:lnTo>
                  <a:lnTo>
                    <a:pt x="71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75" name="Freeform 116"/>
            <p:cNvSpPr>
              <a:spLocks/>
            </p:cNvSpPr>
            <p:nvPr/>
          </p:nvSpPr>
          <p:spPr bwMode="auto">
            <a:xfrm>
              <a:off x="1241" y="1046"/>
              <a:ext cx="1" cy="100"/>
            </a:xfrm>
            <a:custGeom>
              <a:avLst/>
              <a:gdLst>
                <a:gd name="T0" fmla="*/ 0 w 1"/>
                <a:gd name="T1" fmla="*/ 25 h 401"/>
                <a:gd name="T2" fmla="*/ 0 w 1"/>
                <a:gd name="T3" fmla="*/ 0 h 401"/>
                <a:gd name="T4" fmla="*/ 1 w 1"/>
                <a:gd name="T5" fmla="*/ 0 h 401"/>
                <a:gd name="T6" fmla="*/ 0 60000 65536"/>
                <a:gd name="T7" fmla="*/ 0 60000 65536"/>
                <a:gd name="T8" fmla="*/ 0 60000 65536"/>
                <a:gd name="T9" fmla="*/ 0 w 1"/>
                <a:gd name="T10" fmla="*/ 0 h 401"/>
                <a:gd name="T11" fmla="*/ 1 w 1"/>
                <a:gd name="T12" fmla="*/ 401 h 4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01">
                  <a:moveTo>
                    <a:pt x="0" y="40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76" name="Freeform 117"/>
            <p:cNvSpPr>
              <a:spLocks/>
            </p:cNvSpPr>
            <p:nvPr/>
          </p:nvSpPr>
          <p:spPr bwMode="auto">
            <a:xfrm>
              <a:off x="1952" y="1226"/>
              <a:ext cx="1" cy="555"/>
            </a:xfrm>
            <a:custGeom>
              <a:avLst/>
              <a:gdLst>
                <a:gd name="T0" fmla="*/ 0 w 1"/>
                <a:gd name="T1" fmla="*/ 0 h 2218"/>
                <a:gd name="T2" fmla="*/ 0 w 1"/>
                <a:gd name="T3" fmla="*/ 139 h 2218"/>
                <a:gd name="T4" fmla="*/ 1 w 1"/>
                <a:gd name="T5" fmla="*/ 139 h 2218"/>
                <a:gd name="T6" fmla="*/ 0 60000 65536"/>
                <a:gd name="T7" fmla="*/ 0 60000 65536"/>
                <a:gd name="T8" fmla="*/ 0 60000 65536"/>
                <a:gd name="T9" fmla="*/ 0 w 1"/>
                <a:gd name="T10" fmla="*/ 0 h 2218"/>
                <a:gd name="T11" fmla="*/ 1 w 1"/>
                <a:gd name="T12" fmla="*/ 2218 h 22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218">
                  <a:moveTo>
                    <a:pt x="0" y="0"/>
                  </a:moveTo>
                  <a:lnTo>
                    <a:pt x="0" y="2218"/>
                  </a:lnTo>
                  <a:lnTo>
                    <a:pt x="1" y="221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77" name="Freeform 118"/>
            <p:cNvSpPr>
              <a:spLocks/>
            </p:cNvSpPr>
            <p:nvPr/>
          </p:nvSpPr>
          <p:spPr bwMode="auto">
            <a:xfrm>
              <a:off x="1879" y="1503"/>
              <a:ext cx="249" cy="1"/>
            </a:xfrm>
            <a:custGeom>
              <a:avLst/>
              <a:gdLst>
                <a:gd name="T0" fmla="*/ 0 w 999"/>
                <a:gd name="T1" fmla="*/ 0 h 1"/>
                <a:gd name="T2" fmla="*/ 62 w 999"/>
                <a:gd name="T3" fmla="*/ 0 h 1"/>
                <a:gd name="T4" fmla="*/ 62 w 999"/>
                <a:gd name="T5" fmla="*/ 0 h 1"/>
                <a:gd name="T6" fmla="*/ 0 60000 65536"/>
                <a:gd name="T7" fmla="*/ 0 60000 65536"/>
                <a:gd name="T8" fmla="*/ 0 60000 65536"/>
                <a:gd name="T9" fmla="*/ 0 w 999"/>
                <a:gd name="T10" fmla="*/ 0 h 1"/>
                <a:gd name="T11" fmla="*/ 999 w 99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99" h="1">
                  <a:moveTo>
                    <a:pt x="0" y="0"/>
                  </a:moveTo>
                  <a:lnTo>
                    <a:pt x="998" y="0"/>
                  </a:lnTo>
                  <a:lnTo>
                    <a:pt x="99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78" name="Freeform 119"/>
            <p:cNvSpPr>
              <a:spLocks/>
            </p:cNvSpPr>
            <p:nvPr/>
          </p:nvSpPr>
          <p:spPr bwMode="auto">
            <a:xfrm>
              <a:off x="1952" y="1781"/>
              <a:ext cx="118" cy="1"/>
            </a:xfrm>
            <a:custGeom>
              <a:avLst/>
              <a:gdLst>
                <a:gd name="T0" fmla="*/ 0 w 472"/>
                <a:gd name="T1" fmla="*/ 0 h 1"/>
                <a:gd name="T2" fmla="*/ 30 w 472"/>
                <a:gd name="T3" fmla="*/ 0 h 1"/>
                <a:gd name="T4" fmla="*/ 30 w 472"/>
                <a:gd name="T5" fmla="*/ 0 h 1"/>
                <a:gd name="T6" fmla="*/ 0 60000 65536"/>
                <a:gd name="T7" fmla="*/ 0 60000 65536"/>
                <a:gd name="T8" fmla="*/ 0 60000 65536"/>
                <a:gd name="T9" fmla="*/ 0 w 472"/>
                <a:gd name="T10" fmla="*/ 0 h 1"/>
                <a:gd name="T11" fmla="*/ 472 w 47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72" h="1">
                  <a:moveTo>
                    <a:pt x="0" y="0"/>
                  </a:moveTo>
                  <a:lnTo>
                    <a:pt x="471" y="0"/>
                  </a:lnTo>
                  <a:lnTo>
                    <a:pt x="47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79" name="Freeform 120"/>
            <p:cNvSpPr>
              <a:spLocks/>
            </p:cNvSpPr>
            <p:nvPr/>
          </p:nvSpPr>
          <p:spPr bwMode="auto">
            <a:xfrm>
              <a:off x="2069" y="1781"/>
              <a:ext cx="35" cy="34"/>
            </a:xfrm>
            <a:custGeom>
              <a:avLst/>
              <a:gdLst>
                <a:gd name="T0" fmla="*/ 9 w 139"/>
                <a:gd name="T1" fmla="*/ 8 h 139"/>
                <a:gd name="T2" fmla="*/ 6 w 139"/>
                <a:gd name="T3" fmla="*/ 2 h 139"/>
                <a:gd name="T4" fmla="*/ 0 w 139"/>
                <a:gd name="T5" fmla="*/ 0 h 139"/>
                <a:gd name="T6" fmla="*/ 0 w 139"/>
                <a:gd name="T7" fmla="*/ 0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9"/>
                <a:gd name="T13" fmla="*/ 0 h 139"/>
                <a:gd name="T14" fmla="*/ 139 w 139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9" h="139">
                  <a:moveTo>
                    <a:pt x="139" y="139"/>
                  </a:moveTo>
                  <a:lnTo>
                    <a:pt x="98" y="42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80" name="Freeform 121"/>
            <p:cNvSpPr>
              <a:spLocks/>
            </p:cNvSpPr>
            <p:nvPr/>
          </p:nvSpPr>
          <p:spPr bwMode="auto">
            <a:xfrm>
              <a:off x="2232" y="1781"/>
              <a:ext cx="35" cy="34"/>
            </a:xfrm>
            <a:custGeom>
              <a:avLst/>
              <a:gdLst>
                <a:gd name="T0" fmla="*/ 9 w 141"/>
                <a:gd name="T1" fmla="*/ 0 h 139"/>
                <a:gd name="T2" fmla="*/ 2 w 141"/>
                <a:gd name="T3" fmla="*/ 2 h 139"/>
                <a:gd name="T4" fmla="*/ 0 w 141"/>
                <a:gd name="T5" fmla="*/ 8 h 139"/>
                <a:gd name="T6" fmla="*/ 0 w 141"/>
                <a:gd name="T7" fmla="*/ 8 h 13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1"/>
                <a:gd name="T13" fmla="*/ 0 h 139"/>
                <a:gd name="T14" fmla="*/ 141 w 141"/>
                <a:gd name="T15" fmla="*/ 139 h 13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1" h="139">
                  <a:moveTo>
                    <a:pt x="141" y="0"/>
                  </a:moveTo>
                  <a:lnTo>
                    <a:pt x="42" y="42"/>
                  </a:lnTo>
                  <a:lnTo>
                    <a:pt x="0" y="139"/>
                  </a:lnTo>
                  <a:lnTo>
                    <a:pt x="2" y="13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81" name="Freeform 122"/>
            <p:cNvSpPr>
              <a:spLocks/>
            </p:cNvSpPr>
            <p:nvPr/>
          </p:nvSpPr>
          <p:spPr bwMode="auto">
            <a:xfrm>
              <a:off x="2171" y="1503"/>
              <a:ext cx="25" cy="1"/>
            </a:xfrm>
            <a:custGeom>
              <a:avLst/>
              <a:gdLst>
                <a:gd name="T0" fmla="*/ 0 w 98"/>
                <a:gd name="T1" fmla="*/ 0 h 1"/>
                <a:gd name="T2" fmla="*/ 6 w 98"/>
                <a:gd name="T3" fmla="*/ 0 h 1"/>
                <a:gd name="T4" fmla="*/ 6 w 98"/>
                <a:gd name="T5" fmla="*/ 0 h 1"/>
                <a:gd name="T6" fmla="*/ 0 60000 65536"/>
                <a:gd name="T7" fmla="*/ 0 60000 65536"/>
                <a:gd name="T8" fmla="*/ 0 60000 65536"/>
                <a:gd name="T9" fmla="*/ 0 w 98"/>
                <a:gd name="T10" fmla="*/ 0 h 1"/>
                <a:gd name="T11" fmla="*/ 98 w 98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8" h="1">
                  <a:moveTo>
                    <a:pt x="0" y="0"/>
                  </a:moveTo>
                  <a:lnTo>
                    <a:pt x="97" y="0"/>
                  </a:lnTo>
                  <a:lnTo>
                    <a:pt x="9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82" name="Freeform 123"/>
            <p:cNvSpPr>
              <a:spLocks/>
            </p:cNvSpPr>
            <p:nvPr/>
          </p:nvSpPr>
          <p:spPr bwMode="auto">
            <a:xfrm>
              <a:off x="2512" y="2225"/>
              <a:ext cx="1" cy="121"/>
            </a:xfrm>
            <a:custGeom>
              <a:avLst/>
              <a:gdLst>
                <a:gd name="T0" fmla="*/ 0 w 1"/>
                <a:gd name="T1" fmla="*/ 0 h 483"/>
                <a:gd name="T2" fmla="*/ 0 w 1"/>
                <a:gd name="T3" fmla="*/ 30 h 483"/>
                <a:gd name="T4" fmla="*/ 1 w 1"/>
                <a:gd name="T5" fmla="*/ 30 h 483"/>
                <a:gd name="T6" fmla="*/ 0 60000 65536"/>
                <a:gd name="T7" fmla="*/ 0 60000 65536"/>
                <a:gd name="T8" fmla="*/ 0 60000 65536"/>
                <a:gd name="T9" fmla="*/ 0 w 1"/>
                <a:gd name="T10" fmla="*/ 0 h 483"/>
                <a:gd name="T11" fmla="*/ 1 w 1"/>
                <a:gd name="T12" fmla="*/ 483 h 48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83">
                  <a:moveTo>
                    <a:pt x="0" y="0"/>
                  </a:moveTo>
                  <a:lnTo>
                    <a:pt x="0" y="483"/>
                  </a:lnTo>
                  <a:lnTo>
                    <a:pt x="1" y="48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83" name="Freeform 124"/>
            <p:cNvSpPr>
              <a:spLocks/>
            </p:cNvSpPr>
            <p:nvPr/>
          </p:nvSpPr>
          <p:spPr bwMode="auto">
            <a:xfrm>
              <a:off x="2366" y="2225"/>
              <a:ext cx="1" cy="121"/>
            </a:xfrm>
            <a:custGeom>
              <a:avLst/>
              <a:gdLst>
                <a:gd name="T0" fmla="*/ 0 w 1"/>
                <a:gd name="T1" fmla="*/ 0 h 483"/>
                <a:gd name="T2" fmla="*/ 0 w 1"/>
                <a:gd name="T3" fmla="*/ 30 h 483"/>
                <a:gd name="T4" fmla="*/ 1 w 1"/>
                <a:gd name="T5" fmla="*/ 30 h 483"/>
                <a:gd name="T6" fmla="*/ 0 60000 65536"/>
                <a:gd name="T7" fmla="*/ 0 60000 65536"/>
                <a:gd name="T8" fmla="*/ 0 60000 65536"/>
                <a:gd name="T9" fmla="*/ 0 w 1"/>
                <a:gd name="T10" fmla="*/ 0 h 483"/>
                <a:gd name="T11" fmla="*/ 1 w 1"/>
                <a:gd name="T12" fmla="*/ 483 h 48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83">
                  <a:moveTo>
                    <a:pt x="0" y="0"/>
                  </a:moveTo>
                  <a:lnTo>
                    <a:pt x="0" y="483"/>
                  </a:lnTo>
                  <a:lnTo>
                    <a:pt x="1" y="48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84" name="Freeform 125"/>
            <p:cNvSpPr>
              <a:spLocks/>
            </p:cNvSpPr>
            <p:nvPr/>
          </p:nvSpPr>
          <p:spPr bwMode="auto">
            <a:xfrm>
              <a:off x="2439" y="2178"/>
              <a:ext cx="1" cy="232"/>
            </a:xfrm>
            <a:custGeom>
              <a:avLst/>
              <a:gdLst>
                <a:gd name="T0" fmla="*/ 0 w 1"/>
                <a:gd name="T1" fmla="*/ 0 h 925"/>
                <a:gd name="T2" fmla="*/ 0 w 1"/>
                <a:gd name="T3" fmla="*/ 58 h 925"/>
                <a:gd name="T4" fmla="*/ 1 w 1"/>
                <a:gd name="T5" fmla="*/ 58 h 925"/>
                <a:gd name="T6" fmla="*/ 0 60000 65536"/>
                <a:gd name="T7" fmla="*/ 0 60000 65536"/>
                <a:gd name="T8" fmla="*/ 0 60000 65536"/>
                <a:gd name="T9" fmla="*/ 0 w 1"/>
                <a:gd name="T10" fmla="*/ 0 h 925"/>
                <a:gd name="T11" fmla="*/ 1 w 1"/>
                <a:gd name="T12" fmla="*/ 925 h 92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925">
                  <a:moveTo>
                    <a:pt x="0" y="0"/>
                  </a:moveTo>
                  <a:lnTo>
                    <a:pt x="0" y="925"/>
                  </a:lnTo>
                  <a:lnTo>
                    <a:pt x="1" y="92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85" name="Freeform 126"/>
            <p:cNvSpPr>
              <a:spLocks/>
            </p:cNvSpPr>
            <p:nvPr/>
          </p:nvSpPr>
          <p:spPr bwMode="auto">
            <a:xfrm>
              <a:off x="2654" y="2260"/>
              <a:ext cx="1" cy="86"/>
            </a:xfrm>
            <a:custGeom>
              <a:avLst/>
              <a:gdLst>
                <a:gd name="T0" fmla="*/ 0 w 1"/>
                <a:gd name="T1" fmla="*/ 0 h 343"/>
                <a:gd name="T2" fmla="*/ 0 w 1"/>
                <a:gd name="T3" fmla="*/ 22 h 343"/>
                <a:gd name="T4" fmla="*/ 1 w 1"/>
                <a:gd name="T5" fmla="*/ 22 h 343"/>
                <a:gd name="T6" fmla="*/ 0 60000 65536"/>
                <a:gd name="T7" fmla="*/ 0 60000 65536"/>
                <a:gd name="T8" fmla="*/ 0 60000 65536"/>
                <a:gd name="T9" fmla="*/ 0 w 1"/>
                <a:gd name="T10" fmla="*/ 0 h 343"/>
                <a:gd name="T11" fmla="*/ 1 w 1"/>
                <a:gd name="T12" fmla="*/ 343 h 3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43">
                  <a:moveTo>
                    <a:pt x="0" y="0"/>
                  </a:moveTo>
                  <a:lnTo>
                    <a:pt x="0" y="343"/>
                  </a:lnTo>
                  <a:lnTo>
                    <a:pt x="1" y="34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86" name="Freeform 127"/>
            <p:cNvSpPr>
              <a:spLocks/>
            </p:cNvSpPr>
            <p:nvPr/>
          </p:nvSpPr>
          <p:spPr bwMode="auto">
            <a:xfrm>
              <a:off x="2623" y="2225"/>
              <a:ext cx="35" cy="35"/>
            </a:xfrm>
            <a:custGeom>
              <a:avLst/>
              <a:gdLst>
                <a:gd name="T0" fmla="*/ 9 w 140"/>
                <a:gd name="T1" fmla="*/ 9 h 140"/>
                <a:gd name="T2" fmla="*/ 6 w 140"/>
                <a:gd name="T3" fmla="*/ 3 h 140"/>
                <a:gd name="T4" fmla="*/ 0 w 140"/>
                <a:gd name="T5" fmla="*/ 0 h 140"/>
                <a:gd name="T6" fmla="*/ 0 w 140"/>
                <a:gd name="T7" fmla="*/ 0 h 14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0"/>
                <a:gd name="T13" fmla="*/ 0 h 140"/>
                <a:gd name="T14" fmla="*/ 140 w 140"/>
                <a:gd name="T15" fmla="*/ 140 h 14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0" h="140">
                  <a:moveTo>
                    <a:pt x="140" y="140"/>
                  </a:moveTo>
                  <a:lnTo>
                    <a:pt x="98" y="41"/>
                  </a:ln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87" name="Freeform 128"/>
            <p:cNvSpPr>
              <a:spLocks/>
            </p:cNvSpPr>
            <p:nvPr/>
          </p:nvSpPr>
          <p:spPr bwMode="auto">
            <a:xfrm>
              <a:off x="2412" y="1896"/>
              <a:ext cx="102" cy="145"/>
            </a:xfrm>
            <a:custGeom>
              <a:avLst/>
              <a:gdLst>
                <a:gd name="T0" fmla="*/ 0 w 102"/>
                <a:gd name="T1" fmla="*/ 0 h 145"/>
                <a:gd name="T2" fmla="*/ 102 w 102"/>
                <a:gd name="T3" fmla="*/ 145 h 145"/>
                <a:gd name="T4" fmla="*/ 102 w 102"/>
                <a:gd name="T5" fmla="*/ 145 h 145"/>
                <a:gd name="T6" fmla="*/ 0 60000 65536"/>
                <a:gd name="T7" fmla="*/ 0 60000 65536"/>
                <a:gd name="T8" fmla="*/ 0 60000 65536"/>
                <a:gd name="T9" fmla="*/ 0 w 102"/>
                <a:gd name="T10" fmla="*/ 0 h 145"/>
                <a:gd name="T11" fmla="*/ 102 w 102"/>
                <a:gd name="T12" fmla="*/ 145 h 1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2" h="145">
                  <a:moveTo>
                    <a:pt x="0" y="0"/>
                  </a:moveTo>
                  <a:lnTo>
                    <a:pt x="102" y="14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88" name="Freeform 129"/>
            <p:cNvSpPr>
              <a:spLocks/>
            </p:cNvSpPr>
            <p:nvPr/>
          </p:nvSpPr>
          <p:spPr bwMode="auto">
            <a:xfrm>
              <a:off x="2494" y="1226"/>
              <a:ext cx="1" cy="555"/>
            </a:xfrm>
            <a:custGeom>
              <a:avLst/>
              <a:gdLst>
                <a:gd name="T0" fmla="*/ 0 w 2"/>
                <a:gd name="T1" fmla="*/ 0 h 2218"/>
                <a:gd name="T2" fmla="*/ 0 w 2"/>
                <a:gd name="T3" fmla="*/ 139 h 2218"/>
                <a:gd name="T4" fmla="*/ 1 w 2"/>
                <a:gd name="T5" fmla="*/ 139 h 2218"/>
                <a:gd name="T6" fmla="*/ 0 60000 65536"/>
                <a:gd name="T7" fmla="*/ 0 60000 65536"/>
                <a:gd name="T8" fmla="*/ 0 60000 65536"/>
                <a:gd name="T9" fmla="*/ 0 w 2"/>
                <a:gd name="T10" fmla="*/ 0 h 2218"/>
                <a:gd name="T11" fmla="*/ 2 w 2"/>
                <a:gd name="T12" fmla="*/ 2218 h 22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2218">
                  <a:moveTo>
                    <a:pt x="0" y="0"/>
                  </a:moveTo>
                  <a:lnTo>
                    <a:pt x="0" y="2218"/>
                  </a:lnTo>
                  <a:lnTo>
                    <a:pt x="2" y="221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89" name="Freeform 130"/>
            <p:cNvSpPr>
              <a:spLocks/>
            </p:cNvSpPr>
            <p:nvPr/>
          </p:nvSpPr>
          <p:spPr bwMode="auto">
            <a:xfrm>
              <a:off x="2232" y="2207"/>
              <a:ext cx="18" cy="18"/>
            </a:xfrm>
            <a:custGeom>
              <a:avLst/>
              <a:gdLst>
                <a:gd name="T0" fmla="*/ 0 w 72"/>
                <a:gd name="T1" fmla="*/ 0 h 70"/>
                <a:gd name="T2" fmla="*/ 1 w 72"/>
                <a:gd name="T3" fmla="*/ 3 h 70"/>
                <a:gd name="T4" fmla="*/ 5 w 72"/>
                <a:gd name="T5" fmla="*/ 5 h 70"/>
                <a:gd name="T6" fmla="*/ 5 w 72"/>
                <a:gd name="T7" fmla="*/ 5 h 7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2"/>
                <a:gd name="T13" fmla="*/ 0 h 70"/>
                <a:gd name="T14" fmla="*/ 72 w 72"/>
                <a:gd name="T15" fmla="*/ 70 h 7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2" h="70">
                  <a:moveTo>
                    <a:pt x="0" y="0"/>
                  </a:moveTo>
                  <a:lnTo>
                    <a:pt x="21" y="49"/>
                  </a:lnTo>
                  <a:lnTo>
                    <a:pt x="71" y="70"/>
                  </a:lnTo>
                  <a:lnTo>
                    <a:pt x="72" y="7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90" name="Line 131"/>
            <p:cNvSpPr>
              <a:spLocks noChangeShapeType="1"/>
            </p:cNvSpPr>
            <p:nvPr/>
          </p:nvSpPr>
          <p:spPr bwMode="auto">
            <a:xfrm>
              <a:off x="1176" y="2116"/>
              <a:ext cx="0" cy="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2820" name="Text Box 132"/>
          <p:cNvSpPr txBox="1">
            <a:spLocks noChangeArrowheads="1"/>
          </p:cNvSpPr>
          <p:nvPr/>
        </p:nvSpPr>
        <p:spPr bwMode="auto">
          <a:xfrm>
            <a:off x="855663" y="3219450"/>
            <a:ext cx="11191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错误</a:t>
            </a:r>
          </a:p>
        </p:txBody>
      </p:sp>
      <p:sp>
        <p:nvSpPr>
          <p:cNvPr id="242822" name="Line 134"/>
          <p:cNvSpPr>
            <a:spLocks noChangeShapeType="1"/>
          </p:cNvSpPr>
          <p:nvPr/>
        </p:nvSpPr>
        <p:spPr bwMode="auto">
          <a:xfrm>
            <a:off x="8437563" y="2016125"/>
            <a:ext cx="0" cy="207963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2823" name="Oval 135"/>
          <p:cNvSpPr>
            <a:spLocks noChangeArrowheads="1"/>
          </p:cNvSpPr>
          <p:nvPr/>
        </p:nvSpPr>
        <p:spPr bwMode="auto">
          <a:xfrm>
            <a:off x="6132513" y="1150938"/>
            <a:ext cx="879475" cy="871537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242824" name="Oval 136"/>
          <p:cNvSpPr>
            <a:spLocks noChangeArrowheads="1"/>
          </p:cNvSpPr>
          <p:nvPr/>
        </p:nvSpPr>
        <p:spPr bwMode="auto">
          <a:xfrm>
            <a:off x="6335713" y="1350963"/>
            <a:ext cx="465137" cy="473075"/>
          </a:xfrm>
          <a:prstGeom prst="ellips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242825" name="Line 137"/>
          <p:cNvSpPr>
            <a:spLocks noChangeShapeType="1"/>
          </p:cNvSpPr>
          <p:nvPr/>
        </p:nvSpPr>
        <p:spPr bwMode="auto">
          <a:xfrm>
            <a:off x="5614988" y="2736850"/>
            <a:ext cx="191452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2826" name="Rectangle 138"/>
          <p:cNvSpPr>
            <a:spLocks noChangeArrowheads="1"/>
          </p:cNvSpPr>
          <p:nvPr/>
        </p:nvSpPr>
        <p:spPr bwMode="auto">
          <a:xfrm>
            <a:off x="7826375" y="677863"/>
            <a:ext cx="614363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i="1">
                <a:latin typeface="宋体" pitchFamily="2" charset="-122"/>
              </a:rPr>
              <a:t>A</a:t>
            </a:r>
            <a:r>
              <a:rPr lang="zh-CN" altLang="en-US" sz="2400" b="1">
                <a:latin typeface="宋体" pitchFamily="2" charset="-122"/>
              </a:rPr>
              <a:t>－</a:t>
            </a:r>
            <a:r>
              <a:rPr lang="en-US" altLang="zh-CN" sz="2400" b="1" i="1">
                <a:latin typeface="宋体" pitchFamily="2" charset="-122"/>
              </a:rPr>
              <a:t>A</a:t>
            </a:r>
            <a:endParaRPr lang="en-US" altLang="zh-CN" sz="2400" b="1"/>
          </a:p>
        </p:txBody>
      </p:sp>
      <p:sp>
        <p:nvSpPr>
          <p:cNvPr id="242827" name="Freeform 139"/>
          <p:cNvSpPr>
            <a:spLocks/>
          </p:cNvSpPr>
          <p:nvPr/>
        </p:nvSpPr>
        <p:spPr bwMode="auto">
          <a:xfrm>
            <a:off x="5553075" y="2927350"/>
            <a:ext cx="2039938" cy="9525"/>
          </a:xfrm>
          <a:custGeom>
            <a:avLst/>
            <a:gdLst>
              <a:gd name="T0" fmla="*/ 0 w 1285"/>
              <a:gd name="T1" fmla="*/ 0 h 6"/>
              <a:gd name="T2" fmla="*/ 2147483647 w 1285"/>
              <a:gd name="T3" fmla="*/ 15120938 h 6"/>
              <a:gd name="T4" fmla="*/ 0 60000 65536"/>
              <a:gd name="T5" fmla="*/ 0 60000 65536"/>
              <a:gd name="T6" fmla="*/ 0 w 1285"/>
              <a:gd name="T7" fmla="*/ 0 h 6"/>
              <a:gd name="T8" fmla="*/ 1285 w 1285"/>
              <a:gd name="T9" fmla="*/ 6 h 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285" h="6">
                <a:moveTo>
                  <a:pt x="0" y="0"/>
                </a:moveTo>
                <a:lnTo>
                  <a:pt x="1285" y="6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28" name="Freeform 140"/>
          <p:cNvSpPr>
            <a:spLocks/>
          </p:cNvSpPr>
          <p:nvPr/>
        </p:nvSpPr>
        <p:spPr bwMode="auto">
          <a:xfrm>
            <a:off x="5564188" y="1409700"/>
            <a:ext cx="608012" cy="1358900"/>
          </a:xfrm>
          <a:custGeom>
            <a:avLst/>
            <a:gdLst>
              <a:gd name="T0" fmla="*/ 0 w 1529"/>
              <a:gd name="T1" fmla="*/ 539628641 h 3422"/>
              <a:gd name="T2" fmla="*/ 241619754 w 1529"/>
              <a:gd name="T3" fmla="*/ 0 h 3422"/>
              <a:gd name="T4" fmla="*/ 241778020 w 1529"/>
              <a:gd name="T5" fmla="*/ 0 h 3422"/>
              <a:gd name="T6" fmla="*/ 0 60000 65536"/>
              <a:gd name="T7" fmla="*/ 0 60000 65536"/>
              <a:gd name="T8" fmla="*/ 0 60000 65536"/>
              <a:gd name="T9" fmla="*/ 0 w 1529"/>
              <a:gd name="T10" fmla="*/ 0 h 3422"/>
              <a:gd name="T11" fmla="*/ 1529 w 1529"/>
              <a:gd name="T12" fmla="*/ 3422 h 342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29" h="3422">
                <a:moveTo>
                  <a:pt x="0" y="3422"/>
                </a:moveTo>
                <a:lnTo>
                  <a:pt x="1528" y="0"/>
                </a:lnTo>
                <a:lnTo>
                  <a:pt x="1529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29" name="Freeform 141"/>
          <p:cNvSpPr>
            <a:spLocks/>
          </p:cNvSpPr>
          <p:nvPr/>
        </p:nvSpPr>
        <p:spPr bwMode="auto">
          <a:xfrm>
            <a:off x="5559425" y="2790825"/>
            <a:ext cx="1588" cy="136525"/>
          </a:xfrm>
          <a:custGeom>
            <a:avLst/>
            <a:gdLst>
              <a:gd name="T0" fmla="*/ 0 w 2"/>
              <a:gd name="T1" fmla="*/ 0 h 343"/>
              <a:gd name="T2" fmla="*/ 0 w 2"/>
              <a:gd name="T3" fmla="*/ 54341328 h 343"/>
              <a:gd name="T4" fmla="*/ 1260872 w 2"/>
              <a:gd name="T5" fmla="*/ 54341328 h 343"/>
              <a:gd name="T6" fmla="*/ 0 60000 65536"/>
              <a:gd name="T7" fmla="*/ 0 60000 65536"/>
              <a:gd name="T8" fmla="*/ 0 60000 65536"/>
              <a:gd name="T9" fmla="*/ 0 w 2"/>
              <a:gd name="T10" fmla="*/ 0 h 343"/>
              <a:gd name="T11" fmla="*/ 2 w 2"/>
              <a:gd name="T12" fmla="*/ 343 h 34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" h="343">
                <a:moveTo>
                  <a:pt x="0" y="0"/>
                </a:moveTo>
                <a:lnTo>
                  <a:pt x="0" y="343"/>
                </a:lnTo>
                <a:lnTo>
                  <a:pt x="2" y="343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30" name="Freeform 142"/>
          <p:cNvSpPr>
            <a:spLocks/>
          </p:cNvSpPr>
          <p:nvPr/>
        </p:nvSpPr>
        <p:spPr bwMode="auto">
          <a:xfrm>
            <a:off x="5559425" y="2735263"/>
            <a:ext cx="55563" cy="55562"/>
          </a:xfrm>
          <a:custGeom>
            <a:avLst/>
            <a:gdLst>
              <a:gd name="T0" fmla="*/ 21895369 w 141"/>
              <a:gd name="T1" fmla="*/ 0 h 140"/>
              <a:gd name="T2" fmla="*/ 6522150 w 141"/>
              <a:gd name="T3" fmla="*/ 6457892 h 140"/>
              <a:gd name="T4" fmla="*/ 0 w 141"/>
              <a:gd name="T5" fmla="*/ 22050970 h 140"/>
              <a:gd name="T6" fmla="*/ 310522 w 141"/>
              <a:gd name="T7" fmla="*/ 22050970 h 140"/>
              <a:gd name="T8" fmla="*/ 0 60000 65536"/>
              <a:gd name="T9" fmla="*/ 0 60000 65536"/>
              <a:gd name="T10" fmla="*/ 0 60000 65536"/>
              <a:gd name="T11" fmla="*/ 0 60000 65536"/>
              <a:gd name="T12" fmla="*/ 0 w 141"/>
              <a:gd name="T13" fmla="*/ 0 h 140"/>
              <a:gd name="T14" fmla="*/ 141 w 141"/>
              <a:gd name="T15" fmla="*/ 140 h 1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1" h="140">
                <a:moveTo>
                  <a:pt x="141" y="0"/>
                </a:moveTo>
                <a:lnTo>
                  <a:pt x="42" y="41"/>
                </a:lnTo>
                <a:lnTo>
                  <a:pt x="0" y="140"/>
                </a:lnTo>
                <a:lnTo>
                  <a:pt x="2" y="14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31" name="Freeform 143"/>
          <p:cNvSpPr>
            <a:spLocks/>
          </p:cNvSpPr>
          <p:nvPr/>
        </p:nvSpPr>
        <p:spPr bwMode="auto">
          <a:xfrm>
            <a:off x="7942263" y="2854325"/>
            <a:ext cx="71437" cy="73025"/>
          </a:xfrm>
          <a:custGeom>
            <a:avLst/>
            <a:gdLst>
              <a:gd name="T0" fmla="*/ 28351361 w 180"/>
              <a:gd name="T1" fmla="*/ 29300278 h 182"/>
              <a:gd name="T2" fmla="*/ 0 w 180"/>
              <a:gd name="T3" fmla="*/ 0 h 182"/>
              <a:gd name="T4" fmla="*/ 157558 w 180"/>
              <a:gd name="T5" fmla="*/ 0 h 182"/>
              <a:gd name="T6" fmla="*/ 0 60000 65536"/>
              <a:gd name="T7" fmla="*/ 0 60000 65536"/>
              <a:gd name="T8" fmla="*/ 0 60000 65536"/>
              <a:gd name="T9" fmla="*/ 0 w 180"/>
              <a:gd name="T10" fmla="*/ 0 h 182"/>
              <a:gd name="T11" fmla="*/ 180 w 180"/>
              <a:gd name="T12" fmla="*/ 182 h 18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0" h="182">
                <a:moveTo>
                  <a:pt x="180" y="182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32" name="Freeform 144"/>
          <p:cNvSpPr>
            <a:spLocks/>
          </p:cNvSpPr>
          <p:nvPr/>
        </p:nvSpPr>
        <p:spPr bwMode="auto">
          <a:xfrm>
            <a:off x="7942263" y="2655888"/>
            <a:ext cx="271462" cy="271462"/>
          </a:xfrm>
          <a:custGeom>
            <a:avLst/>
            <a:gdLst>
              <a:gd name="T0" fmla="*/ 108052225 w 682"/>
              <a:gd name="T1" fmla="*/ 107894023 h 683"/>
              <a:gd name="T2" fmla="*/ 0 w 682"/>
              <a:gd name="T3" fmla="*/ 0 h 683"/>
              <a:gd name="T4" fmla="*/ 158419 w 682"/>
              <a:gd name="T5" fmla="*/ 0 h 683"/>
              <a:gd name="T6" fmla="*/ 0 60000 65536"/>
              <a:gd name="T7" fmla="*/ 0 60000 65536"/>
              <a:gd name="T8" fmla="*/ 0 60000 65536"/>
              <a:gd name="T9" fmla="*/ 0 w 682"/>
              <a:gd name="T10" fmla="*/ 0 h 683"/>
              <a:gd name="T11" fmla="*/ 682 w 682"/>
              <a:gd name="T12" fmla="*/ 683 h 68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682" h="683">
                <a:moveTo>
                  <a:pt x="682" y="683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33" name="Freeform 145"/>
          <p:cNvSpPr>
            <a:spLocks/>
          </p:cNvSpPr>
          <p:nvPr/>
        </p:nvSpPr>
        <p:spPr bwMode="auto">
          <a:xfrm>
            <a:off x="8220075" y="2735263"/>
            <a:ext cx="138113" cy="138112"/>
          </a:xfrm>
          <a:custGeom>
            <a:avLst/>
            <a:gdLst>
              <a:gd name="T0" fmla="*/ 54971760 w 347"/>
              <a:gd name="T1" fmla="*/ 54813002 h 348"/>
              <a:gd name="T2" fmla="*/ 0 w 347"/>
              <a:gd name="T3" fmla="*/ 0 h 348"/>
              <a:gd name="T4" fmla="*/ 158412 w 347"/>
              <a:gd name="T5" fmla="*/ 0 h 348"/>
              <a:gd name="T6" fmla="*/ 0 60000 65536"/>
              <a:gd name="T7" fmla="*/ 0 60000 65536"/>
              <a:gd name="T8" fmla="*/ 0 60000 65536"/>
              <a:gd name="T9" fmla="*/ 0 w 347"/>
              <a:gd name="T10" fmla="*/ 0 h 348"/>
              <a:gd name="T11" fmla="*/ 347 w 347"/>
              <a:gd name="T12" fmla="*/ 348 h 3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7" h="348">
                <a:moveTo>
                  <a:pt x="347" y="348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34" name="Freeform 146"/>
          <p:cNvSpPr>
            <a:spLocks/>
          </p:cNvSpPr>
          <p:nvPr/>
        </p:nvSpPr>
        <p:spPr bwMode="auto">
          <a:xfrm>
            <a:off x="7942263" y="2457450"/>
            <a:ext cx="203200" cy="203200"/>
          </a:xfrm>
          <a:custGeom>
            <a:avLst/>
            <a:gdLst>
              <a:gd name="T0" fmla="*/ 80961255 w 510"/>
              <a:gd name="T1" fmla="*/ 80487797 h 513"/>
              <a:gd name="T2" fmla="*/ 0 w 510"/>
              <a:gd name="T3" fmla="*/ 0 h 513"/>
              <a:gd name="T4" fmla="*/ 158576 w 510"/>
              <a:gd name="T5" fmla="*/ 0 h 513"/>
              <a:gd name="T6" fmla="*/ 0 60000 65536"/>
              <a:gd name="T7" fmla="*/ 0 60000 65536"/>
              <a:gd name="T8" fmla="*/ 0 60000 65536"/>
              <a:gd name="T9" fmla="*/ 0 w 510"/>
              <a:gd name="T10" fmla="*/ 0 h 513"/>
              <a:gd name="T11" fmla="*/ 510 w 510"/>
              <a:gd name="T12" fmla="*/ 513 h 5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10" h="513">
                <a:moveTo>
                  <a:pt x="510" y="513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35" name="Freeform 147"/>
          <p:cNvSpPr>
            <a:spLocks/>
          </p:cNvSpPr>
          <p:nvPr/>
        </p:nvSpPr>
        <p:spPr bwMode="auto">
          <a:xfrm>
            <a:off x="7700963" y="2016125"/>
            <a:ext cx="12700" cy="14288"/>
          </a:xfrm>
          <a:custGeom>
            <a:avLst/>
            <a:gdLst>
              <a:gd name="T0" fmla="*/ 4608286 w 35"/>
              <a:gd name="T1" fmla="*/ 6186271 h 33"/>
              <a:gd name="T2" fmla="*/ 0 w 35"/>
              <a:gd name="T3" fmla="*/ 0 h 33"/>
              <a:gd name="T4" fmla="*/ 131717 w 35"/>
              <a:gd name="T5" fmla="*/ 0 h 33"/>
              <a:gd name="T6" fmla="*/ 0 60000 65536"/>
              <a:gd name="T7" fmla="*/ 0 60000 65536"/>
              <a:gd name="T8" fmla="*/ 0 60000 65536"/>
              <a:gd name="T9" fmla="*/ 0 w 35"/>
              <a:gd name="T10" fmla="*/ 0 h 33"/>
              <a:gd name="T11" fmla="*/ 35 w 35"/>
              <a:gd name="T12" fmla="*/ 33 h 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5" h="33">
                <a:moveTo>
                  <a:pt x="35" y="33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0">
            <a:solidFill>
              <a:srgbClr val="0000FF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36" name="Freeform 148"/>
          <p:cNvSpPr>
            <a:spLocks/>
          </p:cNvSpPr>
          <p:nvPr/>
        </p:nvSpPr>
        <p:spPr bwMode="auto">
          <a:xfrm>
            <a:off x="7942263" y="2257425"/>
            <a:ext cx="203200" cy="204788"/>
          </a:xfrm>
          <a:custGeom>
            <a:avLst/>
            <a:gdLst>
              <a:gd name="T0" fmla="*/ 80961255 w 510"/>
              <a:gd name="T1" fmla="*/ 81750731 h 513"/>
              <a:gd name="T2" fmla="*/ 0 w 510"/>
              <a:gd name="T3" fmla="*/ 0 h 513"/>
              <a:gd name="T4" fmla="*/ 158576 w 510"/>
              <a:gd name="T5" fmla="*/ 0 h 513"/>
              <a:gd name="T6" fmla="*/ 0 60000 65536"/>
              <a:gd name="T7" fmla="*/ 0 60000 65536"/>
              <a:gd name="T8" fmla="*/ 0 60000 65536"/>
              <a:gd name="T9" fmla="*/ 0 w 510"/>
              <a:gd name="T10" fmla="*/ 0 h 513"/>
              <a:gd name="T11" fmla="*/ 510 w 510"/>
              <a:gd name="T12" fmla="*/ 513 h 51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10" h="513">
                <a:moveTo>
                  <a:pt x="510" y="513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37" name="Freeform 149"/>
          <p:cNvSpPr>
            <a:spLocks/>
          </p:cNvSpPr>
          <p:nvPr/>
        </p:nvSpPr>
        <p:spPr bwMode="auto">
          <a:xfrm>
            <a:off x="8618538" y="2735263"/>
            <a:ext cx="190500" cy="192087"/>
          </a:xfrm>
          <a:custGeom>
            <a:avLst/>
            <a:gdLst>
              <a:gd name="T0" fmla="*/ 75290975 w 482"/>
              <a:gd name="T1" fmla="*/ 76392165 h 483"/>
              <a:gd name="T2" fmla="*/ 0 w 482"/>
              <a:gd name="T3" fmla="*/ 0 h 483"/>
              <a:gd name="T4" fmla="*/ 312230 w 482"/>
              <a:gd name="T5" fmla="*/ 0 h 483"/>
              <a:gd name="T6" fmla="*/ 0 60000 65536"/>
              <a:gd name="T7" fmla="*/ 0 60000 65536"/>
              <a:gd name="T8" fmla="*/ 0 60000 65536"/>
              <a:gd name="T9" fmla="*/ 0 w 482"/>
              <a:gd name="T10" fmla="*/ 0 h 483"/>
              <a:gd name="T11" fmla="*/ 482 w 482"/>
              <a:gd name="T12" fmla="*/ 483 h 48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82" h="483">
                <a:moveTo>
                  <a:pt x="482" y="483"/>
                </a:moveTo>
                <a:lnTo>
                  <a:pt x="0" y="0"/>
                </a:lnTo>
                <a:lnTo>
                  <a:pt x="2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38" name="Freeform 150"/>
          <p:cNvSpPr>
            <a:spLocks/>
          </p:cNvSpPr>
          <p:nvPr/>
        </p:nvSpPr>
        <p:spPr bwMode="auto">
          <a:xfrm>
            <a:off x="7713663" y="1830388"/>
            <a:ext cx="431800" cy="431800"/>
          </a:xfrm>
          <a:custGeom>
            <a:avLst/>
            <a:gdLst>
              <a:gd name="T0" fmla="*/ 171213260 w 1089"/>
              <a:gd name="T1" fmla="*/ 170899395 h 1091"/>
              <a:gd name="T2" fmla="*/ 0 w 1089"/>
              <a:gd name="T3" fmla="*/ 0 h 1091"/>
              <a:gd name="T4" fmla="*/ 157415 w 1089"/>
              <a:gd name="T5" fmla="*/ 0 h 1091"/>
              <a:gd name="T6" fmla="*/ 0 60000 65536"/>
              <a:gd name="T7" fmla="*/ 0 60000 65536"/>
              <a:gd name="T8" fmla="*/ 0 60000 65536"/>
              <a:gd name="T9" fmla="*/ 0 w 1089"/>
              <a:gd name="T10" fmla="*/ 0 h 1091"/>
              <a:gd name="T11" fmla="*/ 1089 w 1089"/>
              <a:gd name="T12" fmla="*/ 1091 h 109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89" h="1091">
                <a:moveTo>
                  <a:pt x="1089" y="1091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39" name="Freeform 151"/>
          <p:cNvSpPr>
            <a:spLocks/>
          </p:cNvSpPr>
          <p:nvPr/>
        </p:nvSpPr>
        <p:spPr bwMode="auto">
          <a:xfrm>
            <a:off x="7912100" y="1830388"/>
            <a:ext cx="236538" cy="236537"/>
          </a:xfrm>
          <a:custGeom>
            <a:avLst/>
            <a:gdLst>
              <a:gd name="T0" fmla="*/ 93718971 w 597"/>
              <a:gd name="T1" fmla="*/ 93718178 h 597"/>
              <a:gd name="T2" fmla="*/ 0 w 597"/>
              <a:gd name="T3" fmla="*/ 0 h 597"/>
              <a:gd name="T4" fmla="*/ 313799 w 597"/>
              <a:gd name="T5" fmla="*/ 0 h 597"/>
              <a:gd name="T6" fmla="*/ 0 60000 65536"/>
              <a:gd name="T7" fmla="*/ 0 60000 65536"/>
              <a:gd name="T8" fmla="*/ 0 60000 65536"/>
              <a:gd name="T9" fmla="*/ 0 w 597"/>
              <a:gd name="T10" fmla="*/ 0 h 597"/>
              <a:gd name="T11" fmla="*/ 597 w 597"/>
              <a:gd name="T12" fmla="*/ 597 h 59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97" h="597">
                <a:moveTo>
                  <a:pt x="597" y="597"/>
                </a:moveTo>
                <a:lnTo>
                  <a:pt x="0" y="0"/>
                </a:lnTo>
                <a:lnTo>
                  <a:pt x="2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40" name="Freeform 152"/>
          <p:cNvSpPr>
            <a:spLocks/>
          </p:cNvSpPr>
          <p:nvPr/>
        </p:nvSpPr>
        <p:spPr bwMode="auto">
          <a:xfrm>
            <a:off x="8110538" y="1830388"/>
            <a:ext cx="200025" cy="200025"/>
          </a:xfrm>
          <a:custGeom>
            <a:avLst/>
            <a:gdLst>
              <a:gd name="T0" fmla="*/ 79384922 w 504"/>
              <a:gd name="T1" fmla="*/ 79384922 h 504"/>
              <a:gd name="T2" fmla="*/ 0 w 504"/>
              <a:gd name="T3" fmla="*/ 0 h 504"/>
              <a:gd name="T4" fmla="*/ 157559 w 504"/>
              <a:gd name="T5" fmla="*/ 0 h 504"/>
              <a:gd name="T6" fmla="*/ 0 60000 65536"/>
              <a:gd name="T7" fmla="*/ 0 60000 65536"/>
              <a:gd name="T8" fmla="*/ 0 60000 65536"/>
              <a:gd name="T9" fmla="*/ 0 w 504"/>
              <a:gd name="T10" fmla="*/ 0 h 504"/>
              <a:gd name="T11" fmla="*/ 504 w 504"/>
              <a:gd name="T12" fmla="*/ 504 h 5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04" h="504">
                <a:moveTo>
                  <a:pt x="504" y="504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41" name="Freeform 153"/>
          <p:cNvSpPr>
            <a:spLocks/>
          </p:cNvSpPr>
          <p:nvPr/>
        </p:nvSpPr>
        <p:spPr bwMode="auto">
          <a:xfrm>
            <a:off x="8308975" y="1830388"/>
            <a:ext cx="200025" cy="200025"/>
          </a:xfrm>
          <a:custGeom>
            <a:avLst/>
            <a:gdLst>
              <a:gd name="T0" fmla="*/ 79384922 w 504"/>
              <a:gd name="T1" fmla="*/ 79384922 h 504"/>
              <a:gd name="T2" fmla="*/ 0 w 504"/>
              <a:gd name="T3" fmla="*/ 0 h 504"/>
              <a:gd name="T4" fmla="*/ 157559 w 504"/>
              <a:gd name="T5" fmla="*/ 0 h 504"/>
              <a:gd name="T6" fmla="*/ 0 60000 65536"/>
              <a:gd name="T7" fmla="*/ 0 60000 65536"/>
              <a:gd name="T8" fmla="*/ 0 60000 65536"/>
              <a:gd name="T9" fmla="*/ 0 w 504"/>
              <a:gd name="T10" fmla="*/ 0 h 504"/>
              <a:gd name="T11" fmla="*/ 504 w 504"/>
              <a:gd name="T12" fmla="*/ 504 h 5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04" h="504">
                <a:moveTo>
                  <a:pt x="504" y="504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42" name="Freeform 154"/>
          <p:cNvSpPr>
            <a:spLocks/>
          </p:cNvSpPr>
          <p:nvPr/>
        </p:nvSpPr>
        <p:spPr bwMode="auto">
          <a:xfrm>
            <a:off x="7700963" y="1220788"/>
            <a:ext cx="128587" cy="128587"/>
          </a:xfrm>
          <a:custGeom>
            <a:avLst/>
            <a:gdLst>
              <a:gd name="T0" fmla="*/ 50875743 w 325"/>
              <a:gd name="T1" fmla="*/ 50875743 h 325"/>
              <a:gd name="T2" fmla="*/ 0 w 325"/>
              <a:gd name="T3" fmla="*/ 0 h 325"/>
              <a:gd name="T4" fmla="*/ 156678 w 325"/>
              <a:gd name="T5" fmla="*/ 0 h 325"/>
              <a:gd name="T6" fmla="*/ 0 60000 65536"/>
              <a:gd name="T7" fmla="*/ 0 60000 65536"/>
              <a:gd name="T8" fmla="*/ 0 60000 65536"/>
              <a:gd name="T9" fmla="*/ 0 w 325"/>
              <a:gd name="T10" fmla="*/ 0 h 325"/>
              <a:gd name="T11" fmla="*/ 325 w 325"/>
              <a:gd name="T12" fmla="*/ 325 h 32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25" h="325">
                <a:moveTo>
                  <a:pt x="325" y="325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43" name="Freeform 155"/>
          <p:cNvSpPr>
            <a:spLocks/>
          </p:cNvSpPr>
          <p:nvPr/>
        </p:nvSpPr>
        <p:spPr bwMode="auto">
          <a:xfrm>
            <a:off x="8507413" y="1830388"/>
            <a:ext cx="53975" cy="52387"/>
          </a:xfrm>
          <a:custGeom>
            <a:avLst/>
            <a:gdLst>
              <a:gd name="T0" fmla="*/ 21741049 w 134"/>
              <a:gd name="T1" fmla="*/ 20634570 h 133"/>
              <a:gd name="T2" fmla="*/ 0 w 134"/>
              <a:gd name="T3" fmla="*/ 0 h 133"/>
              <a:gd name="T4" fmla="*/ 324656 w 134"/>
              <a:gd name="T5" fmla="*/ 0 h 133"/>
              <a:gd name="T6" fmla="*/ 0 60000 65536"/>
              <a:gd name="T7" fmla="*/ 0 60000 65536"/>
              <a:gd name="T8" fmla="*/ 0 60000 65536"/>
              <a:gd name="T9" fmla="*/ 0 w 134"/>
              <a:gd name="T10" fmla="*/ 0 h 133"/>
              <a:gd name="T11" fmla="*/ 134 w 134"/>
              <a:gd name="T12" fmla="*/ 133 h 13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4" h="133">
                <a:moveTo>
                  <a:pt x="134" y="133"/>
                </a:moveTo>
                <a:lnTo>
                  <a:pt x="0" y="0"/>
                </a:lnTo>
                <a:lnTo>
                  <a:pt x="2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44" name="Freeform 156"/>
          <p:cNvSpPr>
            <a:spLocks/>
          </p:cNvSpPr>
          <p:nvPr/>
        </p:nvSpPr>
        <p:spPr bwMode="auto">
          <a:xfrm>
            <a:off x="7827963" y="1149350"/>
            <a:ext cx="200025" cy="200025"/>
          </a:xfrm>
          <a:custGeom>
            <a:avLst/>
            <a:gdLst>
              <a:gd name="T0" fmla="*/ 79384922 w 504"/>
              <a:gd name="T1" fmla="*/ 79384922 h 504"/>
              <a:gd name="T2" fmla="*/ 0 w 504"/>
              <a:gd name="T3" fmla="*/ 0 h 504"/>
              <a:gd name="T4" fmla="*/ 315119 w 504"/>
              <a:gd name="T5" fmla="*/ 0 h 504"/>
              <a:gd name="T6" fmla="*/ 0 60000 65536"/>
              <a:gd name="T7" fmla="*/ 0 60000 65536"/>
              <a:gd name="T8" fmla="*/ 0 60000 65536"/>
              <a:gd name="T9" fmla="*/ 0 w 504"/>
              <a:gd name="T10" fmla="*/ 0 h 504"/>
              <a:gd name="T11" fmla="*/ 504 w 504"/>
              <a:gd name="T12" fmla="*/ 504 h 5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04" h="504">
                <a:moveTo>
                  <a:pt x="504" y="504"/>
                </a:moveTo>
                <a:lnTo>
                  <a:pt x="0" y="0"/>
                </a:lnTo>
                <a:lnTo>
                  <a:pt x="2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45" name="Freeform 157"/>
          <p:cNvSpPr>
            <a:spLocks/>
          </p:cNvSpPr>
          <p:nvPr/>
        </p:nvSpPr>
        <p:spPr bwMode="auto">
          <a:xfrm>
            <a:off x="8027988" y="1149350"/>
            <a:ext cx="198437" cy="200025"/>
          </a:xfrm>
          <a:custGeom>
            <a:avLst/>
            <a:gdLst>
              <a:gd name="T0" fmla="*/ 78284777 w 503"/>
              <a:gd name="T1" fmla="*/ 79384922 h 504"/>
              <a:gd name="T2" fmla="*/ 0 w 503"/>
              <a:gd name="T3" fmla="*/ 0 h 504"/>
              <a:gd name="T4" fmla="*/ 155830 w 503"/>
              <a:gd name="T5" fmla="*/ 0 h 504"/>
              <a:gd name="T6" fmla="*/ 0 60000 65536"/>
              <a:gd name="T7" fmla="*/ 0 60000 65536"/>
              <a:gd name="T8" fmla="*/ 0 60000 65536"/>
              <a:gd name="T9" fmla="*/ 0 w 503"/>
              <a:gd name="T10" fmla="*/ 0 h 504"/>
              <a:gd name="T11" fmla="*/ 503 w 503"/>
              <a:gd name="T12" fmla="*/ 504 h 5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03" h="504">
                <a:moveTo>
                  <a:pt x="503" y="504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46" name="Freeform 158"/>
          <p:cNvSpPr>
            <a:spLocks/>
          </p:cNvSpPr>
          <p:nvPr/>
        </p:nvSpPr>
        <p:spPr bwMode="auto">
          <a:xfrm>
            <a:off x="8226425" y="1149350"/>
            <a:ext cx="200025" cy="200025"/>
          </a:xfrm>
          <a:custGeom>
            <a:avLst/>
            <a:gdLst>
              <a:gd name="T0" fmla="*/ 79384922 w 504"/>
              <a:gd name="T1" fmla="*/ 79384922 h 504"/>
              <a:gd name="T2" fmla="*/ 0 w 504"/>
              <a:gd name="T3" fmla="*/ 0 h 504"/>
              <a:gd name="T4" fmla="*/ 157559 w 504"/>
              <a:gd name="T5" fmla="*/ 0 h 504"/>
              <a:gd name="T6" fmla="*/ 0 60000 65536"/>
              <a:gd name="T7" fmla="*/ 0 60000 65536"/>
              <a:gd name="T8" fmla="*/ 0 60000 65536"/>
              <a:gd name="T9" fmla="*/ 0 w 504"/>
              <a:gd name="T10" fmla="*/ 0 h 504"/>
              <a:gd name="T11" fmla="*/ 504 w 504"/>
              <a:gd name="T12" fmla="*/ 504 h 50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04" h="504">
                <a:moveTo>
                  <a:pt x="504" y="504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47" name="Freeform 159"/>
          <p:cNvSpPr>
            <a:spLocks/>
          </p:cNvSpPr>
          <p:nvPr/>
        </p:nvSpPr>
        <p:spPr bwMode="auto">
          <a:xfrm>
            <a:off x="8424863" y="1149350"/>
            <a:ext cx="136525" cy="136525"/>
          </a:xfrm>
          <a:custGeom>
            <a:avLst/>
            <a:gdLst>
              <a:gd name="T0" fmla="*/ 54341328 w 343"/>
              <a:gd name="T1" fmla="*/ 54183359 h 344"/>
              <a:gd name="T2" fmla="*/ 0 w 343"/>
              <a:gd name="T3" fmla="*/ 0 h 344"/>
              <a:gd name="T4" fmla="*/ 316834 w 343"/>
              <a:gd name="T5" fmla="*/ 0 h 344"/>
              <a:gd name="T6" fmla="*/ 0 60000 65536"/>
              <a:gd name="T7" fmla="*/ 0 60000 65536"/>
              <a:gd name="T8" fmla="*/ 0 60000 65536"/>
              <a:gd name="T9" fmla="*/ 0 w 343"/>
              <a:gd name="T10" fmla="*/ 0 h 344"/>
              <a:gd name="T11" fmla="*/ 343 w 343"/>
              <a:gd name="T12" fmla="*/ 344 h 34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343" h="344">
                <a:moveTo>
                  <a:pt x="343" y="344"/>
                </a:moveTo>
                <a:lnTo>
                  <a:pt x="0" y="0"/>
                </a:lnTo>
                <a:lnTo>
                  <a:pt x="2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48" name="Freeform 160"/>
          <p:cNvSpPr>
            <a:spLocks/>
          </p:cNvSpPr>
          <p:nvPr/>
        </p:nvSpPr>
        <p:spPr bwMode="auto">
          <a:xfrm>
            <a:off x="8153400" y="1589088"/>
            <a:ext cx="541338" cy="1587"/>
          </a:xfrm>
          <a:custGeom>
            <a:avLst/>
            <a:gdLst>
              <a:gd name="T0" fmla="*/ 0 w 1365"/>
              <a:gd name="T1" fmla="*/ 0 h 1587"/>
              <a:gd name="T2" fmla="*/ 214371831 w 1365"/>
              <a:gd name="T3" fmla="*/ 0 h 1587"/>
              <a:gd name="T4" fmla="*/ 214686323 w 1365"/>
              <a:gd name="T5" fmla="*/ 0 h 1587"/>
              <a:gd name="T6" fmla="*/ 0 60000 65536"/>
              <a:gd name="T7" fmla="*/ 0 60000 65536"/>
              <a:gd name="T8" fmla="*/ 0 60000 65536"/>
              <a:gd name="T9" fmla="*/ 0 w 1365"/>
              <a:gd name="T10" fmla="*/ 0 h 1587"/>
              <a:gd name="T11" fmla="*/ 1365 w 1365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5" h="1587">
                <a:moveTo>
                  <a:pt x="0" y="0"/>
                </a:moveTo>
                <a:lnTo>
                  <a:pt x="1363" y="0"/>
                </a:lnTo>
                <a:lnTo>
                  <a:pt x="1365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49" name="Rectangle 161"/>
          <p:cNvSpPr>
            <a:spLocks noChangeArrowheads="1"/>
          </p:cNvSpPr>
          <p:nvPr/>
        </p:nvSpPr>
        <p:spPr bwMode="auto">
          <a:xfrm>
            <a:off x="6599238" y="2208213"/>
            <a:ext cx="155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i="1">
                <a:latin typeface="宋体" pitchFamily="2" charset="-122"/>
              </a:rPr>
              <a:t>A</a:t>
            </a:r>
            <a:endParaRPr lang="en-US" altLang="zh-CN" sz="2400" b="1"/>
          </a:p>
        </p:txBody>
      </p:sp>
      <p:sp>
        <p:nvSpPr>
          <p:cNvPr id="242850" name="Freeform 162"/>
          <p:cNvSpPr>
            <a:spLocks/>
          </p:cNvSpPr>
          <p:nvPr/>
        </p:nvSpPr>
        <p:spPr bwMode="auto">
          <a:xfrm>
            <a:off x="8201025" y="2030413"/>
            <a:ext cx="360363" cy="1587"/>
          </a:xfrm>
          <a:custGeom>
            <a:avLst/>
            <a:gdLst>
              <a:gd name="T0" fmla="*/ 0 w 909"/>
              <a:gd name="T1" fmla="*/ 0 h 1587"/>
              <a:gd name="T2" fmla="*/ 142547551 w 909"/>
              <a:gd name="T3" fmla="*/ 0 h 1587"/>
              <a:gd name="T4" fmla="*/ 142861927 w 909"/>
              <a:gd name="T5" fmla="*/ 0 h 1587"/>
              <a:gd name="T6" fmla="*/ 0 60000 65536"/>
              <a:gd name="T7" fmla="*/ 0 60000 65536"/>
              <a:gd name="T8" fmla="*/ 0 60000 65536"/>
              <a:gd name="T9" fmla="*/ 0 w 909"/>
              <a:gd name="T10" fmla="*/ 0 h 1587"/>
              <a:gd name="T11" fmla="*/ 909 w 909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09" h="1587">
                <a:moveTo>
                  <a:pt x="0" y="0"/>
                </a:moveTo>
                <a:lnTo>
                  <a:pt x="907" y="0"/>
                </a:lnTo>
                <a:lnTo>
                  <a:pt x="909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51" name="Freeform 163"/>
          <p:cNvSpPr>
            <a:spLocks/>
          </p:cNvSpPr>
          <p:nvPr/>
        </p:nvSpPr>
        <p:spPr bwMode="auto">
          <a:xfrm>
            <a:off x="7700963" y="1830388"/>
            <a:ext cx="860425" cy="1587"/>
          </a:xfrm>
          <a:custGeom>
            <a:avLst/>
            <a:gdLst>
              <a:gd name="T0" fmla="*/ 0 w 2170"/>
              <a:gd name="T1" fmla="*/ 0 h 1587"/>
              <a:gd name="T2" fmla="*/ 340852011 w 2170"/>
              <a:gd name="T3" fmla="*/ 0 h 1587"/>
              <a:gd name="T4" fmla="*/ 341166443 w 2170"/>
              <a:gd name="T5" fmla="*/ 0 h 1587"/>
              <a:gd name="T6" fmla="*/ 0 60000 65536"/>
              <a:gd name="T7" fmla="*/ 0 60000 65536"/>
              <a:gd name="T8" fmla="*/ 0 60000 65536"/>
              <a:gd name="T9" fmla="*/ 0 w 2170"/>
              <a:gd name="T10" fmla="*/ 0 h 1587"/>
              <a:gd name="T11" fmla="*/ 2170 w 2170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70" h="1587">
                <a:moveTo>
                  <a:pt x="0" y="0"/>
                </a:moveTo>
                <a:lnTo>
                  <a:pt x="2168" y="0"/>
                </a:lnTo>
                <a:lnTo>
                  <a:pt x="2170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52" name="Freeform 164"/>
          <p:cNvSpPr>
            <a:spLocks/>
          </p:cNvSpPr>
          <p:nvPr/>
        </p:nvSpPr>
        <p:spPr bwMode="auto">
          <a:xfrm>
            <a:off x="7700963" y="1349375"/>
            <a:ext cx="860425" cy="1588"/>
          </a:xfrm>
          <a:custGeom>
            <a:avLst/>
            <a:gdLst>
              <a:gd name="T0" fmla="*/ 0 w 2170"/>
              <a:gd name="T1" fmla="*/ 0 h 1588"/>
              <a:gd name="T2" fmla="*/ 340852011 w 2170"/>
              <a:gd name="T3" fmla="*/ 0 h 1588"/>
              <a:gd name="T4" fmla="*/ 341166443 w 2170"/>
              <a:gd name="T5" fmla="*/ 0 h 1588"/>
              <a:gd name="T6" fmla="*/ 0 60000 65536"/>
              <a:gd name="T7" fmla="*/ 0 60000 65536"/>
              <a:gd name="T8" fmla="*/ 0 60000 65536"/>
              <a:gd name="T9" fmla="*/ 0 w 2170"/>
              <a:gd name="T10" fmla="*/ 0 h 1588"/>
              <a:gd name="T11" fmla="*/ 2170 w 2170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70" h="1588">
                <a:moveTo>
                  <a:pt x="0" y="0"/>
                </a:moveTo>
                <a:lnTo>
                  <a:pt x="2168" y="0"/>
                </a:lnTo>
                <a:lnTo>
                  <a:pt x="2170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53" name="Freeform 165"/>
          <p:cNvSpPr>
            <a:spLocks/>
          </p:cNvSpPr>
          <p:nvPr/>
        </p:nvSpPr>
        <p:spPr bwMode="auto">
          <a:xfrm>
            <a:off x="8167688" y="2733675"/>
            <a:ext cx="612775" cy="1588"/>
          </a:xfrm>
          <a:custGeom>
            <a:avLst/>
            <a:gdLst>
              <a:gd name="T0" fmla="*/ 0 w 386"/>
              <a:gd name="T1" fmla="*/ 2521744 h 1"/>
              <a:gd name="T2" fmla="*/ 972780313 w 386"/>
              <a:gd name="T3" fmla="*/ 0 h 1"/>
              <a:gd name="T4" fmla="*/ 0 60000 65536"/>
              <a:gd name="T5" fmla="*/ 0 60000 65536"/>
              <a:gd name="T6" fmla="*/ 0 w 386"/>
              <a:gd name="T7" fmla="*/ 0 h 1"/>
              <a:gd name="T8" fmla="*/ 386 w 386"/>
              <a:gd name="T9" fmla="*/ 1 h 1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386" h="1">
                <a:moveTo>
                  <a:pt x="0" y="1"/>
                </a:moveTo>
                <a:lnTo>
                  <a:pt x="386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54" name="Freeform 166"/>
          <p:cNvSpPr>
            <a:spLocks/>
          </p:cNvSpPr>
          <p:nvPr/>
        </p:nvSpPr>
        <p:spPr bwMode="auto">
          <a:xfrm>
            <a:off x="7700963" y="1149350"/>
            <a:ext cx="860425" cy="1588"/>
          </a:xfrm>
          <a:custGeom>
            <a:avLst/>
            <a:gdLst>
              <a:gd name="T0" fmla="*/ 0 w 2170"/>
              <a:gd name="T1" fmla="*/ 0 h 1588"/>
              <a:gd name="T2" fmla="*/ 340852011 w 2170"/>
              <a:gd name="T3" fmla="*/ 0 h 1588"/>
              <a:gd name="T4" fmla="*/ 341166443 w 2170"/>
              <a:gd name="T5" fmla="*/ 0 h 1588"/>
              <a:gd name="T6" fmla="*/ 0 60000 65536"/>
              <a:gd name="T7" fmla="*/ 0 60000 65536"/>
              <a:gd name="T8" fmla="*/ 0 60000 65536"/>
              <a:gd name="T9" fmla="*/ 0 w 2170"/>
              <a:gd name="T10" fmla="*/ 0 h 1588"/>
              <a:gd name="T11" fmla="*/ 2170 w 2170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70" h="1588">
                <a:moveTo>
                  <a:pt x="0" y="0"/>
                </a:moveTo>
                <a:lnTo>
                  <a:pt x="2168" y="0"/>
                </a:lnTo>
                <a:lnTo>
                  <a:pt x="2170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55" name="Freeform 167"/>
          <p:cNvSpPr>
            <a:spLocks/>
          </p:cNvSpPr>
          <p:nvPr/>
        </p:nvSpPr>
        <p:spPr bwMode="auto">
          <a:xfrm>
            <a:off x="7935913" y="2924175"/>
            <a:ext cx="895350" cy="3175"/>
          </a:xfrm>
          <a:custGeom>
            <a:avLst/>
            <a:gdLst>
              <a:gd name="T0" fmla="*/ 0 w 564"/>
              <a:gd name="T1" fmla="*/ 5040313 h 2"/>
              <a:gd name="T2" fmla="*/ 1421368125 w 564"/>
              <a:gd name="T3" fmla="*/ 0 h 2"/>
              <a:gd name="T4" fmla="*/ 0 60000 65536"/>
              <a:gd name="T5" fmla="*/ 0 60000 65536"/>
              <a:gd name="T6" fmla="*/ 0 w 564"/>
              <a:gd name="T7" fmla="*/ 0 h 2"/>
              <a:gd name="T8" fmla="*/ 564 w 564"/>
              <a:gd name="T9" fmla="*/ 2 h 2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564" h="2">
                <a:moveTo>
                  <a:pt x="0" y="2"/>
                </a:moveTo>
                <a:lnTo>
                  <a:pt x="564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56" name="Freeform 168"/>
          <p:cNvSpPr>
            <a:spLocks/>
          </p:cNvSpPr>
          <p:nvPr/>
        </p:nvSpPr>
        <p:spPr bwMode="auto">
          <a:xfrm>
            <a:off x="6572250" y="1752600"/>
            <a:ext cx="1588" cy="800100"/>
          </a:xfrm>
          <a:custGeom>
            <a:avLst/>
            <a:gdLst>
              <a:gd name="T0" fmla="*/ 0 w 1"/>
              <a:gd name="T1" fmla="*/ 0 h 2016"/>
              <a:gd name="T2" fmla="*/ 0 w 1"/>
              <a:gd name="T3" fmla="*/ 317539688 h 2016"/>
              <a:gd name="T4" fmla="*/ 2521744 w 1"/>
              <a:gd name="T5" fmla="*/ 317539688 h 2016"/>
              <a:gd name="T6" fmla="*/ 0 60000 65536"/>
              <a:gd name="T7" fmla="*/ 0 60000 65536"/>
              <a:gd name="T8" fmla="*/ 0 60000 65536"/>
              <a:gd name="T9" fmla="*/ 0 w 1"/>
              <a:gd name="T10" fmla="*/ 0 h 2016"/>
              <a:gd name="T11" fmla="*/ 1 w 1"/>
              <a:gd name="T12" fmla="*/ 2016 h 20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016">
                <a:moveTo>
                  <a:pt x="0" y="0"/>
                </a:moveTo>
                <a:lnTo>
                  <a:pt x="0" y="2016"/>
                </a:lnTo>
                <a:lnTo>
                  <a:pt x="1" y="2016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57" name="Freeform 169"/>
          <p:cNvSpPr>
            <a:spLocks/>
          </p:cNvSpPr>
          <p:nvPr/>
        </p:nvSpPr>
        <p:spPr bwMode="auto">
          <a:xfrm>
            <a:off x="8145463" y="2084388"/>
            <a:ext cx="1587" cy="644525"/>
          </a:xfrm>
          <a:custGeom>
            <a:avLst/>
            <a:gdLst>
              <a:gd name="T0" fmla="*/ 0 w 1"/>
              <a:gd name="T1" fmla="*/ 0 h 406"/>
              <a:gd name="T2" fmla="*/ 2518569 w 1"/>
              <a:gd name="T3" fmla="*/ 1023183438 h 406"/>
              <a:gd name="T4" fmla="*/ 0 60000 65536"/>
              <a:gd name="T5" fmla="*/ 0 60000 65536"/>
              <a:gd name="T6" fmla="*/ 0 w 1"/>
              <a:gd name="T7" fmla="*/ 0 h 406"/>
              <a:gd name="T8" fmla="*/ 1 w 1"/>
              <a:gd name="T9" fmla="*/ 406 h 40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406">
                <a:moveTo>
                  <a:pt x="0" y="0"/>
                </a:moveTo>
                <a:lnTo>
                  <a:pt x="1" y="406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58" name="Freeform 170"/>
          <p:cNvSpPr>
            <a:spLocks/>
          </p:cNvSpPr>
          <p:nvPr/>
        </p:nvSpPr>
        <p:spPr bwMode="auto">
          <a:xfrm>
            <a:off x="7942263" y="2084388"/>
            <a:ext cx="1587" cy="842962"/>
          </a:xfrm>
          <a:custGeom>
            <a:avLst/>
            <a:gdLst>
              <a:gd name="T0" fmla="*/ 0 w 1"/>
              <a:gd name="T1" fmla="*/ 0 h 2122"/>
              <a:gd name="T2" fmla="*/ 0 w 1"/>
              <a:gd name="T3" fmla="*/ 334865661 h 2122"/>
              <a:gd name="T4" fmla="*/ 2518569 w 1"/>
              <a:gd name="T5" fmla="*/ 334865661 h 2122"/>
              <a:gd name="T6" fmla="*/ 0 60000 65536"/>
              <a:gd name="T7" fmla="*/ 0 60000 65536"/>
              <a:gd name="T8" fmla="*/ 0 60000 65536"/>
              <a:gd name="T9" fmla="*/ 0 w 1"/>
              <a:gd name="T10" fmla="*/ 0 h 2122"/>
              <a:gd name="T11" fmla="*/ 1 w 1"/>
              <a:gd name="T12" fmla="*/ 2122 h 212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122">
                <a:moveTo>
                  <a:pt x="0" y="0"/>
                </a:moveTo>
                <a:lnTo>
                  <a:pt x="0" y="2122"/>
                </a:lnTo>
                <a:lnTo>
                  <a:pt x="1" y="2122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59" name="Freeform 171"/>
          <p:cNvSpPr>
            <a:spLocks/>
          </p:cNvSpPr>
          <p:nvPr/>
        </p:nvSpPr>
        <p:spPr bwMode="auto">
          <a:xfrm>
            <a:off x="6467475" y="2068513"/>
            <a:ext cx="1588" cy="620712"/>
          </a:xfrm>
          <a:custGeom>
            <a:avLst/>
            <a:gdLst>
              <a:gd name="T0" fmla="*/ 0 w 1"/>
              <a:gd name="T1" fmla="*/ 0 h 1563"/>
              <a:gd name="T2" fmla="*/ 0 w 1"/>
              <a:gd name="T3" fmla="*/ 246502487 h 1563"/>
              <a:gd name="T4" fmla="*/ 2521744 w 1"/>
              <a:gd name="T5" fmla="*/ 246502487 h 1563"/>
              <a:gd name="T6" fmla="*/ 0 60000 65536"/>
              <a:gd name="T7" fmla="*/ 0 60000 65536"/>
              <a:gd name="T8" fmla="*/ 0 60000 65536"/>
              <a:gd name="T9" fmla="*/ 0 w 1"/>
              <a:gd name="T10" fmla="*/ 0 h 1563"/>
              <a:gd name="T11" fmla="*/ 1 w 1"/>
              <a:gd name="T12" fmla="*/ 1563 h 156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563">
                <a:moveTo>
                  <a:pt x="0" y="0"/>
                </a:moveTo>
                <a:lnTo>
                  <a:pt x="0" y="1563"/>
                </a:lnTo>
                <a:lnTo>
                  <a:pt x="1" y="1563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60" name="Freeform 172"/>
          <p:cNvSpPr>
            <a:spLocks/>
          </p:cNvSpPr>
          <p:nvPr/>
        </p:nvSpPr>
        <p:spPr bwMode="auto">
          <a:xfrm>
            <a:off x="6973888" y="1409700"/>
            <a:ext cx="606425" cy="1358900"/>
          </a:xfrm>
          <a:custGeom>
            <a:avLst/>
            <a:gdLst>
              <a:gd name="T0" fmla="*/ 240517515 w 1529"/>
              <a:gd name="T1" fmla="*/ 539628641 h 3422"/>
              <a:gd name="T2" fmla="*/ 0 w 1529"/>
              <a:gd name="T3" fmla="*/ 0 h 3422"/>
              <a:gd name="T4" fmla="*/ 314516 w 1529"/>
              <a:gd name="T5" fmla="*/ 0 h 3422"/>
              <a:gd name="T6" fmla="*/ 0 60000 65536"/>
              <a:gd name="T7" fmla="*/ 0 60000 65536"/>
              <a:gd name="T8" fmla="*/ 0 60000 65536"/>
              <a:gd name="T9" fmla="*/ 0 w 1529"/>
              <a:gd name="T10" fmla="*/ 0 h 3422"/>
              <a:gd name="T11" fmla="*/ 1529 w 1529"/>
              <a:gd name="T12" fmla="*/ 3422 h 342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29" h="3422">
                <a:moveTo>
                  <a:pt x="1529" y="3422"/>
                </a:moveTo>
                <a:lnTo>
                  <a:pt x="0" y="0"/>
                </a:lnTo>
                <a:lnTo>
                  <a:pt x="2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61" name="Freeform 173"/>
          <p:cNvSpPr>
            <a:spLocks/>
          </p:cNvSpPr>
          <p:nvPr/>
        </p:nvSpPr>
        <p:spPr bwMode="auto">
          <a:xfrm>
            <a:off x="6678613" y="2049463"/>
            <a:ext cx="1587" cy="230187"/>
          </a:xfrm>
          <a:custGeom>
            <a:avLst/>
            <a:gdLst>
              <a:gd name="T0" fmla="*/ 0 w 1"/>
              <a:gd name="T1" fmla="*/ 0 h 145"/>
              <a:gd name="T2" fmla="*/ 0 w 1"/>
              <a:gd name="T3" fmla="*/ 365421069 h 145"/>
              <a:gd name="T4" fmla="*/ 0 60000 65536"/>
              <a:gd name="T5" fmla="*/ 0 60000 65536"/>
              <a:gd name="T6" fmla="*/ 0 w 1"/>
              <a:gd name="T7" fmla="*/ 0 h 145"/>
              <a:gd name="T8" fmla="*/ 1 w 1"/>
              <a:gd name="T9" fmla="*/ 145 h 145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1" h="145">
                <a:moveTo>
                  <a:pt x="0" y="0"/>
                </a:moveTo>
                <a:lnTo>
                  <a:pt x="0" y="145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62" name="Freeform 174"/>
          <p:cNvSpPr>
            <a:spLocks/>
          </p:cNvSpPr>
          <p:nvPr/>
        </p:nvSpPr>
        <p:spPr bwMode="auto">
          <a:xfrm>
            <a:off x="5926138" y="2443163"/>
            <a:ext cx="188912" cy="1587"/>
          </a:xfrm>
          <a:custGeom>
            <a:avLst/>
            <a:gdLst>
              <a:gd name="T0" fmla="*/ 0 w 473"/>
              <a:gd name="T1" fmla="*/ 0 h 1587"/>
              <a:gd name="T2" fmla="*/ 75290418 w 473"/>
              <a:gd name="T3" fmla="*/ 0 h 1587"/>
              <a:gd name="T4" fmla="*/ 75449775 w 473"/>
              <a:gd name="T5" fmla="*/ 0 h 1587"/>
              <a:gd name="T6" fmla="*/ 0 60000 65536"/>
              <a:gd name="T7" fmla="*/ 0 60000 65536"/>
              <a:gd name="T8" fmla="*/ 0 60000 65536"/>
              <a:gd name="T9" fmla="*/ 0 w 473"/>
              <a:gd name="T10" fmla="*/ 0 h 1587"/>
              <a:gd name="T11" fmla="*/ 473 w 473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3" h="1587">
                <a:moveTo>
                  <a:pt x="0" y="0"/>
                </a:moveTo>
                <a:lnTo>
                  <a:pt x="472" y="0"/>
                </a:lnTo>
                <a:lnTo>
                  <a:pt x="473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63" name="Freeform 175"/>
          <p:cNvSpPr>
            <a:spLocks/>
          </p:cNvSpPr>
          <p:nvPr/>
        </p:nvSpPr>
        <p:spPr bwMode="auto">
          <a:xfrm>
            <a:off x="6415088" y="2679700"/>
            <a:ext cx="55562" cy="55563"/>
          </a:xfrm>
          <a:custGeom>
            <a:avLst/>
            <a:gdLst>
              <a:gd name="T0" fmla="*/ 0 w 141"/>
              <a:gd name="T1" fmla="*/ 22051764 h 140"/>
              <a:gd name="T2" fmla="*/ 15528200 w 141"/>
              <a:gd name="T3" fmla="*/ 15751317 h 140"/>
              <a:gd name="T4" fmla="*/ 21739322 w 141"/>
              <a:gd name="T5" fmla="*/ 0 h 140"/>
              <a:gd name="T6" fmla="*/ 21894580 w 141"/>
              <a:gd name="T7" fmla="*/ 0 h 140"/>
              <a:gd name="T8" fmla="*/ 0 60000 65536"/>
              <a:gd name="T9" fmla="*/ 0 60000 65536"/>
              <a:gd name="T10" fmla="*/ 0 60000 65536"/>
              <a:gd name="T11" fmla="*/ 0 60000 65536"/>
              <a:gd name="T12" fmla="*/ 0 w 141"/>
              <a:gd name="T13" fmla="*/ 0 h 140"/>
              <a:gd name="T14" fmla="*/ 141 w 141"/>
              <a:gd name="T15" fmla="*/ 140 h 1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1" h="140">
                <a:moveTo>
                  <a:pt x="0" y="140"/>
                </a:moveTo>
                <a:lnTo>
                  <a:pt x="100" y="100"/>
                </a:lnTo>
                <a:lnTo>
                  <a:pt x="140" y="0"/>
                </a:lnTo>
                <a:lnTo>
                  <a:pt x="141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64" name="Freeform 176"/>
          <p:cNvSpPr>
            <a:spLocks/>
          </p:cNvSpPr>
          <p:nvPr/>
        </p:nvSpPr>
        <p:spPr bwMode="auto">
          <a:xfrm>
            <a:off x="5935663" y="2622550"/>
            <a:ext cx="1587" cy="415925"/>
          </a:xfrm>
          <a:custGeom>
            <a:avLst/>
            <a:gdLst>
              <a:gd name="T0" fmla="*/ 0 w 1"/>
              <a:gd name="T1" fmla="*/ 0 h 1047"/>
              <a:gd name="T2" fmla="*/ 0 w 1"/>
              <a:gd name="T3" fmla="*/ 165227895 h 1047"/>
              <a:gd name="T4" fmla="*/ 2518569 w 1"/>
              <a:gd name="T5" fmla="*/ 165227895 h 1047"/>
              <a:gd name="T6" fmla="*/ 0 60000 65536"/>
              <a:gd name="T7" fmla="*/ 0 60000 65536"/>
              <a:gd name="T8" fmla="*/ 0 60000 65536"/>
              <a:gd name="T9" fmla="*/ 0 w 1"/>
              <a:gd name="T10" fmla="*/ 0 h 1047"/>
              <a:gd name="T11" fmla="*/ 1 w 1"/>
              <a:gd name="T12" fmla="*/ 1047 h 104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047">
                <a:moveTo>
                  <a:pt x="0" y="0"/>
                </a:moveTo>
                <a:lnTo>
                  <a:pt x="0" y="1047"/>
                </a:lnTo>
                <a:lnTo>
                  <a:pt x="1" y="1047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65" name="Freeform 177"/>
          <p:cNvSpPr>
            <a:spLocks/>
          </p:cNvSpPr>
          <p:nvPr/>
        </p:nvSpPr>
        <p:spPr bwMode="auto">
          <a:xfrm>
            <a:off x="6572250" y="2589213"/>
            <a:ext cx="1588" cy="31750"/>
          </a:xfrm>
          <a:custGeom>
            <a:avLst/>
            <a:gdLst>
              <a:gd name="T0" fmla="*/ 0 w 1"/>
              <a:gd name="T1" fmla="*/ 0 h 81"/>
              <a:gd name="T2" fmla="*/ 0 w 1"/>
              <a:gd name="T3" fmla="*/ 12445216 h 81"/>
              <a:gd name="T4" fmla="*/ 2521744 w 1"/>
              <a:gd name="T5" fmla="*/ 12445216 h 81"/>
              <a:gd name="T6" fmla="*/ 0 60000 65536"/>
              <a:gd name="T7" fmla="*/ 0 60000 65536"/>
              <a:gd name="T8" fmla="*/ 0 60000 65536"/>
              <a:gd name="T9" fmla="*/ 0 w 1"/>
              <a:gd name="T10" fmla="*/ 0 h 81"/>
              <a:gd name="T11" fmla="*/ 1 w 1"/>
              <a:gd name="T12" fmla="*/ 81 h 8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81">
                <a:moveTo>
                  <a:pt x="0" y="0"/>
                </a:moveTo>
                <a:lnTo>
                  <a:pt x="0" y="81"/>
                </a:lnTo>
                <a:lnTo>
                  <a:pt x="1" y="81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66" name="Freeform 178"/>
          <p:cNvSpPr>
            <a:spLocks/>
          </p:cNvSpPr>
          <p:nvPr/>
        </p:nvSpPr>
        <p:spPr bwMode="auto">
          <a:xfrm>
            <a:off x="6572250" y="2659063"/>
            <a:ext cx="1588" cy="403225"/>
          </a:xfrm>
          <a:custGeom>
            <a:avLst/>
            <a:gdLst>
              <a:gd name="T0" fmla="*/ 0 w 1"/>
              <a:gd name="T1" fmla="*/ 0 h 1020"/>
              <a:gd name="T2" fmla="*/ 0 w 1"/>
              <a:gd name="T3" fmla="*/ 159402354 h 1020"/>
              <a:gd name="T4" fmla="*/ 2521744 w 1"/>
              <a:gd name="T5" fmla="*/ 159402354 h 1020"/>
              <a:gd name="T6" fmla="*/ 0 60000 65536"/>
              <a:gd name="T7" fmla="*/ 0 60000 65536"/>
              <a:gd name="T8" fmla="*/ 0 60000 65536"/>
              <a:gd name="T9" fmla="*/ 0 w 1"/>
              <a:gd name="T10" fmla="*/ 0 h 1020"/>
              <a:gd name="T11" fmla="*/ 1 w 1"/>
              <a:gd name="T12" fmla="*/ 1020 h 102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020">
                <a:moveTo>
                  <a:pt x="0" y="0"/>
                </a:moveTo>
                <a:lnTo>
                  <a:pt x="0" y="1020"/>
                </a:lnTo>
                <a:lnTo>
                  <a:pt x="1" y="102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67" name="Freeform 179"/>
          <p:cNvSpPr>
            <a:spLocks/>
          </p:cNvSpPr>
          <p:nvPr/>
        </p:nvSpPr>
        <p:spPr bwMode="auto">
          <a:xfrm>
            <a:off x="6675438" y="2679700"/>
            <a:ext cx="55562" cy="55563"/>
          </a:xfrm>
          <a:custGeom>
            <a:avLst/>
            <a:gdLst>
              <a:gd name="T0" fmla="*/ 0 w 140"/>
              <a:gd name="T1" fmla="*/ 0 h 140"/>
              <a:gd name="T2" fmla="*/ 6457892 w 140"/>
              <a:gd name="T3" fmla="*/ 15751317 h 140"/>
              <a:gd name="T4" fmla="*/ 21893412 w 140"/>
              <a:gd name="T5" fmla="*/ 22051764 h 140"/>
              <a:gd name="T6" fmla="*/ 22050970 w 140"/>
              <a:gd name="T7" fmla="*/ 22051764 h 140"/>
              <a:gd name="T8" fmla="*/ 0 60000 65536"/>
              <a:gd name="T9" fmla="*/ 0 60000 65536"/>
              <a:gd name="T10" fmla="*/ 0 60000 65536"/>
              <a:gd name="T11" fmla="*/ 0 60000 65536"/>
              <a:gd name="T12" fmla="*/ 0 w 140"/>
              <a:gd name="T13" fmla="*/ 0 h 140"/>
              <a:gd name="T14" fmla="*/ 140 w 140"/>
              <a:gd name="T15" fmla="*/ 140 h 1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0" h="140">
                <a:moveTo>
                  <a:pt x="0" y="0"/>
                </a:moveTo>
                <a:lnTo>
                  <a:pt x="41" y="100"/>
                </a:lnTo>
                <a:lnTo>
                  <a:pt x="139" y="140"/>
                </a:lnTo>
                <a:lnTo>
                  <a:pt x="140" y="14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68" name="Freeform 180"/>
          <p:cNvSpPr>
            <a:spLocks/>
          </p:cNvSpPr>
          <p:nvPr/>
        </p:nvSpPr>
        <p:spPr bwMode="auto">
          <a:xfrm>
            <a:off x="6572250" y="2286000"/>
            <a:ext cx="1588" cy="157163"/>
          </a:xfrm>
          <a:custGeom>
            <a:avLst/>
            <a:gdLst>
              <a:gd name="T0" fmla="*/ 0 w 1"/>
              <a:gd name="T1" fmla="*/ 0 h 396"/>
              <a:gd name="T2" fmla="*/ 0 w 1"/>
              <a:gd name="T3" fmla="*/ 62374264 h 396"/>
              <a:gd name="T4" fmla="*/ 2521744 w 1"/>
              <a:gd name="T5" fmla="*/ 62374264 h 396"/>
              <a:gd name="T6" fmla="*/ 0 60000 65536"/>
              <a:gd name="T7" fmla="*/ 0 60000 65536"/>
              <a:gd name="T8" fmla="*/ 0 60000 65536"/>
              <a:gd name="T9" fmla="*/ 0 w 1"/>
              <a:gd name="T10" fmla="*/ 0 h 396"/>
              <a:gd name="T11" fmla="*/ 1 w 1"/>
              <a:gd name="T12" fmla="*/ 396 h 39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396">
                <a:moveTo>
                  <a:pt x="0" y="0"/>
                </a:moveTo>
                <a:lnTo>
                  <a:pt x="0" y="396"/>
                </a:lnTo>
                <a:lnTo>
                  <a:pt x="1" y="396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69" name="Freeform 181"/>
          <p:cNvSpPr>
            <a:spLocks/>
          </p:cNvSpPr>
          <p:nvPr/>
        </p:nvSpPr>
        <p:spPr bwMode="auto">
          <a:xfrm>
            <a:off x="6423025" y="2452688"/>
            <a:ext cx="158750" cy="1587"/>
          </a:xfrm>
          <a:custGeom>
            <a:avLst/>
            <a:gdLst>
              <a:gd name="T0" fmla="*/ 0 w 401"/>
              <a:gd name="T1" fmla="*/ 0 h 1587"/>
              <a:gd name="T2" fmla="*/ 62533248 w 401"/>
              <a:gd name="T3" fmla="*/ 0 h 1587"/>
              <a:gd name="T4" fmla="*/ 62846789 w 401"/>
              <a:gd name="T5" fmla="*/ 0 h 1587"/>
              <a:gd name="T6" fmla="*/ 0 60000 65536"/>
              <a:gd name="T7" fmla="*/ 0 60000 65536"/>
              <a:gd name="T8" fmla="*/ 0 60000 65536"/>
              <a:gd name="T9" fmla="*/ 0 w 401"/>
              <a:gd name="T10" fmla="*/ 0 h 1587"/>
              <a:gd name="T11" fmla="*/ 401 w 401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01" h="1587">
                <a:moveTo>
                  <a:pt x="0" y="0"/>
                </a:moveTo>
                <a:lnTo>
                  <a:pt x="399" y="0"/>
                </a:lnTo>
                <a:lnTo>
                  <a:pt x="401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70" name="Freeform 182"/>
          <p:cNvSpPr>
            <a:spLocks/>
          </p:cNvSpPr>
          <p:nvPr/>
        </p:nvSpPr>
        <p:spPr bwMode="auto">
          <a:xfrm>
            <a:off x="6469063" y="2216150"/>
            <a:ext cx="206375" cy="1588"/>
          </a:xfrm>
          <a:custGeom>
            <a:avLst/>
            <a:gdLst>
              <a:gd name="T0" fmla="*/ 82380349 w 517"/>
              <a:gd name="T1" fmla="*/ 0 h 1588"/>
              <a:gd name="T2" fmla="*/ 0 w 517"/>
              <a:gd name="T3" fmla="*/ 0 h 1588"/>
              <a:gd name="T4" fmla="*/ 159272 w 517"/>
              <a:gd name="T5" fmla="*/ 0 h 1588"/>
              <a:gd name="T6" fmla="*/ 0 60000 65536"/>
              <a:gd name="T7" fmla="*/ 0 60000 65536"/>
              <a:gd name="T8" fmla="*/ 0 60000 65536"/>
              <a:gd name="T9" fmla="*/ 0 w 517"/>
              <a:gd name="T10" fmla="*/ 0 h 1588"/>
              <a:gd name="T11" fmla="*/ 517 w 517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17" h="1588">
                <a:moveTo>
                  <a:pt x="517" y="0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71" name="Freeform 183"/>
          <p:cNvSpPr>
            <a:spLocks/>
          </p:cNvSpPr>
          <p:nvPr/>
        </p:nvSpPr>
        <p:spPr bwMode="auto">
          <a:xfrm>
            <a:off x="5934075" y="3054350"/>
            <a:ext cx="1588" cy="158750"/>
          </a:xfrm>
          <a:custGeom>
            <a:avLst/>
            <a:gdLst>
              <a:gd name="T0" fmla="*/ 0 w 1"/>
              <a:gd name="T1" fmla="*/ 0 h 402"/>
              <a:gd name="T2" fmla="*/ 0 w 1"/>
              <a:gd name="T3" fmla="*/ 62690454 h 402"/>
              <a:gd name="T4" fmla="*/ 2521744 w 1"/>
              <a:gd name="T5" fmla="*/ 62690454 h 402"/>
              <a:gd name="T6" fmla="*/ 0 60000 65536"/>
              <a:gd name="T7" fmla="*/ 0 60000 65536"/>
              <a:gd name="T8" fmla="*/ 0 60000 65536"/>
              <a:gd name="T9" fmla="*/ 0 w 1"/>
              <a:gd name="T10" fmla="*/ 0 h 402"/>
              <a:gd name="T11" fmla="*/ 1 w 1"/>
              <a:gd name="T12" fmla="*/ 402 h 40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402">
                <a:moveTo>
                  <a:pt x="0" y="0"/>
                </a:moveTo>
                <a:lnTo>
                  <a:pt x="0" y="402"/>
                </a:lnTo>
                <a:lnTo>
                  <a:pt x="1" y="402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72" name="Freeform 184"/>
          <p:cNvSpPr>
            <a:spLocks/>
          </p:cNvSpPr>
          <p:nvPr/>
        </p:nvSpPr>
        <p:spPr bwMode="auto">
          <a:xfrm>
            <a:off x="5924550" y="3213100"/>
            <a:ext cx="287338" cy="1588"/>
          </a:xfrm>
          <a:custGeom>
            <a:avLst/>
            <a:gdLst>
              <a:gd name="T0" fmla="*/ 0 w 720"/>
              <a:gd name="T1" fmla="*/ 0 h 1588"/>
              <a:gd name="T2" fmla="*/ 114511776 w 720"/>
              <a:gd name="T3" fmla="*/ 0 h 1588"/>
              <a:gd name="T4" fmla="*/ 114671009 w 720"/>
              <a:gd name="T5" fmla="*/ 0 h 1588"/>
              <a:gd name="T6" fmla="*/ 0 60000 65536"/>
              <a:gd name="T7" fmla="*/ 0 60000 65536"/>
              <a:gd name="T8" fmla="*/ 0 60000 65536"/>
              <a:gd name="T9" fmla="*/ 0 w 720"/>
              <a:gd name="T10" fmla="*/ 0 h 1588"/>
              <a:gd name="T11" fmla="*/ 720 w 720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20" h="1588">
                <a:moveTo>
                  <a:pt x="0" y="0"/>
                </a:moveTo>
                <a:lnTo>
                  <a:pt x="719" y="0"/>
                </a:lnTo>
                <a:lnTo>
                  <a:pt x="720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73" name="Freeform 185"/>
          <p:cNvSpPr>
            <a:spLocks/>
          </p:cNvSpPr>
          <p:nvPr/>
        </p:nvSpPr>
        <p:spPr bwMode="auto">
          <a:xfrm>
            <a:off x="7208838" y="2651125"/>
            <a:ext cx="1587" cy="365125"/>
          </a:xfrm>
          <a:custGeom>
            <a:avLst/>
            <a:gdLst>
              <a:gd name="T0" fmla="*/ 0 w 1"/>
              <a:gd name="T1" fmla="*/ 0 h 918"/>
              <a:gd name="T2" fmla="*/ 0 w 1"/>
              <a:gd name="T3" fmla="*/ 145224690 h 918"/>
              <a:gd name="T4" fmla="*/ 2518569 w 1"/>
              <a:gd name="T5" fmla="*/ 145224690 h 918"/>
              <a:gd name="T6" fmla="*/ 0 60000 65536"/>
              <a:gd name="T7" fmla="*/ 0 60000 65536"/>
              <a:gd name="T8" fmla="*/ 0 60000 65536"/>
              <a:gd name="T9" fmla="*/ 0 w 1"/>
              <a:gd name="T10" fmla="*/ 0 h 918"/>
              <a:gd name="T11" fmla="*/ 1 w 1"/>
              <a:gd name="T12" fmla="*/ 918 h 9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918">
                <a:moveTo>
                  <a:pt x="0" y="0"/>
                </a:moveTo>
                <a:lnTo>
                  <a:pt x="0" y="918"/>
                </a:lnTo>
                <a:lnTo>
                  <a:pt x="1" y="918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74" name="Freeform 186"/>
          <p:cNvSpPr>
            <a:spLocks/>
          </p:cNvSpPr>
          <p:nvPr/>
        </p:nvSpPr>
        <p:spPr bwMode="auto">
          <a:xfrm>
            <a:off x="7585075" y="2790825"/>
            <a:ext cx="1588" cy="136525"/>
          </a:xfrm>
          <a:custGeom>
            <a:avLst/>
            <a:gdLst>
              <a:gd name="T0" fmla="*/ 0 w 1"/>
              <a:gd name="T1" fmla="*/ 0 h 343"/>
              <a:gd name="T2" fmla="*/ 0 w 1"/>
              <a:gd name="T3" fmla="*/ 54341328 h 343"/>
              <a:gd name="T4" fmla="*/ 2521744 w 1"/>
              <a:gd name="T5" fmla="*/ 54341328 h 343"/>
              <a:gd name="T6" fmla="*/ 0 60000 65536"/>
              <a:gd name="T7" fmla="*/ 0 60000 65536"/>
              <a:gd name="T8" fmla="*/ 0 60000 65536"/>
              <a:gd name="T9" fmla="*/ 0 w 1"/>
              <a:gd name="T10" fmla="*/ 0 h 343"/>
              <a:gd name="T11" fmla="*/ 1 w 1"/>
              <a:gd name="T12" fmla="*/ 343 h 34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343">
                <a:moveTo>
                  <a:pt x="0" y="0"/>
                </a:moveTo>
                <a:lnTo>
                  <a:pt x="0" y="343"/>
                </a:lnTo>
                <a:lnTo>
                  <a:pt x="1" y="343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75" name="Freeform 187"/>
          <p:cNvSpPr>
            <a:spLocks/>
          </p:cNvSpPr>
          <p:nvPr/>
        </p:nvSpPr>
        <p:spPr bwMode="auto">
          <a:xfrm>
            <a:off x="7529513" y="2735263"/>
            <a:ext cx="55562" cy="55562"/>
          </a:xfrm>
          <a:custGeom>
            <a:avLst/>
            <a:gdLst>
              <a:gd name="T0" fmla="*/ 22209610 w 139"/>
              <a:gd name="T1" fmla="*/ 22050970 h 140"/>
              <a:gd name="T2" fmla="*/ 15818381 w 139"/>
              <a:gd name="T3" fmla="*/ 6457892 h 140"/>
              <a:gd name="T4" fmla="*/ 0 w 139"/>
              <a:gd name="T5" fmla="*/ 0 h 140"/>
              <a:gd name="T6" fmla="*/ 159891 w 139"/>
              <a:gd name="T7" fmla="*/ 0 h 140"/>
              <a:gd name="T8" fmla="*/ 0 60000 65536"/>
              <a:gd name="T9" fmla="*/ 0 60000 65536"/>
              <a:gd name="T10" fmla="*/ 0 60000 65536"/>
              <a:gd name="T11" fmla="*/ 0 60000 65536"/>
              <a:gd name="T12" fmla="*/ 0 w 139"/>
              <a:gd name="T13" fmla="*/ 0 h 140"/>
              <a:gd name="T14" fmla="*/ 139 w 139"/>
              <a:gd name="T15" fmla="*/ 140 h 1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9" h="140">
                <a:moveTo>
                  <a:pt x="139" y="140"/>
                </a:moveTo>
                <a:lnTo>
                  <a:pt x="99" y="4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76" name="Freeform 188"/>
          <p:cNvSpPr>
            <a:spLocks/>
          </p:cNvSpPr>
          <p:nvPr/>
        </p:nvSpPr>
        <p:spPr bwMode="auto">
          <a:xfrm>
            <a:off x="5924550" y="2451100"/>
            <a:ext cx="1588" cy="166688"/>
          </a:xfrm>
          <a:custGeom>
            <a:avLst/>
            <a:gdLst>
              <a:gd name="T0" fmla="*/ 0 w 1"/>
              <a:gd name="T1" fmla="*/ 0 h 420"/>
              <a:gd name="T2" fmla="*/ 0 w 1"/>
              <a:gd name="T3" fmla="*/ 66154498 h 420"/>
              <a:gd name="T4" fmla="*/ 2521744 w 1"/>
              <a:gd name="T5" fmla="*/ 66154498 h 420"/>
              <a:gd name="T6" fmla="*/ 0 60000 65536"/>
              <a:gd name="T7" fmla="*/ 0 60000 65536"/>
              <a:gd name="T8" fmla="*/ 0 60000 65536"/>
              <a:gd name="T9" fmla="*/ 0 w 1"/>
              <a:gd name="T10" fmla="*/ 0 h 420"/>
              <a:gd name="T11" fmla="*/ 1 w 1"/>
              <a:gd name="T12" fmla="*/ 420 h 42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420">
                <a:moveTo>
                  <a:pt x="0" y="0"/>
                </a:moveTo>
                <a:lnTo>
                  <a:pt x="0" y="420"/>
                </a:lnTo>
                <a:lnTo>
                  <a:pt x="1" y="42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77" name="Freeform 189"/>
          <p:cNvSpPr>
            <a:spLocks/>
          </p:cNvSpPr>
          <p:nvPr/>
        </p:nvSpPr>
        <p:spPr bwMode="auto">
          <a:xfrm>
            <a:off x="6503988" y="1589088"/>
            <a:ext cx="620712" cy="1587"/>
          </a:xfrm>
          <a:custGeom>
            <a:avLst/>
            <a:gdLst>
              <a:gd name="T0" fmla="*/ 0 w 1565"/>
              <a:gd name="T1" fmla="*/ 0 h 1587"/>
              <a:gd name="T2" fmla="*/ 246030009 w 1565"/>
              <a:gd name="T3" fmla="*/ 0 h 1587"/>
              <a:gd name="T4" fmla="*/ 246187468 w 1565"/>
              <a:gd name="T5" fmla="*/ 0 h 1587"/>
              <a:gd name="T6" fmla="*/ 0 60000 65536"/>
              <a:gd name="T7" fmla="*/ 0 60000 65536"/>
              <a:gd name="T8" fmla="*/ 0 60000 65536"/>
              <a:gd name="T9" fmla="*/ 0 w 1565"/>
              <a:gd name="T10" fmla="*/ 0 h 1587"/>
              <a:gd name="T11" fmla="*/ 1565 w 1565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65" h="1587">
                <a:moveTo>
                  <a:pt x="0" y="0"/>
                </a:moveTo>
                <a:lnTo>
                  <a:pt x="1564" y="0"/>
                </a:lnTo>
                <a:lnTo>
                  <a:pt x="1565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78" name="Freeform 190"/>
          <p:cNvSpPr>
            <a:spLocks/>
          </p:cNvSpPr>
          <p:nvPr/>
        </p:nvSpPr>
        <p:spPr bwMode="auto">
          <a:xfrm>
            <a:off x="6572250" y="1057275"/>
            <a:ext cx="1588" cy="611188"/>
          </a:xfrm>
          <a:custGeom>
            <a:avLst/>
            <a:gdLst>
              <a:gd name="T0" fmla="*/ 0 w 1"/>
              <a:gd name="T1" fmla="*/ 0 h 1542"/>
              <a:gd name="T2" fmla="*/ 0 w 1"/>
              <a:gd name="T3" fmla="*/ 242250824 h 1542"/>
              <a:gd name="T4" fmla="*/ 2521744 w 1"/>
              <a:gd name="T5" fmla="*/ 242250824 h 1542"/>
              <a:gd name="T6" fmla="*/ 0 60000 65536"/>
              <a:gd name="T7" fmla="*/ 0 60000 65536"/>
              <a:gd name="T8" fmla="*/ 0 60000 65536"/>
              <a:gd name="T9" fmla="*/ 0 w 1"/>
              <a:gd name="T10" fmla="*/ 0 h 1542"/>
              <a:gd name="T11" fmla="*/ 1 w 1"/>
              <a:gd name="T12" fmla="*/ 1542 h 15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1542">
                <a:moveTo>
                  <a:pt x="0" y="0"/>
                </a:moveTo>
                <a:lnTo>
                  <a:pt x="0" y="1542"/>
                </a:lnTo>
                <a:lnTo>
                  <a:pt x="1" y="1542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79" name="Freeform 191"/>
          <p:cNvSpPr>
            <a:spLocks/>
          </p:cNvSpPr>
          <p:nvPr/>
        </p:nvSpPr>
        <p:spPr bwMode="auto">
          <a:xfrm>
            <a:off x="6002338" y="1589088"/>
            <a:ext cx="406400" cy="1587"/>
          </a:xfrm>
          <a:custGeom>
            <a:avLst/>
            <a:gdLst>
              <a:gd name="T0" fmla="*/ 0 w 1023"/>
              <a:gd name="T1" fmla="*/ 0 h 1587"/>
              <a:gd name="T2" fmla="*/ 161289950 w 1023"/>
              <a:gd name="T3" fmla="*/ 0 h 1587"/>
              <a:gd name="T4" fmla="*/ 161447664 w 1023"/>
              <a:gd name="T5" fmla="*/ 0 h 1587"/>
              <a:gd name="T6" fmla="*/ 0 60000 65536"/>
              <a:gd name="T7" fmla="*/ 0 60000 65536"/>
              <a:gd name="T8" fmla="*/ 0 60000 65536"/>
              <a:gd name="T9" fmla="*/ 0 w 1023"/>
              <a:gd name="T10" fmla="*/ 0 h 1587"/>
              <a:gd name="T11" fmla="*/ 1023 w 1023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023" h="1587">
                <a:moveTo>
                  <a:pt x="0" y="0"/>
                </a:moveTo>
                <a:lnTo>
                  <a:pt x="1022" y="0"/>
                </a:lnTo>
                <a:lnTo>
                  <a:pt x="1023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80" name="Freeform 192"/>
          <p:cNvSpPr>
            <a:spLocks/>
          </p:cNvSpPr>
          <p:nvPr/>
        </p:nvSpPr>
        <p:spPr bwMode="auto">
          <a:xfrm>
            <a:off x="6572250" y="1695450"/>
            <a:ext cx="1588" cy="28575"/>
          </a:xfrm>
          <a:custGeom>
            <a:avLst/>
            <a:gdLst>
              <a:gd name="T0" fmla="*/ 0 w 1"/>
              <a:gd name="T1" fmla="*/ 0 h 71"/>
              <a:gd name="T2" fmla="*/ 0 w 1"/>
              <a:gd name="T3" fmla="*/ 11500431 h 71"/>
              <a:gd name="T4" fmla="*/ 2521744 w 1"/>
              <a:gd name="T5" fmla="*/ 11500431 h 71"/>
              <a:gd name="T6" fmla="*/ 0 60000 65536"/>
              <a:gd name="T7" fmla="*/ 0 60000 65536"/>
              <a:gd name="T8" fmla="*/ 0 60000 65536"/>
              <a:gd name="T9" fmla="*/ 0 w 1"/>
              <a:gd name="T10" fmla="*/ 0 h 71"/>
              <a:gd name="T11" fmla="*/ 1 w 1"/>
              <a:gd name="T12" fmla="*/ 71 h 7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71">
                <a:moveTo>
                  <a:pt x="0" y="0"/>
                </a:moveTo>
                <a:lnTo>
                  <a:pt x="0" y="71"/>
                </a:lnTo>
                <a:lnTo>
                  <a:pt x="1" y="71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81" name="Freeform 193"/>
          <p:cNvSpPr>
            <a:spLocks/>
          </p:cNvSpPr>
          <p:nvPr/>
        </p:nvSpPr>
        <p:spPr bwMode="auto">
          <a:xfrm>
            <a:off x="6432550" y="2006600"/>
            <a:ext cx="36513" cy="52388"/>
          </a:xfrm>
          <a:custGeom>
            <a:avLst/>
            <a:gdLst>
              <a:gd name="T0" fmla="*/ 14182970 w 94"/>
              <a:gd name="T1" fmla="*/ 20635357 h 133"/>
              <a:gd name="T2" fmla="*/ 10260153 w 94"/>
              <a:gd name="T3" fmla="*/ 7912951 h 133"/>
              <a:gd name="T4" fmla="*/ 0 w 94"/>
              <a:gd name="T5" fmla="*/ 0 h 133"/>
              <a:gd name="T6" fmla="*/ 150713 w 94"/>
              <a:gd name="T7" fmla="*/ 0 h 133"/>
              <a:gd name="T8" fmla="*/ 0 60000 65536"/>
              <a:gd name="T9" fmla="*/ 0 60000 65536"/>
              <a:gd name="T10" fmla="*/ 0 60000 65536"/>
              <a:gd name="T11" fmla="*/ 0 60000 65536"/>
              <a:gd name="T12" fmla="*/ 0 w 94"/>
              <a:gd name="T13" fmla="*/ 0 h 133"/>
              <a:gd name="T14" fmla="*/ 94 w 94"/>
              <a:gd name="T15" fmla="*/ 133 h 133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94" h="133">
                <a:moveTo>
                  <a:pt x="94" y="133"/>
                </a:moveTo>
                <a:lnTo>
                  <a:pt x="68" y="5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82" name="Freeform 194"/>
          <p:cNvSpPr>
            <a:spLocks/>
          </p:cNvSpPr>
          <p:nvPr/>
        </p:nvSpPr>
        <p:spPr bwMode="auto">
          <a:xfrm>
            <a:off x="6678613" y="2000250"/>
            <a:ext cx="39687" cy="79375"/>
          </a:xfrm>
          <a:custGeom>
            <a:avLst/>
            <a:gdLst>
              <a:gd name="T0" fmla="*/ 63002319 w 25"/>
              <a:gd name="T1" fmla="*/ 0 h 50"/>
              <a:gd name="T2" fmla="*/ 22680327 w 25"/>
              <a:gd name="T3" fmla="*/ 32762825 h 50"/>
              <a:gd name="T4" fmla="*/ 0 w 25"/>
              <a:gd name="T5" fmla="*/ 126007813 h 50"/>
              <a:gd name="T6" fmla="*/ 0 60000 65536"/>
              <a:gd name="T7" fmla="*/ 0 60000 65536"/>
              <a:gd name="T8" fmla="*/ 0 60000 65536"/>
              <a:gd name="T9" fmla="*/ 0 w 25"/>
              <a:gd name="T10" fmla="*/ 0 h 50"/>
              <a:gd name="T11" fmla="*/ 25 w 25"/>
              <a:gd name="T12" fmla="*/ 50 h 5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5" h="50">
                <a:moveTo>
                  <a:pt x="25" y="0"/>
                </a:moveTo>
                <a:lnTo>
                  <a:pt x="9" y="13"/>
                </a:lnTo>
                <a:lnTo>
                  <a:pt x="0" y="5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83" name="Rectangle 195"/>
          <p:cNvSpPr>
            <a:spLocks noChangeArrowheads="1"/>
          </p:cNvSpPr>
          <p:nvPr/>
        </p:nvSpPr>
        <p:spPr bwMode="auto">
          <a:xfrm>
            <a:off x="6340475" y="660400"/>
            <a:ext cx="155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i="1">
                <a:latin typeface="宋体" pitchFamily="2" charset="-122"/>
              </a:rPr>
              <a:t>A</a:t>
            </a:r>
            <a:endParaRPr lang="en-US" altLang="zh-CN" sz="2400" b="1"/>
          </a:p>
        </p:txBody>
      </p:sp>
      <p:sp>
        <p:nvSpPr>
          <p:cNvPr id="242884" name="Freeform 196"/>
          <p:cNvSpPr>
            <a:spLocks/>
          </p:cNvSpPr>
          <p:nvPr/>
        </p:nvSpPr>
        <p:spPr bwMode="auto">
          <a:xfrm>
            <a:off x="6446838" y="1589088"/>
            <a:ext cx="20637" cy="1587"/>
          </a:xfrm>
          <a:custGeom>
            <a:avLst/>
            <a:gdLst>
              <a:gd name="T0" fmla="*/ 0 w 51"/>
              <a:gd name="T1" fmla="*/ 0 h 1587"/>
              <a:gd name="T2" fmla="*/ 8186819 w 51"/>
              <a:gd name="T3" fmla="*/ 0 h 1587"/>
              <a:gd name="T4" fmla="*/ 8350701 w 51"/>
              <a:gd name="T5" fmla="*/ 0 h 1587"/>
              <a:gd name="T6" fmla="*/ 0 60000 65536"/>
              <a:gd name="T7" fmla="*/ 0 60000 65536"/>
              <a:gd name="T8" fmla="*/ 0 60000 65536"/>
              <a:gd name="T9" fmla="*/ 0 w 51"/>
              <a:gd name="T10" fmla="*/ 0 h 1587"/>
              <a:gd name="T11" fmla="*/ 51 w 51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51" h="1587">
                <a:moveTo>
                  <a:pt x="0" y="0"/>
                </a:moveTo>
                <a:lnTo>
                  <a:pt x="50" y="0"/>
                </a:lnTo>
                <a:lnTo>
                  <a:pt x="51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85" name="Freeform 197"/>
          <p:cNvSpPr>
            <a:spLocks/>
          </p:cNvSpPr>
          <p:nvPr/>
        </p:nvSpPr>
        <p:spPr bwMode="auto">
          <a:xfrm>
            <a:off x="6572250" y="863600"/>
            <a:ext cx="285750" cy="1588"/>
          </a:xfrm>
          <a:custGeom>
            <a:avLst/>
            <a:gdLst>
              <a:gd name="T0" fmla="*/ 0 w 719"/>
              <a:gd name="T1" fmla="*/ 0 h 1588"/>
              <a:gd name="T2" fmla="*/ 113406982 w 719"/>
              <a:gd name="T3" fmla="*/ 0 h 1588"/>
              <a:gd name="T4" fmla="*/ 113564760 w 719"/>
              <a:gd name="T5" fmla="*/ 0 h 1588"/>
              <a:gd name="T6" fmla="*/ 0 60000 65536"/>
              <a:gd name="T7" fmla="*/ 0 60000 65536"/>
              <a:gd name="T8" fmla="*/ 0 60000 65536"/>
              <a:gd name="T9" fmla="*/ 0 w 719"/>
              <a:gd name="T10" fmla="*/ 0 h 1588"/>
              <a:gd name="T11" fmla="*/ 719 w 719"/>
              <a:gd name="T12" fmla="*/ 1588 h 15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19" h="1588">
                <a:moveTo>
                  <a:pt x="0" y="0"/>
                </a:moveTo>
                <a:lnTo>
                  <a:pt x="718" y="0"/>
                </a:lnTo>
                <a:lnTo>
                  <a:pt x="719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86" name="Freeform 198"/>
          <p:cNvSpPr>
            <a:spLocks/>
          </p:cNvSpPr>
          <p:nvPr/>
        </p:nvSpPr>
        <p:spPr bwMode="auto">
          <a:xfrm>
            <a:off x="6572250" y="863600"/>
            <a:ext cx="1588" cy="158750"/>
          </a:xfrm>
          <a:custGeom>
            <a:avLst/>
            <a:gdLst>
              <a:gd name="T0" fmla="*/ 0 w 1"/>
              <a:gd name="T1" fmla="*/ 62846789 h 401"/>
              <a:gd name="T2" fmla="*/ 0 w 1"/>
              <a:gd name="T3" fmla="*/ 0 h 401"/>
              <a:gd name="T4" fmla="*/ 2521744 w 1"/>
              <a:gd name="T5" fmla="*/ 0 h 401"/>
              <a:gd name="T6" fmla="*/ 0 60000 65536"/>
              <a:gd name="T7" fmla="*/ 0 60000 65536"/>
              <a:gd name="T8" fmla="*/ 0 60000 65536"/>
              <a:gd name="T9" fmla="*/ 0 w 1"/>
              <a:gd name="T10" fmla="*/ 0 h 401"/>
              <a:gd name="T11" fmla="*/ 1 w 1"/>
              <a:gd name="T12" fmla="*/ 401 h 40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401">
                <a:moveTo>
                  <a:pt x="0" y="401"/>
                </a:move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87" name="Freeform 199"/>
          <p:cNvSpPr>
            <a:spLocks/>
          </p:cNvSpPr>
          <p:nvPr/>
        </p:nvSpPr>
        <p:spPr bwMode="auto">
          <a:xfrm>
            <a:off x="7700963" y="1149350"/>
            <a:ext cx="1587" cy="881063"/>
          </a:xfrm>
          <a:custGeom>
            <a:avLst/>
            <a:gdLst>
              <a:gd name="T0" fmla="*/ 0 w 1"/>
              <a:gd name="T1" fmla="*/ 0 h 2218"/>
              <a:gd name="T2" fmla="*/ 0 w 1"/>
              <a:gd name="T3" fmla="*/ 349987381 h 2218"/>
              <a:gd name="T4" fmla="*/ 2518569 w 1"/>
              <a:gd name="T5" fmla="*/ 349987381 h 2218"/>
              <a:gd name="T6" fmla="*/ 0 60000 65536"/>
              <a:gd name="T7" fmla="*/ 0 60000 65536"/>
              <a:gd name="T8" fmla="*/ 0 60000 65536"/>
              <a:gd name="T9" fmla="*/ 0 w 1"/>
              <a:gd name="T10" fmla="*/ 0 h 2218"/>
              <a:gd name="T11" fmla="*/ 1 w 1"/>
              <a:gd name="T12" fmla="*/ 2218 h 22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2218">
                <a:moveTo>
                  <a:pt x="0" y="0"/>
                </a:moveTo>
                <a:lnTo>
                  <a:pt x="0" y="2218"/>
                </a:lnTo>
                <a:lnTo>
                  <a:pt x="1" y="2218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88" name="Freeform 200"/>
          <p:cNvSpPr>
            <a:spLocks/>
          </p:cNvSpPr>
          <p:nvPr/>
        </p:nvSpPr>
        <p:spPr bwMode="auto">
          <a:xfrm>
            <a:off x="7585075" y="1589088"/>
            <a:ext cx="395288" cy="1587"/>
          </a:xfrm>
          <a:custGeom>
            <a:avLst/>
            <a:gdLst>
              <a:gd name="T0" fmla="*/ 0 w 999"/>
              <a:gd name="T1" fmla="*/ 0 h 1587"/>
              <a:gd name="T2" fmla="*/ 156252321 w 999"/>
              <a:gd name="T3" fmla="*/ 0 h 1587"/>
              <a:gd name="T4" fmla="*/ 156409012 w 999"/>
              <a:gd name="T5" fmla="*/ 0 h 1587"/>
              <a:gd name="T6" fmla="*/ 0 60000 65536"/>
              <a:gd name="T7" fmla="*/ 0 60000 65536"/>
              <a:gd name="T8" fmla="*/ 0 60000 65536"/>
              <a:gd name="T9" fmla="*/ 0 w 999"/>
              <a:gd name="T10" fmla="*/ 0 h 1587"/>
              <a:gd name="T11" fmla="*/ 999 w 999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99" h="1587">
                <a:moveTo>
                  <a:pt x="0" y="0"/>
                </a:moveTo>
                <a:lnTo>
                  <a:pt x="998" y="0"/>
                </a:lnTo>
                <a:lnTo>
                  <a:pt x="999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89" name="Freeform 201"/>
          <p:cNvSpPr>
            <a:spLocks/>
          </p:cNvSpPr>
          <p:nvPr/>
        </p:nvSpPr>
        <p:spPr bwMode="auto">
          <a:xfrm>
            <a:off x="7700963" y="2030413"/>
            <a:ext cx="187325" cy="1587"/>
          </a:xfrm>
          <a:custGeom>
            <a:avLst/>
            <a:gdLst>
              <a:gd name="T0" fmla="*/ 0 w 472"/>
              <a:gd name="T1" fmla="*/ 0 h 1587"/>
              <a:gd name="T2" fmla="*/ 74187050 w 472"/>
              <a:gd name="T3" fmla="*/ 0 h 1587"/>
              <a:gd name="T4" fmla="*/ 74344609 w 472"/>
              <a:gd name="T5" fmla="*/ 0 h 1587"/>
              <a:gd name="T6" fmla="*/ 0 60000 65536"/>
              <a:gd name="T7" fmla="*/ 0 60000 65536"/>
              <a:gd name="T8" fmla="*/ 0 60000 65536"/>
              <a:gd name="T9" fmla="*/ 0 w 472"/>
              <a:gd name="T10" fmla="*/ 0 h 1587"/>
              <a:gd name="T11" fmla="*/ 472 w 472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472" h="1587">
                <a:moveTo>
                  <a:pt x="0" y="0"/>
                </a:moveTo>
                <a:lnTo>
                  <a:pt x="471" y="0"/>
                </a:lnTo>
                <a:lnTo>
                  <a:pt x="472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90" name="Freeform 202"/>
          <p:cNvSpPr>
            <a:spLocks/>
          </p:cNvSpPr>
          <p:nvPr/>
        </p:nvSpPr>
        <p:spPr bwMode="auto">
          <a:xfrm>
            <a:off x="7886700" y="2030413"/>
            <a:ext cx="55563" cy="53975"/>
          </a:xfrm>
          <a:custGeom>
            <a:avLst/>
            <a:gdLst>
              <a:gd name="T0" fmla="*/ 22210410 w 139"/>
              <a:gd name="T1" fmla="*/ 20958997 h 139"/>
              <a:gd name="T2" fmla="*/ 15659172 w 139"/>
              <a:gd name="T3" fmla="*/ 6332937 h 139"/>
              <a:gd name="T4" fmla="*/ 0 w 139"/>
              <a:gd name="T5" fmla="*/ 0 h 139"/>
              <a:gd name="T6" fmla="*/ 159894 w 139"/>
              <a:gd name="T7" fmla="*/ 0 h 139"/>
              <a:gd name="T8" fmla="*/ 0 60000 65536"/>
              <a:gd name="T9" fmla="*/ 0 60000 65536"/>
              <a:gd name="T10" fmla="*/ 0 60000 65536"/>
              <a:gd name="T11" fmla="*/ 0 60000 65536"/>
              <a:gd name="T12" fmla="*/ 0 w 139"/>
              <a:gd name="T13" fmla="*/ 0 h 139"/>
              <a:gd name="T14" fmla="*/ 139 w 139"/>
              <a:gd name="T15" fmla="*/ 139 h 1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39" h="139">
                <a:moveTo>
                  <a:pt x="139" y="139"/>
                </a:moveTo>
                <a:lnTo>
                  <a:pt x="98" y="42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91" name="Freeform 203"/>
          <p:cNvSpPr>
            <a:spLocks/>
          </p:cNvSpPr>
          <p:nvPr/>
        </p:nvSpPr>
        <p:spPr bwMode="auto">
          <a:xfrm>
            <a:off x="8145463" y="2030413"/>
            <a:ext cx="55562" cy="53975"/>
          </a:xfrm>
          <a:custGeom>
            <a:avLst/>
            <a:gdLst>
              <a:gd name="T0" fmla="*/ 21894580 w 141"/>
              <a:gd name="T1" fmla="*/ 0 h 139"/>
              <a:gd name="T2" fmla="*/ 6521639 w 141"/>
              <a:gd name="T3" fmla="*/ 6332937 h 139"/>
              <a:gd name="T4" fmla="*/ 0 w 141"/>
              <a:gd name="T5" fmla="*/ 20958997 h 139"/>
              <a:gd name="T6" fmla="*/ 310517 w 141"/>
              <a:gd name="T7" fmla="*/ 20958997 h 139"/>
              <a:gd name="T8" fmla="*/ 0 60000 65536"/>
              <a:gd name="T9" fmla="*/ 0 60000 65536"/>
              <a:gd name="T10" fmla="*/ 0 60000 65536"/>
              <a:gd name="T11" fmla="*/ 0 60000 65536"/>
              <a:gd name="T12" fmla="*/ 0 w 141"/>
              <a:gd name="T13" fmla="*/ 0 h 139"/>
              <a:gd name="T14" fmla="*/ 141 w 141"/>
              <a:gd name="T15" fmla="*/ 139 h 139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1" h="139">
                <a:moveTo>
                  <a:pt x="141" y="0"/>
                </a:moveTo>
                <a:lnTo>
                  <a:pt x="42" y="42"/>
                </a:lnTo>
                <a:lnTo>
                  <a:pt x="0" y="139"/>
                </a:lnTo>
                <a:lnTo>
                  <a:pt x="2" y="139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92" name="Freeform 204"/>
          <p:cNvSpPr>
            <a:spLocks/>
          </p:cNvSpPr>
          <p:nvPr/>
        </p:nvSpPr>
        <p:spPr bwMode="auto">
          <a:xfrm>
            <a:off x="8048625" y="1589088"/>
            <a:ext cx="39688" cy="1587"/>
          </a:xfrm>
          <a:custGeom>
            <a:avLst/>
            <a:gdLst>
              <a:gd name="T0" fmla="*/ 0 w 98"/>
              <a:gd name="T1" fmla="*/ 0 h 1587"/>
              <a:gd name="T2" fmla="*/ 15908813 w 98"/>
              <a:gd name="T3" fmla="*/ 0 h 1587"/>
              <a:gd name="T4" fmla="*/ 16072830 w 98"/>
              <a:gd name="T5" fmla="*/ 0 h 1587"/>
              <a:gd name="T6" fmla="*/ 0 60000 65536"/>
              <a:gd name="T7" fmla="*/ 0 60000 65536"/>
              <a:gd name="T8" fmla="*/ 0 60000 65536"/>
              <a:gd name="T9" fmla="*/ 0 w 98"/>
              <a:gd name="T10" fmla="*/ 0 h 1587"/>
              <a:gd name="T11" fmla="*/ 98 w 98"/>
              <a:gd name="T12" fmla="*/ 1587 h 1587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98" h="1587">
                <a:moveTo>
                  <a:pt x="0" y="0"/>
                </a:moveTo>
                <a:lnTo>
                  <a:pt x="97" y="0"/>
                </a:lnTo>
                <a:lnTo>
                  <a:pt x="98" y="0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93" name="Freeform 205"/>
          <p:cNvSpPr>
            <a:spLocks/>
          </p:cNvSpPr>
          <p:nvPr/>
        </p:nvSpPr>
        <p:spPr bwMode="auto">
          <a:xfrm>
            <a:off x="8589963" y="2735263"/>
            <a:ext cx="1587" cy="192087"/>
          </a:xfrm>
          <a:custGeom>
            <a:avLst/>
            <a:gdLst>
              <a:gd name="T0" fmla="*/ 0 w 1"/>
              <a:gd name="T1" fmla="*/ 0 h 483"/>
              <a:gd name="T2" fmla="*/ 0 w 1"/>
              <a:gd name="T3" fmla="*/ 76392165 h 483"/>
              <a:gd name="T4" fmla="*/ 2518569 w 1"/>
              <a:gd name="T5" fmla="*/ 76392165 h 483"/>
              <a:gd name="T6" fmla="*/ 0 60000 65536"/>
              <a:gd name="T7" fmla="*/ 0 60000 65536"/>
              <a:gd name="T8" fmla="*/ 0 60000 65536"/>
              <a:gd name="T9" fmla="*/ 0 w 1"/>
              <a:gd name="T10" fmla="*/ 0 h 483"/>
              <a:gd name="T11" fmla="*/ 1 w 1"/>
              <a:gd name="T12" fmla="*/ 483 h 48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483">
                <a:moveTo>
                  <a:pt x="0" y="0"/>
                </a:moveTo>
                <a:lnTo>
                  <a:pt x="0" y="483"/>
                </a:lnTo>
                <a:lnTo>
                  <a:pt x="1" y="483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94" name="Freeform 206"/>
          <p:cNvSpPr>
            <a:spLocks/>
          </p:cNvSpPr>
          <p:nvPr/>
        </p:nvSpPr>
        <p:spPr bwMode="auto">
          <a:xfrm>
            <a:off x="8358188" y="2735263"/>
            <a:ext cx="1587" cy="192087"/>
          </a:xfrm>
          <a:custGeom>
            <a:avLst/>
            <a:gdLst>
              <a:gd name="T0" fmla="*/ 0 w 1"/>
              <a:gd name="T1" fmla="*/ 0 h 483"/>
              <a:gd name="T2" fmla="*/ 0 w 1"/>
              <a:gd name="T3" fmla="*/ 76392165 h 483"/>
              <a:gd name="T4" fmla="*/ 2518569 w 1"/>
              <a:gd name="T5" fmla="*/ 76392165 h 483"/>
              <a:gd name="T6" fmla="*/ 0 60000 65536"/>
              <a:gd name="T7" fmla="*/ 0 60000 65536"/>
              <a:gd name="T8" fmla="*/ 0 60000 65536"/>
              <a:gd name="T9" fmla="*/ 0 w 1"/>
              <a:gd name="T10" fmla="*/ 0 h 483"/>
              <a:gd name="T11" fmla="*/ 1 w 1"/>
              <a:gd name="T12" fmla="*/ 483 h 48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483">
                <a:moveTo>
                  <a:pt x="0" y="0"/>
                </a:moveTo>
                <a:lnTo>
                  <a:pt x="0" y="483"/>
                </a:lnTo>
                <a:lnTo>
                  <a:pt x="1" y="483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95" name="Freeform 207"/>
          <p:cNvSpPr>
            <a:spLocks/>
          </p:cNvSpPr>
          <p:nvPr/>
        </p:nvSpPr>
        <p:spPr bwMode="auto">
          <a:xfrm>
            <a:off x="8474075" y="2660650"/>
            <a:ext cx="1588" cy="368300"/>
          </a:xfrm>
          <a:custGeom>
            <a:avLst/>
            <a:gdLst>
              <a:gd name="T0" fmla="*/ 0 w 1"/>
              <a:gd name="T1" fmla="*/ 0 h 925"/>
              <a:gd name="T2" fmla="*/ 0 w 1"/>
              <a:gd name="T3" fmla="*/ 146643124 h 925"/>
              <a:gd name="T4" fmla="*/ 2521744 w 1"/>
              <a:gd name="T5" fmla="*/ 146643124 h 925"/>
              <a:gd name="T6" fmla="*/ 0 60000 65536"/>
              <a:gd name="T7" fmla="*/ 0 60000 65536"/>
              <a:gd name="T8" fmla="*/ 0 60000 65536"/>
              <a:gd name="T9" fmla="*/ 0 w 1"/>
              <a:gd name="T10" fmla="*/ 0 h 925"/>
              <a:gd name="T11" fmla="*/ 1 w 1"/>
              <a:gd name="T12" fmla="*/ 925 h 92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925">
                <a:moveTo>
                  <a:pt x="0" y="0"/>
                </a:moveTo>
                <a:lnTo>
                  <a:pt x="0" y="925"/>
                </a:lnTo>
                <a:lnTo>
                  <a:pt x="1" y="925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96" name="Freeform 208"/>
          <p:cNvSpPr>
            <a:spLocks/>
          </p:cNvSpPr>
          <p:nvPr/>
        </p:nvSpPr>
        <p:spPr bwMode="auto">
          <a:xfrm>
            <a:off x="8815388" y="2790825"/>
            <a:ext cx="1587" cy="136525"/>
          </a:xfrm>
          <a:custGeom>
            <a:avLst/>
            <a:gdLst>
              <a:gd name="T0" fmla="*/ 0 w 1"/>
              <a:gd name="T1" fmla="*/ 0 h 343"/>
              <a:gd name="T2" fmla="*/ 0 w 1"/>
              <a:gd name="T3" fmla="*/ 54341328 h 343"/>
              <a:gd name="T4" fmla="*/ 2518569 w 1"/>
              <a:gd name="T5" fmla="*/ 54341328 h 343"/>
              <a:gd name="T6" fmla="*/ 0 60000 65536"/>
              <a:gd name="T7" fmla="*/ 0 60000 65536"/>
              <a:gd name="T8" fmla="*/ 0 60000 65536"/>
              <a:gd name="T9" fmla="*/ 0 w 1"/>
              <a:gd name="T10" fmla="*/ 0 h 343"/>
              <a:gd name="T11" fmla="*/ 1 w 1"/>
              <a:gd name="T12" fmla="*/ 343 h 34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" h="343">
                <a:moveTo>
                  <a:pt x="0" y="0"/>
                </a:moveTo>
                <a:lnTo>
                  <a:pt x="0" y="343"/>
                </a:lnTo>
                <a:lnTo>
                  <a:pt x="1" y="343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97" name="Freeform 209"/>
          <p:cNvSpPr>
            <a:spLocks/>
          </p:cNvSpPr>
          <p:nvPr/>
        </p:nvSpPr>
        <p:spPr bwMode="auto">
          <a:xfrm>
            <a:off x="8766175" y="2735263"/>
            <a:ext cx="55563" cy="55562"/>
          </a:xfrm>
          <a:custGeom>
            <a:avLst/>
            <a:gdLst>
              <a:gd name="T0" fmla="*/ 22051764 w 140"/>
              <a:gd name="T1" fmla="*/ 22050970 h 140"/>
              <a:gd name="T2" fmla="*/ 15436195 w 140"/>
              <a:gd name="T3" fmla="*/ 6457892 h 140"/>
              <a:gd name="T4" fmla="*/ 0 w 140"/>
              <a:gd name="T5" fmla="*/ 0 h 140"/>
              <a:gd name="T6" fmla="*/ 315122 w 140"/>
              <a:gd name="T7" fmla="*/ 0 h 140"/>
              <a:gd name="T8" fmla="*/ 0 60000 65536"/>
              <a:gd name="T9" fmla="*/ 0 60000 65536"/>
              <a:gd name="T10" fmla="*/ 0 60000 65536"/>
              <a:gd name="T11" fmla="*/ 0 60000 65536"/>
              <a:gd name="T12" fmla="*/ 0 w 140"/>
              <a:gd name="T13" fmla="*/ 0 h 140"/>
              <a:gd name="T14" fmla="*/ 140 w 140"/>
              <a:gd name="T15" fmla="*/ 140 h 14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0" h="140">
                <a:moveTo>
                  <a:pt x="140" y="140"/>
                </a:moveTo>
                <a:lnTo>
                  <a:pt x="98" y="41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98" name="Freeform 210"/>
          <p:cNvSpPr>
            <a:spLocks/>
          </p:cNvSpPr>
          <p:nvPr/>
        </p:nvSpPr>
        <p:spPr bwMode="auto">
          <a:xfrm>
            <a:off x="8561388" y="1149350"/>
            <a:ext cx="1587" cy="881063"/>
          </a:xfrm>
          <a:custGeom>
            <a:avLst/>
            <a:gdLst>
              <a:gd name="T0" fmla="*/ 0 w 2"/>
              <a:gd name="T1" fmla="*/ 0 h 2218"/>
              <a:gd name="T2" fmla="*/ 0 w 2"/>
              <a:gd name="T3" fmla="*/ 349987381 h 2218"/>
              <a:gd name="T4" fmla="*/ 1259285 w 2"/>
              <a:gd name="T5" fmla="*/ 349987381 h 2218"/>
              <a:gd name="T6" fmla="*/ 0 60000 65536"/>
              <a:gd name="T7" fmla="*/ 0 60000 65536"/>
              <a:gd name="T8" fmla="*/ 0 60000 65536"/>
              <a:gd name="T9" fmla="*/ 0 w 2"/>
              <a:gd name="T10" fmla="*/ 0 h 2218"/>
              <a:gd name="T11" fmla="*/ 2 w 2"/>
              <a:gd name="T12" fmla="*/ 2218 h 221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" h="2218">
                <a:moveTo>
                  <a:pt x="0" y="0"/>
                </a:moveTo>
                <a:lnTo>
                  <a:pt x="0" y="2218"/>
                </a:lnTo>
                <a:lnTo>
                  <a:pt x="2" y="2218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899" name="Freeform 211"/>
          <p:cNvSpPr>
            <a:spLocks/>
          </p:cNvSpPr>
          <p:nvPr/>
        </p:nvSpPr>
        <p:spPr bwMode="auto">
          <a:xfrm>
            <a:off x="8145463" y="2706688"/>
            <a:ext cx="28575" cy="28575"/>
          </a:xfrm>
          <a:custGeom>
            <a:avLst/>
            <a:gdLst>
              <a:gd name="T0" fmla="*/ 0 w 72"/>
              <a:gd name="T1" fmla="*/ 0 h 70"/>
              <a:gd name="T2" fmla="*/ 3307556 w 72"/>
              <a:gd name="T3" fmla="*/ 8165510 h 70"/>
              <a:gd name="T4" fmla="*/ 11183144 w 72"/>
              <a:gd name="T5" fmla="*/ 11664723 h 70"/>
              <a:gd name="T6" fmla="*/ 11340703 w 72"/>
              <a:gd name="T7" fmla="*/ 11664723 h 70"/>
              <a:gd name="T8" fmla="*/ 0 60000 65536"/>
              <a:gd name="T9" fmla="*/ 0 60000 65536"/>
              <a:gd name="T10" fmla="*/ 0 60000 65536"/>
              <a:gd name="T11" fmla="*/ 0 60000 65536"/>
              <a:gd name="T12" fmla="*/ 0 w 72"/>
              <a:gd name="T13" fmla="*/ 0 h 70"/>
              <a:gd name="T14" fmla="*/ 72 w 72"/>
              <a:gd name="T15" fmla="*/ 70 h 7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2" h="70">
                <a:moveTo>
                  <a:pt x="0" y="0"/>
                </a:moveTo>
                <a:lnTo>
                  <a:pt x="21" y="49"/>
                </a:lnTo>
                <a:lnTo>
                  <a:pt x="71" y="70"/>
                </a:lnTo>
                <a:lnTo>
                  <a:pt x="72" y="70"/>
                </a:lnTo>
              </a:path>
            </a:pathLst>
          </a:custGeom>
          <a:noFill/>
          <a:ln w="38100" cmpd="sng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2900" name="Line 212"/>
          <p:cNvSpPr>
            <a:spLocks noChangeShapeType="1"/>
          </p:cNvSpPr>
          <p:nvPr/>
        </p:nvSpPr>
        <p:spPr bwMode="auto">
          <a:xfrm>
            <a:off x="6681788" y="2551113"/>
            <a:ext cx="0" cy="127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2901" name="Line 213"/>
          <p:cNvSpPr>
            <a:spLocks noChangeShapeType="1"/>
          </p:cNvSpPr>
          <p:nvPr/>
        </p:nvSpPr>
        <p:spPr bwMode="auto">
          <a:xfrm>
            <a:off x="8442325" y="2209800"/>
            <a:ext cx="366713" cy="52863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2902" name="Rectangle 214"/>
          <p:cNvSpPr>
            <a:spLocks noChangeArrowheads="1"/>
          </p:cNvSpPr>
          <p:nvPr/>
        </p:nvSpPr>
        <p:spPr bwMode="auto">
          <a:xfrm>
            <a:off x="5735638" y="2252663"/>
            <a:ext cx="155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i="1">
                <a:latin typeface="宋体" pitchFamily="2" charset="-122"/>
              </a:rPr>
              <a:t>A</a:t>
            </a:r>
            <a:endParaRPr lang="en-US" altLang="zh-CN" sz="2400" b="1"/>
          </a:p>
        </p:txBody>
      </p:sp>
      <p:sp>
        <p:nvSpPr>
          <p:cNvPr id="242903" name="Text Box 215"/>
          <p:cNvSpPr txBox="1">
            <a:spLocks noChangeArrowheads="1"/>
          </p:cNvSpPr>
          <p:nvPr/>
        </p:nvSpPr>
        <p:spPr bwMode="auto">
          <a:xfrm>
            <a:off x="6597650" y="3175000"/>
            <a:ext cx="158591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ea typeface="黑体" pitchFamily="2" charset="-122"/>
              </a:rPr>
              <a:t>正确</a:t>
            </a:r>
          </a:p>
        </p:txBody>
      </p:sp>
      <p:sp>
        <p:nvSpPr>
          <p:cNvPr id="242904" name="Rectangle 216"/>
          <p:cNvSpPr>
            <a:spLocks noChangeArrowheads="1"/>
          </p:cNvSpPr>
          <p:nvPr/>
        </p:nvSpPr>
        <p:spPr bwMode="auto">
          <a:xfrm>
            <a:off x="5718175" y="3074988"/>
            <a:ext cx="155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i="1">
                <a:latin typeface="宋体" pitchFamily="2" charset="-122"/>
              </a:rPr>
              <a:t>A</a:t>
            </a:r>
            <a:endParaRPr lang="en-US" altLang="zh-CN" sz="2400" b="1"/>
          </a:p>
        </p:txBody>
      </p:sp>
      <p:pic>
        <p:nvPicPr>
          <p:cNvPr id="242905" name="Picture 217" descr="书6-3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17" t="10345" r="6854" b="4803"/>
          <a:stretch>
            <a:fillRect/>
          </a:stretch>
        </p:blipFill>
        <p:spPr bwMode="auto">
          <a:xfrm>
            <a:off x="3625850" y="928688"/>
            <a:ext cx="1946275" cy="221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29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29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428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42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42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242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42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242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242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242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242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42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242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242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6" dur="500"/>
                                        <p:tgtEl>
                                          <p:spTgt spid="242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42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42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42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242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1" dur="500"/>
                                        <p:tgtEl>
                                          <p:spTgt spid="242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242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428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242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242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42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242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2" dur="500"/>
                                        <p:tgtEl>
                                          <p:spTgt spid="242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242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8" dur="500"/>
                                        <p:tgtEl>
                                          <p:spTgt spid="2428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1" dur="500"/>
                                        <p:tgtEl>
                                          <p:spTgt spid="2428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4" dur="500"/>
                                        <p:tgtEl>
                                          <p:spTgt spid="242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7" dur="500"/>
                                        <p:tgtEl>
                                          <p:spTgt spid="242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242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3" dur="500"/>
                                        <p:tgtEl>
                                          <p:spTgt spid="242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6" dur="500"/>
                                        <p:tgtEl>
                                          <p:spTgt spid="242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9" dur="500"/>
                                        <p:tgtEl>
                                          <p:spTgt spid="2428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2" dur="500"/>
                                        <p:tgtEl>
                                          <p:spTgt spid="242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5" dur="500"/>
                                        <p:tgtEl>
                                          <p:spTgt spid="242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8" dur="500"/>
                                        <p:tgtEl>
                                          <p:spTgt spid="242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1" dur="500"/>
                                        <p:tgtEl>
                                          <p:spTgt spid="242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4" dur="500"/>
                                        <p:tgtEl>
                                          <p:spTgt spid="242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7" dur="500"/>
                                        <p:tgtEl>
                                          <p:spTgt spid="242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0" dur="500"/>
                                        <p:tgtEl>
                                          <p:spTgt spid="242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3" dur="500"/>
                                        <p:tgtEl>
                                          <p:spTgt spid="242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6" dur="500"/>
                                        <p:tgtEl>
                                          <p:spTgt spid="242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9" dur="500"/>
                                        <p:tgtEl>
                                          <p:spTgt spid="242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2" dur="500"/>
                                        <p:tgtEl>
                                          <p:spTgt spid="242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5" dur="500"/>
                                        <p:tgtEl>
                                          <p:spTgt spid="242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8" dur="500"/>
                                        <p:tgtEl>
                                          <p:spTgt spid="242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1" dur="500"/>
                                        <p:tgtEl>
                                          <p:spTgt spid="242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4" dur="500"/>
                                        <p:tgtEl>
                                          <p:spTgt spid="242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7" dur="500"/>
                                        <p:tgtEl>
                                          <p:spTgt spid="242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0" dur="500"/>
                                        <p:tgtEl>
                                          <p:spTgt spid="242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3" dur="500"/>
                                        <p:tgtEl>
                                          <p:spTgt spid="242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6" dur="500"/>
                                        <p:tgtEl>
                                          <p:spTgt spid="242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9" dur="500"/>
                                        <p:tgtEl>
                                          <p:spTgt spid="242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2" dur="500"/>
                                        <p:tgtEl>
                                          <p:spTgt spid="2428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5" dur="500"/>
                                        <p:tgtEl>
                                          <p:spTgt spid="242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8" dur="500"/>
                                        <p:tgtEl>
                                          <p:spTgt spid="242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1" dur="500"/>
                                        <p:tgtEl>
                                          <p:spTgt spid="242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4" dur="500"/>
                                        <p:tgtEl>
                                          <p:spTgt spid="242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7" dur="500"/>
                                        <p:tgtEl>
                                          <p:spTgt spid="242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0" dur="500"/>
                                        <p:tgtEl>
                                          <p:spTgt spid="2428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3" dur="500"/>
                                        <p:tgtEl>
                                          <p:spTgt spid="24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6" dur="500"/>
                                        <p:tgtEl>
                                          <p:spTgt spid="2428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9" dur="500"/>
                                        <p:tgtEl>
                                          <p:spTgt spid="24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2" dur="500"/>
                                        <p:tgtEl>
                                          <p:spTgt spid="24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5" dur="500"/>
                                        <p:tgtEl>
                                          <p:spTgt spid="24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8" dur="500"/>
                                        <p:tgtEl>
                                          <p:spTgt spid="242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1" dur="500"/>
                                        <p:tgtEl>
                                          <p:spTgt spid="242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4" dur="500"/>
                                        <p:tgtEl>
                                          <p:spTgt spid="242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7" dur="500"/>
                                        <p:tgtEl>
                                          <p:spTgt spid="242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0" dur="500"/>
                                        <p:tgtEl>
                                          <p:spTgt spid="242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3" dur="500"/>
                                        <p:tgtEl>
                                          <p:spTgt spid="242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6" dur="500"/>
                                        <p:tgtEl>
                                          <p:spTgt spid="242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9" dur="500"/>
                                        <p:tgtEl>
                                          <p:spTgt spid="242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2" dur="500"/>
                                        <p:tgtEl>
                                          <p:spTgt spid="242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5" dur="500"/>
                                        <p:tgtEl>
                                          <p:spTgt spid="242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8" dur="500"/>
                                        <p:tgtEl>
                                          <p:spTgt spid="242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1" dur="500"/>
                                        <p:tgtEl>
                                          <p:spTgt spid="242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4" dur="500"/>
                                        <p:tgtEl>
                                          <p:spTgt spid="2428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7" dur="500"/>
                                        <p:tgtEl>
                                          <p:spTgt spid="242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0" dur="500"/>
                                        <p:tgtEl>
                                          <p:spTgt spid="2429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3" dur="500"/>
                                        <p:tgtEl>
                                          <p:spTgt spid="242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6" dur="500"/>
                                        <p:tgtEl>
                                          <p:spTgt spid="242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 nodeType="clickPar">
                      <p:stCondLst>
                        <p:cond delay="indefinite"/>
                      </p:stCondLst>
                      <p:childTnLst>
                        <p:par>
                          <p:cTn id="2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1" dur="500"/>
                                        <p:tgtEl>
                                          <p:spTgt spid="2429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2" fill="hold" nodeType="clickPar">
                      <p:stCondLst>
                        <p:cond delay="indefinite"/>
                      </p:stCondLst>
                      <p:childTnLst>
                        <p:par>
                          <p:cTn id="2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4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6" dur="500"/>
                                        <p:tgtEl>
                                          <p:spTgt spid="242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7" fill="hold" nodeType="clickPar">
                      <p:stCondLst>
                        <p:cond delay="indefinite"/>
                      </p:stCondLst>
                      <p:childTnLst>
                        <p:par>
                          <p:cTn id="2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9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691" grpId="0" autoUpdateAnimBg="0"/>
      <p:bldP spid="242820" grpId="0"/>
      <p:bldP spid="242822" grpId="0" animBg="1"/>
      <p:bldP spid="242823" grpId="0" animBg="1"/>
      <p:bldP spid="242824" grpId="0" animBg="1"/>
      <p:bldP spid="242825" grpId="0" animBg="1"/>
      <p:bldP spid="242826" grpId="0"/>
      <p:bldP spid="242827" grpId="0" animBg="1"/>
      <p:bldP spid="242828" grpId="0" animBg="1"/>
      <p:bldP spid="242829" grpId="0" animBg="1"/>
      <p:bldP spid="242830" grpId="0" animBg="1"/>
      <p:bldP spid="242831" grpId="0" animBg="1"/>
      <p:bldP spid="242832" grpId="0" animBg="1"/>
      <p:bldP spid="242833" grpId="0" animBg="1"/>
      <p:bldP spid="242834" grpId="0" animBg="1"/>
      <p:bldP spid="242835" grpId="0" animBg="1"/>
      <p:bldP spid="242836" grpId="0" animBg="1"/>
      <p:bldP spid="242837" grpId="0" animBg="1"/>
      <p:bldP spid="242838" grpId="0" animBg="1"/>
      <p:bldP spid="242839" grpId="0" animBg="1"/>
      <p:bldP spid="242840" grpId="0" animBg="1"/>
      <p:bldP spid="242841" grpId="0" animBg="1"/>
      <p:bldP spid="242842" grpId="0" animBg="1"/>
      <p:bldP spid="242843" grpId="0" animBg="1"/>
      <p:bldP spid="242844" grpId="0" animBg="1"/>
      <p:bldP spid="242845" grpId="0" animBg="1"/>
      <p:bldP spid="242846" grpId="0" animBg="1"/>
      <p:bldP spid="242847" grpId="0" animBg="1"/>
      <p:bldP spid="242848" grpId="0" animBg="1"/>
      <p:bldP spid="242849" grpId="0"/>
      <p:bldP spid="242850" grpId="0" animBg="1"/>
      <p:bldP spid="242851" grpId="0" animBg="1"/>
      <p:bldP spid="242852" grpId="0" animBg="1"/>
      <p:bldP spid="242853" grpId="0" animBg="1"/>
      <p:bldP spid="242854" grpId="0" animBg="1"/>
      <p:bldP spid="242855" grpId="0" animBg="1"/>
      <p:bldP spid="242856" grpId="0" animBg="1"/>
      <p:bldP spid="242857" grpId="0" animBg="1"/>
      <p:bldP spid="242858" grpId="0" animBg="1"/>
      <p:bldP spid="242859" grpId="0" animBg="1"/>
      <p:bldP spid="242860" grpId="0" animBg="1"/>
      <p:bldP spid="242861" grpId="0" animBg="1"/>
      <p:bldP spid="242862" grpId="0" animBg="1"/>
      <p:bldP spid="242863" grpId="0" animBg="1"/>
      <p:bldP spid="242864" grpId="0" animBg="1"/>
      <p:bldP spid="242865" grpId="0" animBg="1"/>
      <p:bldP spid="242866" grpId="0" animBg="1"/>
      <p:bldP spid="242867" grpId="0" animBg="1"/>
      <p:bldP spid="242868" grpId="0" animBg="1"/>
      <p:bldP spid="242869" grpId="0" animBg="1"/>
      <p:bldP spid="242870" grpId="0" animBg="1"/>
      <p:bldP spid="242871" grpId="0" animBg="1"/>
      <p:bldP spid="242872" grpId="0" animBg="1"/>
      <p:bldP spid="242873" grpId="0" animBg="1"/>
      <p:bldP spid="242874" grpId="0" animBg="1"/>
      <p:bldP spid="242875" grpId="0" animBg="1"/>
      <p:bldP spid="242876" grpId="0" animBg="1"/>
      <p:bldP spid="242877" grpId="0" animBg="1"/>
      <p:bldP spid="242878" grpId="0" animBg="1"/>
      <p:bldP spid="242879" grpId="0" animBg="1"/>
      <p:bldP spid="242880" grpId="0" animBg="1"/>
      <p:bldP spid="242881" grpId="0" animBg="1"/>
      <p:bldP spid="242882" grpId="0" animBg="1"/>
      <p:bldP spid="242883" grpId="0"/>
      <p:bldP spid="242884" grpId="0" animBg="1"/>
      <p:bldP spid="242885" grpId="0" animBg="1"/>
      <p:bldP spid="242886" grpId="0" animBg="1"/>
      <p:bldP spid="242887" grpId="0" animBg="1"/>
      <p:bldP spid="242888" grpId="0" animBg="1"/>
      <p:bldP spid="242889" grpId="0" animBg="1"/>
      <p:bldP spid="242890" grpId="0" animBg="1"/>
      <p:bldP spid="242891" grpId="0" animBg="1"/>
      <p:bldP spid="242892" grpId="0" animBg="1"/>
      <p:bldP spid="242893" grpId="0" animBg="1"/>
      <p:bldP spid="242894" grpId="0" animBg="1"/>
      <p:bldP spid="242895" grpId="0" animBg="1"/>
      <p:bldP spid="242896" grpId="0" animBg="1"/>
      <p:bldP spid="242897" grpId="0" animBg="1"/>
      <p:bldP spid="242898" grpId="0" animBg="1"/>
      <p:bldP spid="242899" grpId="0" animBg="1"/>
      <p:bldP spid="242900" grpId="0" animBg="1"/>
      <p:bldP spid="242901" grpId="0" animBg="1"/>
      <p:bldP spid="242902" grpId="0"/>
      <p:bldP spid="242903" grpId="0"/>
      <p:bldP spid="24290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39539A-20FE-44DD-AFE9-57ED39553CB2}" type="slidenum">
              <a:rPr lang="en-US" altLang="zh-CN"/>
              <a:pPr>
                <a:defRPr/>
              </a:pPr>
              <a:t>8</a:t>
            </a:fld>
            <a:endParaRPr lang="en-US" altLang="zh-CN"/>
          </a:p>
        </p:txBody>
      </p:sp>
      <p:grpSp>
        <p:nvGrpSpPr>
          <p:cNvPr id="2" name="Group 341"/>
          <p:cNvGrpSpPr>
            <a:grpSpLocks/>
          </p:cNvGrpSpPr>
          <p:nvPr/>
        </p:nvGrpSpPr>
        <p:grpSpPr bwMode="auto">
          <a:xfrm>
            <a:off x="2541588" y="2641600"/>
            <a:ext cx="874712" cy="1247775"/>
            <a:chOff x="1601" y="1664"/>
            <a:chExt cx="551" cy="786"/>
          </a:xfrm>
        </p:grpSpPr>
        <p:sp>
          <p:nvSpPr>
            <p:cNvPr id="10376" name="Arc 223"/>
            <p:cNvSpPr>
              <a:spLocks/>
            </p:cNvSpPr>
            <p:nvPr/>
          </p:nvSpPr>
          <p:spPr bwMode="auto">
            <a:xfrm>
              <a:off x="1689" y="1664"/>
              <a:ext cx="461" cy="651"/>
            </a:xfrm>
            <a:custGeom>
              <a:avLst/>
              <a:gdLst>
                <a:gd name="T0" fmla="*/ 0 w 15213"/>
                <a:gd name="T1" fmla="*/ 1 h 21600"/>
                <a:gd name="T2" fmla="*/ 0 w 15213"/>
                <a:gd name="T3" fmla="*/ 0 h 21600"/>
                <a:gd name="T4" fmla="*/ 0 w 15213"/>
                <a:gd name="T5" fmla="*/ 0 h 21600"/>
                <a:gd name="T6" fmla="*/ 0 60000 65536"/>
                <a:gd name="T7" fmla="*/ 0 60000 65536"/>
                <a:gd name="T8" fmla="*/ 0 60000 65536"/>
                <a:gd name="T9" fmla="*/ 0 w 15213"/>
                <a:gd name="T10" fmla="*/ 0 h 21600"/>
                <a:gd name="T11" fmla="*/ 15213 w 1521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13" h="21600" fill="none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</a:path>
                <a:path w="15213" h="21600" stroke="0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  <a:lnTo>
                    <a:pt x="15107" y="0"/>
                  </a:lnTo>
                  <a:lnTo>
                    <a:pt x="15212" y="21599"/>
                  </a:lnTo>
                  <a:close/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77" name="Arc 221"/>
            <p:cNvSpPr>
              <a:spLocks/>
            </p:cNvSpPr>
            <p:nvPr/>
          </p:nvSpPr>
          <p:spPr bwMode="auto">
            <a:xfrm>
              <a:off x="1739" y="1667"/>
              <a:ext cx="409" cy="582"/>
            </a:xfrm>
            <a:custGeom>
              <a:avLst/>
              <a:gdLst>
                <a:gd name="T0" fmla="*/ 0 w 15213"/>
                <a:gd name="T1" fmla="*/ 0 h 21600"/>
                <a:gd name="T2" fmla="*/ 0 w 15213"/>
                <a:gd name="T3" fmla="*/ 0 h 21600"/>
                <a:gd name="T4" fmla="*/ 0 w 15213"/>
                <a:gd name="T5" fmla="*/ 0 h 21600"/>
                <a:gd name="T6" fmla="*/ 0 60000 65536"/>
                <a:gd name="T7" fmla="*/ 0 60000 65536"/>
                <a:gd name="T8" fmla="*/ 0 60000 65536"/>
                <a:gd name="T9" fmla="*/ 0 w 15213"/>
                <a:gd name="T10" fmla="*/ 0 h 21600"/>
                <a:gd name="T11" fmla="*/ 15213 w 1521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13" h="21600" fill="none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</a:path>
                <a:path w="15213" h="21600" stroke="0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  <a:lnTo>
                    <a:pt x="15107" y="0"/>
                  </a:lnTo>
                  <a:lnTo>
                    <a:pt x="15212" y="21599"/>
                  </a:lnTo>
                  <a:close/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78" name="Arc 224"/>
            <p:cNvSpPr>
              <a:spLocks/>
            </p:cNvSpPr>
            <p:nvPr/>
          </p:nvSpPr>
          <p:spPr bwMode="auto">
            <a:xfrm>
              <a:off x="1792" y="1665"/>
              <a:ext cx="360" cy="512"/>
            </a:xfrm>
            <a:custGeom>
              <a:avLst/>
              <a:gdLst>
                <a:gd name="T0" fmla="*/ 0 w 15213"/>
                <a:gd name="T1" fmla="*/ 0 h 21600"/>
                <a:gd name="T2" fmla="*/ 0 w 15213"/>
                <a:gd name="T3" fmla="*/ 0 h 21600"/>
                <a:gd name="T4" fmla="*/ 0 w 15213"/>
                <a:gd name="T5" fmla="*/ 0 h 21600"/>
                <a:gd name="T6" fmla="*/ 0 60000 65536"/>
                <a:gd name="T7" fmla="*/ 0 60000 65536"/>
                <a:gd name="T8" fmla="*/ 0 60000 65536"/>
                <a:gd name="T9" fmla="*/ 0 w 15213"/>
                <a:gd name="T10" fmla="*/ 0 h 21600"/>
                <a:gd name="T11" fmla="*/ 15213 w 1521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13" h="21600" fill="none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</a:path>
                <a:path w="15213" h="21600" stroke="0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  <a:lnTo>
                    <a:pt x="15107" y="0"/>
                  </a:lnTo>
                  <a:lnTo>
                    <a:pt x="15212" y="21599"/>
                  </a:lnTo>
                  <a:close/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79" name="Arc 225"/>
            <p:cNvSpPr>
              <a:spLocks/>
            </p:cNvSpPr>
            <p:nvPr/>
          </p:nvSpPr>
          <p:spPr bwMode="auto">
            <a:xfrm>
              <a:off x="1643" y="1667"/>
              <a:ext cx="507" cy="720"/>
            </a:xfrm>
            <a:custGeom>
              <a:avLst/>
              <a:gdLst>
                <a:gd name="T0" fmla="*/ 1 w 15213"/>
                <a:gd name="T1" fmla="*/ 1 h 21600"/>
                <a:gd name="T2" fmla="*/ 0 w 15213"/>
                <a:gd name="T3" fmla="*/ 1 h 21600"/>
                <a:gd name="T4" fmla="*/ 1 w 15213"/>
                <a:gd name="T5" fmla="*/ 0 h 21600"/>
                <a:gd name="T6" fmla="*/ 0 60000 65536"/>
                <a:gd name="T7" fmla="*/ 0 60000 65536"/>
                <a:gd name="T8" fmla="*/ 0 60000 65536"/>
                <a:gd name="T9" fmla="*/ 0 w 15213"/>
                <a:gd name="T10" fmla="*/ 0 h 21600"/>
                <a:gd name="T11" fmla="*/ 15213 w 1521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13" h="21600" fill="none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</a:path>
                <a:path w="15213" h="21600" stroke="0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  <a:lnTo>
                    <a:pt x="15107" y="0"/>
                  </a:lnTo>
                  <a:lnTo>
                    <a:pt x="15212" y="21599"/>
                  </a:lnTo>
                  <a:close/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80" name="Arc 226"/>
            <p:cNvSpPr>
              <a:spLocks/>
            </p:cNvSpPr>
            <p:nvPr/>
          </p:nvSpPr>
          <p:spPr bwMode="auto">
            <a:xfrm>
              <a:off x="1601" y="1667"/>
              <a:ext cx="549" cy="783"/>
            </a:xfrm>
            <a:custGeom>
              <a:avLst/>
              <a:gdLst>
                <a:gd name="T0" fmla="*/ 1 w 15213"/>
                <a:gd name="T1" fmla="*/ 1 h 21600"/>
                <a:gd name="T2" fmla="*/ 0 w 15213"/>
                <a:gd name="T3" fmla="*/ 1 h 21600"/>
                <a:gd name="T4" fmla="*/ 1 w 15213"/>
                <a:gd name="T5" fmla="*/ 0 h 21600"/>
                <a:gd name="T6" fmla="*/ 0 60000 65536"/>
                <a:gd name="T7" fmla="*/ 0 60000 65536"/>
                <a:gd name="T8" fmla="*/ 0 60000 65536"/>
                <a:gd name="T9" fmla="*/ 0 w 15213"/>
                <a:gd name="T10" fmla="*/ 0 h 21600"/>
                <a:gd name="T11" fmla="*/ 15213 w 1521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13" h="21600" fill="none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</a:path>
                <a:path w="15213" h="21600" stroke="0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  <a:lnTo>
                    <a:pt x="15107" y="0"/>
                  </a:lnTo>
                  <a:lnTo>
                    <a:pt x="15212" y="21599"/>
                  </a:lnTo>
                  <a:close/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81" name="Arc 246"/>
            <p:cNvSpPr>
              <a:spLocks/>
            </p:cNvSpPr>
            <p:nvPr/>
          </p:nvSpPr>
          <p:spPr bwMode="auto">
            <a:xfrm>
              <a:off x="1844" y="1669"/>
              <a:ext cx="304" cy="433"/>
            </a:xfrm>
            <a:custGeom>
              <a:avLst/>
              <a:gdLst>
                <a:gd name="T0" fmla="*/ 0 w 15213"/>
                <a:gd name="T1" fmla="*/ 0 h 21600"/>
                <a:gd name="T2" fmla="*/ 0 w 15213"/>
                <a:gd name="T3" fmla="*/ 0 h 21600"/>
                <a:gd name="T4" fmla="*/ 0 w 15213"/>
                <a:gd name="T5" fmla="*/ 0 h 21600"/>
                <a:gd name="T6" fmla="*/ 0 60000 65536"/>
                <a:gd name="T7" fmla="*/ 0 60000 65536"/>
                <a:gd name="T8" fmla="*/ 0 60000 65536"/>
                <a:gd name="T9" fmla="*/ 0 w 15213"/>
                <a:gd name="T10" fmla="*/ 0 h 21600"/>
                <a:gd name="T11" fmla="*/ 15213 w 1521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13" h="21600" fill="none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</a:path>
                <a:path w="15213" h="21600" stroke="0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  <a:lnTo>
                    <a:pt x="15107" y="0"/>
                  </a:lnTo>
                  <a:lnTo>
                    <a:pt x="15212" y="21599"/>
                  </a:lnTo>
                  <a:close/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82" name="Arc 248"/>
            <p:cNvSpPr>
              <a:spLocks/>
            </p:cNvSpPr>
            <p:nvPr/>
          </p:nvSpPr>
          <p:spPr bwMode="auto">
            <a:xfrm>
              <a:off x="1927" y="1669"/>
              <a:ext cx="217" cy="309"/>
            </a:xfrm>
            <a:custGeom>
              <a:avLst/>
              <a:gdLst>
                <a:gd name="T0" fmla="*/ 0 w 15213"/>
                <a:gd name="T1" fmla="*/ 0 h 21600"/>
                <a:gd name="T2" fmla="*/ 0 w 15213"/>
                <a:gd name="T3" fmla="*/ 0 h 21600"/>
                <a:gd name="T4" fmla="*/ 0 w 15213"/>
                <a:gd name="T5" fmla="*/ 0 h 21600"/>
                <a:gd name="T6" fmla="*/ 0 60000 65536"/>
                <a:gd name="T7" fmla="*/ 0 60000 65536"/>
                <a:gd name="T8" fmla="*/ 0 60000 65536"/>
                <a:gd name="T9" fmla="*/ 0 w 15213"/>
                <a:gd name="T10" fmla="*/ 0 h 21600"/>
                <a:gd name="T11" fmla="*/ 15213 w 1521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13" h="21600" fill="none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</a:path>
                <a:path w="15213" h="21600" stroke="0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  <a:lnTo>
                    <a:pt x="15107" y="0"/>
                  </a:lnTo>
                  <a:lnTo>
                    <a:pt x="15212" y="21599"/>
                  </a:lnTo>
                  <a:close/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83" name="Arc 249"/>
            <p:cNvSpPr>
              <a:spLocks/>
            </p:cNvSpPr>
            <p:nvPr/>
          </p:nvSpPr>
          <p:spPr bwMode="auto">
            <a:xfrm>
              <a:off x="1995" y="1669"/>
              <a:ext cx="149" cy="212"/>
            </a:xfrm>
            <a:custGeom>
              <a:avLst/>
              <a:gdLst>
                <a:gd name="T0" fmla="*/ 0 w 15213"/>
                <a:gd name="T1" fmla="*/ 0 h 21600"/>
                <a:gd name="T2" fmla="*/ 0 w 15213"/>
                <a:gd name="T3" fmla="*/ 0 h 21600"/>
                <a:gd name="T4" fmla="*/ 0 w 15213"/>
                <a:gd name="T5" fmla="*/ 0 h 21600"/>
                <a:gd name="T6" fmla="*/ 0 60000 65536"/>
                <a:gd name="T7" fmla="*/ 0 60000 65536"/>
                <a:gd name="T8" fmla="*/ 0 60000 65536"/>
                <a:gd name="T9" fmla="*/ 0 w 15213"/>
                <a:gd name="T10" fmla="*/ 0 h 21600"/>
                <a:gd name="T11" fmla="*/ 15213 w 15213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213" h="21600" fill="none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</a:path>
                <a:path w="15213" h="21600" stroke="0" extrusionOk="0">
                  <a:moveTo>
                    <a:pt x="15212" y="21599"/>
                  </a:moveTo>
                  <a:cubicBezTo>
                    <a:pt x="15177" y="21599"/>
                    <a:pt x="15142" y="21599"/>
                    <a:pt x="15107" y="21600"/>
                  </a:cubicBezTo>
                  <a:cubicBezTo>
                    <a:pt x="9459" y="21600"/>
                    <a:pt x="4036" y="19388"/>
                    <a:pt x="-1" y="15438"/>
                  </a:cubicBezTo>
                  <a:lnTo>
                    <a:pt x="15107" y="0"/>
                  </a:lnTo>
                  <a:lnTo>
                    <a:pt x="15212" y="21599"/>
                  </a:lnTo>
                  <a:close/>
                </a:path>
              </a:pathLst>
            </a:custGeom>
            <a:noFill/>
            <a:ln w="12700">
              <a:solidFill>
                <a:srgbClr val="0000FF"/>
              </a:solidFill>
              <a:round/>
              <a:headEnd type="triangle" w="sm" len="lg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344"/>
          <p:cNvGrpSpPr>
            <a:grpSpLocks/>
          </p:cNvGrpSpPr>
          <p:nvPr/>
        </p:nvGrpSpPr>
        <p:grpSpPr bwMode="auto">
          <a:xfrm>
            <a:off x="5278438" y="1398588"/>
            <a:ext cx="1136650" cy="2493962"/>
            <a:chOff x="4117" y="881"/>
            <a:chExt cx="716" cy="1571"/>
          </a:xfrm>
        </p:grpSpPr>
        <p:sp>
          <p:nvSpPr>
            <p:cNvPr id="10347" name="Line 307"/>
            <p:cNvSpPr>
              <a:spLocks noChangeShapeType="1"/>
            </p:cNvSpPr>
            <p:nvPr/>
          </p:nvSpPr>
          <p:spPr bwMode="auto">
            <a:xfrm>
              <a:off x="4416" y="1357"/>
              <a:ext cx="41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8" name="Line 308"/>
            <p:cNvSpPr>
              <a:spLocks noChangeShapeType="1"/>
            </p:cNvSpPr>
            <p:nvPr/>
          </p:nvSpPr>
          <p:spPr bwMode="auto">
            <a:xfrm>
              <a:off x="4153" y="1453"/>
              <a:ext cx="6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9" name="Line 309"/>
            <p:cNvSpPr>
              <a:spLocks noChangeShapeType="1"/>
            </p:cNvSpPr>
            <p:nvPr/>
          </p:nvSpPr>
          <p:spPr bwMode="auto">
            <a:xfrm>
              <a:off x="4147" y="2452"/>
              <a:ext cx="26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50" name="Line 310"/>
            <p:cNvSpPr>
              <a:spLocks noChangeShapeType="1"/>
            </p:cNvSpPr>
            <p:nvPr/>
          </p:nvSpPr>
          <p:spPr bwMode="auto">
            <a:xfrm>
              <a:off x="4413" y="881"/>
              <a:ext cx="2" cy="4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51" name="Line 311"/>
            <p:cNvSpPr>
              <a:spLocks noChangeShapeType="1"/>
            </p:cNvSpPr>
            <p:nvPr/>
          </p:nvSpPr>
          <p:spPr bwMode="auto">
            <a:xfrm>
              <a:off x="4833" y="1357"/>
              <a:ext cx="0" cy="6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52" name="Line 312"/>
            <p:cNvSpPr>
              <a:spLocks noChangeShapeType="1"/>
            </p:cNvSpPr>
            <p:nvPr/>
          </p:nvSpPr>
          <p:spPr bwMode="auto">
            <a:xfrm>
              <a:off x="4149" y="1881"/>
              <a:ext cx="6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53" name="Line 313"/>
            <p:cNvSpPr>
              <a:spLocks noChangeShapeType="1"/>
            </p:cNvSpPr>
            <p:nvPr/>
          </p:nvSpPr>
          <p:spPr bwMode="auto">
            <a:xfrm>
              <a:off x="4418" y="1976"/>
              <a:ext cx="4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54" name="Line 314"/>
            <p:cNvSpPr>
              <a:spLocks noChangeShapeType="1"/>
            </p:cNvSpPr>
            <p:nvPr/>
          </p:nvSpPr>
          <p:spPr bwMode="auto">
            <a:xfrm>
              <a:off x="4148" y="881"/>
              <a:ext cx="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55" name="Line 315"/>
            <p:cNvSpPr>
              <a:spLocks noChangeShapeType="1"/>
            </p:cNvSpPr>
            <p:nvPr/>
          </p:nvSpPr>
          <p:spPr bwMode="auto">
            <a:xfrm>
              <a:off x="4117" y="1089"/>
              <a:ext cx="3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56" name="Line 316"/>
            <p:cNvSpPr>
              <a:spLocks noChangeShapeType="1"/>
            </p:cNvSpPr>
            <p:nvPr/>
          </p:nvSpPr>
          <p:spPr bwMode="auto">
            <a:xfrm>
              <a:off x="4153" y="989"/>
              <a:ext cx="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57" name="Line 317"/>
            <p:cNvSpPr>
              <a:spLocks noChangeShapeType="1"/>
            </p:cNvSpPr>
            <p:nvPr/>
          </p:nvSpPr>
          <p:spPr bwMode="auto">
            <a:xfrm>
              <a:off x="4153" y="1197"/>
              <a:ext cx="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58" name="Line 318"/>
            <p:cNvSpPr>
              <a:spLocks noChangeShapeType="1"/>
            </p:cNvSpPr>
            <p:nvPr/>
          </p:nvSpPr>
          <p:spPr bwMode="auto">
            <a:xfrm>
              <a:off x="4149" y="881"/>
              <a:ext cx="0" cy="15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59" name="Line 319"/>
            <p:cNvSpPr>
              <a:spLocks noChangeShapeType="1"/>
            </p:cNvSpPr>
            <p:nvPr/>
          </p:nvSpPr>
          <p:spPr bwMode="auto">
            <a:xfrm>
              <a:off x="4121" y="2077"/>
              <a:ext cx="3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60" name="Line 320"/>
            <p:cNvSpPr>
              <a:spLocks noChangeShapeType="1"/>
            </p:cNvSpPr>
            <p:nvPr/>
          </p:nvSpPr>
          <p:spPr bwMode="auto">
            <a:xfrm>
              <a:off x="4155" y="2005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61" name="Line 321"/>
            <p:cNvSpPr>
              <a:spLocks noChangeShapeType="1"/>
            </p:cNvSpPr>
            <p:nvPr/>
          </p:nvSpPr>
          <p:spPr bwMode="auto">
            <a:xfrm>
              <a:off x="4153" y="2141"/>
              <a:ext cx="1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62" name="Line 322"/>
            <p:cNvSpPr>
              <a:spLocks noChangeShapeType="1"/>
            </p:cNvSpPr>
            <p:nvPr/>
          </p:nvSpPr>
          <p:spPr bwMode="auto">
            <a:xfrm>
              <a:off x="4331" y="2213"/>
              <a:ext cx="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63" name="Line 323"/>
            <p:cNvSpPr>
              <a:spLocks noChangeShapeType="1"/>
            </p:cNvSpPr>
            <p:nvPr/>
          </p:nvSpPr>
          <p:spPr bwMode="auto">
            <a:xfrm>
              <a:off x="4333" y="1927"/>
              <a:ext cx="0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64" name="Line 324"/>
            <p:cNvSpPr>
              <a:spLocks noChangeShapeType="1"/>
            </p:cNvSpPr>
            <p:nvPr/>
          </p:nvSpPr>
          <p:spPr bwMode="auto">
            <a:xfrm>
              <a:off x="4333" y="1929"/>
              <a:ext cx="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65" name="Line 325"/>
            <p:cNvSpPr>
              <a:spLocks noChangeShapeType="1"/>
            </p:cNvSpPr>
            <p:nvPr/>
          </p:nvSpPr>
          <p:spPr bwMode="auto">
            <a:xfrm flipH="1">
              <a:off x="4416" y="1968"/>
              <a:ext cx="0" cy="4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66" name="Line 326"/>
            <p:cNvSpPr>
              <a:spLocks noChangeShapeType="1"/>
            </p:cNvSpPr>
            <p:nvPr/>
          </p:nvSpPr>
          <p:spPr bwMode="auto">
            <a:xfrm>
              <a:off x="4117" y="1257"/>
              <a:ext cx="3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67" name="Line 327"/>
            <p:cNvSpPr>
              <a:spLocks noChangeShapeType="1"/>
            </p:cNvSpPr>
            <p:nvPr/>
          </p:nvSpPr>
          <p:spPr bwMode="auto">
            <a:xfrm>
              <a:off x="4151" y="1185"/>
              <a:ext cx="18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68" name="Line 328"/>
            <p:cNvSpPr>
              <a:spLocks noChangeShapeType="1"/>
            </p:cNvSpPr>
            <p:nvPr/>
          </p:nvSpPr>
          <p:spPr bwMode="auto">
            <a:xfrm>
              <a:off x="4149" y="1321"/>
              <a:ext cx="1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69" name="Line 329"/>
            <p:cNvSpPr>
              <a:spLocks noChangeShapeType="1"/>
            </p:cNvSpPr>
            <p:nvPr/>
          </p:nvSpPr>
          <p:spPr bwMode="auto">
            <a:xfrm>
              <a:off x="4327" y="1393"/>
              <a:ext cx="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70" name="Line 330"/>
            <p:cNvSpPr>
              <a:spLocks noChangeShapeType="1"/>
            </p:cNvSpPr>
            <p:nvPr/>
          </p:nvSpPr>
          <p:spPr bwMode="auto">
            <a:xfrm>
              <a:off x="4329" y="1107"/>
              <a:ext cx="0" cy="28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71" name="Line 331"/>
            <p:cNvSpPr>
              <a:spLocks noChangeShapeType="1"/>
            </p:cNvSpPr>
            <p:nvPr/>
          </p:nvSpPr>
          <p:spPr bwMode="auto">
            <a:xfrm>
              <a:off x="4329" y="1109"/>
              <a:ext cx="8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72" name="Line 332"/>
            <p:cNvSpPr>
              <a:spLocks noChangeShapeType="1"/>
            </p:cNvSpPr>
            <p:nvPr/>
          </p:nvSpPr>
          <p:spPr bwMode="auto">
            <a:xfrm>
              <a:off x="4117" y="2247"/>
              <a:ext cx="33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73" name="Line 333"/>
            <p:cNvSpPr>
              <a:spLocks noChangeShapeType="1"/>
            </p:cNvSpPr>
            <p:nvPr/>
          </p:nvSpPr>
          <p:spPr bwMode="auto">
            <a:xfrm>
              <a:off x="4153" y="2153"/>
              <a:ext cx="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74" name="Line 334"/>
            <p:cNvSpPr>
              <a:spLocks noChangeShapeType="1"/>
            </p:cNvSpPr>
            <p:nvPr/>
          </p:nvSpPr>
          <p:spPr bwMode="auto">
            <a:xfrm>
              <a:off x="4153" y="2361"/>
              <a:ext cx="2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75" name="Line 335"/>
            <p:cNvSpPr>
              <a:spLocks noChangeShapeType="1"/>
            </p:cNvSpPr>
            <p:nvPr/>
          </p:nvSpPr>
          <p:spPr bwMode="auto">
            <a:xfrm>
              <a:off x="4416" y="1353"/>
              <a:ext cx="0" cy="6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9475" name="Line 275"/>
          <p:cNvSpPr>
            <a:spLocks noChangeShapeType="1"/>
          </p:cNvSpPr>
          <p:nvPr/>
        </p:nvSpPr>
        <p:spPr bwMode="auto">
          <a:xfrm>
            <a:off x="5329238" y="2146300"/>
            <a:ext cx="431800" cy="0"/>
          </a:xfrm>
          <a:prstGeom prst="line">
            <a:avLst/>
          </a:prstGeom>
          <a:noFill/>
          <a:ln w="0">
            <a:solidFill>
              <a:srgbClr val="0000FF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472" name="Line 272"/>
          <p:cNvSpPr>
            <a:spLocks noChangeShapeType="1"/>
          </p:cNvSpPr>
          <p:nvPr/>
        </p:nvSpPr>
        <p:spPr bwMode="auto">
          <a:xfrm>
            <a:off x="5329238" y="3130550"/>
            <a:ext cx="425450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473" name="Line 273"/>
          <p:cNvSpPr>
            <a:spLocks noChangeShapeType="1"/>
          </p:cNvSpPr>
          <p:nvPr/>
        </p:nvSpPr>
        <p:spPr bwMode="auto">
          <a:xfrm>
            <a:off x="5329238" y="3333750"/>
            <a:ext cx="292100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474" name="Line 274"/>
          <p:cNvSpPr>
            <a:spLocks noChangeShapeType="1"/>
          </p:cNvSpPr>
          <p:nvPr/>
        </p:nvSpPr>
        <p:spPr bwMode="auto">
          <a:xfrm>
            <a:off x="5329238" y="3784600"/>
            <a:ext cx="285750" cy="0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458" name="Line 258"/>
          <p:cNvSpPr>
            <a:spLocks noChangeShapeType="1"/>
          </p:cNvSpPr>
          <p:nvPr/>
        </p:nvSpPr>
        <p:spPr bwMode="auto">
          <a:xfrm>
            <a:off x="3411538" y="1568450"/>
            <a:ext cx="1924050" cy="0"/>
          </a:xfrm>
          <a:prstGeom prst="line">
            <a:avLst/>
          </a:prstGeom>
          <a:noFill/>
          <a:ln w="0">
            <a:solidFill>
              <a:srgbClr val="0000FF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459" name="Line 259"/>
          <p:cNvSpPr>
            <a:spLocks noChangeShapeType="1"/>
          </p:cNvSpPr>
          <p:nvPr/>
        </p:nvSpPr>
        <p:spPr bwMode="auto">
          <a:xfrm>
            <a:off x="3411538" y="1727200"/>
            <a:ext cx="1924050" cy="0"/>
          </a:xfrm>
          <a:prstGeom prst="line">
            <a:avLst/>
          </a:prstGeom>
          <a:noFill/>
          <a:ln w="0">
            <a:solidFill>
              <a:srgbClr val="0000FF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457" name="Line 257"/>
          <p:cNvSpPr>
            <a:spLocks noChangeShapeType="1"/>
          </p:cNvSpPr>
          <p:nvPr/>
        </p:nvSpPr>
        <p:spPr bwMode="auto">
          <a:xfrm>
            <a:off x="3411538" y="1397000"/>
            <a:ext cx="1924050" cy="0"/>
          </a:xfrm>
          <a:prstGeom prst="line">
            <a:avLst/>
          </a:prstGeom>
          <a:noFill/>
          <a:ln w="0">
            <a:solidFill>
              <a:srgbClr val="0000FF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460" name="Line 260"/>
          <p:cNvSpPr>
            <a:spLocks noChangeShapeType="1"/>
          </p:cNvSpPr>
          <p:nvPr/>
        </p:nvSpPr>
        <p:spPr bwMode="auto">
          <a:xfrm>
            <a:off x="3411538" y="1898650"/>
            <a:ext cx="1930400" cy="0"/>
          </a:xfrm>
          <a:prstGeom prst="line">
            <a:avLst/>
          </a:prstGeom>
          <a:noFill/>
          <a:ln w="0">
            <a:solidFill>
              <a:srgbClr val="0000FF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461" name="Line 261"/>
          <p:cNvSpPr>
            <a:spLocks noChangeShapeType="1"/>
          </p:cNvSpPr>
          <p:nvPr/>
        </p:nvSpPr>
        <p:spPr bwMode="auto">
          <a:xfrm>
            <a:off x="3411538" y="2146300"/>
            <a:ext cx="1924050" cy="0"/>
          </a:xfrm>
          <a:prstGeom prst="line">
            <a:avLst/>
          </a:prstGeom>
          <a:noFill/>
          <a:ln w="0">
            <a:solidFill>
              <a:srgbClr val="0000FF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462" name="Line 262"/>
          <p:cNvSpPr>
            <a:spLocks noChangeShapeType="1"/>
          </p:cNvSpPr>
          <p:nvPr/>
        </p:nvSpPr>
        <p:spPr bwMode="auto">
          <a:xfrm>
            <a:off x="3411538" y="2298700"/>
            <a:ext cx="1924050" cy="0"/>
          </a:xfrm>
          <a:prstGeom prst="line">
            <a:avLst/>
          </a:prstGeom>
          <a:noFill/>
          <a:ln w="0">
            <a:solidFill>
              <a:srgbClr val="0000FF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342"/>
          <p:cNvGrpSpPr>
            <a:grpSpLocks/>
          </p:cNvGrpSpPr>
          <p:nvPr/>
        </p:nvGrpSpPr>
        <p:grpSpPr bwMode="auto">
          <a:xfrm>
            <a:off x="3405188" y="2984500"/>
            <a:ext cx="1939925" cy="901700"/>
            <a:chOff x="2145" y="1880"/>
            <a:chExt cx="1222" cy="568"/>
          </a:xfrm>
        </p:grpSpPr>
        <p:sp>
          <p:nvSpPr>
            <p:cNvPr id="10339" name="Line 228"/>
            <p:cNvSpPr>
              <a:spLocks noChangeShapeType="1"/>
            </p:cNvSpPr>
            <p:nvPr/>
          </p:nvSpPr>
          <p:spPr bwMode="auto">
            <a:xfrm>
              <a:off x="2151" y="2178"/>
              <a:ext cx="1216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0" name="Line 229"/>
            <p:cNvSpPr>
              <a:spLocks noChangeShapeType="1"/>
            </p:cNvSpPr>
            <p:nvPr/>
          </p:nvSpPr>
          <p:spPr bwMode="auto">
            <a:xfrm>
              <a:off x="2151" y="2248"/>
              <a:ext cx="1210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1" name="Line 230"/>
            <p:cNvSpPr>
              <a:spLocks noChangeShapeType="1"/>
            </p:cNvSpPr>
            <p:nvPr/>
          </p:nvSpPr>
          <p:spPr bwMode="auto">
            <a:xfrm>
              <a:off x="2149" y="2314"/>
              <a:ext cx="1216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2" name="Line 231"/>
            <p:cNvSpPr>
              <a:spLocks noChangeShapeType="1"/>
            </p:cNvSpPr>
            <p:nvPr/>
          </p:nvSpPr>
          <p:spPr bwMode="auto">
            <a:xfrm>
              <a:off x="2151" y="2384"/>
              <a:ext cx="1208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3" name="Line 232"/>
            <p:cNvSpPr>
              <a:spLocks noChangeShapeType="1"/>
            </p:cNvSpPr>
            <p:nvPr/>
          </p:nvSpPr>
          <p:spPr bwMode="auto">
            <a:xfrm>
              <a:off x="2149" y="2448"/>
              <a:ext cx="1216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4" name="Line 250"/>
            <p:cNvSpPr>
              <a:spLocks noChangeShapeType="1"/>
            </p:cNvSpPr>
            <p:nvPr/>
          </p:nvSpPr>
          <p:spPr bwMode="auto">
            <a:xfrm>
              <a:off x="2149" y="1880"/>
              <a:ext cx="1212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5" name="Line 251"/>
            <p:cNvSpPr>
              <a:spLocks noChangeShapeType="1"/>
            </p:cNvSpPr>
            <p:nvPr/>
          </p:nvSpPr>
          <p:spPr bwMode="auto">
            <a:xfrm>
              <a:off x="2145" y="1972"/>
              <a:ext cx="1216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46" name="Line 269"/>
            <p:cNvSpPr>
              <a:spLocks noChangeShapeType="1"/>
            </p:cNvSpPr>
            <p:nvPr/>
          </p:nvSpPr>
          <p:spPr bwMode="auto">
            <a:xfrm>
              <a:off x="2149" y="2100"/>
              <a:ext cx="1208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9505" name="Rectangle 305"/>
          <p:cNvSpPr>
            <a:spLocks noChangeArrowheads="1"/>
          </p:cNvSpPr>
          <p:nvPr/>
        </p:nvSpPr>
        <p:spPr bwMode="auto">
          <a:xfrm>
            <a:off x="1914525" y="1319213"/>
            <a:ext cx="4100513" cy="28432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179202" name="Line 2"/>
          <p:cNvSpPr>
            <a:spLocks noChangeShapeType="1"/>
          </p:cNvSpPr>
          <p:nvPr/>
        </p:nvSpPr>
        <p:spPr bwMode="auto">
          <a:xfrm>
            <a:off x="5324475" y="2647950"/>
            <a:ext cx="1090613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03" name="Line 3"/>
          <p:cNvSpPr>
            <a:spLocks noChangeShapeType="1"/>
          </p:cNvSpPr>
          <p:nvPr/>
        </p:nvSpPr>
        <p:spPr bwMode="auto">
          <a:xfrm>
            <a:off x="3421063" y="2647950"/>
            <a:ext cx="19113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204" name="Rectangle 4"/>
          <p:cNvSpPr>
            <a:spLocks noChangeArrowheads="1"/>
          </p:cNvSpPr>
          <p:nvPr/>
        </p:nvSpPr>
        <p:spPr bwMode="auto">
          <a:xfrm>
            <a:off x="3314700" y="2601913"/>
            <a:ext cx="3208338" cy="98425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179205" name="Rectangle 5"/>
          <p:cNvSpPr>
            <a:spLocks noChangeArrowheads="1"/>
          </p:cNvSpPr>
          <p:nvPr/>
        </p:nvSpPr>
        <p:spPr bwMode="auto">
          <a:xfrm>
            <a:off x="161569" y="192263"/>
            <a:ext cx="86550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6</a:t>
            </a:r>
            <a:r>
              <a:rPr lang="en-US" altLang="zh-CN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. </a:t>
            </a:r>
            <a:r>
              <a:rPr lang="zh-CN" altLang="en-US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旋转</a:t>
            </a:r>
            <a:r>
              <a:rPr lang="zh-CN" altLang="en-US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剖（几个相交的剖</a:t>
            </a:r>
            <a:r>
              <a:rPr lang="zh-CN" altLang="en-US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切面</a:t>
            </a:r>
            <a:r>
              <a:rPr lang="zh-CN" altLang="en-US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）</a:t>
            </a:r>
          </a:p>
        </p:txBody>
      </p:sp>
      <p:sp>
        <p:nvSpPr>
          <p:cNvPr id="179262" name="Text Box 62"/>
          <p:cNvSpPr txBox="1">
            <a:spLocks noChangeArrowheads="1"/>
          </p:cNvSpPr>
          <p:nvPr/>
        </p:nvSpPr>
        <p:spPr bwMode="auto">
          <a:xfrm>
            <a:off x="5459413" y="992188"/>
            <a:ext cx="6238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i="1">
                <a:solidFill>
                  <a:srgbClr val="000000"/>
                </a:solidFill>
                <a:latin typeface="ISOCPEUR" pitchFamily="34" charset="0"/>
              </a:rPr>
              <a:t>A–A</a:t>
            </a:r>
          </a:p>
        </p:txBody>
      </p:sp>
      <p:sp>
        <p:nvSpPr>
          <p:cNvPr id="179263" name="Text Box 63"/>
          <p:cNvSpPr txBox="1">
            <a:spLocks noChangeArrowheads="1"/>
          </p:cNvSpPr>
          <p:nvPr/>
        </p:nvSpPr>
        <p:spPr bwMode="auto">
          <a:xfrm>
            <a:off x="339725" y="3989388"/>
            <a:ext cx="8678863" cy="228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适用范围：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适用于具有回转中心的机件。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 b="1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方法：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用几个相交的剖切平面将机件剖开，先将与倾斜剖切平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面接触的结构要素及相关部分转正，再进行投影。</a:t>
            </a:r>
          </a:p>
        </p:txBody>
      </p:sp>
      <p:sp>
        <p:nvSpPr>
          <p:cNvPr id="179264" name="AutoShape 64"/>
          <p:cNvSpPr>
            <a:spLocks noChangeArrowheads="1"/>
          </p:cNvSpPr>
          <p:nvPr/>
        </p:nvSpPr>
        <p:spPr bwMode="auto">
          <a:xfrm flipH="1" flipV="1">
            <a:off x="0" y="2822575"/>
            <a:ext cx="2079625" cy="792163"/>
          </a:xfrm>
          <a:prstGeom prst="wedgeRectCallout">
            <a:avLst>
              <a:gd name="adj1" fmla="val -64278"/>
              <a:gd name="adj2" fmla="val -37579"/>
            </a:avLst>
          </a:prstGeom>
          <a:solidFill>
            <a:schemeClr val="hlink">
              <a:alpha val="50195"/>
            </a:schemeClr>
          </a:solidFill>
          <a:ln w="9525">
            <a:solidFill>
              <a:srgbClr val="0000FF"/>
            </a:solidFill>
            <a:miter lim="800000"/>
            <a:headEnd/>
            <a:tailEnd type="none" w="sm" len="lg"/>
          </a:ln>
        </p:spPr>
        <p:txBody>
          <a:bodyPr rot="10800000"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避免产生不完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整结构要素</a:t>
            </a:r>
          </a:p>
        </p:txBody>
      </p:sp>
      <p:sp>
        <p:nvSpPr>
          <p:cNvPr id="179349" name="Line 149"/>
          <p:cNvSpPr>
            <a:spLocks noChangeShapeType="1"/>
          </p:cNvSpPr>
          <p:nvPr/>
        </p:nvSpPr>
        <p:spPr bwMode="auto">
          <a:xfrm>
            <a:off x="3406775" y="1146175"/>
            <a:ext cx="25717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350" name="Line 150"/>
          <p:cNvSpPr>
            <a:spLocks noChangeShapeType="1"/>
          </p:cNvSpPr>
          <p:nvPr/>
        </p:nvSpPr>
        <p:spPr bwMode="auto">
          <a:xfrm rot="2700000">
            <a:off x="2350294" y="3750469"/>
            <a:ext cx="257175" cy="158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" name="Group 195"/>
          <p:cNvGrpSpPr>
            <a:grpSpLocks/>
          </p:cNvGrpSpPr>
          <p:nvPr/>
        </p:nvGrpSpPr>
        <p:grpSpPr bwMode="auto">
          <a:xfrm>
            <a:off x="2378075" y="1149350"/>
            <a:ext cx="1036638" cy="2479675"/>
            <a:chOff x="1069" y="724"/>
            <a:chExt cx="653" cy="1562"/>
          </a:xfrm>
        </p:grpSpPr>
        <p:sp>
          <p:nvSpPr>
            <p:cNvPr id="10336" name="Line 144"/>
            <p:cNvSpPr>
              <a:spLocks noChangeShapeType="1"/>
            </p:cNvSpPr>
            <p:nvPr/>
          </p:nvSpPr>
          <p:spPr bwMode="auto">
            <a:xfrm flipV="1">
              <a:off x="1722" y="724"/>
              <a:ext cx="0" cy="72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37" name="Line 147"/>
            <p:cNvSpPr>
              <a:spLocks noChangeShapeType="1"/>
            </p:cNvSpPr>
            <p:nvPr/>
          </p:nvSpPr>
          <p:spPr bwMode="auto">
            <a:xfrm rot="2700000">
              <a:off x="1102" y="2252"/>
              <a:ext cx="1" cy="68"/>
            </a:xfrm>
            <a:prstGeom prst="line">
              <a:avLst/>
            </a:prstGeom>
            <a:noFill/>
            <a:ln w="254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38" name="Freeform 194"/>
            <p:cNvSpPr>
              <a:spLocks/>
            </p:cNvSpPr>
            <p:nvPr/>
          </p:nvSpPr>
          <p:spPr bwMode="auto">
            <a:xfrm>
              <a:off x="1683" y="1614"/>
              <a:ext cx="39" cy="96"/>
            </a:xfrm>
            <a:custGeom>
              <a:avLst/>
              <a:gdLst>
                <a:gd name="T0" fmla="*/ 39 w 39"/>
                <a:gd name="T1" fmla="*/ 0 h 96"/>
                <a:gd name="T2" fmla="*/ 39 w 39"/>
                <a:gd name="T3" fmla="*/ 57 h 96"/>
                <a:gd name="T4" fmla="*/ 0 w 39"/>
                <a:gd name="T5" fmla="*/ 96 h 96"/>
                <a:gd name="T6" fmla="*/ 0 60000 65536"/>
                <a:gd name="T7" fmla="*/ 0 60000 65536"/>
                <a:gd name="T8" fmla="*/ 0 60000 65536"/>
                <a:gd name="T9" fmla="*/ 0 w 39"/>
                <a:gd name="T10" fmla="*/ 0 h 96"/>
                <a:gd name="T11" fmla="*/ 39 w 39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" h="96">
                  <a:moveTo>
                    <a:pt x="39" y="0"/>
                  </a:moveTo>
                  <a:lnTo>
                    <a:pt x="39" y="57"/>
                  </a:lnTo>
                  <a:lnTo>
                    <a:pt x="0" y="96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" name="Group 201"/>
          <p:cNvGrpSpPr>
            <a:grpSpLocks/>
          </p:cNvGrpSpPr>
          <p:nvPr/>
        </p:nvGrpSpPr>
        <p:grpSpPr bwMode="auto">
          <a:xfrm>
            <a:off x="2081213" y="941388"/>
            <a:ext cx="1339850" cy="2925762"/>
            <a:chOff x="882" y="593"/>
            <a:chExt cx="844" cy="1843"/>
          </a:xfrm>
        </p:grpSpPr>
        <p:sp>
          <p:nvSpPr>
            <p:cNvPr id="10334" name="Text Box 59"/>
            <p:cNvSpPr txBox="1">
              <a:spLocks noChangeArrowheads="1"/>
            </p:cNvSpPr>
            <p:nvPr/>
          </p:nvSpPr>
          <p:spPr bwMode="auto">
            <a:xfrm>
              <a:off x="1514" y="593"/>
              <a:ext cx="2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A</a:t>
              </a:r>
            </a:p>
          </p:txBody>
        </p:sp>
        <p:sp>
          <p:nvSpPr>
            <p:cNvPr id="10335" name="Text Box 197"/>
            <p:cNvSpPr txBox="1">
              <a:spLocks noChangeArrowheads="1"/>
            </p:cNvSpPr>
            <p:nvPr/>
          </p:nvSpPr>
          <p:spPr bwMode="auto">
            <a:xfrm>
              <a:off x="882" y="2186"/>
              <a:ext cx="21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A</a:t>
              </a:r>
            </a:p>
          </p:txBody>
        </p:sp>
      </p:grpSp>
      <p:sp>
        <p:nvSpPr>
          <p:cNvPr id="179402" name="Line 202"/>
          <p:cNvSpPr>
            <a:spLocks noChangeShapeType="1"/>
          </p:cNvSpPr>
          <p:nvPr/>
        </p:nvSpPr>
        <p:spPr bwMode="auto">
          <a:xfrm>
            <a:off x="5237163" y="2651125"/>
            <a:ext cx="126365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411" name="Line 211"/>
          <p:cNvSpPr>
            <a:spLocks noChangeShapeType="1"/>
          </p:cNvSpPr>
          <p:nvPr/>
        </p:nvSpPr>
        <p:spPr bwMode="auto">
          <a:xfrm>
            <a:off x="5743575" y="2152650"/>
            <a:ext cx="6826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412" name="Line 212"/>
          <p:cNvSpPr>
            <a:spLocks noChangeShapeType="1"/>
          </p:cNvSpPr>
          <p:nvPr/>
        </p:nvSpPr>
        <p:spPr bwMode="auto">
          <a:xfrm>
            <a:off x="5335588" y="2305050"/>
            <a:ext cx="10763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433" name="Line 233"/>
          <p:cNvSpPr>
            <a:spLocks noChangeShapeType="1"/>
          </p:cNvSpPr>
          <p:nvPr/>
        </p:nvSpPr>
        <p:spPr bwMode="auto">
          <a:xfrm>
            <a:off x="5338763" y="3454400"/>
            <a:ext cx="288925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435" name="Line 235"/>
          <p:cNvSpPr>
            <a:spLocks noChangeShapeType="1"/>
          </p:cNvSpPr>
          <p:nvPr/>
        </p:nvSpPr>
        <p:spPr bwMode="auto">
          <a:xfrm>
            <a:off x="5335588" y="3670300"/>
            <a:ext cx="2984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436" name="Line 236"/>
          <p:cNvSpPr>
            <a:spLocks noChangeShapeType="1"/>
          </p:cNvSpPr>
          <p:nvPr/>
        </p:nvSpPr>
        <p:spPr bwMode="auto">
          <a:xfrm>
            <a:off x="5618163" y="3784600"/>
            <a:ext cx="1397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437" name="Line 237"/>
          <p:cNvSpPr>
            <a:spLocks noChangeShapeType="1"/>
          </p:cNvSpPr>
          <p:nvPr/>
        </p:nvSpPr>
        <p:spPr bwMode="auto">
          <a:xfrm>
            <a:off x="5324475" y="3886200"/>
            <a:ext cx="43021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" name="Group 247"/>
          <p:cNvGrpSpPr>
            <a:grpSpLocks/>
          </p:cNvGrpSpPr>
          <p:nvPr/>
        </p:nvGrpSpPr>
        <p:grpSpPr bwMode="auto">
          <a:xfrm>
            <a:off x="2074863" y="1312863"/>
            <a:ext cx="2643187" cy="2663825"/>
            <a:chOff x="878" y="827"/>
            <a:chExt cx="1665" cy="1678"/>
          </a:xfrm>
        </p:grpSpPr>
        <p:sp>
          <p:nvSpPr>
            <p:cNvPr id="10316" name="Oval 153"/>
            <p:cNvSpPr>
              <a:spLocks noChangeArrowheads="1"/>
            </p:cNvSpPr>
            <p:nvPr/>
          </p:nvSpPr>
          <p:spPr bwMode="auto">
            <a:xfrm>
              <a:off x="1139" y="1088"/>
              <a:ext cx="1163" cy="1163"/>
            </a:xfrm>
            <a:prstGeom prst="ellips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0317" name="Oval 239"/>
            <p:cNvSpPr>
              <a:spLocks noChangeArrowheads="1"/>
            </p:cNvSpPr>
            <p:nvPr/>
          </p:nvSpPr>
          <p:spPr bwMode="auto">
            <a:xfrm>
              <a:off x="1170" y="1932"/>
              <a:ext cx="284" cy="284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0318" name="Oval 240"/>
            <p:cNvSpPr>
              <a:spLocks noChangeArrowheads="1"/>
            </p:cNvSpPr>
            <p:nvPr/>
          </p:nvSpPr>
          <p:spPr bwMode="auto">
            <a:xfrm rot="5400000">
              <a:off x="1239" y="2005"/>
              <a:ext cx="141" cy="141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0319" name="Oval 137"/>
            <p:cNvSpPr>
              <a:spLocks noChangeArrowheads="1"/>
            </p:cNvSpPr>
            <p:nvPr/>
          </p:nvSpPr>
          <p:spPr bwMode="auto">
            <a:xfrm>
              <a:off x="1618" y="2146"/>
              <a:ext cx="204" cy="204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0320" name="Line 151"/>
            <p:cNvSpPr>
              <a:spLocks noChangeShapeType="1"/>
            </p:cNvSpPr>
            <p:nvPr/>
          </p:nvSpPr>
          <p:spPr bwMode="auto">
            <a:xfrm>
              <a:off x="1722" y="827"/>
              <a:ext cx="0" cy="167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21" name="Line 152"/>
            <p:cNvSpPr>
              <a:spLocks noChangeShapeType="1"/>
            </p:cNvSpPr>
            <p:nvPr/>
          </p:nvSpPr>
          <p:spPr bwMode="auto">
            <a:xfrm>
              <a:off x="878" y="1667"/>
              <a:ext cx="166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22" name="Oval 154"/>
            <p:cNvSpPr>
              <a:spLocks noChangeArrowheads="1"/>
            </p:cNvSpPr>
            <p:nvPr/>
          </p:nvSpPr>
          <p:spPr bwMode="auto">
            <a:xfrm>
              <a:off x="939" y="884"/>
              <a:ext cx="1565" cy="1565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0323" name="Line 155"/>
            <p:cNvSpPr>
              <a:spLocks noChangeShapeType="1"/>
            </p:cNvSpPr>
            <p:nvPr/>
          </p:nvSpPr>
          <p:spPr bwMode="auto">
            <a:xfrm flipV="1">
              <a:off x="1186" y="1144"/>
              <a:ext cx="1060" cy="10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24" name="Line 156"/>
            <p:cNvSpPr>
              <a:spLocks noChangeShapeType="1"/>
            </p:cNvSpPr>
            <p:nvPr/>
          </p:nvSpPr>
          <p:spPr bwMode="auto">
            <a:xfrm>
              <a:off x="1182" y="1128"/>
              <a:ext cx="1076" cy="10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25" name="Oval 157"/>
            <p:cNvSpPr>
              <a:spLocks noChangeArrowheads="1"/>
            </p:cNvSpPr>
            <p:nvPr/>
          </p:nvSpPr>
          <p:spPr bwMode="auto">
            <a:xfrm>
              <a:off x="1410" y="1356"/>
              <a:ext cx="618" cy="61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0326" name="Oval 158"/>
            <p:cNvSpPr>
              <a:spLocks noChangeArrowheads="1"/>
            </p:cNvSpPr>
            <p:nvPr/>
          </p:nvSpPr>
          <p:spPr bwMode="auto">
            <a:xfrm>
              <a:off x="1506" y="1452"/>
              <a:ext cx="426" cy="426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0327" name="Oval 160"/>
            <p:cNvSpPr>
              <a:spLocks noChangeArrowheads="1"/>
            </p:cNvSpPr>
            <p:nvPr/>
          </p:nvSpPr>
          <p:spPr bwMode="auto">
            <a:xfrm>
              <a:off x="2064" y="1182"/>
              <a:ext cx="141" cy="141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0328" name="Oval 172"/>
            <p:cNvSpPr>
              <a:spLocks noChangeArrowheads="1"/>
            </p:cNvSpPr>
            <p:nvPr/>
          </p:nvSpPr>
          <p:spPr bwMode="auto">
            <a:xfrm rot="-5400000">
              <a:off x="1237" y="1183"/>
              <a:ext cx="141" cy="141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0329" name="Oval 178"/>
            <p:cNvSpPr>
              <a:spLocks noChangeArrowheads="1"/>
            </p:cNvSpPr>
            <p:nvPr/>
          </p:nvSpPr>
          <p:spPr bwMode="auto">
            <a:xfrm rot="5400000">
              <a:off x="2065" y="2007"/>
              <a:ext cx="141" cy="141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0330" name="Oval 191"/>
            <p:cNvSpPr>
              <a:spLocks noChangeArrowheads="1"/>
            </p:cNvSpPr>
            <p:nvPr/>
          </p:nvSpPr>
          <p:spPr bwMode="auto">
            <a:xfrm>
              <a:off x="1618" y="990"/>
              <a:ext cx="204" cy="204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0331" name="Oval 238"/>
            <p:cNvSpPr>
              <a:spLocks noChangeArrowheads="1"/>
            </p:cNvSpPr>
            <p:nvPr/>
          </p:nvSpPr>
          <p:spPr bwMode="auto">
            <a:xfrm>
              <a:off x="1990" y="1936"/>
              <a:ext cx="284" cy="284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0332" name="Oval 241"/>
            <p:cNvSpPr>
              <a:spLocks noChangeArrowheads="1"/>
            </p:cNvSpPr>
            <p:nvPr/>
          </p:nvSpPr>
          <p:spPr bwMode="auto">
            <a:xfrm>
              <a:off x="1162" y="1110"/>
              <a:ext cx="284" cy="284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0333" name="Oval 242"/>
            <p:cNvSpPr>
              <a:spLocks noChangeArrowheads="1"/>
            </p:cNvSpPr>
            <p:nvPr/>
          </p:nvSpPr>
          <p:spPr bwMode="auto">
            <a:xfrm>
              <a:off x="1990" y="1116"/>
              <a:ext cx="284" cy="284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</p:grpSp>
      <p:grpSp>
        <p:nvGrpSpPr>
          <p:cNvPr id="8" name="Group 340"/>
          <p:cNvGrpSpPr>
            <a:grpSpLocks/>
          </p:cNvGrpSpPr>
          <p:nvPr/>
        </p:nvGrpSpPr>
        <p:grpSpPr bwMode="auto">
          <a:xfrm>
            <a:off x="3319463" y="2571750"/>
            <a:ext cx="438150" cy="396875"/>
            <a:chOff x="2083" y="1612"/>
            <a:chExt cx="276" cy="250"/>
          </a:xfrm>
        </p:grpSpPr>
        <p:sp>
          <p:nvSpPr>
            <p:cNvPr id="10314" name="Rectangle 199"/>
            <p:cNvSpPr>
              <a:spLocks noChangeArrowheads="1"/>
            </p:cNvSpPr>
            <p:nvPr/>
          </p:nvSpPr>
          <p:spPr bwMode="auto">
            <a:xfrm>
              <a:off x="2161" y="1676"/>
              <a:ext cx="126" cy="13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0315" name="Text Box 198"/>
            <p:cNvSpPr txBox="1">
              <a:spLocks noChangeArrowheads="1"/>
            </p:cNvSpPr>
            <p:nvPr/>
          </p:nvSpPr>
          <p:spPr bwMode="auto">
            <a:xfrm>
              <a:off x="2083" y="1612"/>
              <a:ext cx="27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 i="1">
                  <a:solidFill>
                    <a:srgbClr val="000000"/>
                  </a:solidFill>
                  <a:latin typeface="ISOCPEUR" pitchFamily="34" charset="0"/>
                </a:rPr>
                <a:t>A</a:t>
              </a:r>
              <a:r>
                <a:rPr lang="en-US" altLang="zh-CN" sz="2000" b="1" i="1">
                  <a:latin typeface="ISOCPEUR" pitchFamily="34" charset="0"/>
                </a:rPr>
                <a:t> </a:t>
              </a:r>
            </a:p>
          </p:txBody>
        </p:sp>
      </p:grpSp>
      <p:sp>
        <p:nvSpPr>
          <p:cNvPr id="179452" name="Line 252"/>
          <p:cNvSpPr>
            <a:spLocks noChangeShapeType="1"/>
          </p:cNvSpPr>
          <p:nvPr/>
        </p:nvSpPr>
        <p:spPr bwMode="auto">
          <a:xfrm>
            <a:off x="5754688" y="1397000"/>
            <a:ext cx="0" cy="7620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453" name="Line 253"/>
          <p:cNvSpPr>
            <a:spLocks noChangeShapeType="1"/>
          </p:cNvSpPr>
          <p:nvPr/>
        </p:nvSpPr>
        <p:spPr bwMode="auto">
          <a:xfrm>
            <a:off x="5621338" y="3324225"/>
            <a:ext cx="0" cy="4572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454" name="Line 254"/>
          <p:cNvSpPr>
            <a:spLocks noChangeShapeType="1"/>
          </p:cNvSpPr>
          <p:nvPr/>
        </p:nvSpPr>
        <p:spPr bwMode="auto">
          <a:xfrm>
            <a:off x="6415088" y="2152650"/>
            <a:ext cx="0" cy="9842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455" name="Line 255"/>
          <p:cNvSpPr>
            <a:spLocks noChangeShapeType="1"/>
          </p:cNvSpPr>
          <p:nvPr/>
        </p:nvSpPr>
        <p:spPr bwMode="auto">
          <a:xfrm>
            <a:off x="5329238" y="2984500"/>
            <a:ext cx="10858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456" name="Line 256"/>
          <p:cNvSpPr>
            <a:spLocks noChangeShapeType="1"/>
          </p:cNvSpPr>
          <p:nvPr/>
        </p:nvSpPr>
        <p:spPr bwMode="auto">
          <a:xfrm>
            <a:off x="5746750" y="3135313"/>
            <a:ext cx="677863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463" name="Line 263"/>
          <p:cNvSpPr>
            <a:spLocks noChangeShapeType="1"/>
          </p:cNvSpPr>
          <p:nvPr/>
        </p:nvSpPr>
        <p:spPr bwMode="auto">
          <a:xfrm>
            <a:off x="5321300" y="1397000"/>
            <a:ext cx="4381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465" name="Line 265"/>
          <p:cNvSpPr>
            <a:spLocks noChangeShapeType="1"/>
          </p:cNvSpPr>
          <p:nvPr/>
        </p:nvSpPr>
        <p:spPr bwMode="auto">
          <a:xfrm>
            <a:off x="5335588" y="1568450"/>
            <a:ext cx="4191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466" name="Line 266"/>
          <p:cNvSpPr>
            <a:spLocks noChangeShapeType="1"/>
          </p:cNvSpPr>
          <p:nvPr/>
        </p:nvSpPr>
        <p:spPr bwMode="auto">
          <a:xfrm>
            <a:off x="5335588" y="1898650"/>
            <a:ext cx="4191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467" name="Line 267"/>
          <p:cNvSpPr>
            <a:spLocks noChangeShapeType="1"/>
          </p:cNvSpPr>
          <p:nvPr/>
        </p:nvSpPr>
        <p:spPr bwMode="auto">
          <a:xfrm>
            <a:off x="5329238" y="1397000"/>
            <a:ext cx="0" cy="24892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470" name="Line 270"/>
          <p:cNvSpPr>
            <a:spLocks noChangeShapeType="1"/>
          </p:cNvSpPr>
          <p:nvPr/>
        </p:nvSpPr>
        <p:spPr bwMode="auto">
          <a:xfrm>
            <a:off x="5621338" y="3333750"/>
            <a:ext cx="1333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471" name="Line 271"/>
          <p:cNvSpPr>
            <a:spLocks noChangeShapeType="1"/>
          </p:cNvSpPr>
          <p:nvPr/>
        </p:nvSpPr>
        <p:spPr bwMode="auto">
          <a:xfrm>
            <a:off x="5749925" y="3122613"/>
            <a:ext cx="0" cy="7683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" name="Group 304"/>
          <p:cNvGrpSpPr>
            <a:grpSpLocks/>
          </p:cNvGrpSpPr>
          <p:nvPr/>
        </p:nvGrpSpPr>
        <p:grpSpPr bwMode="auto">
          <a:xfrm>
            <a:off x="5334000" y="1395413"/>
            <a:ext cx="1085850" cy="2486025"/>
            <a:chOff x="3353" y="879"/>
            <a:chExt cx="684" cy="1566"/>
          </a:xfrm>
        </p:grpSpPr>
        <p:sp>
          <p:nvSpPr>
            <p:cNvPr id="10295" name="Line 279"/>
            <p:cNvSpPr>
              <a:spLocks noChangeShapeType="1"/>
            </p:cNvSpPr>
            <p:nvPr/>
          </p:nvSpPr>
          <p:spPr bwMode="auto">
            <a:xfrm flipV="1">
              <a:off x="3376" y="879"/>
              <a:ext cx="109" cy="10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96" name="Line 280"/>
            <p:cNvSpPr>
              <a:spLocks noChangeShapeType="1"/>
            </p:cNvSpPr>
            <p:nvPr/>
          </p:nvSpPr>
          <p:spPr bwMode="auto">
            <a:xfrm flipV="1">
              <a:off x="3501" y="880"/>
              <a:ext cx="104" cy="10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97" name="Line 281"/>
            <p:cNvSpPr>
              <a:spLocks noChangeShapeType="1"/>
            </p:cNvSpPr>
            <p:nvPr/>
          </p:nvSpPr>
          <p:spPr bwMode="auto">
            <a:xfrm flipV="1">
              <a:off x="3353" y="1196"/>
              <a:ext cx="132" cy="13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98" name="Line 282"/>
            <p:cNvSpPr>
              <a:spLocks noChangeShapeType="1"/>
            </p:cNvSpPr>
            <p:nvPr/>
          </p:nvSpPr>
          <p:spPr bwMode="auto">
            <a:xfrm flipV="1">
              <a:off x="3357" y="1196"/>
              <a:ext cx="248" cy="24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99" name="Line 283"/>
            <p:cNvSpPr>
              <a:spLocks noChangeShapeType="1"/>
            </p:cNvSpPr>
            <p:nvPr/>
          </p:nvSpPr>
          <p:spPr bwMode="auto">
            <a:xfrm flipV="1">
              <a:off x="3476" y="1305"/>
              <a:ext cx="140" cy="1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00" name="Line 284"/>
            <p:cNvSpPr>
              <a:spLocks noChangeShapeType="1"/>
            </p:cNvSpPr>
            <p:nvPr/>
          </p:nvSpPr>
          <p:spPr bwMode="auto">
            <a:xfrm flipV="1">
              <a:off x="3593" y="1356"/>
              <a:ext cx="92" cy="9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01" name="Line 285"/>
            <p:cNvSpPr>
              <a:spLocks noChangeShapeType="1"/>
            </p:cNvSpPr>
            <p:nvPr/>
          </p:nvSpPr>
          <p:spPr bwMode="auto">
            <a:xfrm flipV="1">
              <a:off x="3713" y="1356"/>
              <a:ext cx="96" cy="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02" name="Line 286"/>
            <p:cNvSpPr>
              <a:spLocks noChangeShapeType="1"/>
            </p:cNvSpPr>
            <p:nvPr/>
          </p:nvSpPr>
          <p:spPr bwMode="auto">
            <a:xfrm flipV="1">
              <a:off x="3355" y="1882"/>
              <a:ext cx="56" cy="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03" name="Line 287"/>
            <p:cNvSpPr>
              <a:spLocks noChangeShapeType="1"/>
            </p:cNvSpPr>
            <p:nvPr/>
          </p:nvSpPr>
          <p:spPr bwMode="auto">
            <a:xfrm flipV="1">
              <a:off x="3841" y="1352"/>
              <a:ext cx="96" cy="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04" name="Line 288"/>
            <p:cNvSpPr>
              <a:spLocks noChangeShapeType="1"/>
            </p:cNvSpPr>
            <p:nvPr/>
          </p:nvSpPr>
          <p:spPr bwMode="auto">
            <a:xfrm flipV="1">
              <a:off x="3353" y="1879"/>
              <a:ext cx="181" cy="18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05" name="Line 289"/>
            <p:cNvSpPr>
              <a:spLocks noChangeShapeType="1"/>
            </p:cNvSpPr>
            <p:nvPr/>
          </p:nvSpPr>
          <p:spPr bwMode="auto">
            <a:xfrm flipV="1">
              <a:off x="3961" y="1372"/>
              <a:ext cx="76" cy="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06" name="Line 290"/>
            <p:cNvSpPr>
              <a:spLocks noChangeShapeType="1"/>
            </p:cNvSpPr>
            <p:nvPr/>
          </p:nvSpPr>
          <p:spPr bwMode="auto">
            <a:xfrm flipV="1">
              <a:off x="3360" y="1878"/>
              <a:ext cx="294" cy="29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07" name="Line 291"/>
            <p:cNvSpPr>
              <a:spLocks noChangeShapeType="1"/>
            </p:cNvSpPr>
            <p:nvPr/>
          </p:nvSpPr>
          <p:spPr bwMode="auto">
            <a:xfrm flipV="1">
              <a:off x="3477" y="2028"/>
              <a:ext cx="144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08" name="Line 292"/>
            <p:cNvSpPr>
              <a:spLocks noChangeShapeType="1"/>
            </p:cNvSpPr>
            <p:nvPr/>
          </p:nvSpPr>
          <p:spPr bwMode="auto">
            <a:xfrm flipV="1">
              <a:off x="3681" y="1884"/>
              <a:ext cx="84" cy="8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09" name="Line 293"/>
            <p:cNvSpPr>
              <a:spLocks noChangeShapeType="1"/>
            </p:cNvSpPr>
            <p:nvPr/>
          </p:nvSpPr>
          <p:spPr bwMode="auto">
            <a:xfrm flipV="1">
              <a:off x="3354" y="2313"/>
              <a:ext cx="102" cy="10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10" name="Line 294"/>
            <p:cNvSpPr>
              <a:spLocks noChangeShapeType="1"/>
            </p:cNvSpPr>
            <p:nvPr/>
          </p:nvSpPr>
          <p:spPr bwMode="auto">
            <a:xfrm flipV="1">
              <a:off x="3798" y="1881"/>
              <a:ext cx="87" cy="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11" name="Line 295"/>
            <p:cNvSpPr>
              <a:spLocks noChangeShapeType="1"/>
            </p:cNvSpPr>
            <p:nvPr/>
          </p:nvSpPr>
          <p:spPr bwMode="auto">
            <a:xfrm flipV="1">
              <a:off x="3441" y="2352"/>
              <a:ext cx="93" cy="9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12" name="Line 296"/>
            <p:cNvSpPr>
              <a:spLocks noChangeShapeType="1"/>
            </p:cNvSpPr>
            <p:nvPr/>
          </p:nvSpPr>
          <p:spPr bwMode="auto">
            <a:xfrm flipV="1">
              <a:off x="3918" y="1878"/>
              <a:ext cx="90" cy="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313" name="Line 297"/>
            <p:cNvSpPr>
              <a:spLocks noChangeShapeType="1"/>
            </p:cNvSpPr>
            <p:nvPr/>
          </p:nvSpPr>
          <p:spPr bwMode="auto">
            <a:xfrm flipV="1">
              <a:off x="3555" y="2388"/>
              <a:ext cx="57" cy="5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9265" name="AutoShape 65"/>
          <p:cNvSpPr>
            <a:spLocks noChangeArrowheads="1"/>
          </p:cNvSpPr>
          <p:nvPr/>
        </p:nvSpPr>
        <p:spPr bwMode="auto">
          <a:xfrm>
            <a:off x="6753225" y="2074863"/>
            <a:ext cx="2168525" cy="439737"/>
          </a:xfrm>
          <a:prstGeom prst="wedgeRectCallout">
            <a:avLst>
              <a:gd name="adj1" fmla="val -86236"/>
              <a:gd name="adj2" fmla="val 74912"/>
            </a:avLst>
          </a:prstGeom>
          <a:solidFill>
            <a:schemeClr val="hlink">
              <a:alpha val="50195"/>
            </a:schemeClr>
          </a:solidFill>
          <a:ln w="9525">
            <a:solidFill>
              <a:srgbClr val="0000FF"/>
            </a:solidFill>
            <a:miter lim="800000"/>
            <a:headEnd/>
            <a:tailEnd type="none" w="sm" len="lg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此处无粗线！</a:t>
            </a:r>
          </a:p>
        </p:txBody>
      </p:sp>
      <p:sp>
        <p:nvSpPr>
          <p:cNvPr id="179498" name="Line 298"/>
          <p:cNvSpPr>
            <a:spLocks noChangeShapeType="1"/>
          </p:cNvSpPr>
          <p:nvPr/>
        </p:nvSpPr>
        <p:spPr bwMode="auto">
          <a:xfrm flipH="1">
            <a:off x="2419350" y="2647950"/>
            <a:ext cx="985838" cy="8477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499" name="Line 299"/>
          <p:cNvSpPr>
            <a:spLocks noChangeShapeType="1"/>
          </p:cNvSpPr>
          <p:nvPr/>
        </p:nvSpPr>
        <p:spPr bwMode="auto">
          <a:xfrm flipH="1">
            <a:off x="2324100" y="3495675"/>
            <a:ext cx="100013" cy="857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464" name="Line 264"/>
          <p:cNvSpPr>
            <a:spLocks noChangeShapeType="1"/>
          </p:cNvSpPr>
          <p:nvPr/>
        </p:nvSpPr>
        <p:spPr bwMode="auto">
          <a:xfrm>
            <a:off x="5278438" y="1727200"/>
            <a:ext cx="5334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9468" name="Line 268"/>
          <p:cNvSpPr>
            <a:spLocks noChangeShapeType="1"/>
          </p:cNvSpPr>
          <p:nvPr/>
        </p:nvSpPr>
        <p:spPr bwMode="auto">
          <a:xfrm>
            <a:off x="5286375" y="3565525"/>
            <a:ext cx="52705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9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179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179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179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79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7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79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79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7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79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7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7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79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7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79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7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7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7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7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7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17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179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17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79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79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17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7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17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17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179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6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7" dur="500"/>
                                        <p:tgtEl>
                                          <p:spTgt spid="179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8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179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179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0" dur="2000"/>
                                        <p:tgtEl>
                                          <p:spTgt spid="179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 nodeType="clickPar">
                      <p:stCondLst>
                        <p:cond delay="indefinite"/>
                      </p:stCondLst>
                      <p:childTnLst>
                        <p:par>
                          <p:cTn id="1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0" dur="500"/>
                                        <p:tgtEl>
                                          <p:spTgt spid="179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5" dur="500"/>
                                        <p:tgtEl>
                                          <p:spTgt spid="1792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8" dur="500"/>
                                        <p:tgtEl>
                                          <p:spTgt spid="1792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9" fill="hold" nodeType="clickPar">
                      <p:stCondLst>
                        <p:cond delay="indefinite"/>
                      </p:stCondLst>
                      <p:childTnLst>
                        <p:par>
                          <p:cTn id="2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3" dur="500"/>
                                        <p:tgtEl>
                                          <p:spTgt spid="1792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6" dur="500"/>
                                        <p:tgtEl>
                                          <p:spTgt spid="1792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9" dur="500"/>
                                        <p:tgtEl>
                                          <p:spTgt spid="1792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 nodeType="clickPar">
                      <p:stCondLst>
                        <p:cond delay="indefinite"/>
                      </p:stCondLst>
                      <p:childTnLst>
                        <p:par>
                          <p:cTn id="2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4" dur="500"/>
                                        <p:tgtEl>
                                          <p:spTgt spid="179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8" dur="500"/>
                                        <p:tgtEl>
                                          <p:spTgt spid="179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 nodeType="clickPar">
                      <p:stCondLst>
                        <p:cond delay="indefinite"/>
                      </p:stCondLst>
                      <p:childTnLst>
                        <p:par>
                          <p:cTn id="2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3" dur="500"/>
                                        <p:tgtEl>
                                          <p:spTgt spid="179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4" fill="hold" nodeType="clickPar">
                      <p:stCondLst>
                        <p:cond delay="indefinite"/>
                      </p:stCondLst>
                      <p:childTnLst>
                        <p:par>
                          <p:cTn id="2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179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 nodeType="clickPar">
                      <p:stCondLst>
                        <p:cond delay="indefinite"/>
                      </p:stCondLst>
                      <p:childTnLst>
                        <p:par>
                          <p:cTn id="2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3" dur="500"/>
                                        <p:tgtEl>
                                          <p:spTgt spid="179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 nodeType="clickPar">
                      <p:stCondLst>
                        <p:cond delay="indefinite"/>
                      </p:stCondLst>
                      <p:childTnLst>
                        <p:par>
                          <p:cTn id="2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8" dur="2000"/>
                                        <p:tgtEl>
                                          <p:spTgt spid="17949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36"/>
                                            </p:cond>
                                          </p:stCondLst>
                                        </p:cTn>
                                        <p:tgtEl>
                                          <p:spTgt spid="17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3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0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9475" grpId="0" animBg="1"/>
      <p:bldP spid="179472" grpId="0" animBg="1"/>
      <p:bldP spid="179473" grpId="0" animBg="1"/>
      <p:bldP spid="179474" grpId="0" animBg="1"/>
      <p:bldP spid="179458" grpId="0" animBg="1"/>
      <p:bldP spid="179459" grpId="0" animBg="1"/>
      <p:bldP spid="179457" grpId="0" animBg="1"/>
      <p:bldP spid="179460" grpId="0" animBg="1"/>
      <p:bldP spid="179461" grpId="0" animBg="1"/>
      <p:bldP spid="179462" grpId="0" animBg="1"/>
      <p:bldP spid="179505" grpId="0" animBg="1"/>
      <p:bldP spid="179202" grpId="0" animBg="1"/>
      <p:bldP spid="179203" grpId="0" animBg="1"/>
      <p:bldP spid="179204" grpId="0" animBg="1"/>
      <p:bldP spid="179205" grpId="0"/>
      <p:bldP spid="179262" grpId="0" autoUpdateAnimBg="0"/>
      <p:bldP spid="179263" grpId="0" build="p" autoUpdateAnimBg="0"/>
      <p:bldP spid="179264" grpId="0" animBg="1" autoUpdateAnimBg="0"/>
      <p:bldP spid="179349" grpId="0" animBg="1"/>
      <p:bldP spid="179350" grpId="0" animBg="1"/>
      <p:bldP spid="179402" grpId="0" animBg="1"/>
      <p:bldP spid="179411" grpId="0" animBg="1"/>
      <p:bldP spid="179412" grpId="0" animBg="1"/>
      <p:bldP spid="179433" grpId="0" animBg="1"/>
      <p:bldP spid="179435" grpId="0" animBg="1"/>
      <p:bldP spid="179436" grpId="0" animBg="1"/>
      <p:bldP spid="179437" grpId="0" animBg="1"/>
      <p:bldP spid="179452" grpId="0" animBg="1"/>
      <p:bldP spid="179453" grpId="0" animBg="1"/>
      <p:bldP spid="179454" grpId="0" animBg="1"/>
      <p:bldP spid="179455" grpId="0" animBg="1"/>
      <p:bldP spid="179456" grpId="0" animBg="1"/>
      <p:bldP spid="179463" grpId="0" animBg="1"/>
      <p:bldP spid="179465" grpId="0" animBg="1"/>
      <p:bldP spid="179466" grpId="0" animBg="1"/>
      <p:bldP spid="179467" grpId="0" animBg="1"/>
      <p:bldP spid="179470" grpId="0" animBg="1"/>
      <p:bldP spid="179471" grpId="0" animBg="1"/>
      <p:bldP spid="179265" grpId="0" animBg="1" autoUpdateAnimBg="0"/>
      <p:bldP spid="179498" grpId="0" animBg="1"/>
      <p:bldP spid="179499" grpId="0" animBg="1"/>
      <p:bldP spid="179464" grpId="0" animBg="1"/>
      <p:bldP spid="17946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3905A0-D605-4BCB-9F91-8F551BA91996}" type="slidenum">
              <a:rPr lang="en-US" altLang="zh-CN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11267" name="Text Box 2"/>
          <p:cNvSpPr txBox="1">
            <a:spLocks noChangeArrowheads="1"/>
          </p:cNvSpPr>
          <p:nvPr/>
        </p:nvSpPr>
        <p:spPr bwMode="auto">
          <a:xfrm>
            <a:off x="269875" y="-79375"/>
            <a:ext cx="304482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注意的问题：</a:t>
            </a:r>
          </a:p>
        </p:txBody>
      </p:sp>
      <p:sp>
        <p:nvSpPr>
          <p:cNvPr id="243715" name="Text Box 3"/>
          <p:cNvSpPr txBox="1">
            <a:spLocks noChangeArrowheads="1"/>
          </p:cNvSpPr>
          <p:nvPr/>
        </p:nvSpPr>
        <p:spPr bwMode="auto">
          <a:xfrm>
            <a:off x="660400" y="446088"/>
            <a:ext cx="69230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① </a:t>
            </a:r>
            <a:r>
              <a:rPr lang="zh-CN" altLang="en-US" sz="24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两剖切面的交线一般应与机件的轴线重合。</a:t>
            </a:r>
          </a:p>
        </p:txBody>
      </p:sp>
      <p:sp>
        <p:nvSpPr>
          <p:cNvPr id="243716" name="Text Box 4"/>
          <p:cNvSpPr txBox="1">
            <a:spLocks noChangeArrowheads="1"/>
          </p:cNvSpPr>
          <p:nvPr/>
        </p:nvSpPr>
        <p:spPr bwMode="auto">
          <a:xfrm>
            <a:off x="614363" y="3843338"/>
            <a:ext cx="6337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② </a:t>
            </a:r>
            <a:r>
              <a:rPr lang="zh-CN" altLang="en-US" sz="24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应按</a:t>
            </a:r>
            <a:r>
              <a:rPr lang="zh-CN" altLang="en-US" sz="2400" b="1">
                <a:solidFill>
                  <a:srgbClr val="333399"/>
                </a:solidFill>
                <a:ea typeface="黑体" pitchFamily="2" charset="-122"/>
              </a:rPr>
              <a:t>“</a:t>
            </a:r>
            <a:r>
              <a:rPr lang="zh-CN" altLang="en-US" sz="24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先剖切后旋转</a:t>
            </a:r>
            <a:r>
              <a:rPr lang="zh-CN" altLang="en-US" sz="2400" b="1">
                <a:solidFill>
                  <a:srgbClr val="333399"/>
                </a:solidFill>
                <a:ea typeface="黑体" pitchFamily="2" charset="-122"/>
              </a:rPr>
              <a:t>”</a:t>
            </a:r>
            <a:r>
              <a:rPr lang="zh-CN" altLang="en-US" sz="24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的方法绘制剖视图。</a:t>
            </a:r>
          </a:p>
        </p:txBody>
      </p:sp>
      <p:grpSp>
        <p:nvGrpSpPr>
          <p:cNvPr id="11270" name="Group 5"/>
          <p:cNvGrpSpPr>
            <a:grpSpLocks/>
          </p:cNvGrpSpPr>
          <p:nvPr/>
        </p:nvGrpSpPr>
        <p:grpSpPr bwMode="auto">
          <a:xfrm>
            <a:off x="1196975" y="852488"/>
            <a:ext cx="4000500" cy="2767012"/>
            <a:chOff x="754" y="537"/>
            <a:chExt cx="2520" cy="1743"/>
          </a:xfrm>
        </p:grpSpPr>
        <p:sp>
          <p:nvSpPr>
            <p:cNvPr id="11458" name="Text Box 6"/>
            <p:cNvSpPr txBox="1">
              <a:spLocks noChangeArrowheads="1"/>
            </p:cNvSpPr>
            <p:nvPr/>
          </p:nvSpPr>
          <p:spPr bwMode="auto">
            <a:xfrm>
              <a:off x="2952" y="1992"/>
              <a:ext cx="2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>
                  <a:latin typeface="宋体" pitchFamily="2" charset="-122"/>
                </a:rPr>
                <a:t>A</a:t>
              </a:r>
              <a:endParaRPr lang="en-US" altLang="zh-CN" sz="2400" b="1"/>
            </a:p>
          </p:txBody>
        </p:sp>
        <p:sp>
          <p:nvSpPr>
            <p:cNvPr id="11459" name="Text Box 7"/>
            <p:cNvSpPr txBox="1">
              <a:spLocks noChangeArrowheads="1"/>
            </p:cNvSpPr>
            <p:nvPr/>
          </p:nvSpPr>
          <p:spPr bwMode="auto">
            <a:xfrm>
              <a:off x="2256" y="1258"/>
              <a:ext cx="2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>
                  <a:latin typeface="宋体" pitchFamily="2" charset="-122"/>
                </a:rPr>
                <a:t>A</a:t>
              </a:r>
            </a:p>
          </p:txBody>
        </p:sp>
        <p:sp>
          <p:nvSpPr>
            <p:cNvPr id="11460" name="Text Box 8"/>
            <p:cNvSpPr txBox="1">
              <a:spLocks noChangeArrowheads="1"/>
            </p:cNvSpPr>
            <p:nvPr/>
          </p:nvSpPr>
          <p:spPr bwMode="auto">
            <a:xfrm>
              <a:off x="874" y="565"/>
              <a:ext cx="50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>
                  <a:latin typeface="宋体" pitchFamily="2" charset="-122"/>
                </a:rPr>
                <a:t>A</a:t>
              </a:r>
              <a:r>
                <a:rPr lang="zh-CN" altLang="en-US" sz="2400" b="1"/>
                <a:t>－</a:t>
              </a:r>
              <a:r>
                <a:rPr lang="en-US" altLang="zh-CN" sz="2400" b="1" i="1">
                  <a:latin typeface="宋体" pitchFamily="2" charset="-122"/>
                </a:rPr>
                <a:t>A</a:t>
              </a:r>
              <a:endParaRPr lang="en-US" altLang="zh-CN" sz="2400" b="1"/>
            </a:p>
          </p:txBody>
        </p:sp>
        <p:sp>
          <p:nvSpPr>
            <p:cNvPr id="11461" name="Line 9"/>
            <p:cNvSpPr>
              <a:spLocks noChangeShapeType="1"/>
            </p:cNvSpPr>
            <p:nvPr/>
          </p:nvSpPr>
          <p:spPr bwMode="auto">
            <a:xfrm flipH="1">
              <a:off x="2316" y="694"/>
              <a:ext cx="1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62" name="Line 10"/>
            <p:cNvSpPr>
              <a:spLocks noChangeShapeType="1"/>
            </p:cNvSpPr>
            <p:nvPr/>
          </p:nvSpPr>
          <p:spPr bwMode="auto">
            <a:xfrm flipH="1">
              <a:off x="2928" y="2076"/>
              <a:ext cx="89" cy="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63" name="Line 11"/>
            <p:cNvSpPr>
              <a:spLocks noChangeShapeType="1"/>
            </p:cNvSpPr>
            <p:nvPr/>
          </p:nvSpPr>
          <p:spPr bwMode="auto">
            <a:xfrm flipH="1">
              <a:off x="1010" y="929"/>
              <a:ext cx="2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64" name="Line 12"/>
            <p:cNvSpPr>
              <a:spLocks noChangeShapeType="1"/>
            </p:cNvSpPr>
            <p:nvPr/>
          </p:nvSpPr>
          <p:spPr bwMode="auto">
            <a:xfrm flipH="1">
              <a:off x="1010" y="1020"/>
              <a:ext cx="2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65" name="Line 13"/>
            <p:cNvSpPr>
              <a:spLocks noChangeShapeType="1"/>
            </p:cNvSpPr>
            <p:nvPr/>
          </p:nvSpPr>
          <p:spPr bwMode="auto">
            <a:xfrm>
              <a:off x="1009" y="1957"/>
              <a:ext cx="9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66" name="Line 14"/>
            <p:cNvSpPr>
              <a:spLocks noChangeShapeType="1"/>
            </p:cNvSpPr>
            <p:nvPr/>
          </p:nvSpPr>
          <p:spPr bwMode="auto">
            <a:xfrm>
              <a:off x="1009" y="2111"/>
              <a:ext cx="9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67" name="Freeform 15"/>
            <p:cNvSpPr>
              <a:spLocks/>
            </p:cNvSpPr>
            <p:nvPr/>
          </p:nvSpPr>
          <p:spPr bwMode="auto">
            <a:xfrm>
              <a:off x="1100" y="1953"/>
              <a:ext cx="0" cy="169"/>
            </a:xfrm>
            <a:custGeom>
              <a:avLst/>
              <a:gdLst>
                <a:gd name="T0" fmla="*/ 0 w 1"/>
                <a:gd name="T1" fmla="*/ 0 h 245"/>
                <a:gd name="T2" fmla="*/ 0 w 1"/>
                <a:gd name="T3" fmla="*/ 117 h 245"/>
                <a:gd name="T4" fmla="*/ 0 60000 65536"/>
                <a:gd name="T5" fmla="*/ 0 60000 65536"/>
                <a:gd name="T6" fmla="*/ 0 w 1"/>
                <a:gd name="T7" fmla="*/ 0 h 245"/>
                <a:gd name="T8" fmla="*/ 0 w 1"/>
                <a:gd name="T9" fmla="*/ 245 h 2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45">
                  <a:moveTo>
                    <a:pt x="0" y="0"/>
                  </a:moveTo>
                  <a:lnTo>
                    <a:pt x="0" y="24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68" name="Line 16"/>
            <p:cNvSpPr>
              <a:spLocks noChangeShapeType="1"/>
            </p:cNvSpPr>
            <p:nvPr/>
          </p:nvSpPr>
          <p:spPr bwMode="auto">
            <a:xfrm>
              <a:off x="1100" y="1987"/>
              <a:ext cx="1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69" name="Line 17"/>
            <p:cNvSpPr>
              <a:spLocks noChangeShapeType="1"/>
            </p:cNvSpPr>
            <p:nvPr/>
          </p:nvSpPr>
          <p:spPr bwMode="auto">
            <a:xfrm>
              <a:off x="1100" y="2087"/>
              <a:ext cx="1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70" name="Line 18"/>
            <p:cNvSpPr>
              <a:spLocks noChangeShapeType="1"/>
            </p:cNvSpPr>
            <p:nvPr/>
          </p:nvSpPr>
          <p:spPr bwMode="auto">
            <a:xfrm flipH="1">
              <a:off x="802" y="1725"/>
              <a:ext cx="6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71" name="Line 19"/>
            <p:cNvSpPr>
              <a:spLocks noChangeShapeType="1"/>
            </p:cNvSpPr>
            <p:nvPr/>
          </p:nvSpPr>
          <p:spPr bwMode="auto">
            <a:xfrm flipH="1">
              <a:off x="802" y="1236"/>
              <a:ext cx="6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72" name="Line 20"/>
            <p:cNvSpPr>
              <a:spLocks noChangeShapeType="1"/>
            </p:cNvSpPr>
            <p:nvPr/>
          </p:nvSpPr>
          <p:spPr bwMode="auto">
            <a:xfrm flipH="1">
              <a:off x="802" y="1302"/>
              <a:ext cx="6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73" name="Freeform 21"/>
            <p:cNvSpPr>
              <a:spLocks/>
            </p:cNvSpPr>
            <p:nvPr/>
          </p:nvSpPr>
          <p:spPr bwMode="auto">
            <a:xfrm>
              <a:off x="1417" y="1826"/>
              <a:ext cx="36" cy="40"/>
            </a:xfrm>
            <a:custGeom>
              <a:avLst/>
              <a:gdLst>
                <a:gd name="T0" fmla="*/ 0 w 38"/>
                <a:gd name="T1" fmla="*/ 38 h 42"/>
                <a:gd name="T2" fmla="*/ 34 w 38"/>
                <a:gd name="T3" fmla="*/ 0 h 42"/>
                <a:gd name="T4" fmla="*/ 0 60000 65536"/>
                <a:gd name="T5" fmla="*/ 0 60000 65536"/>
                <a:gd name="T6" fmla="*/ 0 w 38"/>
                <a:gd name="T7" fmla="*/ 0 h 42"/>
                <a:gd name="T8" fmla="*/ 38 w 38"/>
                <a:gd name="T9" fmla="*/ 42 h 4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8" h="42">
                  <a:moveTo>
                    <a:pt x="0" y="42"/>
                  </a:moveTo>
                  <a:lnTo>
                    <a:pt x="3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74" name="Freeform 22"/>
            <p:cNvSpPr>
              <a:spLocks/>
            </p:cNvSpPr>
            <p:nvPr/>
          </p:nvSpPr>
          <p:spPr bwMode="auto">
            <a:xfrm>
              <a:off x="1028" y="848"/>
              <a:ext cx="87" cy="82"/>
            </a:xfrm>
            <a:custGeom>
              <a:avLst/>
              <a:gdLst>
                <a:gd name="T0" fmla="*/ 0 w 88"/>
                <a:gd name="T1" fmla="*/ 80 h 84"/>
                <a:gd name="T2" fmla="*/ 86 w 88"/>
                <a:gd name="T3" fmla="*/ 0 h 84"/>
                <a:gd name="T4" fmla="*/ 0 60000 65536"/>
                <a:gd name="T5" fmla="*/ 0 60000 65536"/>
                <a:gd name="T6" fmla="*/ 0 w 88"/>
                <a:gd name="T7" fmla="*/ 0 h 84"/>
                <a:gd name="T8" fmla="*/ 88 w 88"/>
                <a:gd name="T9" fmla="*/ 84 h 8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8" h="84">
                  <a:moveTo>
                    <a:pt x="0" y="84"/>
                  </a:moveTo>
                  <a:lnTo>
                    <a:pt x="8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75" name="Freeform 23"/>
            <p:cNvSpPr>
              <a:spLocks/>
            </p:cNvSpPr>
            <p:nvPr/>
          </p:nvSpPr>
          <p:spPr bwMode="auto">
            <a:xfrm>
              <a:off x="1135" y="842"/>
              <a:ext cx="89" cy="89"/>
            </a:xfrm>
            <a:custGeom>
              <a:avLst/>
              <a:gdLst>
                <a:gd name="T0" fmla="*/ 0 w 92"/>
                <a:gd name="T1" fmla="*/ 87 h 91"/>
                <a:gd name="T2" fmla="*/ 86 w 92"/>
                <a:gd name="T3" fmla="*/ 0 h 91"/>
                <a:gd name="T4" fmla="*/ 0 60000 65536"/>
                <a:gd name="T5" fmla="*/ 0 60000 65536"/>
                <a:gd name="T6" fmla="*/ 0 w 92"/>
                <a:gd name="T7" fmla="*/ 0 h 91"/>
                <a:gd name="T8" fmla="*/ 92 w 92"/>
                <a:gd name="T9" fmla="*/ 91 h 9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2" h="91">
                  <a:moveTo>
                    <a:pt x="0" y="91"/>
                  </a:moveTo>
                  <a:lnTo>
                    <a:pt x="92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76" name="Freeform 24"/>
            <p:cNvSpPr>
              <a:spLocks/>
            </p:cNvSpPr>
            <p:nvPr/>
          </p:nvSpPr>
          <p:spPr bwMode="auto">
            <a:xfrm>
              <a:off x="796" y="1152"/>
              <a:ext cx="50" cy="54"/>
            </a:xfrm>
            <a:custGeom>
              <a:avLst/>
              <a:gdLst>
                <a:gd name="T0" fmla="*/ 0 w 65"/>
                <a:gd name="T1" fmla="*/ 41 h 72"/>
                <a:gd name="T2" fmla="*/ 38 w 65"/>
                <a:gd name="T3" fmla="*/ 0 h 72"/>
                <a:gd name="T4" fmla="*/ 0 60000 65536"/>
                <a:gd name="T5" fmla="*/ 0 60000 65536"/>
                <a:gd name="T6" fmla="*/ 0 w 65"/>
                <a:gd name="T7" fmla="*/ 0 h 72"/>
                <a:gd name="T8" fmla="*/ 65 w 65"/>
                <a:gd name="T9" fmla="*/ 72 h 7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5" h="72">
                  <a:moveTo>
                    <a:pt x="0" y="72"/>
                  </a:moveTo>
                  <a:lnTo>
                    <a:pt x="6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77" name="Freeform 25"/>
            <p:cNvSpPr>
              <a:spLocks/>
            </p:cNvSpPr>
            <p:nvPr/>
          </p:nvSpPr>
          <p:spPr bwMode="auto">
            <a:xfrm>
              <a:off x="1012" y="1025"/>
              <a:ext cx="66" cy="64"/>
            </a:xfrm>
            <a:custGeom>
              <a:avLst/>
              <a:gdLst>
                <a:gd name="T0" fmla="*/ 0 w 67"/>
                <a:gd name="T1" fmla="*/ 62 h 66"/>
                <a:gd name="T2" fmla="*/ 65 w 67"/>
                <a:gd name="T3" fmla="*/ 0 h 66"/>
                <a:gd name="T4" fmla="*/ 0 60000 65536"/>
                <a:gd name="T5" fmla="*/ 0 60000 65536"/>
                <a:gd name="T6" fmla="*/ 0 w 67"/>
                <a:gd name="T7" fmla="*/ 0 h 66"/>
                <a:gd name="T8" fmla="*/ 67 w 67"/>
                <a:gd name="T9" fmla="*/ 66 h 6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7" h="66">
                  <a:moveTo>
                    <a:pt x="0" y="66"/>
                  </a:moveTo>
                  <a:lnTo>
                    <a:pt x="6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78" name="Line 26"/>
            <p:cNvSpPr>
              <a:spLocks noChangeShapeType="1"/>
            </p:cNvSpPr>
            <p:nvPr/>
          </p:nvSpPr>
          <p:spPr bwMode="auto">
            <a:xfrm flipV="1">
              <a:off x="873" y="1152"/>
              <a:ext cx="84" cy="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79" name="Freeform 27"/>
            <p:cNvSpPr>
              <a:spLocks/>
            </p:cNvSpPr>
            <p:nvPr/>
          </p:nvSpPr>
          <p:spPr bwMode="auto">
            <a:xfrm>
              <a:off x="990" y="1010"/>
              <a:ext cx="223" cy="225"/>
            </a:xfrm>
            <a:custGeom>
              <a:avLst/>
              <a:gdLst>
                <a:gd name="T0" fmla="*/ 0 w 230"/>
                <a:gd name="T1" fmla="*/ 220 h 230"/>
                <a:gd name="T2" fmla="*/ 216 w 230"/>
                <a:gd name="T3" fmla="*/ 0 h 230"/>
                <a:gd name="T4" fmla="*/ 0 60000 65536"/>
                <a:gd name="T5" fmla="*/ 0 60000 65536"/>
                <a:gd name="T6" fmla="*/ 0 w 230"/>
                <a:gd name="T7" fmla="*/ 0 h 230"/>
                <a:gd name="T8" fmla="*/ 230 w 230"/>
                <a:gd name="T9" fmla="*/ 230 h 23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0" h="230">
                  <a:moveTo>
                    <a:pt x="0" y="230"/>
                  </a:moveTo>
                  <a:lnTo>
                    <a:pt x="23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80" name="Freeform 28"/>
            <p:cNvSpPr>
              <a:spLocks/>
            </p:cNvSpPr>
            <p:nvPr/>
          </p:nvSpPr>
          <p:spPr bwMode="auto">
            <a:xfrm>
              <a:off x="1115" y="1103"/>
              <a:ext cx="133" cy="141"/>
            </a:xfrm>
            <a:custGeom>
              <a:avLst/>
              <a:gdLst>
                <a:gd name="T0" fmla="*/ 0 w 138"/>
                <a:gd name="T1" fmla="*/ 137 h 145"/>
                <a:gd name="T2" fmla="*/ 128 w 138"/>
                <a:gd name="T3" fmla="*/ 0 h 145"/>
                <a:gd name="T4" fmla="*/ 0 60000 65536"/>
                <a:gd name="T5" fmla="*/ 0 60000 65536"/>
                <a:gd name="T6" fmla="*/ 0 w 138"/>
                <a:gd name="T7" fmla="*/ 0 h 145"/>
                <a:gd name="T8" fmla="*/ 138 w 138"/>
                <a:gd name="T9" fmla="*/ 145 h 1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38" h="145">
                  <a:moveTo>
                    <a:pt x="0" y="145"/>
                  </a:moveTo>
                  <a:lnTo>
                    <a:pt x="138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81" name="Line 29"/>
            <p:cNvSpPr>
              <a:spLocks noChangeShapeType="1"/>
            </p:cNvSpPr>
            <p:nvPr/>
          </p:nvSpPr>
          <p:spPr bwMode="auto">
            <a:xfrm flipV="1">
              <a:off x="1235" y="1156"/>
              <a:ext cx="78" cy="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82" name="Freeform 30"/>
            <p:cNvSpPr>
              <a:spLocks/>
            </p:cNvSpPr>
            <p:nvPr/>
          </p:nvSpPr>
          <p:spPr bwMode="auto">
            <a:xfrm>
              <a:off x="1355" y="1152"/>
              <a:ext cx="84" cy="87"/>
            </a:xfrm>
            <a:custGeom>
              <a:avLst/>
              <a:gdLst>
                <a:gd name="T0" fmla="*/ 0 w 86"/>
                <a:gd name="T1" fmla="*/ 85 h 89"/>
                <a:gd name="T2" fmla="*/ 82 w 86"/>
                <a:gd name="T3" fmla="*/ 0 h 89"/>
                <a:gd name="T4" fmla="*/ 0 60000 65536"/>
                <a:gd name="T5" fmla="*/ 0 60000 65536"/>
                <a:gd name="T6" fmla="*/ 0 w 86"/>
                <a:gd name="T7" fmla="*/ 0 h 89"/>
                <a:gd name="T8" fmla="*/ 86 w 86"/>
                <a:gd name="T9" fmla="*/ 89 h 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6" h="89">
                  <a:moveTo>
                    <a:pt x="0" y="89"/>
                  </a:moveTo>
                  <a:lnTo>
                    <a:pt x="86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83" name="Line 31"/>
            <p:cNvSpPr>
              <a:spLocks noChangeShapeType="1"/>
            </p:cNvSpPr>
            <p:nvPr/>
          </p:nvSpPr>
          <p:spPr bwMode="auto">
            <a:xfrm flipV="1">
              <a:off x="823" y="1727"/>
              <a:ext cx="134" cy="1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84" name="Line 32"/>
            <p:cNvSpPr>
              <a:spLocks noChangeShapeType="1"/>
            </p:cNvSpPr>
            <p:nvPr/>
          </p:nvSpPr>
          <p:spPr bwMode="auto">
            <a:xfrm flipV="1">
              <a:off x="802" y="1727"/>
              <a:ext cx="38" cy="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85" name="Freeform 33"/>
            <p:cNvSpPr>
              <a:spLocks/>
            </p:cNvSpPr>
            <p:nvPr/>
          </p:nvSpPr>
          <p:spPr bwMode="auto">
            <a:xfrm>
              <a:off x="937" y="1727"/>
              <a:ext cx="137" cy="134"/>
            </a:xfrm>
            <a:custGeom>
              <a:avLst/>
              <a:gdLst>
                <a:gd name="T0" fmla="*/ 0 w 141"/>
                <a:gd name="T1" fmla="*/ 131 h 137"/>
                <a:gd name="T2" fmla="*/ 133 w 141"/>
                <a:gd name="T3" fmla="*/ 0 h 137"/>
                <a:gd name="T4" fmla="*/ 0 60000 65536"/>
                <a:gd name="T5" fmla="*/ 0 60000 65536"/>
                <a:gd name="T6" fmla="*/ 0 w 141"/>
                <a:gd name="T7" fmla="*/ 0 h 137"/>
                <a:gd name="T8" fmla="*/ 141 w 141"/>
                <a:gd name="T9" fmla="*/ 137 h 1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41" h="137">
                  <a:moveTo>
                    <a:pt x="0" y="137"/>
                  </a:moveTo>
                  <a:lnTo>
                    <a:pt x="14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86" name="Freeform 34"/>
            <p:cNvSpPr>
              <a:spLocks/>
            </p:cNvSpPr>
            <p:nvPr/>
          </p:nvSpPr>
          <p:spPr bwMode="auto">
            <a:xfrm>
              <a:off x="1004" y="1721"/>
              <a:ext cx="193" cy="191"/>
            </a:xfrm>
            <a:custGeom>
              <a:avLst/>
              <a:gdLst>
                <a:gd name="T0" fmla="*/ 0 w 251"/>
                <a:gd name="T1" fmla="*/ 148 h 246"/>
                <a:gd name="T2" fmla="*/ 148 w 251"/>
                <a:gd name="T3" fmla="*/ 0 h 246"/>
                <a:gd name="T4" fmla="*/ 0 60000 65536"/>
                <a:gd name="T5" fmla="*/ 0 60000 65536"/>
                <a:gd name="T6" fmla="*/ 0 w 251"/>
                <a:gd name="T7" fmla="*/ 0 h 246"/>
                <a:gd name="T8" fmla="*/ 251 w 251"/>
                <a:gd name="T9" fmla="*/ 246 h 24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1" h="246">
                  <a:moveTo>
                    <a:pt x="0" y="246"/>
                  </a:moveTo>
                  <a:lnTo>
                    <a:pt x="25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87" name="Freeform 35"/>
            <p:cNvSpPr>
              <a:spLocks/>
            </p:cNvSpPr>
            <p:nvPr/>
          </p:nvSpPr>
          <p:spPr bwMode="auto">
            <a:xfrm>
              <a:off x="1080" y="1730"/>
              <a:ext cx="229" cy="229"/>
            </a:xfrm>
            <a:custGeom>
              <a:avLst/>
              <a:gdLst>
                <a:gd name="T0" fmla="*/ 0 w 235"/>
                <a:gd name="T1" fmla="*/ 223 h 235"/>
                <a:gd name="T2" fmla="*/ 223 w 235"/>
                <a:gd name="T3" fmla="*/ 0 h 235"/>
                <a:gd name="T4" fmla="*/ 0 60000 65536"/>
                <a:gd name="T5" fmla="*/ 0 60000 65536"/>
                <a:gd name="T6" fmla="*/ 0 w 235"/>
                <a:gd name="T7" fmla="*/ 0 h 235"/>
                <a:gd name="T8" fmla="*/ 235 w 235"/>
                <a:gd name="T9" fmla="*/ 235 h 2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5" h="235">
                  <a:moveTo>
                    <a:pt x="0" y="235"/>
                  </a:moveTo>
                  <a:lnTo>
                    <a:pt x="23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88" name="Freeform 36"/>
            <p:cNvSpPr>
              <a:spLocks/>
            </p:cNvSpPr>
            <p:nvPr/>
          </p:nvSpPr>
          <p:spPr bwMode="auto">
            <a:xfrm>
              <a:off x="1156" y="1908"/>
              <a:ext cx="92" cy="94"/>
            </a:xfrm>
            <a:custGeom>
              <a:avLst/>
              <a:gdLst>
                <a:gd name="T0" fmla="*/ 0 w 95"/>
                <a:gd name="T1" fmla="*/ 92 h 96"/>
                <a:gd name="T2" fmla="*/ 89 w 95"/>
                <a:gd name="T3" fmla="*/ 0 h 96"/>
                <a:gd name="T4" fmla="*/ 0 60000 65536"/>
                <a:gd name="T5" fmla="*/ 0 60000 65536"/>
                <a:gd name="T6" fmla="*/ 0 w 95"/>
                <a:gd name="T7" fmla="*/ 0 h 96"/>
                <a:gd name="T8" fmla="*/ 95 w 95"/>
                <a:gd name="T9" fmla="*/ 96 h 9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5" h="96">
                  <a:moveTo>
                    <a:pt x="0" y="96"/>
                  </a:moveTo>
                  <a:lnTo>
                    <a:pt x="9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89" name="Freeform 37"/>
            <p:cNvSpPr>
              <a:spLocks/>
            </p:cNvSpPr>
            <p:nvPr/>
          </p:nvSpPr>
          <p:spPr bwMode="auto">
            <a:xfrm>
              <a:off x="1283" y="1726"/>
              <a:ext cx="149" cy="148"/>
            </a:xfrm>
            <a:custGeom>
              <a:avLst/>
              <a:gdLst>
                <a:gd name="T0" fmla="*/ 0 w 153"/>
                <a:gd name="T1" fmla="*/ 144 h 152"/>
                <a:gd name="T2" fmla="*/ 145 w 153"/>
                <a:gd name="T3" fmla="*/ 0 h 152"/>
                <a:gd name="T4" fmla="*/ 0 60000 65536"/>
                <a:gd name="T5" fmla="*/ 0 60000 65536"/>
                <a:gd name="T6" fmla="*/ 0 w 153"/>
                <a:gd name="T7" fmla="*/ 0 h 152"/>
                <a:gd name="T8" fmla="*/ 153 w 153"/>
                <a:gd name="T9" fmla="*/ 152 h 15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3" h="152">
                  <a:moveTo>
                    <a:pt x="0" y="152"/>
                  </a:moveTo>
                  <a:lnTo>
                    <a:pt x="15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90" name="Freeform 38"/>
            <p:cNvSpPr>
              <a:spLocks/>
            </p:cNvSpPr>
            <p:nvPr/>
          </p:nvSpPr>
          <p:spPr bwMode="auto">
            <a:xfrm>
              <a:off x="1010" y="2118"/>
              <a:ext cx="61" cy="56"/>
            </a:xfrm>
            <a:custGeom>
              <a:avLst/>
              <a:gdLst>
                <a:gd name="T0" fmla="*/ 59 w 63"/>
                <a:gd name="T1" fmla="*/ 0 h 57"/>
                <a:gd name="T2" fmla="*/ 0 w 63"/>
                <a:gd name="T3" fmla="*/ 55 h 57"/>
                <a:gd name="T4" fmla="*/ 0 60000 65536"/>
                <a:gd name="T5" fmla="*/ 0 60000 65536"/>
                <a:gd name="T6" fmla="*/ 0 w 63"/>
                <a:gd name="T7" fmla="*/ 0 h 57"/>
                <a:gd name="T8" fmla="*/ 63 w 63"/>
                <a:gd name="T9" fmla="*/ 57 h 5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3" h="57">
                  <a:moveTo>
                    <a:pt x="63" y="0"/>
                  </a:moveTo>
                  <a:lnTo>
                    <a:pt x="0" y="5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91" name="Line 39"/>
            <p:cNvSpPr>
              <a:spLocks noChangeShapeType="1"/>
            </p:cNvSpPr>
            <p:nvPr/>
          </p:nvSpPr>
          <p:spPr bwMode="auto">
            <a:xfrm flipH="1">
              <a:off x="1117" y="2089"/>
              <a:ext cx="86" cy="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92" name="Line 40"/>
            <p:cNvSpPr>
              <a:spLocks noChangeShapeType="1"/>
            </p:cNvSpPr>
            <p:nvPr/>
          </p:nvSpPr>
          <p:spPr bwMode="auto">
            <a:xfrm>
              <a:off x="2443" y="694"/>
              <a:ext cx="0" cy="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93" name="Freeform 41"/>
            <p:cNvSpPr>
              <a:spLocks/>
            </p:cNvSpPr>
            <p:nvPr/>
          </p:nvSpPr>
          <p:spPr bwMode="auto">
            <a:xfrm>
              <a:off x="2450" y="1438"/>
              <a:ext cx="1" cy="70"/>
            </a:xfrm>
            <a:custGeom>
              <a:avLst/>
              <a:gdLst>
                <a:gd name="T0" fmla="*/ 0 w 1"/>
                <a:gd name="T1" fmla="*/ 0 h 90"/>
                <a:gd name="T2" fmla="*/ 0 w 1"/>
                <a:gd name="T3" fmla="*/ 54 h 90"/>
                <a:gd name="T4" fmla="*/ 0 60000 65536"/>
                <a:gd name="T5" fmla="*/ 0 60000 65536"/>
                <a:gd name="T6" fmla="*/ 0 w 1"/>
                <a:gd name="T7" fmla="*/ 0 h 90"/>
                <a:gd name="T8" fmla="*/ 1 w 1"/>
                <a:gd name="T9" fmla="*/ 90 h 9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90">
                  <a:moveTo>
                    <a:pt x="0" y="0"/>
                  </a:moveTo>
                  <a:lnTo>
                    <a:pt x="0" y="9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94" name="Line 42"/>
            <p:cNvSpPr>
              <a:spLocks noChangeShapeType="1"/>
            </p:cNvSpPr>
            <p:nvPr/>
          </p:nvSpPr>
          <p:spPr bwMode="auto">
            <a:xfrm>
              <a:off x="2486" y="1550"/>
              <a:ext cx="497" cy="4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95" name="Freeform 43"/>
            <p:cNvSpPr>
              <a:spLocks/>
            </p:cNvSpPr>
            <p:nvPr/>
          </p:nvSpPr>
          <p:spPr bwMode="auto">
            <a:xfrm>
              <a:off x="2980" y="2043"/>
              <a:ext cx="40" cy="39"/>
            </a:xfrm>
            <a:custGeom>
              <a:avLst/>
              <a:gdLst>
                <a:gd name="T0" fmla="*/ 0 w 53"/>
                <a:gd name="T1" fmla="*/ 0 h 51"/>
                <a:gd name="T2" fmla="*/ 30 w 53"/>
                <a:gd name="T3" fmla="*/ 30 h 51"/>
                <a:gd name="T4" fmla="*/ 0 60000 65536"/>
                <a:gd name="T5" fmla="*/ 0 60000 65536"/>
                <a:gd name="T6" fmla="*/ 0 w 53"/>
                <a:gd name="T7" fmla="*/ 0 h 51"/>
                <a:gd name="T8" fmla="*/ 53 w 53"/>
                <a:gd name="T9" fmla="*/ 51 h 5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3" h="51">
                  <a:moveTo>
                    <a:pt x="0" y="0"/>
                  </a:moveTo>
                  <a:lnTo>
                    <a:pt x="53" y="5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96" name="Freeform 44"/>
            <p:cNvSpPr>
              <a:spLocks/>
            </p:cNvSpPr>
            <p:nvPr/>
          </p:nvSpPr>
          <p:spPr bwMode="auto">
            <a:xfrm>
              <a:off x="2450" y="1508"/>
              <a:ext cx="44" cy="48"/>
            </a:xfrm>
            <a:custGeom>
              <a:avLst/>
              <a:gdLst>
                <a:gd name="T0" fmla="*/ 0 w 58"/>
                <a:gd name="T1" fmla="*/ 0 h 61"/>
                <a:gd name="T2" fmla="*/ 33 w 58"/>
                <a:gd name="T3" fmla="*/ 38 h 61"/>
                <a:gd name="T4" fmla="*/ 0 60000 65536"/>
                <a:gd name="T5" fmla="*/ 0 60000 65536"/>
                <a:gd name="T6" fmla="*/ 0 w 58"/>
                <a:gd name="T7" fmla="*/ 0 h 61"/>
                <a:gd name="T8" fmla="*/ 58 w 58"/>
                <a:gd name="T9" fmla="*/ 61 h 6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8" h="61">
                  <a:moveTo>
                    <a:pt x="0" y="0"/>
                  </a:moveTo>
                  <a:lnTo>
                    <a:pt x="58" y="6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97" name="Line 45"/>
            <p:cNvSpPr>
              <a:spLocks noChangeShapeType="1"/>
            </p:cNvSpPr>
            <p:nvPr/>
          </p:nvSpPr>
          <p:spPr bwMode="auto">
            <a:xfrm flipH="1">
              <a:off x="965" y="975"/>
              <a:ext cx="32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98" name="Line 46"/>
            <p:cNvSpPr>
              <a:spLocks noChangeShapeType="1"/>
            </p:cNvSpPr>
            <p:nvPr/>
          </p:nvSpPr>
          <p:spPr bwMode="auto">
            <a:xfrm flipH="1">
              <a:off x="965" y="2036"/>
              <a:ext cx="32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499" name="Line 47"/>
            <p:cNvSpPr>
              <a:spLocks noChangeShapeType="1"/>
            </p:cNvSpPr>
            <p:nvPr/>
          </p:nvSpPr>
          <p:spPr bwMode="auto">
            <a:xfrm>
              <a:off x="754" y="1508"/>
              <a:ext cx="75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00" name="Line 48"/>
            <p:cNvSpPr>
              <a:spLocks noChangeShapeType="1"/>
            </p:cNvSpPr>
            <p:nvPr/>
          </p:nvSpPr>
          <p:spPr bwMode="auto">
            <a:xfrm flipH="1">
              <a:off x="1010" y="846"/>
              <a:ext cx="2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01" name="Line 49"/>
            <p:cNvSpPr>
              <a:spLocks noChangeShapeType="1"/>
            </p:cNvSpPr>
            <p:nvPr/>
          </p:nvSpPr>
          <p:spPr bwMode="auto">
            <a:xfrm flipH="1">
              <a:off x="1010" y="2180"/>
              <a:ext cx="2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02" name="Freeform 50"/>
            <p:cNvSpPr>
              <a:spLocks/>
            </p:cNvSpPr>
            <p:nvPr/>
          </p:nvSpPr>
          <p:spPr bwMode="auto">
            <a:xfrm>
              <a:off x="1249" y="839"/>
              <a:ext cx="2" cy="321"/>
            </a:xfrm>
            <a:custGeom>
              <a:avLst/>
              <a:gdLst>
                <a:gd name="T0" fmla="*/ 0 w 1"/>
                <a:gd name="T1" fmla="*/ 0 h 466"/>
                <a:gd name="T2" fmla="*/ 0 w 1"/>
                <a:gd name="T3" fmla="*/ 221 h 466"/>
                <a:gd name="T4" fmla="*/ 0 60000 65536"/>
                <a:gd name="T5" fmla="*/ 0 60000 65536"/>
                <a:gd name="T6" fmla="*/ 0 w 1"/>
                <a:gd name="T7" fmla="*/ 0 h 466"/>
                <a:gd name="T8" fmla="*/ 1 w 1"/>
                <a:gd name="T9" fmla="*/ 466 h 46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66">
                  <a:moveTo>
                    <a:pt x="0" y="0"/>
                  </a:moveTo>
                  <a:lnTo>
                    <a:pt x="0" y="46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03" name="Freeform 51"/>
            <p:cNvSpPr>
              <a:spLocks/>
            </p:cNvSpPr>
            <p:nvPr/>
          </p:nvSpPr>
          <p:spPr bwMode="auto">
            <a:xfrm>
              <a:off x="1010" y="841"/>
              <a:ext cx="0" cy="320"/>
            </a:xfrm>
            <a:custGeom>
              <a:avLst/>
              <a:gdLst>
                <a:gd name="T0" fmla="*/ 0 w 1"/>
                <a:gd name="T1" fmla="*/ 0 h 329"/>
                <a:gd name="T2" fmla="*/ 0 w 1"/>
                <a:gd name="T3" fmla="*/ 311 h 329"/>
                <a:gd name="T4" fmla="*/ 0 60000 65536"/>
                <a:gd name="T5" fmla="*/ 0 60000 65536"/>
                <a:gd name="T6" fmla="*/ 0 w 1"/>
                <a:gd name="T7" fmla="*/ 0 h 329"/>
                <a:gd name="T8" fmla="*/ 0 w 1"/>
                <a:gd name="T9" fmla="*/ 329 h 32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29">
                  <a:moveTo>
                    <a:pt x="0" y="0"/>
                  </a:moveTo>
                  <a:lnTo>
                    <a:pt x="0" y="32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04" name="Freeform 52"/>
            <p:cNvSpPr>
              <a:spLocks/>
            </p:cNvSpPr>
            <p:nvPr/>
          </p:nvSpPr>
          <p:spPr bwMode="auto">
            <a:xfrm>
              <a:off x="1244" y="1857"/>
              <a:ext cx="1" cy="330"/>
            </a:xfrm>
            <a:custGeom>
              <a:avLst/>
              <a:gdLst>
                <a:gd name="T0" fmla="*/ 0 w 1"/>
                <a:gd name="T1" fmla="*/ 227 h 480"/>
                <a:gd name="T2" fmla="*/ 0 w 1"/>
                <a:gd name="T3" fmla="*/ 0 h 480"/>
                <a:gd name="T4" fmla="*/ 0 60000 65536"/>
                <a:gd name="T5" fmla="*/ 0 60000 65536"/>
                <a:gd name="T6" fmla="*/ 0 w 1"/>
                <a:gd name="T7" fmla="*/ 0 h 480"/>
                <a:gd name="T8" fmla="*/ 1 w 1"/>
                <a:gd name="T9" fmla="*/ 480 h 4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80">
                  <a:moveTo>
                    <a:pt x="0" y="480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05" name="Freeform 53"/>
            <p:cNvSpPr>
              <a:spLocks/>
            </p:cNvSpPr>
            <p:nvPr/>
          </p:nvSpPr>
          <p:spPr bwMode="auto">
            <a:xfrm>
              <a:off x="1010" y="1856"/>
              <a:ext cx="1" cy="338"/>
            </a:xfrm>
            <a:custGeom>
              <a:avLst/>
              <a:gdLst>
                <a:gd name="T0" fmla="*/ 1 w 2"/>
                <a:gd name="T1" fmla="*/ 263 h 435"/>
                <a:gd name="T2" fmla="*/ 0 w 2"/>
                <a:gd name="T3" fmla="*/ 0 h 435"/>
                <a:gd name="T4" fmla="*/ 0 60000 65536"/>
                <a:gd name="T5" fmla="*/ 0 60000 65536"/>
                <a:gd name="T6" fmla="*/ 0 w 2"/>
                <a:gd name="T7" fmla="*/ 0 h 435"/>
                <a:gd name="T8" fmla="*/ 2 w 2"/>
                <a:gd name="T9" fmla="*/ 435 h 4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435">
                  <a:moveTo>
                    <a:pt x="2" y="435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06" name="Freeform 54"/>
            <p:cNvSpPr>
              <a:spLocks/>
            </p:cNvSpPr>
            <p:nvPr/>
          </p:nvSpPr>
          <p:spPr bwMode="auto">
            <a:xfrm>
              <a:off x="1243" y="1861"/>
              <a:ext cx="217" cy="1"/>
            </a:xfrm>
            <a:custGeom>
              <a:avLst/>
              <a:gdLst>
                <a:gd name="T0" fmla="*/ 0 w 316"/>
                <a:gd name="T1" fmla="*/ 0 h 2"/>
                <a:gd name="T2" fmla="*/ 149 w 316"/>
                <a:gd name="T3" fmla="*/ 1 h 2"/>
                <a:gd name="T4" fmla="*/ 0 60000 65536"/>
                <a:gd name="T5" fmla="*/ 0 60000 65536"/>
                <a:gd name="T6" fmla="*/ 0 w 316"/>
                <a:gd name="T7" fmla="*/ 0 h 2"/>
                <a:gd name="T8" fmla="*/ 316 w 316"/>
                <a:gd name="T9" fmla="*/ 2 h 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6" h="2">
                  <a:moveTo>
                    <a:pt x="0" y="0"/>
                  </a:moveTo>
                  <a:lnTo>
                    <a:pt x="316" y="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07" name="Line 55"/>
            <p:cNvSpPr>
              <a:spLocks noChangeShapeType="1"/>
            </p:cNvSpPr>
            <p:nvPr/>
          </p:nvSpPr>
          <p:spPr bwMode="auto">
            <a:xfrm>
              <a:off x="1246" y="1155"/>
              <a:ext cx="2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08" name="Freeform 56"/>
            <p:cNvSpPr>
              <a:spLocks/>
            </p:cNvSpPr>
            <p:nvPr/>
          </p:nvSpPr>
          <p:spPr bwMode="auto">
            <a:xfrm>
              <a:off x="1450" y="1151"/>
              <a:ext cx="2" cy="722"/>
            </a:xfrm>
            <a:custGeom>
              <a:avLst/>
              <a:gdLst>
                <a:gd name="T0" fmla="*/ 0 w 2"/>
                <a:gd name="T1" fmla="*/ 0 h 743"/>
                <a:gd name="T2" fmla="*/ 2 w 2"/>
                <a:gd name="T3" fmla="*/ 702 h 743"/>
                <a:gd name="T4" fmla="*/ 0 60000 65536"/>
                <a:gd name="T5" fmla="*/ 0 60000 65536"/>
                <a:gd name="T6" fmla="*/ 0 w 2"/>
                <a:gd name="T7" fmla="*/ 0 h 743"/>
                <a:gd name="T8" fmla="*/ 2 w 2"/>
                <a:gd name="T9" fmla="*/ 743 h 74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743">
                  <a:moveTo>
                    <a:pt x="0" y="0"/>
                  </a:moveTo>
                  <a:lnTo>
                    <a:pt x="2" y="74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09" name="Line 57"/>
            <p:cNvSpPr>
              <a:spLocks noChangeShapeType="1"/>
            </p:cNvSpPr>
            <p:nvPr/>
          </p:nvSpPr>
          <p:spPr bwMode="auto">
            <a:xfrm>
              <a:off x="801" y="1861"/>
              <a:ext cx="2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10" name="Line 58"/>
            <p:cNvSpPr>
              <a:spLocks noChangeShapeType="1"/>
            </p:cNvSpPr>
            <p:nvPr/>
          </p:nvSpPr>
          <p:spPr bwMode="auto">
            <a:xfrm>
              <a:off x="801" y="1152"/>
              <a:ext cx="2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11" name="Freeform 59"/>
            <p:cNvSpPr>
              <a:spLocks/>
            </p:cNvSpPr>
            <p:nvPr/>
          </p:nvSpPr>
          <p:spPr bwMode="auto">
            <a:xfrm>
              <a:off x="798" y="1147"/>
              <a:ext cx="3" cy="724"/>
            </a:xfrm>
            <a:custGeom>
              <a:avLst/>
              <a:gdLst>
                <a:gd name="T0" fmla="*/ 5 w 2"/>
                <a:gd name="T1" fmla="*/ 0 h 1051"/>
                <a:gd name="T2" fmla="*/ 0 w 2"/>
                <a:gd name="T3" fmla="*/ 499 h 1051"/>
                <a:gd name="T4" fmla="*/ 0 60000 65536"/>
                <a:gd name="T5" fmla="*/ 0 60000 65536"/>
                <a:gd name="T6" fmla="*/ 0 w 2"/>
                <a:gd name="T7" fmla="*/ 0 h 1051"/>
                <a:gd name="T8" fmla="*/ 2 w 2"/>
                <a:gd name="T9" fmla="*/ 1051 h 105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1051">
                  <a:moveTo>
                    <a:pt x="2" y="0"/>
                  </a:moveTo>
                  <a:lnTo>
                    <a:pt x="0" y="105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12" name="Line 60"/>
            <p:cNvSpPr>
              <a:spLocks noChangeShapeType="1"/>
            </p:cNvSpPr>
            <p:nvPr/>
          </p:nvSpPr>
          <p:spPr bwMode="auto">
            <a:xfrm>
              <a:off x="2450" y="764"/>
              <a:ext cx="0" cy="14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13" name="Oval 61"/>
            <p:cNvSpPr>
              <a:spLocks noChangeArrowheads="1"/>
            </p:cNvSpPr>
            <p:nvPr/>
          </p:nvSpPr>
          <p:spPr bwMode="auto">
            <a:xfrm>
              <a:off x="2775" y="1056"/>
              <a:ext cx="121" cy="11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1514" name="Arc 62"/>
            <p:cNvSpPr>
              <a:spLocks/>
            </p:cNvSpPr>
            <p:nvPr/>
          </p:nvSpPr>
          <p:spPr bwMode="auto">
            <a:xfrm flipV="1">
              <a:off x="2214" y="1283"/>
              <a:ext cx="465" cy="450"/>
            </a:xfrm>
            <a:custGeom>
              <a:avLst/>
              <a:gdLst>
                <a:gd name="T0" fmla="*/ 0 w 43200"/>
                <a:gd name="T1" fmla="*/ 0 h 42600"/>
                <a:gd name="T2" fmla="*/ 0 w 43200"/>
                <a:gd name="T3" fmla="*/ 0 h 42600"/>
                <a:gd name="T4" fmla="*/ 0 w 43200"/>
                <a:gd name="T5" fmla="*/ 0 h 426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42600"/>
                <a:gd name="T11" fmla="*/ 43200 w 43200"/>
                <a:gd name="T12" fmla="*/ 42600 h 42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2600" fill="none" extrusionOk="0">
                  <a:moveTo>
                    <a:pt x="16544" y="42599"/>
                  </a:moveTo>
                  <a:cubicBezTo>
                    <a:pt x="6839" y="40263"/>
                    <a:pt x="0" y="3158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158"/>
                    <a:pt x="36917" y="39580"/>
                    <a:pt x="27755" y="42304"/>
                  </a:cubicBezTo>
                </a:path>
                <a:path w="43200" h="42600" stroke="0" extrusionOk="0">
                  <a:moveTo>
                    <a:pt x="16544" y="42599"/>
                  </a:moveTo>
                  <a:cubicBezTo>
                    <a:pt x="6839" y="40263"/>
                    <a:pt x="0" y="3158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158"/>
                    <a:pt x="36917" y="39580"/>
                    <a:pt x="27755" y="42304"/>
                  </a:cubicBezTo>
                  <a:lnTo>
                    <a:pt x="21600" y="21600"/>
                  </a:lnTo>
                  <a:lnTo>
                    <a:pt x="16544" y="42599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15" name="Oval 63"/>
            <p:cNvSpPr>
              <a:spLocks noChangeArrowheads="1"/>
            </p:cNvSpPr>
            <p:nvPr/>
          </p:nvSpPr>
          <p:spPr bwMode="auto">
            <a:xfrm>
              <a:off x="2067" y="1148"/>
              <a:ext cx="764" cy="72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1516" name="Line 64"/>
            <p:cNvSpPr>
              <a:spLocks noChangeShapeType="1"/>
            </p:cNvSpPr>
            <p:nvPr/>
          </p:nvSpPr>
          <p:spPr bwMode="auto">
            <a:xfrm>
              <a:off x="1645" y="1508"/>
              <a:ext cx="162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17" name="Oval 65"/>
            <p:cNvSpPr>
              <a:spLocks noChangeArrowheads="1"/>
            </p:cNvSpPr>
            <p:nvPr/>
          </p:nvSpPr>
          <p:spPr bwMode="auto">
            <a:xfrm>
              <a:off x="1736" y="847"/>
              <a:ext cx="1422" cy="133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1518" name="Oval 66"/>
            <p:cNvSpPr>
              <a:spLocks noChangeArrowheads="1"/>
            </p:cNvSpPr>
            <p:nvPr/>
          </p:nvSpPr>
          <p:spPr bwMode="auto">
            <a:xfrm>
              <a:off x="1893" y="975"/>
              <a:ext cx="1118" cy="106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1519" name="Line 67"/>
            <p:cNvSpPr>
              <a:spLocks noChangeShapeType="1"/>
            </p:cNvSpPr>
            <p:nvPr/>
          </p:nvSpPr>
          <p:spPr bwMode="auto">
            <a:xfrm>
              <a:off x="2757" y="1818"/>
              <a:ext cx="154" cy="1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20" name="Line 68"/>
            <p:cNvSpPr>
              <a:spLocks noChangeShapeType="1"/>
            </p:cNvSpPr>
            <p:nvPr/>
          </p:nvSpPr>
          <p:spPr bwMode="auto">
            <a:xfrm flipV="1">
              <a:off x="2761" y="1032"/>
              <a:ext cx="154" cy="1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21" name="Line 69"/>
            <p:cNvSpPr>
              <a:spLocks noChangeShapeType="1"/>
            </p:cNvSpPr>
            <p:nvPr/>
          </p:nvSpPr>
          <p:spPr bwMode="auto">
            <a:xfrm flipH="1" flipV="1">
              <a:off x="1977" y="1034"/>
              <a:ext cx="177" cy="1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22" name="Line 70"/>
            <p:cNvSpPr>
              <a:spLocks noChangeShapeType="1"/>
            </p:cNvSpPr>
            <p:nvPr/>
          </p:nvSpPr>
          <p:spPr bwMode="auto">
            <a:xfrm flipH="1">
              <a:off x="1972" y="1794"/>
              <a:ext cx="193" cy="1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23" name="Oval 71"/>
            <p:cNvSpPr>
              <a:spLocks noChangeArrowheads="1"/>
            </p:cNvSpPr>
            <p:nvPr/>
          </p:nvSpPr>
          <p:spPr bwMode="auto">
            <a:xfrm>
              <a:off x="1968" y="1040"/>
              <a:ext cx="187" cy="1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1524" name="Oval 72"/>
            <p:cNvSpPr>
              <a:spLocks noChangeArrowheads="1"/>
            </p:cNvSpPr>
            <p:nvPr/>
          </p:nvSpPr>
          <p:spPr bwMode="auto">
            <a:xfrm>
              <a:off x="2001" y="1064"/>
              <a:ext cx="121" cy="11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1525" name="Oval 73"/>
            <p:cNvSpPr>
              <a:spLocks noChangeArrowheads="1"/>
            </p:cNvSpPr>
            <p:nvPr/>
          </p:nvSpPr>
          <p:spPr bwMode="auto">
            <a:xfrm>
              <a:off x="2742" y="1809"/>
              <a:ext cx="180" cy="16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1526" name="Oval 74"/>
            <p:cNvSpPr>
              <a:spLocks noChangeArrowheads="1"/>
            </p:cNvSpPr>
            <p:nvPr/>
          </p:nvSpPr>
          <p:spPr bwMode="auto">
            <a:xfrm>
              <a:off x="2770" y="1839"/>
              <a:ext cx="120" cy="10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1527" name="Oval 75"/>
            <p:cNvSpPr>
              <a:spLocks noChangeArrowheads="1"/>
            </p:cNvSpPr>
            <p:nvPr/>
          </p:nvSpPr>
          <p:spPr bwMode="auto">
            <a:xfrm>
              <a:off x="1976" y="1809"/>
              <a:ext cx="179" cy="16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1528" name="Oval 76"/>
            <p:cNvSpPr>
              <a:spLocks noChangeArrowheads="1"/>
            </p:cNvSpPr>
            <p:nvPr/>
          </p:nvSpPr>
          <p:spPr bwMode="auto">
            <a:xfrm>
              <a:off x="2004" y="1834"/>
              <a:ext cx="119" cy="11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1529" name="Oval 77"/>
            <p:cNvSpPr>
              <a:spLocks noChangeArrowheads="1"/>
            </p:cNvSpPr>
            <p:nvPr/>
          </p:nvSpPr>
          <p:spPr bwMode="auto">
            <a:xfrm>
              <a:off x="2740" y="1025"/>
              <a:ext cx="187" cy="17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1530" name="Oval 78"/>
            <p:cNvSpPr>
              <a:spLocks noChangeArrowheads="1"/>
            </p:cNvSpPr>
            <p:nvPr/>
          </p:nvSpPr>
          <p:spPr bwMode="auto">
            <a:xfrm>
              <a:off x="2402" y="935"/>
              <a:ext cx="89" cy="8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1531" name="Oval 79"/>
            <p:cNvSpPr>
              <a:spLocks noChangeArrowheads="1"/>
            </p:cNvSpPr>
            <p:nvPr/>
          </p:nvSpPr>
          <p:spPr bwMode="auto">
            <a:xfrm>
              <a:off x="2402" y="1987"/>
              <a:ext cx="90" cy="8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1532" name="Line 80"/>
            <p:cNvSpPr>
              <a:spLocks noChangeShapeType="1"/>
            </p:cNvSpPr>
            <p:nvPr/>
          </p:nvSpPr>
          <p:spPr bwMode="auto">
            <a:xfrm flipV="1">
              <a:off x="2387" y="1228"/>
              <a:ext cx="0" cy="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33" name="Freeform 81"/>
            <p:cNvSpPr>
              <a:spLocks/>
            </p:cNvSpPr>
            <p:nvPr/>
          </p:nvSpPr>
          <p:spPr bwMode="auto">
            <a:xfrm>
              <a:off x="2510" y="1236"/>
              <a:ext cx="1" cy="66"/>
            </a:xfrm>
            <a:custGeom>
              <a:avLst/>
              <a:gdLst>
                <a:gd name="T0" fmla="*/ 0 w 1"/>
                <a:gd name="T1" fmla="*/ 45 h 97"/>
                <a:gd name="T2" fmla="*/ 1 w 1"/>
                <a:gd name="T3" fmla="*/ 0 h 97"/>
                <a:gd name="T4" fmla="*/ 0 60000 65536"/>
                <a:gd name="T5" fmla="*/ 0 60000 65536"/>
                <a:gd name="T6" fmla="*/ 0 w 1"/>
                <a:gd name="T7" fmla="*/ 0 h 97"/>
                <a:gd name="T8" fmla="*/ 1 w 1"/>
                <a:gd name="T9" fmla="*/ 97 h 9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97">
                  <a:moveTo>
                    <a:pt x="0" y="97"/>
                  </a:move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34" name="Freeform 82"/>
            <p:cNvSpPr>
              <a:spLocks/>
            </p:cNvSpPr>
            <p:nvPr/>
          </p:nvSpPr>
          <p:spPr bwMode="auto">
            <a:xfrm>
              <a:off x="2387" y="1234"/>
              <a:ext cx="129" cy="2"/>
            </a:xfrm>
            <a:custGeom>
              <a:avLst/>
              <a:gdLst>
                <a:gd name="T0" fmla="*/ 0 w 188"/>
                <a:gd name="T1" fmla="*/ 0 h 2"/>
                <a:gd name="T2" fmla="*/ 89 w 188"/>
                <a:gd name="T3" fmla="*/ 2 h 2"/>
                <a:gd name="T4" fmla="*/ 0 60000 65536"/>
                <a:gd name="T5" fmla="*/ 0 60000 65536"/>
                <a:gd name="T6" fmla="*/ 0 w 188"/>
                <a:gd name="T7" fmla="*/ 0 h 2"/>
                <a:gd name="T8" fmla="*/ 188 w 188"/>
                <a:gd name="T9" fmla="*/ 2 h 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8" h="2">
                  <a:moveTo>
                    <a:pt x="0" y="0"/>
                  </a:moveTo>
                  <a:lnTo>
                    <a:pt x="188" y="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535" name="Text Box 83"/>
            <p:cNvSpPr txBox="1">
              <a:spLocks noChangeArrowheads="1"/>
            </p:cNvSpPr>
            <p:nvPr/>
          </p:nvSpPr>
          <p:spPr bwMode="auto">
            <a:xfrm>
              <a:off x="2448" y="537"/>
              <a:ext cx="2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>
                  <a:latin typeface="宋体" pitchFamily="2" charset="-122"/>
                </a:rPr>
                <a:t>A</a:t>
              </a:r>
              <a:endParaRPr lang="en-US" altLang="zh-CN" sz="2400" b="1"/>
            </a:p>
          </p:txBody>
        </p:sp>
      </p:grpSp>
      <p:sp>
        <p:nvSpPr>
          <p:cNvPr id="243796" name="Rectangle 84"/>
          <p:cNvSpPr>
            <a:spLocks noChangeArrowheads="1"/>
          </p:cNvSpPr>
          <p:nvPr/>
        </p:nvSpPr>
        <p:spPr bwMode="auto">
          <a:xfrm>
            <a:off x="4167188" y="6186488"/>
            <a:ext cx="962025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0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错误</a:t>
            </a:r>
          </a:p>
        </p:txBody>
      </p:sp>
      <p:sp>
        <p:nvSpPr>
          <p:cNvPr id="243797" name="Rectangle 85"/>
          <p:cNvSpPr>
            <a:spLocks noChangeArrowheads="1"/>
          </p:cNvSpPr>
          <p:nvPr/>
        </p:nvSpPr>
        <p:spPr bwMode="auto">
          <a:xfrm>
            <a:off x="6280150" y="6194425"/>
            <a:ext cx="97155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0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正确</a:t>
            </a:r>
          </a:p>
        </p:txBody>
      </p:sp>
      <p:grpSp>
        <p:nvGrpSpPr>
          <p:cNvPr id="3" name="Group 86"/>
          <p:cNvGrpSpPr>
            <a:grpSpLocks/>
          </p:cNvGrpSpPr>
          <p:nvPr/>
        </p:nvGrpSpPr>
        <p:grpSpPr bwMode="auto">
          <a:xfrm>
            <a:off x="5786438" y="4289425"/>
            <a:ext cx="1771650" cy="1935163"/>
            <a:chOff x="3645" y="2702"/>
            <a:chExt cx="1116" cy="1219"/>
          </a:xfrm>
        </p:grpSpPr>
        <p:sp>
          <p:nvSpPr>
            <p:cNvPr id="11402" name="Rectangle 87"/>
            <p:cNvSpPr>
              <a:spLocks noChangeArrowheads="1"/>
            </p:cNvSpPr>
            <p:nvPr/>
          </p:nvSpPr>
          <p:spPr bwMode="auto">
            <a:xfrm>
              <a:off x="4090" y="2702"/>
              <a:ext cx="384" cy="2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>
                  <a:solidFill>
                    <a:schemeClr val="tx2"/>
                  </a:solidFill>
                  <a:latin typeface="宋体" pitchFamily="2" charset="-122"/>
                </a:rPr>
                <a:t>A</a:t>
              </a:r>
              <a:r>
                <a:rPr lang="zh-CN" altLang="en-US" sz="2400" b="1">
                  <a:solidFill>
                    <a:schemeClr val="tx2"/>
                  </a:solidFill>
                  <a:latin typeface="宋体" pitchFamily="2" charset="-122"/>
                </a:rPr>
                <a:t>－</a:t>
              </a:r>
              <a:r>
                <a:rPr lang="en-US" altLang="zh-CN" sz="2400" b="1" i="1">
                  <a:solidFill>
                    <a:schemeClr val="tx2"/>
                  </a:solidFill>
                  <a:latin typeface="宋体" pitchFamily="2" charset="-122"/>
                </a:rPr>
                <a:t>A</a:t>
              </a:r>
              <a:endParaRPr lang="en-US" altLang="zh-CN" sz="2400" b="1">
                <a:solidFill>
                  <a:schemeClr val="tx2"/>
                </a:solidFill>
              </a:endParaRPr>
            </a:p>
          </p:txBody>
        </p:sp>
        <p:grpSp>
          <p:nvGrpSpPr>
            <p:cNvPr id="11403" name="Group 88"/>
            <p:cNvGrpSpPr>
              <a:grpSpLocks/>
            </p:cNvGrpSpPr>
            <p:nvPr/>
          </p:nvGrpSpPr>
          <p:grpSpPr bwMode="auto">
            <a:xfrm>
              <a:off x="3645" y="2898"/>
              <a:ext cx="1116" cy="1023"/>
              <a:chOff x="3645" y="2898"/>
              <a:chExt cx="1116" cy="1023"/>
            </a:xfrm>
          </p:grpSpPr>
          <p:sp>
            <p:nvSpPr>
              <p:cNvPr id="11404" name="Freeform 89"/>
              <p:cNvSpPr>
                <a:spLocks/>
              </p:cNvSpPr>
              <p:nvPr/>
            </p:nvSpPr>
            <p:spPr bwMode="auto">
              <a:xfrm>
                <a:off x="3747" y="2904"/>
                <a:ext cx="1" cy="1005"/>
              </a:xfrm>
              <a:custGeom>
                <a:avLst/>
                <a:gdLst>
                  <a:gd name="T0" fmla="*/ 0 w 1"/>
                  <a:gd name="T1" fmla="*/ 0 h 3016"/>
                  <a:gd name="T2" fmla="*/ 0 w 1"/>
                  <a:gd name="T3" fmla="*/ 335 h 3016"/>
                  <a:gd name="T4" fmla="*/ 1 w 1"/>
                  <a:gd name="T5" fmla="*/ 335 h 301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016"/>
                  <a:gd name="T11" fmla="*/ 1 w 1"/>
                  <a:gd name="T12" fmla="*/ 3016 h 30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016">
                    <a:moveTo>
                      <a:pt x="0" y="0"/>
                    </a:moveTo>
                    <a:lnTo>
                      <a:pt x="0" y="3016"/>
                    </a:lnTo>
                    <a:lnTo>
                      <a:pt x="1" y="3016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05" name="Freeform 90"/>
              <p:cNvSpPr>
                <a:spLocks/>
              </p:cNvSpPr>
              <p:nvPr/>
            </p:nvSpPr>
            <p:spPr bwMode="auto">
              <a:xfrm>
                <a:off x="3747" y="2904"/>
                <a:ext cx="126" cy="1"/>
              </a:xfrm>
              <a:custGeom>
                <a:avLst/>
                <a:gdLst>
                  <a:gd name="T0" fmla="*/ 0 w 379"/>
                  <a:gd name="T1" fmla="*/ 0 h 1"/>
                  <a:gd name="T2" fmla="*/ 42 w 379"/>
                  <a:gd name="T3" fmla="*/ 0 h 1"/>
                  <a:gd name="T4" fmla="*/ 42 w 37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79"/>
                  <a:gd name="T10" fmla="*/ 0 h 1"/>
                  <a:gd name="T11" fmla="*/ 379 w 37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9" h="1">
                    <a:moveTo>
                      <a:pt x="0" y="0"/>
                    </a:moveTo>
                    <a:lnTo>
                      <a:pt x="377" y="0"/>
                    </a:lnTo>
                    <a:lnTo>
                      <a:pt x="379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06" name="Freeform 91"/>
              <p:cNvSpPr>
                <a:spLocks/>
              </p:cNvSpPr>
              <p:nvPr/>
            </p:nvSpPr>
            <p:spPr bwMode="auto">
              <a:xfrm>
                <a:off x="3873" y="2898"/>
                <a:ext cx="2" cy="136"/>
              </a:xfrm>
              <a:custGeom>
                <a:avLst/>
                <a:gdLst>
                  <a:gd name="T0" fmla="*/ 0 w 2"/>
                  <a:gd name="T1" fmla="*/ 0 h 136"/>
                  <a:gd name="T2" fmla="*/ 2 w 2"/>
                  <a:gd name="T3" fmla="*/ 136 h 136"/>
                  <a:gd name="T4" fmla="*/ 1 w 2"/>
                  <a:gd name="T5" fmla="*/ 107 h 136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36"/>
                  <a:gd name="T11" fmla="*/ 2 w 2"/>
                  <a:gd name="T12" fmla="*/ 136 h 1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36">
                    <a:moveTo>
                      <a:pt x="0" y="0"/>
                    </a:moveTo>
                    <a:lnTo>
                      <a:pt x="2" y="136"/>
                    </a:lnTo>
                    <a:lnTo>
                      <a:pt x="1" y="107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07" name="Freeform 92"/>
              <p:cNvSpPr>
                <a:spLocks/>
              </p:cNvSpPr>
              <p:nvPr/>
            </p:nvSpPr>
            <p:spPr bwMode="auto">
              <a:xfrm>
                <a:off x="3869" y="3033"/>
                <a:ext cx="790" cy="1"/>
              </a:xfrm>
              <a:custGeom>
                <a:avLst/>
                <a:gdLst>
                  <a:gd name="T0" fmla="*/ 0 w 790"/>
                  <a:gd name="T1" fmla="*/ 1 h 1"/>
                  <a:gd name="T2" fmla="*/ 790 w 790"/>
                  <a:gd name="T3" fmla="*/ 0 h 1"/>
                  <a:gd name="T4" fmla="*/ 790 w 79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90"/>
                  <a:gd name="T10" fmla="*/ 0 h 1"/>
                  <a:gd name="T11" fmla="*/ 790 w 79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90" h="1">
                    <a:moveTo>
                      <a:pt x="0" y="1"/>
                    </a:moveTo>
                    <a:lnTo>
                      <a:pt x="79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08" name="Freeform 93"/>
              <p:cNvSpPr>
                <a:spLocks/>
              </p:cNvSpPr>
              <p:nvPr/>
            </p:nvSpPr>
            <p:spPr bwMode="auto">
              <a:xfrm>
                <a:off x="3875" y="3640"/>
                <a:ext cx="276" cy="6"/>
              </a:xfrm>
              <a:custGeom>
                <a:avLst/>
                <a:gdLst>
                  <a:gd name="T0" fmla="*/ 0 w 276"/>
                  <a:gd name="T1" fmla="*/ 0 h 6"/>
                  <a:gd name="T2" fmla="*/ 276 w 276"/>
                  <a:gd name="T3" fmla="*/ 6 h 6"/>
                  <a:gd name="T4" fmla="*/ 0 60000 65536"/>
                  <a:gd name="T5" fmla="*/ 0 60000 65536"/>
                  <a:gd name="T6" fmla="*/ 0 w 276"/>
                  <a:gd name="T7" fmla="*/ 0 h 6"/>
                  <a:gd name="T8" fmla="*/ 276 w 276"/>
                  <a:gd name="T9" fmla="*/ 6 h 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76" h="6">
                    <a:moveTo>
                      <a:pt x="0" y="0"/>
                    </a:moveTo>
                    <a:lnTo>
                      <a:pt x="276" y="6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09" name="Freeform 94"/>
              <p:cNvSpPr>
                <a:spLocks/>
              </p:cNvSpPr>
              <p:nvPr/>
            </p:nvSpPr>
            <p:spPr bwMode="auto">
              <a:xfrm>
                <a:off x="4299" y="3448"/>
                <a:ext cx="1" cy="194"/>
              </a:xfrm>
              <a:custGeom>
                <a:avLst/>
                <a:gdLst>
                  <a:gd name="T0" fmla="*/ 0 w 1"/>
                  <a:gd name="T1" fmla="*/ 0 h 582"/>
                  <a:gd name="T2" fmla="*/ 0 w 1"/>
                  <a:gd name="T3" fmla="*/ 65 h 582"/>
                  <a:gd name="T4" fmla="*/ 1 w 1"/>
                  <a:gd name="T5" fmla="*/ 65 h 58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82"/>
                  <a:gd name="T11" fmla="*/ 1 w 1"/>
                  <a:gd name="T12" fmla="*/ 582 h 5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82">
                    <a:moveTo>
                      <a:pt x="0" y="0"/>
                    </a:moveTo>
                    <a:lnTo>
                      <a:pt x="0" y="582"/>
                    </a:lnTo>
                    <a:lnTo>
                      <a:pt x="1" y="582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10" name="Freeform 95"/>
              <p:cNvSpPr>
                <a:spLocks/>
              </p:cNvSpPr>
              <p:nvPr/>
            </p:nvSpPr>
            <p:spPr bwMode="auto">
              <a:xfrm>
                <a:off x="4234" y="3507"/>
                <a:ext cx="1" cy="307"/>
              </a:xfrm>
              <a:custGeom>
                <a:avLst/>
                <a:gdLst>
                  <a:gd name="T0" fmla="*/ 0 w 1"/>
                  <a:gd name="T1" fmla="*/ 0 h 919"/>
                  <a:gd name="T2" fmla="*/ 0 w 1"/>
                  <a:gd name="T3" fmla="*/ 103 h 919"/>
                  <a:gd name="T4" fmla="*/ 1 w 1"/>
                  <a:gd name="T5" fmla="*/ 103 h 91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919"/>
                  <a:gd name="T11" fmla="*/ 1 w 1"/>
                  <a:gd name="T12" fmla="*/ 919 h 9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919">
                    <a:moveTo>
                      <a:pt x="0" y="0"/>
                    </a:moveTo>
                    <a:lnTo>
                      <a:pt x="0" y="919"/>
                    </a:lnTo>
                    <a:lnTo>
                      <a:pt x="1" y="91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11" name="Freeform 96"/>
              <p:cNvSpPr>
                <a:spLocks/>
              </p:cNvSpPr>
              <p:nvPr/>
            </p:nvSpPr>
            <p:spPr bwMode="auto">
              <a:xfrm>
                <a:off x="4363" y="3507"/>
                <a:ext cx="1" cy="307"/>
              </a:xfrm>
              <a:custGeom>
                <a:avLst/>
                <a:gdLst>
                  <a:gd name="T0" fmla="*/ 0 w 1"/>
                  <a:gd name="T1" fmla="*/ 0 h 919"/>
                  <a:gd name="T2" fmla="*/ 0 w 1"/>
                  <a:gd name="T3" fmla="*/ 103 h 919"/>
                  <a:gd name="T4" fmla="*/ 1 w 1"/>
                  <a:gd name="T5" fmla="*/ 103 h 91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919"/>
                  <a:gd name="T11" fmla="*/ 1 w 1"/>
                  <a:gd name="T12" fmla="*/ 919 h 9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919">
                    <a:moveTo>
                      <a:pt x="0" y="0"/>
                    </a:moveTo>
                    <a:lnTo>
                      <a:pt x="0" y="919"/>
                    </a:lnTo>
                    <a:lnTo>
                      <a:pt x="1" y="91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12" name="Freeform 97"/>
              <p:cNvSpPr>
                <a:spLocks/>
              </p:cNvSpPr>
              <p:nvPr/>
            </p:nvSpPr>
            <p:spPr bwMode="auto">
              <a:xfrm>
                <a:off x="4450" y="3640"/>
                <a:ext cx="1" cy="102"/>
              </a:xfrm>
              <a:custGeom>
                <a:avLst/>
                <a:gdLst>
                  <a:gd name="T0" fmla="*/ 1 w 1"/>
                  <a:gd name="T1" fmla="*/ 0 h 102"/>
                  <a:gd name="T2" fmla="*/ 1 w 1"/>
                  <a:gd name="T3" fmla="*/ 102 h 102"/>
                  <a:gd name="T4" fmla="*/ 0 w 1"/>
                  <a:gd name="T5" fmla="*/ 66 h 10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02"/>
                  <a:gd name="T11" fmla="*/ 1 w 1"/>
                  <a:gd name="T12" fmla="*/ 102 h 10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02">
                    <a:moveTo>
                      <a:pt x="1" y="0"/>
                    </a:moveTo>
                    <a:lnTo>
                      <a:pt x="1" y="102"/>
                    </a:lnTo>
                    <a:lnTo>
                      <a:pt x="0" y="66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13" name="Freeform 98"/>
              <p:cNvSpPr>
                <a:spLocks/>
              </p:cNvSpPr>
              <p:nvPr/>
            </p:nvSpPr>
            <p:spPr bwMode="auto">
              <a:xfrm>
                <a:off x="4031" y="3724"/>
                <a:ext cx="120" cy="4"/>
              </a:xfrm>
              <a:custGeom>
                <a:avLst/>
                <a:gdLst>
                  <a:gd name="T0" fmla="*/ 0 w 120"/>
                  <a:gd name="T1" fmla="*/ 0 h 4"/>
                  <a:gd name="T2" fmla="*/ 120 w 120"/>
                  <a:gd name="T3" fmla="*/ 4 h 4"/>
                  <a:gd name="T4" fmla="*/ 120 w 120"/>
                  <a:gd name="T5" fmla="*/ 4 h 4"/>
                  <a:gd name="T6" fmla="*/ 0 60000 65536"/>
                  <a:gd name="T7" fmla="*/ 0 60000 65536"/>
                  <a:gd name="T8" fmla="*/ 0 60000 65536"/>
                  <a:gd name="T9" fmla="*/ 0 w 120"/>
                  <a:gd name="T10" fmla="*/ 0 h 4"/>
                  <a:gd name="T11" fmla="*/ 120 w 120"/>
                  <a:gd name="T12" fmla="*/ 4 h 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0" h="4">
                    <a:moveTo>
                      <a:pt x="0" y="0"/>
                    </a:moveTo>
                    <a:lnTo>
                      <a:pt x="120" y="4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14" name="Freeform 99"/>
              <p:cNvSpPr>
                <a:spLocks/>
              </p:cNvSpPr>
              <p:nvPr/>
            </p:nvSpPr>
            <p:spPr bwMode="auto">
              <a:xfrm>
                <a:off x="4030" y="3814"/>
                <a:ext cx="538" cy="1"/>
              </a:xfrm>
              <a:custGeom>
                <a:avLst/>
                <a:gdLst>
                  <a:gd name="T0" fmla="*/ 0 w 1612"/>
                  <a:gd name="T1" fmla="*/ 0 h 1"/>
                  <a:gd name="T2" fmla="*/ 180 w 1612"/>
                  <a:gd name="T3" fmla="*/ 0 h 1"/>
                  <a:gd name="T4" fmla="*/ 180 w 161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612"/>
                  <a:gd name="T10" fmla="*/ 0 h 1"/>
                  <a:gd name="T11" fmla="*/ 1612 w 161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12" h="1">
                    <a:moveTo>
                      <a:pt x="0" y="0"/>
                    </a:moveTo>
                    <a:lnTo>
                      <a:pt x="1611" y="0"/>
                    </a:lnTo>
                    <a:lnTo>
                      <a:pt x="161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15" name="Freeform 100"/>
              <p:cNvSpPr>
                <a:spLocks/>
              </p:cNvSpPr>
              <p:nvPr/>
            </p:nvSpPr>
            <p:spPr bwMode="auto">
              <a:xfrm>
                <a:off x="4567" y="3728"/>
                <a:ext cx="1" cy="86"/>
              </a:xfrm>
              <a:custGeom>
                <a:avLst/>
                <a:gdLst>
                  <a:gd name="T0" fmla="*/ 0 w 1"/>
                  <a:gd name="T1" fmla="*/ 0 h 257"/>
                  <a:gd name="T2" fmla="*/ 0 w 1"/>
                  <a:gd name="T3" fmla="*/ 29 h 257"/>
                  <a:gd name="T4" fmla="*/ 1 w 1"/>
                  <a:gd name="T5" fmla="*/ 29 h 25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57"/>
                  <a:gd name="T11" fmla="*/ 1 w 1"/>
                  <a:gd name="T12" fmla="*/ 257 h 2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57">
                    <a:moveTo>
                      <a:pt x="0" y="0"/>
                    </a:moveTo>
                    <a:lnTo>
                      <a:pt x="0" y="257"/>
                    </a:lnTo>
                    <a:lnTo>
                      <a:pt x="1" y="257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16" name="Freeform 101"/>
              <p:cNvSpPr>
                <a:spLocks/>
              </p:cNvSpPr>
              <p:nvPr/>
            </p:nvSpPr>
            <p:spPr bwMode="auto">
              <a:xfrm>
                <a:off x="4030" y="3728"/>
                <a:ext cx="1" cy="86"/>
              </a:xfrm>
              <a:custGeom>
                <a:avLst/>
                <a:gdLst>
                  <a:gd name="T0" fmla="*/ 0 w 1"/>
                  <a:gd name="T1" fmla="*/ 0 h 257"/>
                  <a:gd name="T2" fmla="*/ 0 w 1"/>
                  <a:gd name="T3" fmla="*/ 29 h 257"/>
                  <a:gd name="T4" fmla="*/ 1 w 1"/>
                  <a:gd name="T5" fmla="*/ 29 h 25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57"/>
                  <a:gd name="T11" fmla="*/ 1 w 1"/>
                  <a:gd name="T12" fmla="*/ 257 h 2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57">
                    <a:moveTo>
                      <a:pt x="0" y="0"/>
                    </a:moveTo>
                    <a:lnTo>
                      <a:pt x="0" y="257"/>
                    </a:lnTo>
                    <a:lnTo>
                      <a:pt x="1" y="257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17" name="Freeform 102"/>
              <p:cNvSpPr>
                <a:spLocks/>
              </p:cNvSpPr>
              <p:nvPr/>
            </p:nvSpPr>
            <p:spPr bwMode="auto">
              <a:xfrm>
                <a:off x="4151" y="3646"/>
                <a:ext cx="1" cy="84"/>
              </a:xfrm>
              <a:custGeom>
                <a:avLst/>
                <a:gdLst>
                  <a:gd name="T0" fmla="*/ 0 w 1"/>
                  <a:gd name="T1" fmla="*/ 0 h 84"/>
                  <a:gd name="T2" fmla="*/ 0 w 1"/>
                  <a:gd name="T3" fmla="*/ 84 h 84"/>
                  <a:gd name="T4" fmla="*/ 0 60000 65536"/>
                  <a:gd name="T5" fmla="*/ 0 60000 65536"/>
                  <a:gd name="T6" fmla="*/ 0 w 1"/>
                  <a:gd name="T7" fmla="*/ 0 h 84"/>
                  <a:gd name="T8" fmla="*/ 1 w 1"/>
                  <a:gd name="T9" fmla="*/ 84 h 8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84">
                    <a:moveTo>
                      <a:pt x="0" y="0"/>
                    </a:moveTo>
                    <a:lnTo>
                      <a:pt x="0" y="84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18" name="Freeform 103"/>
              <p:cNvSpPr>
                <a:spLocks/>
              </p:cNvSpPr>
              <p:nvPr/>
            </p:nvSpPr>
            <p:spPr bwMode="auto">
              <a:xfrm>
                <a:off x="3747" y="3909"/>
                <a:ext cx="126" cy="1"/>
              </a:xfrm>
              <a:custGeom>
                <a:avLst/>
                <a:gdLst>
                  <a:gd name="T0" fmla="*/ 42 w 377"/>
                  <a:gd name="T1" fmla="*/ 0 h 1"/>
                  <a:gd name="T2" fmla="*/ 0 w 377"/>
                  <a:gd name="T3" fmla="*/ 0 h 1"/>
                  <a:gd name="T4" fmla="*/ 0 w 377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77"/>
                  <a:gd name="T10" fmla="*/ 0 h 1"/>
                  <a:gd name="T11" fmla="*/ 377 w 377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7" h="1">
                    <a:moveTo>
                      <a:pt x="377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19" name="Freeform 104"/>
              <p:cNvSpPr>
                <a:spLocks/>
              </p:cNvSpPr>
              <p:nvPr/>
            </p:nvSpPr>
            <p:spPr bwMode="auto">
              <a:xfrm>
                <a:off x="4659" y="3033"/>
                <a:ext cx="1" cy="604"/>
              </a:xfrm>
              <a:custGeom>
                <a:avLst/>
                <a:gdLst>
                  <a:gd name="T0" fmla="*/ 0 w 1"/>
                  <a:gd name="T1" fmla="*/ 0 h 1811"/>
                  <a:gd name="T2" fmla="*/ 0 w 1"/>
                  <a:gd name="T3" fmla="*/ 201 h 1811"/>
                  <a:gd name="T4" fmla="*/ 1 w 1"/>
                  <a:gd name="T5" fmla="*/ 201 h 181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811"/>
                  <a:gd name="T11" fmla="*/ 1 w 1"/>
                  <a:gd name="T12" fmla="*/ 1811 h 18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811">
                    <a:moveTo>
                      <a:pt x="0" y="0"/>
                    </a:moveTo>
                    <a:lnTo>
                      <a:pt x="0" y="1811"/>
                    </a:lnTo>
                    <a:lnTo>
                      <a:pt x="1" y="181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20" name="Freeform 105"/>
              <p:cNvSpPr>
                <a:spLocks/>
              </p:cNvSpPr>
              <p:nvPr/>
            </p:nvSpPr>
            <p:spPr bwMode="auto">
              <a:xfrm>
                <a:off x="3747" y="3162"/>
                <a:ext cx="912" cy="1"/>
              </a:xfrm>
              <a:custGeom>
                <a:avLst/>
                <a:gdLst>
                  <a:gd name="T0" fmla="*/ 0 w 2737"/>
                  <a:gd name="T1" fmla="*/ 0 h 1"/>
                  <a:gd name="T2" fmla="*/ 304 w 2737"/>
                  <a:gd name="T3" fmla="*/ 0 h 1"/>
                  <a:gd name="T4" fmla="*/ 304 w 2737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737"/>
                  <a:gd name="T10" fmla="*/ 0 h 1"/>
                  <a:gd name="T11" fmla="*/ 2737 w 2737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7" h="1">
                    <a:moveTo>
                      <a:pt x="0" y="0"/>
                    </a:moveTo>
                    <a:lnTo>
                      <a:pt x="2736" y="0"/>
                    </a:lnTo>
                    <a:lnTo>
                      <a:pt x="2737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21" name="Freeform 106"/>
              <p:cNvSpPr>
                <a:spLocks/>
              </p:cNvSpPr>
              <p:nvPr/>
            </p:nvSpPr>
            <p:spPr bwMode="auto">
              <a:xfrm>
                <a:off x="3747" y="3507"/>
                <a:ext cx="488" cy="1"/>
              </a:xfrm>
              <a:custGeom>
                <a:avLst/>
                <a:gdLst>
                  <a:gd name="T0" fmla="*/ 0 w 1463"/>
                  <a:gd name="T1" fmla="*/ 0 h 1"/>
                  <a:gd name="T2" fmla="*/ 163 w 1463"/>
                  <a:gd name="T3" fmla="*/ 0 h 1"/>
                  <a:gd name="T4" fmla="*/ 163 w 146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463"/>
                  <a:gd name="T10" fmla="*/ 0 h 1"/>
                  <a:gd name="T11" fmla="*/ 1463 w 146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63" h="1">
                    <a:moveTo>
                      <a:pt x="0" y="0"/>
                    </a:moveTo>
                    <a:lnTo>
                      <a:pt x="1462" y="0"/>
                    </a:lnTo>
                    <a:lnTo>
                      <a:pt x="1463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22" name="Freeform 107"/>
              <p:cNvSpPr>
                <a:spLocks/>
              </p:cNvSpPr>
              <p:nvPr/>
            </p:nvSpPr>
            <p:spPr bwMode="auto">
              <a:xfrm>
                <a:off x="3873" y="3640"/>
                <a:ext cx="2" cy="281"/>
              </a:xfrm>
              <a:custGeom>
                <a:avLst/>
                <a:gdLst>
                  <a:gd name="T0" fmla="*/ 2 w 2"/>
                  <a:gd name="T1" fmla="*/ 0 h 281"/>
                  <a:gd name="T2" fmla="*/ 0 w 2"/>
                  <a:gd name="T3" fmla="*/ 281 h 281"/>
                  <a:gd name="T4" fmla="*/ 1 w 2"/>
                  <a:gd name="T5" fmla="*/ 281 h 281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281"/>
                  <a:gd name="T11" fmla="*/ 2 w 2"/>
                  <a:gd name="T12" fmla="*/ 281 h 28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281">
                    <a:moveTo>
                      <a:pt x="2" y="0"/>
                    </a:moveTo>
                    <a:lnTo>
                      <a:pt x="0" y="281"/>
                    </a:lnTo>
                    <a:lnTo>
                      <a:pt x="1" y="28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23" name="Freeform 108"/>
              <p:cNvSpPr>
                <a:spLocks/>
              </p:cNvSpPr>
              <p:nvPr/>
            </p:nvSpPr>
            <p:spPr bwMode="auto">
              <a:xfrm>
                <a:off x="4445" y="3637"/>
                <a:ext cx="220" cy="3"/>
              </a:xfrm>
              <a:custGeom>
                <a:avLst/>
                <a:gdLst>
                  <a:gd name="T0" fmla="*/ 0 w 220"/>
                  <a:gd name="T1" fmla="*/ 3 h 3"/>
                  <a:gd name="T2" fmla="*/ 220 w 220"/>
                  <a:gd name="T3" fmla="*/ 0 h 3"/>
                  <a:gd name="T4" fmla="*/ 220 w 220"/>
                  <a:gd name="T5" fmla="*/ 0 h 3"/>
                  <a:gd name="T6" fmla="*/ 0 60000 65536"/>
                  <a:gd name="T7" fmla="*/ 0 60000 65536"/>
                  <a:gd name="T8" fmla="*/ 0 60000 65536"/>
                  <a:gd name="T9" fmla="*/ 0 w 220"/>
                  <a:gd name="T10" fmla="*/ 0 h 3"/>
                  <a:gd name="T11" fmla="*/ 220 w 220"/>
                  <a:gd name="T12" fmla="*/ 3 h 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0" h="3">
                    <a:moveTo>
                      <a:pt x="0" y="3"/>
                    </a:moveTo>
                    <a:lnTo>
                      <a:pt x="22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24" name="Freeform 109"/>
              <p:cNvSpPr>
                <a:spLocks/>
              </p:cNvSpPr>
              <p:nvPr/>
            </p:nvSpPr>
            <p:spPr bwMode="auto">
              <a:xfrm>
                <a:off x="4465" y="3728"/>
                <a:ext cx="97" cy="1"/>
              </a:xfrm>
              <a:custGeom>
                <a:avLst/>
                <a:gdLst>
                  <a:gd name="T0" fmla="*/ 0 w 290"/>
                  <a:gd name="T1" fmla="*/ 0 h 1"/>
                  <a:gd name="T2" fmla="*/ 32 w 290"/>
                  <a:gd name="T3" fmla="*/ 0 h 1"/>
                  <a:gd name="T4" fmla="*/ 32 w 29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90"/>
                  <a:gd name="T10" fmla="*/ 0 h 1"/>
                  <a:gd name="T11" fmla="*/ 290 w 29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0" h="1">
                    <a:moveTo>
                      <a:pt x="0" y="0"/>
                    </a:moveTo>
                    <a:lnTo>
                      <a:pt x="289" y="0"/>
                    </a:lnTo>
                    <a:lnTo>
                      <a:pt x="29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25" name="Freeform 110"/>
              <p:cNvSpPr>
                <a:spLocks/>
              </p:cNvSpPr>
              <p:nvPr/>
            </p:nvSpPr>
            <p:spPr bwMode="auto">
              <a:xfrm>
                <a:off x="4363" y="3507"/>
                <a:ext cx="296" cy="1"/>
              </a:xfrm>
              <a:custGeom>
                <a:avLst/>
                <a:gdLst>
                  <a:gd name="T0" fmla="*/ 0 w 888"/>
                  <a:gd name="T1" fmla="*/ 0 h 1"/>
                  <a:gd name="T2" fmla="*/ 99 w 888"/>
                  <a:gd name="T3" fmla="*/ 0 h 1"/>
                  <a:gd name="T4" fmla="*/ 99 w 88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888"/>
                  <a:gd name="T10" fmla="*/ 0 h 1"/>
                  <a:gd name="T11" fmla="*/ 888 w 88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88" h="1">
                    <a:moveTo>
                      <a:pt x="0" y="0"/>
                    </a:moveTo>
                    <a:lnTo>
                      <a:pt x="887" y="0"/>
                    </a:lnTo>
                    <a:lnTo>
                      <a:pt x="888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26" name="Freeform 111"/>
              <p:cNvSpPr>
                <a:spLocks/>
              </p:cNvSpPr>
              <p:nvPr/>
            </p:nvSpPr>
            <p:spPr bwMode="auto">
              <a:xfrm>
                <a:off x="4234" y="3490"/>
                <a:ext cx="129" cy="17"/>
              </a:xfrm>
              <a:custGeom>
                <a:avLst/>
                <a:gdLst>
                  <a:gd name="T0" fmla="*/ 129 w 129"/>
                  <a:gd name="T1" fmla="*/ 17 h 17"/>
                  <a:gd name="T2" fmla="*/ 67 w 129"/>
                  <a:gd name="T3" fmla="*/ 0 h 17"/>
                  <a:gd name="T4" fmla="*/ 0 w 129"/>
                  <a:gd name="T5" fmla="*/ 17 h 17"/>
                  <a:gd name="T6" fmla="*/ 0 w 129"/>
                  <a:gd name="T7" fmla="*/ 17 h 1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9"/>
                  <a:gd name="T13" fmla="*/ 0 h 17"/>
                  <a:gd name="T14" fmla="*/ 129 w 129"/>
                  <a:gd name="T15" fmla="*/ 17 h 1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9" h="17">
                    <a:moveTo>
                      <a:pt x="129" y="17"/>
                    </a:moveTo>
                    <a:lnTo>
                      <a:pt x="67" y="0"/>
                    </a:lnTo>
                    <a:lnTo>
                      <a:pt x="0" y="17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27" name="Freeform 112"/>
              <p:cNvSpPr>
                <a:spLocks/>
              </p:cNvSpPr>
              <p:nvPr/>
            </p:nvSpPr>
            <p:spPr bwMode="auto">
              <a:xfrm>
                <a:off x="3645" y="3335"/>
                <a:ext cx="230" cy="1"/>
              </a:xfrm>
              <a:custGeom>
                <a:avLst/>
                <a:gdLst>
                  <a:gd name="T0" fmla="*/ 0 w 688"/>
                  <a:gd name="T1" fmla="*/ 0 h 1"/>
                  <a:gd name="T2" fmla="*/ 77 w 688"/>
                  <a:gd name="T3" fmla="*/ 0 h 1"/>
                  <a:gd name="T4" fmla="*/ 77 w 68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88"/>
                  <a:gd name="T10" fmla="*/ 0 h 1"/>
                  <a:gd name="T11" fmla="*/ 688 w 68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88" h="1">
                    <a:moveTo>
                      <a:pt x="0" y="0"/>
                    </a:moveTo>
                    <a:lnTo>
                      <a:pt x="687" y="0"/>
                    </a:lnTo>
                    <a:lnTo>
                      <a:pt x="68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28" name="Freeform 113"/>
              <p:cNvSpPr>
                <a:spLocks/>
              </p:cNvSpPr>
              <p:nvPr/>
            </p:nvSpPr>
            <p:spPr bwMode="auto">
              <a:xfrm>
                <a:off x="3747" y="2907"/>
                <a:ext cx="126" cy="126"/>
              </a:xfrm>
              <a:custGeom>
                <a:avLst/>
                <a:gdLst>
                  <a:gd name="T0" fmla="*/ 0 w 379"/>
                  <a:gd name="T1" fmla="*/ 42 h 377"/>
                  <a:gd name="T2" fmla="*/ 42 w 379"/>
                  <a:gd name="T3" fmla="*/ 0 h 377"/>
                  <a:gd name="T4" fmla="*/ 42 w 379"/>
                  <a:gd name="T5" fmla="*/ 0 h 377"/>
                  <a:gd name="T6" fmla="*/ 0 60000 65536"/>
                  <a:gd name="T7" fmla="*/ 0 60000 65536"/>
                  <a:gd name="T8" fmla="*/ 0 60000 65536"/>
                  <a:gd name="T9" fmla="*/ 0 w 379"/>
                  <a:gd name="T10" fmla="*/ 0 h 377"/>
                  <a:gd name="T11" fmla="*/ 379 w 379"/>
                  <a:gd name="T12" fmla="*/ 377 h 37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9" h="377">
                    <a:moveTo>
                      <a:pt x="0" y="377"/>
                    </a:moveTo>
                    <a:lnTo>
                      <a:pt x="377" y="0"/>
                    </a:lnTo>
                    <a:lnTo>
                      <a:pt x="37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29" name="Freeform 114"/>
              <p:cNvSpPr>
                <a:spLocks/>
              </p:cNvSpPr>
              <p:nvPr/>
            </p:nvSpPr>
            <p:spPr bwMode="auto">
              <a:xfrm>
                <a:off x="3747" y="3023"/>
                <a:ext cx="126" cy="126"/>
              </a:xfrm>
              <a:custGeom>
                <a:avLst/>
                <a:gdLst>
                  <a:gd name="T0" fmla="*/ 0 w 379"/>
                  <a:gd name="T1" fmla="*/ 42 h 378"/>
                  <a:gd name="T2" fmla="*/ 42 w 379"/>
                  <a:gd name="T3" fmla="*/ 0 h 378"/>
                  <a:gd name="T4" fmla="*/ 42 w 379"/>
                  <a:gd name="T5" fmla="*/ 0 h 378"/>
                  <a:gd name="T6" fmla="*/ 0 60000 65536"/>
                  <a:gd name="T7" fmla="*/ 0 60000 65536"/>
                  <a:gd name="T8" fmla="*/ 0 60000 65536"/>
                  <a:gd name="T9" fmla="*/ 0 w 379"/>
                  <a:gd name="T10" fmla="*/ 0 h 378"/>
                  <a:gd name="T11" fmla="*/ 379 w 379"/>
                  <a:gd name="T12" fmla="*/ 378 h 3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9" h="378">
                    <a:moveTo>
                      <a:pt x="0" y="378"/>
                    </a:moveTo>
                    <a:lnTo>
                      <a:pt x="377" y="0"/>
                    </a:lnTo>
                    <a:lnTo>
                      <a:pt x="37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30" name="Freeform 115"/>
              <p:cNvSpPr>
                <a:spLocks/>
              </p:cNvSpPr>
              <p:nvPr/>
            </p:nvSpPr>
            <p:spPr bwMode="auto">
              <a:xfrm>
                <a:off x="3850" y="3033"/>
                <a:ext cx="129" cy="129"/>
              </a:xfrm>
              <a:custGeom>
                <a:avLst/>
                <a:gdLst>
                  <a:gd name="T0" fmla="*/ 0 w 388"/>
                  <a:gd name="T1" fmla="*/ 43 h 388"/>
                  <a:gd name="T2" fmla="*/ 43 w 388"/>
                  <a:gd name="T3" fmla="*/ 0 h 388"/>
                  <a:gd name="T4" fmla="*/ 43 w 388"/>
                  <a:gd name="T5" fmla="*/ 0 h 388"/>
                  <a:gd name="T6" fmla="*/ 0 60000 65536"/>
                  <a:gd name="T7" fmla="*/ 0 60000 65536"/>
                  <a:gd name="T8" fmla="*/ 0 60000 65536"/>
                  <a:gd name="T9" fmla="*/ 0 w 388"/>
                  <a:gd name="T10" fmla="*/ 0 h 388"/>
                  <a:gd name="T11" fmla="*/ 388 w 388"/>
                  <a:gd name="T12" fmla="*/ 388 h 3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8" h="388">
                    <a:moveTo>
                      <a:pt x="0" y="388"/>
                    </a:moveTo>
                    <a:lnTo>
                      <a:pt x="387" y="0"/>
                    </a:lnTo>
                    <a:lnTo>
                      <a:pt x="38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31" name="Freeform 116"/>
              <p:cNvSpPr>
                <a:spLocks/>
              </p:cNvSpPr>
              <p:nvPr/>
            </p:nvSpPr>
            <p:spPr bwMode="auto">
              <a:xfrm>
                <a:off x="3966" y="3033"/>
                <a:ext cx="129" cy="129"/>
              </a:xfrm>
              <a:custGeom>
                <a:avLst/>
                <a:gdLst>
                  <a:gd name="T0" fmla="*/ 0 w 388"/>
                  <a:gd name="T1" fmla="*/ 43 h 388"/>
                  <a:gd name="T2" fmla="*/ 43 w 388"/>
                  <a:gd name="T3" fmla="*/ 0 h 388"/>
                  <a:gd name="T4" fmla="*/ 43 w 388"/>
                  <a:gd name="T5" fmla="*/ 0 h 388"/>
                  <a:gd name="T6" fmla="*/ 0 60000 65536"/>
                  <a:gd name="T7" fmla="*/ 0 60000 65536"/>
                  <a:gd name="T8" fmla="*/ 0 60000 65536"/>
                  <a:gd name="T9" fmla="*/ 0 w 388"/>
                  <a:gd name="T10" fmla="*/ 0 h 388"/>
                  <a:gd name="T11" fmla="*/ 388 w 388"/>
                  <a:gd name="T12" fmla="*/ 388 h 3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8" h="388">
                    <a:moveTo>
                      <a:pt x="0" y="388"/>
                    </a:moveTo>
                    <a:lnTo>
                      <a:pt x="387" y="0"/>
                    </a:lnTo>
                    <a:lnTo>
                      <a:pt x="38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32" name="Freeform 117"/>
              <p:cNvSpPr>
                <a:spLocks/>
              </p:cNvSpPr>
              <p:nvPr/>
            </p:nvSpPr>
            <p:spPr bwMode="auto">
              <a:xfrm>
                <a:off x="4082" y="3033"/>
                <a:ext cx="130" cy="129"/>
              </a:xfrm>
              <a:custGeom>
                <a:avLst/>
                <a:gdLst>
                  <a:gd name="T0" fmla="*/ 0 w 390"/>
                  <a:gd name="T1" fmla="*/ 43 h 388"/>
                  <a:gd name="T2" fmla="*/ 43 w 390"/>
                  <a:gd name="T3" fmla="*/ 0 h 388"/>
                  <a:gd name="T4" fmla="*/ 43 w 390"/>
                  <a:gd name="T5" fmla="*/ 0 h 388"/>
                  <a:gd name="T6" fmla="*/ 0 60000 65536"/>
                  <a:gd name="T7" fmla="*/ 0 60000 65536"/>
                  <a:gd name="T8" fmla="*/ 0 60000 65536"/>
                  <a:gd name="T9" fmla="*/ 0 w 390"/>
                  <a:gd name="T10" fmla="*/ 0 h 388"/>
                  <a:gd name="T11" fmla="*/ 390 w 390"/>
                  <a:gd name="T12" fmla="*/ 388 h 3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0" h="388">
                    <a:moveTo>
                      <a:pt x="0" y="388"/>
                    </a:moveTo>
                    <a:lnTo>
                      <a:pt x="388" y="0"/>
                    </a:lnTo>
                    <a:lnTo>
                      <a:pt x="39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33" name="Freeform 118"/>
              <p:cNvSpPr>
                <a:spLocks/>
              </p:cNvSpPr>
              <p:nvPr/>
            </p:nvSpPr>
            <p:spPr bwMode="auto">
              <a:xfrm>
                <a:off x="3747" y="3507"/>
                <a:ext cx="107" cy="107"/>
              </a:xfrm>
              <a:custGeom>
                <a:avLst/>
                <a:gdLst>
                  <a:gd name="T0" fmla="*/ 0 w 321"/>
                  <a:gd name="T1" fmla="*/ 36 h 319"/>
                  <a:gd name="T2" fmla="*/ 35 w 321"/>
                  <a:gd name="T3" fmla="*/ 0 h 319"/>
                  <a:gd name="T4" fmla="*/ 36 w 321"/>
                  <a:gd name="T5" fmla="*/ 0 h 319"/>
                  <a:gd name="T6" fmla="*/ 0 60000 65536"/>
                  <a:gd name="T7" fmla="*/ 0 60000 65536"/>
                  <a:gd name="T8" fmla="*/ 0 60000 65536"/>
                  <a:gd name="T9" fmla="*/ 0 w 321"/>
                  <a:gd name="T10" fmla="*/ 0 h 319"/>
                  <a:gd name="T11" fmla="*/ 321 w 321"/>
                  <a:gd name="T12" fmla="*/ 319 h 3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21" h="319">
                    <a:moveTo>
                      <a:pt x="0" y="319"/>
                    </a:moveTo>
                    <a:lnTo>
                      <a:pt x="319" y="0"/>
                    </a:lnTo>
                    <a:lnTo>
                      <a:pt x="32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34" name="Freeform 119"/>
              <p:cNvSpPr>
                <a:spLocks/>
              </p:cNvSpPr>
              <p:nvPr/>
            </p:nvSpPr>
            <p:spPr bwMode="auto">
              <a:xfrm>
                <a:off x="4198" y="3033"/>
                <a:ext cx="130" cy="129"/>
              </a:xfrm>
              <a:custGeom>
                <a:avLst/>
                <a:gdLst>
                  <a:gd name="T0" fmla="*/ 0 w 389"/>
                  <a:gd name="T1" fmla="*/ 43 h 388"/>
                  <a:gd name="T2" fmla="*/ 43 w 389"/>
                  <a:gd name="T3" fmla="*/ 0 h 388"/>
                  <a:gd name="T4" fmla="*/ 43 w 389"/>
                  <a:gd name="T5" fmla="*/ 0 h 388"/>
                  <a:gd name="T6" fmla="*/ 0 60000 65536"/>
                  <a:gd name="T7" fmla="*/ 0 60000 65536"/>
                  <a:gd name="T8" fmla="*/ 0 60000 65536"/>
                  <a:gd name="T9" fmla="*/ 0 w 389"/>
                  <a:gd name="T10" fmla="*/ 0 h 388"/>
                  <a:gd name="T11" fmla="*/ 389 w 389"/>
                  <a:gd name="T12" fmla="*/ 388 h 3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9" h="388">
                    <a:moveTo>
                      <a:pt x="0" y="388"/>
                    </a:moveTo>
                    <a:lnTo>
                      <a:pt x="388" y="0"/>
                    </a:lnTo>
                    <a:lnTo>
                      <a:pt x="38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35" name="Freeform 120"/>
              <p:cNvSpPr>
                <a:spLocks/>
              </p:cNvSpPr>
              <p:nvPr/>
            </p:nvSpPr>
            <p:spPr bwMode="auto">
              <a:xfrm>
                <a:off x="3747" y="3507"/>
                <a:ext cx="223" cy="223"/>
              </a:xfrm>
              <a:custGeom>
                <a:avLst/>
                <a:gdLst>
                  <a:gd name="T0" fmla="*/ 0 w 669"/>
                  <a:gd name="T1" fmla="*/ 74 h 669"/>
                  <a:gd name="T2" fmla="*/ 74 w 669"/>
                  <a:gd name="T3" fmla="*/ 0 h 669"/>
                  <a:gd name="T4" fmla="*/ 74 w 669"/>
                  <a:gd name="T5" fmla="*/ 0 h 669"/>
                  <a:gd name="T6" fmla="*/ 0 60000 65536"/>
                  <a:gd name="T7" fmla="*/ 0 60000 65536"/>
                  <a:gd name="T8" fmla="*/ 0 60000 65536"/>
                  <a:gd name="T9" fmla="*/ 0 w 669"/>
                  <a:gd name="T10" fmla="*/ 0 h 669"/>
                  <a:gd name="T11" fmla="*/ 669 w 669"/>
                  <a:gd name="T12" fmla="*/ 669 h 6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69" h="669">
                    <a:moveTo>
                      <a:pt x="0" y="669"/>
                    </a:moveTo>
                    <a:lnTo>
                      <a:pt x="668" y="0"/>
                    </a:lnTo>
                    <a:lnTo>
                      <a:pt x="66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36" name="Freeform 121"/>
              <p:cNvSpPr>
                <a:spLocks/>
              </p:cNvSpPr>
              <p:nvPr/>
            </p:nvSpPr>
            <p:spPr bwMode="auto">
              <a:xfrm>
                <a:off x="4314" y="3033"/>
                <a:ext cx="130" cy="129"/>
              </a:xfrm>
              <a:custGeom>
                <a:avLst/>
                <a:gdLst>
                  <a:gd name="T0" fmla="*/ 0 w 389"/>
                  <a:gd name="T1" fmla="*/ 43 h 388"/>
                  <a:gd name="T2" fmla="*/ 43 w 389"/>
                  <a:gd name="T3" fmla="*/ 0 h 388"/>
                  <a:gd name="T4" fmla="*/ 43 w 389"/>
                  <a:gd name="T5" fmla="*/ 0 h 388"/>
                  <a:gd name="T6" fmla="*/ 0 60000 65536"/>
                  <a:gd name="T7" fmla="*/ 0 60000 65536"/>
                  <a:gd name="T8" fmla="*/ 0 60000 65536"/>
                  <a:gd name="T9" fmla="*/ 0 w 389"/>
                  <a:gd name="T10" fmla="*/ 0 h 388"/>
                  <a:gd name="T11" fmla="*/ 389 w 389"/>
                  <a:gd name="T12" fmla="*/ 388 h 3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9" h="388">
                    <a:moveTo>
                      <a:pt x="0" y="388"/>
                    </a:moveTo>
                    <a:lnTo>
                      <a:pt x="388" y="0"/>
                    </a:lnTo>
                    <a:lnTo>
                      <a:pt x="38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37" name="Freeform 122"/>
              <p:cNvSpPr>
                <a:spLocks/>
              </p:cNvSpPr>
              <p:nvPr/>
            </p:nvSpPr>
            <p:spPr bwMode="auto">
              <a:xfrm>
                <a:off x="3747" y="3720"/>
                <a:ext cx="126" cy="126"/>
              </a:xfrm>
              <a:custGeom>
                <a:avLst/>
                <a:gdLst>
                  <a:gd name="T0" fmla="*/ 0 w 379"/>
                  <a:gd name="T1" fmla="*/ 42 h 378"/>
                  <a:gd name="T2" fmla="*/ 42 w 379"/>
                  <a:gd name="T3" fmla="*/ 0 h 378"/>
                  <a:gd name="T4" fmla="*/ 42 w 379"/>
                  <a:gd name="T5" fmla="*/ 0 h 378"/>
                  <a:gd name="T6" fmla="*/ 0 60000 65536"/>
                  <a:gd name="T7" fmla="*/ 0 60000 65536"/>
                  <a:gd name="T8" fmla="*/ 0 60000 65536"/>
                  <a:gd name="T9" fmla="*/ 0 w 379"/>
                  <a:gd name="T10" fmla="*/ 0 h 378"/>
                  <a:gd name="T11" fmla="*/ 379 w 379"/>
                  <a:gd name="T12" fmla="*/ 378 h 3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9" h="378">
                    <a:moveTo>
                      <a:pt x="0" y="378"/>
                    </a:moveTo>
                    <a:lnTo>
                      <a:pt x="377" y="0"/>
                    </a:lnTo>
                    <a:lnTo>
                      <a:pt x="37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38" name="Freeform 123"/>
              <p:cNvSpPr>
                <a:spLocks/>
              </p:cNvSpPr>
              <p:nvPr/>
            </p:nvSpPr>
            <p:spPr bwMode="auto">
              <a:xfrm>
                <a:off x="4430" y="3033"/>
                <a:ext cx="130" cy="129"/>
              </a:xfrm>
              <a:custGeom>
                <a:avLst/>
                <a:gdLst>
                  <a:gd name="T0" fmla="*/ 0 w 389"/>
                  <a:gd name="T1" fmla="*/ 43 h 388"/>
                  <a:gd name="T2" fmla="*/ 43 w 389"/>
                  <a:gd name="T3" fmla="*/ 0 h 388"/>
                  <a:gd name="T4" fmla="*/ 43 w 389"/>
                  <a:gd name="T5" fmla="*/ 0 h 388"/>
                  <a:gd name="T6" fmla="*/ 0 60000 65536"/>
                  <a:gd name="T7" fmla="*/ 0 60000 65536"/>
                  <a:gd name="T8" fmla="*/ 0 60000 65536"/>
                  <a:gd name="T9" fmla="*/ 0 w 389"/>
                  <a:gd name="T10" fmla="*/ 0 h 388"/>
                  <a:gd name="T11" fmla="*/ 389 w 389"/>
                  <a:gd name="T12" fmla="*/ 388 h 3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9" h="388">
                    <a:moveTo>
                      <a:pt x="0" y="388"/>
                    </a:moveTo>
                    <a:lnTo>
                      <a:pt x="388" y="0"/>
                    </a:lnTo>
                    <a:lnTo>
                      <a:pt x="38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39" name="Freeform 124"/>
              <p:cNvSpPr>
                <a:spLocks/>
              </p:cNvSpPr>
              <p:nvPr/>
            </p:nvSpPr>
            <p:spPr bwMode="auto">
              <a:xfrm>
                <a:off x="3956" y="3507"/>
                <a:ext cx="130" cy="130"/>
              </a:xfrm>
              <a:custGeom>
                <a:avLst/>
                <a:gdLst>
                  <a:gd name="T0" fmla="*/ 0 w 389"/>
                  <a:gd name="T1" fmla="*/ 44 h 388"/>
                  <a:gd name="T2" fmla="*/ 43 w 389"/>
                  <a:gd name="T3" fmla="*/ 0 h 388"/>
                  <a:gd name="T4" fmla="*/ 43 w 389"/>
                  <a:gd name="T5" fmla="*/ 0 h 388"/>
                  <a:gd name="T6" fmla="*/ 0 60000 65536"/>
                  <a:gd name="T7" fmla="*/ 0 60000 65536"/>
                  <a:gd name="T8" fmla="*/ 0 60000 65536"/>
                  <a:gd name="T9" fmla="*/ 0 w 389"/>
                  <a:gd name="T10" fmla="*/ 0 h 388"/>
                  <a:gd name="T11" fmla="*/ 389 w 389"/>
                  <a:gd name="T12" fmla="*/ 388 h 3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9" h="388">
                    <a:moveTo>
                      <a:pt x="0" y="388"/>
                    </a:moveTo>
                    <a:lnTo>
                      <a:pt x="388" y="0"/>
                    </a:lnTo>
                    <a:lnTo>
                      <a:pt x="38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40" name="Freeform 125"/>
              <p:cNvSpPr>
                <a:spLocks/>
              </p:cNvSpPr>
              <p:nvPr/>
            </p:nvSpPr>
            <p:spPr bwMode="auto">
              <a:xfrm>
                <a:off x="3800" y="3836"/>
                <a:ext cx="73" cy="73"/>
              </a:xfrm>
              <a:custGeom>
                <a:avLst/>
                <a:gdLst>
                  <a:gd name="T0" fmla="*/ 0 w 219"/>
                  <a:gd name="T1" fmla="*/ 24 h 218"/>
                  <a:gd name="T2" fmla="*/ 24 w 219"/>
                  <a:gd name="T3" fmla="*/ 0 h 218"/>
                  <a:gd name="T4" fmla="*/ 24 w 219"/>
                  <a:gd name="T5" fmla="*/ 0 h 218"/>
                  <a:gd name="T6" fmla="*/ 0 60000 65536"/>
                  <a:gd name="T7" fmla="*/ 0 60000 65536"/>
                  <a:gd name="T8" fmla="*/ 0 60000 65536"/>
                  <a:gd name="T9" fmla="*/ 0 w 219"/>
                  <a:gd name="T10" fmla="*/ 0 h 218"/>
                  <a:gd name="T11" fmla="*/ 219 w 219"/>
                  <a:gd name="T12" fmla="*/ 218 h 2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9" h="218">
                    <a:moveTo>
                      <a:pt x="0" y="218"/>
                    </a:moveTo>
                    <a:lnTo>
                      <a:pt x="217" y="0"/>
                    </a:lnTo>
                    <a:lnTo>
                      <a:pt x="21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41" name="Freeform 126"/>
              <p:cNvSpPr>
                <a:spLocks/>
              </p:cNvSpPr>
              <p:nvPr/>
            </p:nvSpPr>
            <p:spPr bwMode="auto">
              <a:xfrm>
                <a:off x="4546" y="3049"/>
                <a:ext cx="113" cy="113"/>
              </a:xfrm>
              <a:custGeom>
                <a:avLst/>
                <a:gdLst>
                  <a:gd name="T0" fmla="*/ 0 w 340"/>
                  <a:gd name="T1" fmla="*/ 38 h 339"/>
                  <a:gd name="T2" fmla="*/ 38 w 340"/>
                  <a:gd name="T3" fmla="*/ 0 h 339"/>
                  <a:gd name="T4" fmla="*/ 38 w 340"/>
                  <a:gd name="T5" fmla="*/ 0 h 339"/>
                  <a:gd name="T6" fmla="*/ 0 60000 65536"/>
                  <a:gd name="T7" fmla="*/ 0 60000 65536"/>
                  <a:gd name="T8" fmla="*/ 0 60000 65536"/>
                  <a:gd name="T9" fmla="*/ 0 w 340"/>
                  <a:gd name="T10" fmla="*/ 0 h 339"/>
                  <a:gd name="T11" fmla="*/ 340 w 340"/>
                  <a:gd name="T12" fmla="*/ 339 h 3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0" h="339">
                    <a:moveTo>
                      <a:pt x="0" y="339"/>
                    </a:moveTo>
                    <a:lnTo>
                      <a:pt x="339" y="0"/>
                    </a:lnTo>
                    <a:lnTo>
                      <a:pt x="34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42" name="Freeform 127"/>
              <p:cNvSpPr>
                <a:spLocks/>
              </p:cNvSpPr>
              <p:nvPr/>
            </p:nvSpPr>
            <p:spPr bwMode="auto">
              <a:xfrm>
                <a:off x="4072" y="3507"/>
                <a:ext cx="130" cy="130"/>
              </a:xfrm>
              <a:custGeom>
                <a:avLst/>
                <a:gdLst>
                  <a:gd name="T0" fmla="*/ 0 w 389"/>
                  <a:gd name="T1" fmla="*/ 44 h 388"/>
                  <a:gd name="T2" fmla="*/ 43 w 389"/>
                  <a:gd name="T3" fmla="*/ 0 h 388"/>
                  <a:gd name="T4" fmla="*/ 43 w 389"/>
                  <a:gd name="T5" fmla="*/ 0 h 388"/>
                  <a:gd name="T6" fmla="*/ 0 60000 65536"/>
                  <a:gd name="T7" fmla="*/ 0 60000 65536"/>
                  <a:gd name="T8" fmla="*/ 0 60000 65536"/>
                  <a:gd name="T9" fmla="*/ 0 w 389"/>
                  <a:gd name="T10" fmla="*/ 0 h 388"/>
                  <a:gd name="T11" fmla="*/ 389 w 389"/>
                  <a:gd name="T12" fmla="*/ 388 h 3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9" h="388">
                    <a:moveTo>
                      <a:pt x="0" y="388"/>
                    </a:moveTo>
                    <a:lnTo>
                      <a:pt x="388" y="0"/>
                    </a:lnTo>
                    <a:lnTo>
                      <a:pt x="38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43" name="Freeform 128"/>
              <p:cNvSpPr>
                <a:spLocks/>
              </p:cNvSpPr>
              <p:nvPr/>
            </p:nvSpPr>
            <p:spPr bwMode="auto">
              <a:xfrm>
                <a:off x="4030" y="3728"/>
                <a:ext cx="68" cy="67"/>
              </a:xfrm>
              <a:custGeom>
                <a:avLst/>
                <a:gdLst>
                  <a:gd name="T0" fmla="*/ 0 w 202"/>
                  <a:gd name="T1" fmla="*/ 22 h 201"/>
                  <a:gd name="T2" fmla="*/ 23 w 202"/>
                  <a:gd name="T3" fmla="*/ 0 h 201"/>
                  <a:gd name="T4" fmla="*/ 23 w 202"/>
                  <a:gd name="T5" fmla="*/ 0 h 201"/>
                  <a:gd name="T6" fmla="*/ 0 60000 65536"/>
                  <a:gd name="T7" fmla="*/ 0 60000 65536"/>
                  <a:gd name="T8" fmla="*/ 0 60000 65536"/>
                  <a:gd name="T9" fmla="*/ 0 w 202"/>
                  <a:gd name="T10" fmla="*/ 0 h 201"/>
                  <a:gd name="T11" fmla="*/ 202 w 202"/>
                  <a:gd name="T12" fmla="*/ 201 h 20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2" h="201">
                    <a:moveTo>
                      <a:pt x="0" y="201"/>
                    </a:moveTo>
                    <a:lnTo>
                      <a:pt x="201" y="0"/>
                    </a:lnTo>
                    <a:lnTo>
                      <a:pt x="20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44" name="Freeform 129"/>
              <p:cNvSpPr>
                <a:spLocks/>
              </p:cNvSpPr>
              <p:nvPr/>
            </p:nvSpPr>
            <p:spPr bwMode="auto">
              <a:xfrm>
                <a:off x="4148" y="3591"/>
                <a:ext cx="87" cy="86"/>
              </a:xfrm>
              <a:custGeom>
                <a:avLst/>
                <a:gdLst>
                  <a:gd name="T0" fmla="*/ 0 w 259"/>
                  <a:gd name="T1" fmla="*/ 29 h 258"/>
                  <a:gd name="T2" fmla="*/ 29 w 259"/>
                  <a:gd name="T3" fmla="*/ 0 h 258"/>
                  <a:gd name="T4" fmla="*/ 29 w 259"/>
                  <a:gd name="T5" fmla="*/ 0 h 258"/>
                  <a:gd name="T6" fmla="*/ 0 60000 65536"/>
                  <a:gd name="T7" fmla="*/ 0 60000 65536"/>
                  <a:gd name="T8" fmla="*/ 0 60000 65536"/>
                  <a:gd name="T9" fmla="*/ 0 w 259"/>
                  <a:gd name="T10" fmla="*/ 0 h 258"/>
                  <a:gd name="T11" fmla="*/ 259 w 259"/>
                  <a:gd name="T12" fmla="*/ 258 h 25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9" h="258">
                    <a:moveTo>
                      <a:pt x="0" y="258"/>
                    </a:moveTo>
                    <a:lnTo>
                      <a:pt x="258" y="0"/>
                    </a:lnTo>
                    <a:lnTo>
                      <a:pt x="25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45" name="Freeform 130"/>
              <p:cNvSpPr>
                <a:spLocks/>
              </p:cNvSpPr>
              <p:nvPr/>
            </p:nvSpPr>
            <p:spPr bwMode="auto">
              <a:xfrm>
                <a:off x="4127" y="3707"/>
                <a:ext cx="108" cy="107"/>
              </a:xfrm>
              <a:custGeom>
                <a:avLst/>
                <a:gdLst>
                  <a:gd name="T0" fmla="*/ 0 w 322"/>
                  <a:gd name="T1" fmla="*/ 36 h 320"/>
                  <a:gd name="T2" fmla="*/ 36 w 322"/>
                  <a:gd name="T3" fmla="*/ 0 h 320"/>
                  <a:gd name="T4" fmla="*/ 36 w 322"/>
                  <a:gd name="T5" fmla="*/ 0 h 320"/>
                  <a:gd name="T6" fmla="*/ 0 60000 65536"/>
                  <a:gd name="T7" fmla="*/ 0 60000 65536"/>
                  <a:gd name="T8" fmla="*/ 0 60000 65536"/>
                  <a:gd name="T9" fmla="*/ 0 w 322"/>
                  <a:gd name="T10" fmla="*/ 0 h 320"/>
                  <a:gd name="T11" fmla="*/ 322 w 322"/>
                  <a:gd name="T12" fmla="*/ 320 h 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22" h="320">
                    <a:moveTo>
                      <a:pt x="0" y="320"/>
                    </a:moveTo>
                    <a:lnTo>
                      <a:pt x="321" y="0"/>
                    </a:lnTo>
                    <a:lnTo>
                      <a:pt x="32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46" name="Freeform 131"/>
              <p:cNvSpPr>
                <a:spLocks/>
              </p:cNvSpPr>
              <p:nvPr/>
            </p:nvSpPr>
            <p:spPr bwMode="auto">
              <a:xfrm>
                <a:off x="4363" y="3507"/>
                <a:ext cx="71" cy="71"/>
              </a:xfrm>
              <a:custGeom>
                <a:avLst/>
                <a:gdLst>
                  <a:gd name="T0" fmla="*/ 0 w 213"/>
                  <a:gd name="T1" fmla="*/ 24 h 211"/>
                  <a:gd name="T2" fmla="*/ 23 w 213"/>
                  <a:gd name="T3" fmla="*/ 0 h 211"/>
                  <a:gd name="T4" fmla="*/ 24 w 213"/>
                  <a:gd name="T5" fmla="*/ 0 h 211"/>
                  <a:gd name="T6" fmla="*/ 0 60000 65536"/>
                  <a:gd name="T7" fmla="*/ 0 60000 65536"/>
                  <a:gd name="T8" fmla="*/ 0 60000 65536"/>
                  <a:gd name="T9" fmla="*/ 0 w 213"/>
                  <a:gd name="T10" fmla="*/ 0 h 211"/>
                  <a:gd name="T11" fmla="*/ 213 w 213"/>
                  <a:gd name="T12" fmla="*/ 211 h 2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3" h="211">
                    <a:moveTo>
                      <a:pt x="0" y="211"/>
                    </a:moveTo>
                    <a:lnTo>
                      <a:pt x="211" y="0"/>
                    </a:lnTo>
                    <a:lnTo>
                      <a:pt x="21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47" name="Freeform 132"/>
              <p:cNvSpPr>
                <a:spLocks/>
              </p:cNvSpPr>
              <p:nvPr/>
            </p:nvSpPr>
            <p:spPr bwMode="auto">
              <a:xfrm>
                <a:off x="4363" y="3507"/>
                <a:ext cx="187" cy="187"/>
              </a:xfrm>
              <a:custGeom>
                <a:avLst/>
                <a:gdLst>
                  <a:gd name="T0" fmla="*/ 0 w 561"/>
                  <a:gd name="T1" fmla="*/ 62 h 560"/>
                  <a:gd name="T2" fmla="*/ 62 w 561"/>
                  <a:gd name="T3" fmla="*/ 0 h 560"/>
                  <a:gd name="T4" fmla="*/ 62 w 561"/>
                  <a:gd name="T5" fmla="*/ 0 h 560"/>
                  <a:gd name="T6" fmla="*/ 0 60000 65536"/>
                  <a:gd name="T7" fmla="*/ 0 60000 65536"/>
                  <a:gd name="T8" fmla="*/ 0 60000 65536"/>
                  <a:gd name="T9" fmla="*/ 0 w 561"/>
                  <a:gd name="T10" fmla="*/ 0 h 560"/>
                  <a:gd name="T11" fmla="*/ 561 w 561"/>
                  <a:gd name="T12" fmla="*/ 560 h 56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61" h="560">
                    <a:moveTo>
                      <a:pt x="0" y="560"/>
                    </a:moveTo>
                    <a:lnTo>
                      <a:pt x="560" y="0"/>
                    </a:lnTo>
                    <a:lnTo>
                      <a:pt x="56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48" name="Freeform 133"/>
              <p:cNvSpPr>
                <a:spLocks/>
              </p:cNvSpPr>
              <p:nvPr/>
            </p:nvSpPr>
            <p:spPr bwMode="auto">
              <a:xfrm>
                <a:off x="4363" y="3724"/>
                <a:ext cx="87" cy="86"/>
              </a:xfrm>
              <a:custGeom>
                <a:avLst/>
                <a:gdLst>
                  <a:gd name="T0" fmla="*/ 0 w 259"/>
                  <a:gd name="T1" fmla="*/ 29 h 259"/>
                  <a:gd name="T2" fmla="*/ 29 w 259"/>
                  <a:gd name="T3" fmla="*/ 0 h 259"/>
                  <a:gd name="T4" fmla="*/ 29 w 259"/>
                  <a:gd name="T5" fmla="*/ 0 h 259"/>
                  <a:gd name="T6" fmla="*/ 0 60000 65536"/>
                  <a:gd name="T7" fmla="*/ 0 60000 65536"/>
                  <a:gd name="T8" fmla="*/ 0 60000 65536"/>
                  <a:gd name="T9" fmla="*/ 0 w 259"/>
                  <a:gd name="T10" fmla="*/ 0 h 259"/>
                  <a:gd name="T11" fmla="*/ 259 w 259"/>
                  <a:gd name="T12" fmla="*/ 259 h 25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9" h="259">
                    <a:moveTo>
                      <a:pt x="0" y="259"/>
                    </a:moveTo>
                    <a:lnTo>
                      <a:pt x="258" y="0"/>
                    </a:lnTo>
                    <a:lnTo>
                      <a:pt x="25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49" name="Freeform 134"/>
              <p:cNvSpPr>
                <a:spLocks/>
              </p:cNvSpPr>
              <p:nvPr/>
            </p:nvSpPr>
            <p:spPr bwMode="auto">
              <a:xfrm>
                <a:off x="4537" y="3514"/>
                <a:ext cx="122" cy="123"/>
              </a:xfrm>
              <a:custGeom>
                <a:avLst/>
                <a:gdLst>
                  <a:gd name="T0" fmla="*/ 0 w 368"/>
                  <a:gd name="T1" fmla="*/ 41 h 368"/>
                  <a:gd name="T2" fmla="*/ 40 w 368"/>
                  <a:gd name="T3" fmla="*/ 0 h 368"/>
                  <a:gd name="T4" fmla="*/ 40 w 368"/>
                  <a:gd name="T5" fmla="*/ 0 h 368"/>
                  <a:gd name="T6" fmla="*/ 0 60000 65536"/>
                  <a:gd name="T7" fmla="*/ 0 60000 65536"/>
                  <a:gd name="T8" fmla="*/ 0 60000 65536"/>
                  <a:gd name="T9" fmla="*/ 0 w 368"/>
                  <a:gd name="T10" fmla="*/ 0 h 368"/>
                  <a:gd name="T11" fmla="*/ 368 w 368"/>
                  <a:gd name="T12" fmla="*/ 368 h 36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68" h="368">
                    <a:moveTo>
                      <a:pt x="0" y="368"/>
                    </a:moveTo>
                    <a:lnTo>
                      <a:pt x="367" y="0"/>
                    </a:lnTo>
                    <a:lnTo>
                      <a:pt x="36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50" name="Freeform 135"/>
              <p:cNvSpPr>
                <a:spLocks/>
              </p:cNvSpPr>
              <p:nvPr/>
            </p:nvSpPr>
            <p:spPr bwMode="auto">
              <a:xfrm>
                <a:off x="4476" y="3728"/>
                <a:ext cx="86" cy="86"/>
              </a:xfrm>
              <a:custGeom>
                <a:avLst/>
                <a:gdLst>
                  <a:gd name="T0" fmla="*/ 0 w 259"/>
                  <a:gd name="T1" fmla="*/ 29 h 257"/>
                  <a:gd name="T2" fmla="*/ 29 w 259"/>
                  <a:gd name="T3" fmla="*/ 0 h 257"/>
                  <a:gd name="T4" fmla="*/ 29 w 259"/>
                  <a:gd name="T5" fmla="*/ 0 h 257"/>
                  <a:gd name="T6" fmla="*/ 0 60000 65536"/>
                  <a:gd name="T7" fmla="*/ 0 60000 65536"/>
                  <a:gd name="T8" fmla="*/ 0 60000 65536"/>
                  <a:gd name="T9" fmla="*/ 0 w 259"/>
                  <a:gd name="T10" fmla="*/ 0 h 257"/>
                  <a:gd name="T11" fmla="*/ 259 w 259"/>
                  <a:gd name="T12" fmla="*/ 257 h 2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9" h="257">
                    <a:moveTo>
                      <a:pt x="0" y="257"/>
                    </a:moveTo>
                    <a:lnTo>
                      <a:pt x="258" y="0"/>
                    </a:lnTo>
                    <a:lnTo>
                      <a:pt x="25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51" name="Freeform 136"/>
              <p:cNvSpPr>
                <a:spLocks/>
              </p:cNvSpPr>
              <p:nvPr/>
            </p:nvSpPr>
            <p:spPr bwMode="auto">
              <a:xfrm>
                <a:off x="4653" y="3630"/>
                <a:ext cx="6" cy="7"/>
              </a:xfrm>
              <a:custGeom>
                <a:avLst/>
                <a:gdLst>
                  <a:gd name="T0" fmla="*/ 0 w 20"/>
                  <a:gd name="T1" fmla="*/ 2 h 20"/>
                  <a:gd name="T2" fmla="*/ 2 w 20"/>
                  <a:gd name="T3" fmla="*/ 0 h 20"/>
                  <a:gd name="T4" fmla="*/ 2 w 20"/>
                  <a:gd name="T5" fmla="*/ 0 h 20"/>
                  <a:gd name="T6" fmla="*/ 0 60000 65536"/>
                  <a:gd name="T7" fmla="*/ 0 60000 65536"/>
                  <a:gd name="T8" fmla="*/ 0 60000 65536"/>
                  <a:gd name="T9" fmla="*/ 0 w 20"/>
                  <a:gd name="T10" fmla="*/ 0 h 20"/>
                  <a:gd name="T11" fmla="*/ 20 w 20"/>
                  <a:gd name="T12" fmla="*/ 20 h 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" h="20">
                    <a:moveTo>
                      <a:pt x="0" y="20"/>
                    </a:moveTo>
                    <a:lnTo>
                      <a:pt x="19" y="0"/>
                    </a:lnTo>
                    <a:lnTo>
                      <a:pt x="20" y="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52" name="Freeform 137"/>
              <p:cNvSpPr>
                <a:spLocks/>
              </p:cNvSpPr>
              <p:nvPr/>
            </p:nvSpPr>
            <p:spPr bwMode="auto">
              <a:xfrm>
                <a:off x="3908" y="3335"/>
                <a:ext cx="16" cy="1"/>
              </a:xfrm>
              <a:custGeom>
                <a:avLst/>
                <a:gdLst>
                  <a:gd name="T0" fmla="*/ 0 w 47"/>
                  <a:gd name="T1" fmla="*/ 0 h 1"/>
                  <a:gd name="T2" fmla="*/ 5 w 47"/>
                  <a:gd name="T3" fmla="*/ 0 h 1"/>
                  <a:gd name="T4" fmla="*/ 5 w 47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7"/>
                  <a:gd name="T10" fmla="*/ 0 h 1"/>
                  <a:gd name="T11" fmla="*/ 47 w 47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7" h="1">
                    <a:moveTo>
                      <a:pt x="0" y="0"/>
                    </a:moveTo>
                    <a:lnTo>
                      <a:pt x="46" y="0"/>
                    </a:lnTo>
                    <a:lnTo>
                      <a:pt x="4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53" name="Freeform 138"/>
              <p:cNvSpPr>
                <a:spLocks/>
              </p:cNvSpPr>
              <p:nvPr/>
            </p:nvSpPr>
            <p:spPr bwMode="auto">
              <a:xfrm>
                <a:off x="3961" y="3335"/>
                <a:ext cx="427" cy="1"/>
              </a:xfrm>
              <a:custGeom>
                <a:avLst/>
                <a:gdLst>
                  <a:gd name="T0" fmla="*/ 0 w 1279"/>
                  <a:gd name="T1" fmla="*/ 0 h 1"/>
                  <a:gd name="T2" fmla="*/ 142 w 1279"/>
                  <a:gd name="T3" fmla="*/ 0 h 1"/>
                  <a:gd name="T4" fmla="*/ 143 w 127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279"/>
                  <a:gd name="T10" fmla="*/ 0 h 1"/>
                  <a:gd name="T11" fmla="*/ 1279 w 127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79" h="1">
                    <a:moveTo>
                      <a:pt x="0" y="0"/>
                    </a:moveTo>
                    <a:lnTo>
                      <a:pt x="1277" y="0"/>
                    </a:lnTo>
                    <a:lnTo>
                      <a:pt x="127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54" name="Freeform 139"/>
              <p:cNvSpPr>
                <a:spLocks/>
              </p:cNvSpPr>
              <p:nvPr/>
            </p:nvSpPr>
            <p:spPr bwMode="auto">
              <a:xfrm>
                <a:off x="4428" y="3335"/>
                <a:ext cx="12" cy="1"/>
              </a:xfrm>
              <a:custGeom>
                <a:avLst/>
                <a:gdLst>
                  <a:gd name="T0" fmla="*/ 0 w 36"/>
                  <a:gd name="T1" fmla="*/ 0 h 1"/>
                  <a:gd name="T2" fmla="*/ 4 w 36"/>
                  <a:gd name="T3" fmla="*/ 0 h 1"/>
                  <a:gd name="T4" fmla="*/ 4 w 3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6"/>
                  <a:gd name="T10" fmla="*/ 0 h 1"/>
                  <a:gd name="T11" fmla="*/ 36 w 3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6" h="1">
                    <a:moveTo>
                      <a:pt x="0" y="0"/>
                    </a:moveTo>
                    <a:lnTo>
                      <a:pt x="35" y="0"/>
                    </a:lnTo>
                    <a:lnTo>
                      <a:pt x="3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55" name="Freeform 140"/>
              <p:cNvSpPr>
                <a:spLocks/>
              </p:cNvSpPr>
              <p:nvPr/>
            </p:nvSpPr>
            <p:spPr bwMode="auto">
              <a:xfrm>
                <a:off x="4474" y="3335"/>
                <a:ext cx="287" cy="1"/>
              </a:xfrm>
              <a:custGeom>
                <a:avLst/>
                <a:gdLst>
                  <a:gd name="T0" fmla="*/ 0 w 861"/>
                  <a:gd name="T1" fmla="*/ 0 h 1"/>
                  <a:gd name="T2" fmla="*/ 96 w 861"/>
                  <a:gd name="T3" fmla="*/ 0 h 1"/>
                  <a:gd name="T4" fmla="*/ 96 w 86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861"/>
                  <a:gd name="T10" fmla="*/ 0 h 1"/>
                  <a:gd name="T11" fmla="*/ 861 w 86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61" h="1">
                    <a:moveTo>
                      <a:pt x="0" y="0"/>
                    </a:moveTo>
                    <a:lnTo>
                      <a:pt x="860" y="0"/>
                    </a:lnTo>
                    <a:lnTo>
                      <a:pt x="86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56" name="Freeform 141"/>
              <p:cNvSpPr>
                <a:spLocks/>
              </p:cNvSpPr>
              <p:nvPr/>
            </p:nvSpPr>
            <p:spPr bwMode="auto">
              <a:xfrm>
                <a:off x="4299" y="3710"/>
                <a:ext cx="1" cy="183"/>
              </a:xfrm>
              <a:custGeom>
                <a:avLst/>
                <a:gdLst>
                  <a:gd name="T0" fmla="*/ 0 w 1"/>
                  <a:gd name="T1" fmla="*/ 0 h 549"/>
                  <a:gd name="T2" fmla="*/ 0 w 1"/>
                  <a:gd name="T3" fmla="*/ 61 h 549"/>
                  <a:gd name="T4" fmla="*/ 1 w 1"/>
                  <a:gd name="T5" fmla="*/ 61 h 54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49"/>
                  <a:gd name="T11" fmla="*/ 1 w 1"/>
                  <a:gd name="T12" fmla="*/ 549 h 54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49">
                    <a:moveTo>
                      <a:pt x="0" y="0"/>
                    </a:moveTo>
                    <a:lnTo>
                      <a:pt x="0" y="549"/>
                    </a:lnTo>
                    <a:lnTo>
                      <a:pt x="1" y="54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57" name="Freeform 142"/>
              <p:cNvSpPr>
                <a:spLocks/>
              </p:cNvSpPr>
              <p:nvPr/>
            </p:nvSpPr>
            <p:spPr bwMode="auto">
              <a:xfrm>
                <a:off x="4299" y="3668"/>
                <a:ext cx="1" cy="12"/>
              </a:xfrm>
              <a:custGeom>
                <a:avLst/>
                <a:gdLst>
                  <a:gd name="T0" fmla="*/ 0 w 1"/>
                  <a:gd name="T1" fmla="*/ 0 h 34"/>
                  <a:gd name="T2" fmla="*/ 0 w 1"/>
                  <a:gd name="T3" fmla="*/ 4 h 34"/>
                  <a:gd name="T4" fmla="*/ 1 w 1"/>
                  <a:gd name="T5" fmla="*/ 4 h 34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4"/>
                  <a:gd name="T11" fmla="*/ 1 w 1"/>
                  <a:gd name="T12" fmla="*/ 34 h 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4">
                    <a:moveTo>
                      <a:pt x="0" y="0"/>
                    </a:moveTo>
                    <a:lnTo>
                      <a:pt x="0" y="34"/>
                    </a:lnTo>
                    <a:lnTo>
                      <a:pt x="1" y="34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Group 143"/>
          <p:cNvGrpSpPr>
            <a:grpSpLocks/>
          </p:cNvGrpSpPr>
          <p:nvPr/>
        </p:nvGrpSpPr>
        <p:grpSpPr bwMode="auto">
          <a:xfrm>
            <a:off x="1795463" y="4198938"/>
            <a:ext cx="3709987" cy="2332037"/>
            <a:chOff x="1131" y="2645"/>
            <a:chExt cx="2337" cy="1469"/>
          </a:xfrm>
        </p:grpSpPr>
        <p:grpSp>
          <p:nvGrpSpPr>
            <p:cNvPr id="11303" name="Group 144"/>
            <p:cNvGrpSpPr>
              <a:grpSpLocks/>
            </p:cNvGrpSpPr>
            <p:nvPr/>
          </p:nvGrpSpPr>
          <p:grpSpPr bwMode="auto">
            <a:xfrm>
              <a:off x="2351" y="2711"/>
              <a:ext cx="1117" cy="1173"/>
              <a:chOff x="3501" y="1078"/>
              <a:chExt cx="1117" cy="1173"/>
            </a:xfrm>
          </p:grpSpPr>
          <p:sp>
            <p:nvSpPr>
              <p:cNvPr id="11347" name="Freeform 145"/>
              <p:cNvSpPr>
                <a:spLocks/>
              </p:cNvSpPr>
              <p:nvPr/>
            </p:nvSpPr>
            <p:spPr bwMode="auto">
              <a:xfrm>
                <a:off x="4523" y="1391"/>
                <a:ext cx="1" cy="604"/>
              </a:xfrm>
              <a:custGeom>
                <a:avLst/>
                <a:gdLst>
                  <a:gd name="T0" fmla="*/ 0 w 1"/>
                  <a:gd name="T1" fmla="*/ 0 h 1811"/>
                  <a:gd name="T2" fmla="*/ 0 w 1"/>
                  <a:gd name="T3" fmla="*/ 201 h 1811"/>
                  <a:gd name="T4" fmla="*/ 1 w 1"/>
                  <a:gd name="T5" fmla="*/ 201 h 181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811"/>
                  <a:gd name="T11" fmla="*/ 1 w 1"/>
                  <a:gd name="T12" fmla="*/ 1811 h 181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811">
                    <a:moveTo>
                      <a:pt x="0" y="0"/>
                    </a:moveTo>
                    <a:lnTo>
                      <a:pt x="0" y="1811"/>
                    </a:lnTo>
                    <a:lnTo>
                      <a:pt x="1" y="181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48" name="Freeform 146"/>
              <p:cNvSpPr>
                <a:spLocks/>
              </p:cNvSpPr>
              <p:nvPr/>
            </p:nvSpPr>
            <p:spPr bwMode="auto">
              <a:xfrm>
                <a:off x="3611" y="1262"/>
                <a:ext cx="1" cy="862"/>
              </a:xfrm>
              <a:custGeom>
                <a:avLst/>
                <a:gdLst>
                  <a:gd name="T0" fmla="*/ 0 w 1"/>
                  <a:gd name="T1" fmla="*/ 0 h 2587"/>
                  <a:gd name="T2" fmla="*/ 0 w 1"/>
                  <a:gd name="T3" fmla="*/ 287 h 2587"/>
                  <a:gd name="T4" fmla="*/ 1 w 1"/>
                  <a:gd name="T5" fmla="*/ 287 h 258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587"/>
                  <a:gd name="T11" fmla="*/ 1 w 1"/>
                  <a:gd name="T12" fmla="*/ 2587 h 258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587">
                    <a:moveTo>
                      <a:pt x="0" y="0"/>
                    </a:moveTo>
                    <a:lnTo>
                      <a:pt x="0" y="2587"/>
                    </a:lnTo>
                    <a:lnTo>
                      <a:pt x="1" y="2587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49" name="Freeform 147"/>
              <p:cNvSpPr>
                <a:spLocks/>
              </p:cNvSpPr>
              <p:nvPr/>
            </p:nvSpPr>
            <p:spPr bwMode="auto">
              <a:xfrm>
                <a:off x="4098" y="1854"/>
                <a:ext cx="129" cy="11"/>
              </a:xfrm>
              <a:custGeom>
                <a:avLst/>
                <a:gdLst>
                  <a:gd name="T0" fmla="*/ 129 w 129"/>
                  <a:gd name="T1" fmla="*/ 11 h 11"/>
                  <a:gd name="T2" fmla="*/ 72 w 129"/>
                  <a:gd name="T3" fmla="*/ 0 h 11"/>
                  <a:gd name="T4" fmla="*/ 0 w 129"/>
                  <a:gd name="T5" fmla="*/ 11 h 11"/>
                  <a:gd name="T6" fmla="*/ 0 w 129"/>
                  <a:gd name="T7" fmla="*/ 11 h 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29"/>
                  <a:gd name="T13" fmla="*/ 0 h 11"/>
                  <a:gd name="T14" fmla="*/ 129 w 129"/>
                  <a:gd name="T15" fmla="*/ 11 h 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29" h="11">
                    <a:moveTo>
                      <a:pt x="129" y="11"/>
                    </a:moveTo>
                    <a:lnTo>
                      <a:pt x="72" y="0"/>
                    </a:lnTo>
                    <a:lnTo>
                      <a:pt x="0" y="1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50" name="Freeform 148"/>
              <p:cNvSpPr>
                <a:spLocks/>
              </p:cNvSpPr>
              <p:nvPr/>
            </p:nvSpPr>
            <p:spPr bwMode="auto">
              <a:xfrm>
                <a:off x="3611" y="1520"/>
                <a:ext cx="912" cy="1"/>
              </a:xfrm>
              <a:custGeom>
                <a:avLst/>
                <a:gdLst>
                  <a:gd name="T0" fmla="*/ 0 w 2738"/>
                  <a:gd name="T1" fmla="*/ 0 h 1"/>
                  <a:gd name="T2" fmla="*/ 304 w 2738"/>
                  <a:gd name="T3" fmla="*/ 0 h 1"/>
                  <a:gd name="T4" fmla="*/ 304 w 273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738"/>
                  <a:gd name="T10" fmla="*/ 0 h 1"/>
                  <a:gd name="T11" fmla="*/ 2738 w 273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738" h="1">
                    <a:moveTo>
                      <a:pt x="0" y="0"/>
                    </a:moveTo>
                    <a:lnTo>
                      <a:pt x="2737" y="0"/>
                    </a:lnTo>
                    <a:lnTo>
                      <a:pt x="2738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51" name="Freeform 149"/>
              <p:cNvSpPr>
                <a:spLocks/>
              </p:cNvSpPr>
              <p:nvPr/>
            </p:nvSpPr>
            <p:spPr bwMode="auto">
              <a:xfrm>
                <a:off x="3894" y="2172"/>
                <a:ext cx="537" cy="1"/>
              </a:xfrm>
              <a:custGeom>
                <a:avLst/>
                <a:gdLst>
                  <a:gd name="T0" fmla="*/ 0 w 1612"/>
                  <a:gd name="T1" fmla="*/ 0 h 1"/>
                  <a:gd name="T2" fmla="*/ 179 w 1612"/>
                  <a:gd name="T3" fmla="*/ 0 h 1"/>
                  <a:gd name="T4" fmla="*/ 179 w 161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612"/>
                  <a:gd name="T10" fmla="*/ 0 h 1"/>
                  <a:gd name="T11" fmla="*/ 1612 w 161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12" h="1">
                    <a:moveTo>
                      <a:pt x="0" y="0"/>
                    </a:moveTo>
                    <a:lnTo>
                      <a:pt x="1611" y="0"/>
                    </a:lnTo>
                    <a:lnTo>
                      <a:pt x="161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52" name="Freeform 150"/>
              <p:cNvSpPr>
                <a:spLocks/>
              </p:cNvSpPr>
              <p:nvPr/>
            </p:nvSpPr>
            <p:spPr bwMode="auto">
              <a:xfrm>
                <a:off x="4098" y="1865"/>
                <a:ext cx="1" cy="307"/>
              </a:xfrm>
              <a:custGeom>
                <a:avLst/>
                <a:gdLst>
                  <a:gd name="T0" fmla="*/ 0 w 1"/>
                  <a:gd name="T1" fmla="*/ 0 h 919"/>
                  <a:gd name="T2" fmla="*/ 0 w 1"/>
                  <a:gd name="T3" fmla="*/ 103 h 919"/>
                  <a:gd name="T4" fmla="*/ 1 w 1"/>
                  <a:gd name="T5" fmla="*/ 103 h 91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919"/>
                  <a:gd name="T11" fmla="*/ 1 w 1"/>
                  <a:gd name="T12" fmla="*/ 919 h 9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919">
                    <a:moveTo>
                      <a:pt x="0" y="0"/>
                    </a:moveTo>
                    <a:lnTo>
                      <a:pt x="0" y="919"/>
                    </a:lnTo>
                    <a:lnTo>
                      <a:pt x="1" y="91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53" name="Freeform 151"/>
              <p:cNvSpPr>
                <a:spLocks/>
              </p:cNvSpPr>
              <p:nvPr/>
            </p:nvSpPr>
            <p:spPr bwMode="auto">
              <a:xfrm>
                <a:off x="3736" y="1998"/>
                <a:ext cx="2" cy="126"/>
              </a:xfrm>
              <a:custGeom>
                <a:avLst/>
                <a:gdLst>
                  <a:gd name="T0" fmla="*/ 2 w 2"/>
                  <a:gd name="T1" fmla="*/ 0 h 126"/>
                  <a:gd name="T2" fmla="*/ 0 w 2"/>
                  <a:gd name="T3" fmla="*/ 126 h 126"/>
                  <a:gd name="T4" fmla="*/ 1 w 2"/>
                  <a:gd name="T5" fmla="*/ 126 h 126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26"/>
                  <a:gd name="T11" fmla="*/ 2 w 2"/>
                  <a:gd name="T12" fmla="*/ 126 h 12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26">
                    <a:moveTo>
                      <a:pt x="2" y="0"/>
                    </a:moveTo>
                    <a:lnTo>
                      <a:pt x="0" y="126"/>
                    </a:lnTo>
                    <a:lnTo>
                      <a:pt x="1" y="126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54" name="Freeform 152"/>
              <p:cNvSpPr>
                <a:spLocks/>
              </p:cNvSpPr>
              <p:nvPr/>
            </p:nvSpPr>
            <p:spPr bwMode="auto">
              <a:xfrm>
                <a:off x="4163" y="1783"/>
                <a:ext cx="1" cy="187"/>
              </a:xfrm>
              <a:custGeom>
                <a:avLst/>
                <a:gdLst>
                  <a:gd name="T0" fmla="*/ 0 w 1"/>
                  <a:gd name="T1" fmla="*/ 0 h 561"/>
                  <a:gd name="T2" fmla="*/ 0 w 1"/>
                  <a:gd name="T3" fmla="*/ 62 h 561"/>
                  <a:gd name="T4" fmla="*/ 1 w 1"/>
                  <a:gd name="T5" fmla="*/ 62 h 56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61"/>
                  <a:gd name="T11" fmla="*/ 1 w 1"/>
                  <a:gd name="T12" fmla="*/ 561 h 56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61">
                    <a:moveTo>
                      <a:pt x="0" y="0"/>
                    </a:moveTo>
                    <a:lnTo>
                      <a:pt x="0" y="561"/>
                    </a:lnTo>
                    <a:lnTo>
                      <a:pt x="1" y="56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55" name="Freeform 153"/>
              <p:cNvSpPr>
                <a:spLocks/>
              </p:cNvSpPr>
              <p:nvPr/>
            </p:nvSpPr>
            <p:spPr bwMode="auto">
              <a:xfrm>
                <a:off x="3894" y="2086"/>
                <a:ext cx="1" cy="86"/>
              </a:xfrm>
              <a:custGeom>
                <a:avLst/>
                <a:gdLst>
                  <a:gd name="T0" fmla="*/ 0 w 1"/>
                  <a:gd name="T1" fmla="*/ 0 h 257"/>
                  <a:gd name="T2" fmla="*/ 0 w 1"/>
                  <a:gd name="T3" fmla="*/ 29 h 257"/>
                  <a:gd name="T4" fmla="*/ 1 w 1"/>
                  <a:gd name="T5" fmla="*/ 29 h 25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57"/>
                  <a:gd name="T11" fmla="*/ 1 w 1"/>
                  <a:gd name="T12" fmla="*/ 257 h 2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57">
                    <a:moveTo>
                      <a:pt x="0" y="0"/>
                    </a:moveTo>
                    <a:lnTo>
                      <a:pt x="0" y="257"/>
                    </a:lnTo>
                    <a:lnTo>
                      <a:pt x="1" y="257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56" name="Freeform 154"/>
              <p:cNvSpPr>
                <a:spLocks/>
              </p:cNvSpPr>
              <p:nvPr/>
            </p:nvSpPr>
            <p:spPr bwMode="auto">
              <a:xfrm>
                <a:off x="3611" y="1865"/>
                <a:ext cx="487" cy="1"/>
              </a:xfrm>
              <a:custGeom>
                <a:avLst/>
                <a:gdLst>
                  <a:gd name="T0" fmla="*/ 0 w 1462"/>
                  <a:gd name="T1" fmla="*/ 0 h 1"/>
                  <a:gd name="T2" fmla="*/ 162 w 1462"/>
                  <a:gd name="T3" fmla="*/ 0 h 1"/>
                  <a:gd name="T4" fmla="*/ 162 w 146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462"/>
                  <a:gd name="T10" fmla="*/ 0 h 1"/>
                  <a:gd name="T11" fmla="*/ 1462 w 146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62" h="1">
                    <a:moveTo>
                      <a:pt x="0" y="0"/>
                    </a:moveTo>
                    <a:lnTo>
                      <a:pt x="1461" y="0"/>
                    </a:lnTo>
                    <a:lnTo>
                      <a:pt x="146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57" name="Freeform 155"/>
              <p:cNvSpPr>
                <a:spLocks/>
              </p:cNvSpPr>
              <p:nvPr/>
            </p:nvSpPr>
            <p:spPr bwMode="auto">
              <a:xfrm>
                <a:off x="3894" y="2086"/>
                <a:ext cx="126" cy="2"/>
              </a:xfrm>
              <a:custGeom>
                <a:avLst/>
                <a:gdLst>
                  <a:gd name="T0" fmla="*/ 0 w 126"/>
                  <a:gd name="T1" fmla="*/ 0 h 2"/>
                  <a:gd name="T2" fmla="*/ 126 w 126"/>
                  <a:gd name="T3" fmla="*/ 2 h 2"/>
                  <a:gd name="T4" fmla="*/ 0 60000 65536"/>
                  <a:gd name="T5" fmla="*/ 0 60000 65536"/>
                  <a:gd name="T6" fmla="*/ 0 w 126"/>
                  <a:gd name="T7" fmla="*/ 0 h 2"/>
                  <a:gd name="T8" fmla="*/ 126 w 126"/>
                  <a:gd name="T9" fmla="*/ 2 h 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6" h="2">
                    <a:moveTo>
                      <a:pt x="0" y="0"/>
                    </a:moveTo>
                    <a:lnTo>
                      <a:pt x="126" y="2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58" name="Freeform 156"/>
              <p:cNvSpPr>
                <a:spLocks/>
              </p:cNvSpPr>
              <p:nvPr/>
            </p:nvSpPr>
            <p:spPr bwMode="auto">
              <a:xfrm>
                <a:off x="3746" y="1992"/>
                <a:ext cx="268" cy="3"/>
              </a:xfrm>
              <a:custGeom>
                <a:avLst/>
                <a:gdLst>
                  <a:gd name="T0" fmla="*/ 0 w 268"/>
                  <a:gd name="T1" fmla="*/ 3 h 3"/>
                  <a:gd name="T2" fmla="*/ 268 w 268"/>
                  <a:gd name="T3" fmla="*/ 0 h 3"/>
                  <a:gd name="T4" fmla="*/ 0 60000 65536"/>
                  <a:gd name="T5" fmla="*/ 0 60000 65536"/>
                  <a:gd name="T6" fmla="*/ 0 w 268"/>
                  <a:gd name="T7" fmla="*/ 0 h 3"/>
                  <a:gd name="T8" fmla="*/ 268 w 268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68" h="3">
                    <a:moveTo>
                      <a:pt x="0" y="3"/>
                    </a:moveTo>
                    <a:lnTo>
                      <a:pt x="268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59" name="Freeform 157"/>
              <p:cNvSpPr>
                <a:spLocks/>
              </p:cNvSpPr>
              <p:nvPr/>
            </p:nvSpPr>
            <p:spPr bwMode="auto">
              <a:xfrm>
                <a:off x="4014" y="1992"/>
                <a:ext cx="1" cy="96"/>
              </a:xfrm>
              <a:custGeom>
                <a:avLst/>
                <a:gdLst>
                  <a:gd name="T0" fmla="*/ 0 w 1"/>
                  <a:gd name="T1" fmla="*/ 0 h 96"/>
                  <a:gd name="T2" fmla="*/ 0 w 1"/>
                  <a:gd name="T3" fmla="*/ 96 h 96"/>
                  <a:gd name="T4" fmla="*/ 0 60000 65536"/>
                  <a:gd name="T5" fmla="*/ 0 60000 65536"/>
                  <a:gd name="T6" fmla="*/ 0 w 1"/>
                  <a:gd name="T7" fmla="*/ 0 h 96"/>
                  <a:gd name="T8" fmla="*/ 1 w 1"/>
                  <a:gd name="T9" fmla="*/ 96 h 9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96">
                    <a:moveTo>
                      <a:pt x="0" y="0"/>
                    </a:moveTo>
                    <a:lnTo>
                      <a:pt x="0" y="96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60" name="Freeform 158"/>
              <p:cNvSpPr>
                <a:spLocks/>
              </p:cNvSpPr>
              <p:nvPr/>
            </p:nvSpPr>
            <p:spPr bwMode="auto">
              <a:xfrm>
                <a:off x="4227" y="1865"/>
                <a:ext cx="1" cy="307"/>
              </a:xfrm>
              <a:custGeom>
                <a:avLst/>
                <a:gdLst>
                  <a:gd name="T0" fmla="*/ 0 w 1"/>
                  <a:gd name="T1" fmla="*/ 0 h 919"/>
                  <a:gd name="T2" fmla="*/ 0 w 1"/>
                  <a:gd name="T3" fmla="*/ 103 h 919"/>
                  <a:gd name="T4" fmla="*/ 1 w 1"/>
                  <a:gd name="T5" fmla="*/ 103 h 91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919"/>
                  <a:gd name="T11" fmla="*/ 1 w 1"/>
                  <a:gd name="T12" fmla="*/ 919 h 9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919">
                    <a:moveTo>
                      <a:pt x="0" y="0"/>
                    </a:moveTo>
                    <a:lnTo>
                      <a:pt x="0" y="919"/>
                    </a:lnTo>
                    <a:lnTo>
                      <a:pt x="1" y="91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61" name="Freeform 159"/>
              <p:cNvSpPr>
                <a:spLocks/>
              </p:cNvSpPr>
              <p:nvPr/>
            </p:nvSpPr>
            <p:spPr bwMode="auto">
              <a:xfrm>
                <a:off x="4431" y="2086"/>
                <a:ext cx="1" cy="86"/>
              </a:xfrm>
              <a:custGeom>
                <a:avLst/>
                <a:gdLst>
                  <a:gd name="T0" fmla="*/ 0 w 1"/>
                  <a:gd name="T1" fmla="*/ 0 h 257"/>
                  <a:gd name="T2" fmla="*/ 0 w 1"/>
                  <a:gd name="T3" fmla="*/ 29 h 257"/>
                  <a:gd name="T4" fmla="*/ 1 w 1"/>
                  <a:gd name="T5" fmla="*/ 29 h 25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57"/>
                  <a:gd name="T11" fmla="*/ 1 w 1"/>
                  <a:gd name="T12" fmla="*/ 257 h 2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57">
                    <a:moveTo>
                      <a:pt x="0" y="0"/>
                    </a:moveTo>
                    <a:lnTo>
                      <a:pt x="0" y="257"/>
                    </a:lnTo>
                    <a:lnTo>
                      <a:pt x="1" y="257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62" name="Freeform 160"/>
              <p:cNvSpPr>
                <a:spLocks/>
              </p:cNvSpPr>
              <p:nvPr/>
            </p:nvSpPr>
            <p:spPr bwMode="auto">
              <a:xfrm>
                <a:off x="4227" y="1865"/>
                <a:ext cx="296" cy="1"/>
              </a:xfrm>
              <a:custGeom>
                <a:avLst/>
                <a:gdLst>
                  <a:gd name="T0" fmla="*/ 0 w 889"/>
                  <a:gd name="T1" fmla="*/ 0 h 1"/>
                  <a:gd name="T2" fmla="*/ 99 w 889"/>
                  <a:gd name="T3" fmla="*/ 0 h 1"/>
                  <a:gd name="T4" fmla="*/ 99 w 88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889"/>
                  <a:gd name="T10" fmla="*/ 0 h 1"/>
                  <a:gd name="T11" fmla="*/ 889 w 88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89" h="1">
                    <a:moveTo>
                      <a:pt x="0" y="0"/>
                    </a:moveTo>
                    <a:lnTo>
                      <a:pt x="888" y="0"/>
                    </a:lnTo>
                    <a:lnTo>
                      <a:pt x="889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63" name="Freeform 161"/>
              <p:cNvSpPr>
                <a:spLocks/>
              </p:cNvSpPr>
              <p:nvPr/>
            </p:nvSpPr>
            <p:spPr bwMode="auto">
              <a:xfrm>
                <a:off x="4320" y="1992"/>
                <a:ext cx="203" cy="3"/>
              </a:xfrm>
              <a:custGeom>
                <a:avLst/>
                <a:gdLst>
                  <a:gd name="T0" fmla="*/ 0 w 203"/>
                  <a:gd name="T1" fmla="*/ 0 h 3"/>
                  <a:gd name="T2" fmla="*/ 203 w 203"/>
                  <a:gd name="T3" fmla="*/ 3 h 3"/>
                  <a:gd name="T4" fmla="*/ 203 w 203"/>
                  <a:gd name="T5" fmla="*/ 3 h 3"/>
                  <a:gd name="T6" fmla="*/ 0 60000 65536"/>
                  <a:gd name="T7" fmla="*/ 0 60000 65536"/>
                  <a:gd name="T8" fmla="*/ 0 60000 65536"/>
                  <a:gd name="T9" fmla="*/ 0 w 203"/>
                  <a:gd name="T10" fmla="*/ 0 h 3"/>
                  <a:gd name="T11" fmla="*/ 203 w 203"/>
                  <a:gd name="T12" fmla="*/ 3 h 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3" h="3">
                    <a:moveTo>
                      <a:pt x="0" y="0"/>
                    </a:moveTo>
                    <a:lnTo>
                      <a:pt x="203" y="3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64" name="Freeform 162"/>
              <p:cNvSpPr>
                <a:spLocks/>
              </p:cNvSpPr>
              <p:nvPr/>
            </p:nvSpPr>
            <p:spPr bwMode="auto">
              <a:xfrm>
                <a:off x="4314" y="2086"/>
                <a:ext cx="117" cy="2"/>
              </a:xfrm>
              <a:custGeom>
                <a:avLst/>
                <a:gdLst>
                  <a:gd name="T0" fmla="*/ 0 w 117"/>
                  <a:gd name="T1" fmla="*/ 2 h 2"/>
                  <a:gd name="T2" fmla="*/ 117 w 117"/>
                  <a:gd name="T3" fmla="*/ 0 h 2"/>
                  <a:gd name="T4" fmla="*/ 117 w 117"/>
                  <a:gd name="T5" fmla="*/ 0 h 2"/>
                  <a:gd name="T6" fmla="*/ 0 60000 65536"/>
                  <a:gd name="T7" fmla="*/ 0 60000 65536"/>
                  <a:gd name="T8" fmla="*/ 0 60000 65536"/>
                  <a:gd name="T9" fmla="*/ 0 w 117"/>
                  <a:gd name="T10" fmla="*/ 0 h 2"/>
                  <a:gd name="T11" fmla="*/ 117 w 117"/>
                  <a:gd name="T12" fmla="*/ 2 h 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7" h="2">
                    <a:moveTo>
                      <a:pt x="0" y="2"/>
                    </a:moveTo>
                    <a:lnTo>
                      <a:pt x="117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65" name="Freeform 163"/>
              <p:cNvSpPr>
                <a:spLocks/>
              </p:cNvSpPr>
              <p:nvPr/>
            </p:nvSpPr>
            <p:spPr bwMode="auto">
              <a:xfrm>
                <a:off x="4313" y="1998"/>
                <a:ext cx="1" cy="90"/>
              </a:xfrm>
              <a:custGeom>
                <a:avLst/>
                <a:gdLst>
                  <a:gd name="T0" fmla="*/ 0 w 1"/>
                  <a:gd name="T1" fmla="*/ 0 h 90"/>
                  <a:gd name="T2" fmla="*/ 1 w 1"/>
                  <a:gd name="T3" fmla="*/ 90 h 90"/>
                  <a:gd name="T4" fmla="*/ 0 60000 65536"/>
                  <a:gd name="T5" fmla="*/ 0 60000 65536"/>
                  <a:gd name="T6" fmla="*/ 0 w 1"/>
                  <a:gd name="T7" fmla="*/ 0 h 90"/>
                  <a:gd name="T8" fmla="*/ 1 w 1"/>
                  <a:gd name="T9" fmla="*/ 90 h 9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90">
                    <a:moveTo>
                      <a:pt x="0" y="0"/>
                    </a:moveTo>
                    <a:lnTo>
                      <a:pt x="1" y="9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66" name="Freeform 164"/>
              <p:cNvSpPr>
                <a:spLocks/>
              </p:cNvSpPr>
              <p:nvPr/>
            </p:nvSpPr>
            <p:spPr bwMode="auto">
              <a:xfrm>
                <a:off x="3738" y="1391"/>
                <a:ext cx="785" cy="1"/>
              </a:xfrm>
              <a:custGeom>
                <a:avLst/>
                <a:gdLst>
                  <a:gd name="T0" fmla="*/ 0 w 785"/>
                  <a:gd name="T1" fmla="*/ 1 h 1"/>
                  <a:gd name="T2" fmla="*/ 785 w 785"/>
                  <a:gd name="T3" fmla="*/ 0 h 1"/>
                  <a:gd name="T4" fmla="*/ 785 w 78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85"/>
                  <a:gd name="T10" fmla="*/ 0 h 1"/>
                  <a:gd name="T11" fmla="*/ 785 w 78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85" h="1">
                    <a:moveTo>
                      <a:pt x="0" y="1"/>
                    </a:moveTo>
                    <a:lnTo>
                      <a:pt x="785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67" name="Freeform 165"/>
              <p:cNvSpPr>
                <a:spLocks/>
              </p:cNvSpPr>
              <p:nvPr/>
            </p:nvSpPr>
            <p:spPr bwMode="auto">
              <a:xfrm>
                <a:off x="3611" y="1262"/>
                <a:ext cx="126" cy="1"/>
              </a:xfrm>
              <a:custGeom>
                <a:avLst/>
                <a:gdLst>
                  <a:gd name="T0" fmla="*/ 0 w 378"/>
                  <a:gd name="T1" fmla="*/ 0 h 1"/>
                  <a:gd name="T2" fmla="*/ 42 w 378"/>
                  <a:gd name="T3" fmla="*/ 0 h 1"/>
                  <a:gd name="T4" fmla="*/ 42 w 37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78"/>
                  <a:gd name="T10" fmla="*/ 0 h 1"/>
                  <a:gd name="T11" fmla="*/ 378 w 37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8" h="1">
                    <a:moveTo>
                      <a:pt x="0" y="0"/>
                    </a:moveTo>
                    <a:lnTo>
                      <a:pt x="377" y="0"/>
                    </a:lnTo>
                    <a:lnTo>
                      <a:pt x="378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68" name="Freeform 166"/>
              <p:cNvSpPr>
                <a:spLocks/>
              </p:cNvSpPr>
              <p:nvPr/>
            </p:nvSpPr>
            <p:spPr bwMode="auto">
              <a:xfrm>
                <a:off x="3736" y="1262"/>
                <a:ext cx="2" cy="130"/>
              </a:xfrm>
              <a:custGeom>
                <a:avLst/>
                <a:gdLst>
                  <a:gd name="T0" fmla="*/ 0 w 2"/>
                  <a:gd name="T1" fmla="*/ 0 h 130"/>
                  <a:gd name="T2" fmla="*/ 2 w 2"/>
                  <a:gd name="T3" fmla="*/ 130 h 130"/>
                  <a:gd name="T4" fmla="*/ 0 60000 65536"/>
                  <a:gd name="T5" fmla="*/ 0 60000 65536"/>
                  <a:gd name="T6" fmla="*/ 0 w 2"/>
                  <a:gd name="T7" fmla="*/ 0 h 130"/>
                  <a:gd name="T8" fmla="*/ 2 w 2"/>
                  <a:gd name="T9" fmla="*/ 130 h 13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" h="130">
                    <a:moveTo>
                      <a:pt x="0" y="0"/>
                    </a:moveTo>
                    <a:lnTo>
                      <a:pt x="2" y="13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69" name="Freeform 167"/>
              <p:cNvSpPr>
                <a:spLocks/>
              </p:cNvSpPr>
              <p:nvPr/>
            </p:nvSpPr>
            <p:spPr bwMode="auto">
              <a:xfrm>
                <a:off x="3611" y="2124"/>
                <a:ext cx="126" cy="1"/>
              </a:xfrm>
              <a:custGeom>
                <a:avLst/>
                <a:gdLst>
                  <a:gd name="T0" fmla="*/ 0 w 378"/>
                  <a:gd name="T1" fmla="*/ 0 h 1"/>
                  <a:gd name="T2" fmla="*/ 42 w 378"/>
                  <a:gd name="T3" fmla="*/ 0 h 1"/>
                  <a:gd name="T4" fmla="*/ 42 w 37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78"/>
                  <a:gd name="T10" fmla="*/ 0 h 1"/>
                  <a:gd name="T11" fmla="*/ 378 w 37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8" h="1">
                    <a:moveTo>
                      <a:pt x="0" y="0"/>
                    </a:moveTo>
                    <a:lnTo>
                      <a:pt x="377" y="0"/>
                    </a:lnTo>
                    <a:lnTo>
                      <a:pt x="378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70" name="Freeform 168"/>
              <p:cNvSpPr>
                <a:spLocks/>
              </p:cNvSpPr>
              <p:nvPr/>
            </p:nvSpPr>
            <p:spPr bwMode="auto">
              <a:xfrm>
                <a:off x="3501" y="1693"/>
                <a:ext cx="241" cy="1"/>
              </a:xfrm>
              <a:custGeom>
                <a:avLst/>
                <a:gdLst>
                  <a:gd name="T0" fmla="*/ 0 w 721"/>
                  <a:gd name="T1" fmla="*/ 0 h 1"/>
                  <a:gd name="T2" fmla="*/ 80 w 721"/>
                  <a:gd name="T3" fmla="*/ 0 h 1"/>
                  <a:gd name="T4" fmla="*/ 81 w 72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21"/>
                  <a:gd name="T10" fmla="*/ 0 h 1"/>
                  <a:gd name="T11" fmla="*/ 721 w 72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1" h="1">
                    <a:moveTo>
                      <a:pt x="0" y="0"/>
                    </a:moveTo>
                    <a:lnTo>
                      <a:pt x="719" y="0"/>
                    </a:lnTo>
                    <a:lnTo>
                      <a:pt x="72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71" name="Freeform 169"/>
              <p:cNvSpPr>
                <a:spLocks/>
              </p:cNvSpPr>
              <p:nvPr/>
            </p:nvSpPr>
            <p:spPr bwMode="auto">
              <a:xfrm>
                <a:off x="3611" y="1262"/>
                <a:ext cx="73" cy="72"/>
              </a:xfrm>
              <a:custGeom>
                <a:avLst/>
                <a:gdLst>
                  <a:gd name="T0" fmla="*/ 0 w 219"/>
                  <a:gd name="T1" fmla="*/ 24 h 218"/>
                  <a:gd name="T2" fmla="*/ 24 w 219"/>
                  <a:gd name="T3" fmla="*/ 0 h 218"/>
                  <a:gd name="T4" fmla="*/ 24 w 219"/>
                  <a:gd name="T5" fmla="*/ 0 h 218"/>
                  <a:gd name="T6" fmla="*/ 0 60000 65536"/>
                  <a:gd name="T7" fmla="*/ 0 60000 65536"/>
                  <a:gd name="T8" fmla="*/ 0 60000 65536"/>
                  <a:gd name="T9" fmla="*/ 0 w 219"/>
                  <a:gd name="T10" fmla="*/ 0 h 218"/>
                  <a:gd name="T11" fmla="*/ 219 w 219"/>
                  <a:gd name="T12" fmla="*/ 218 h 2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9" h="218">
                    <a:moveTo>
                      <a:pt x="0" y="218"/>
                    </a:moveTo>
                    <a:lnTo>
                      <a:pt x="217" y="0"/>
                    </a:lnTo>
                    <a:lnTo>
                      <a:pt x="21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72" name="Freeform 170"/>
              <p:cNvSpPr>
                <a:spLocks/>
              </p:cNvSpPr>
              <p:nvPr/>
            </p:nvSpPr>
            <p:spPr bwMode="auto">
              <a:xfrm>
                <a:off x="3611" y="1325"/>
                <a:ext cx="126" cy="125"/>
              </a:xfrm>
              <a:custGeom>
                <a:avLst/>
                <a:gdLst>
                  <a:gd name="T0" fmla="*/ 0 w 378"/>
                  <a:gd name="T1" fmla="*/ 41 h 377"/>
                  <a:gd name="T2" fmla="*/ 42 w 378"/>
                  <a:gd name="T3" fmla="*/ 0 h 377"/>
                  <a:gd name="T4" fmla="*/ 42 w 378"/>
                  <a:gd name="T5" fmla="*/ 0 h 377"/>
                  <a:gd name="T6" fmla="*/ 0 60000 65536"/>
                  <a:gd name="T7" fmla="*/ 0 60000 65536"/>
                  <a:gd name="T8" fmla="*/ 0 60000 65536"/>
                  <a:gd name="T9" fmla="*/ 0 w 378"/>
                  <a:gd name="T10" fmla="*/ 0 h 377"/>
                  <a:gd name="T11" fmla="*/ 378 w 378"/>
                  <a:gd name="T12" fmla="*/ 377 h 37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8" h="377">
                    <a:moveTo>
                      <a:pt x="0" y="377"/>
                    </a:moveTo>
                    <a:lnTo>
                      <a:pt x="377" y="0"/>
                    </a:lnTo>
                    <a:lnTo>
                      <a:pt x="37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73" name="Freeform 171"/>
              <p:cNvSpPr>
                <a:spLocks/>
              </p:cNvSpPr>
              <p:nvPr/>
            </p:nvSpPr>
            <p:spPr bwMode="auto">
              <a:xfrm>
                <a:off x="3657" y="1391"/>
                <a:ext cx="130" cy="129"/>
              </a:xfrm>
              <a:custGeom>
                <a:avLst/>
                <a:gdLst>
                  <a:gd name="T0" fmla="*/ 0 w 389"/>
                  <a:gd name="T1" fmla="*/ 43 h 388"/>
                  <a:gd name="T2" fmla="*/ 43 w 389"/>
                  <a:gd name="T3" fmla="*/ 0 h 388"/>
                  <a:gd name="T4" fmla="*/ 43 w 389"/>
                  <a:gd name="T5" fmla="*/ 0 h 388"/>
                  <a:gd name="T6" fmla="*/ 0 60000 65536"/>
                  <a:gd name="T7" fmla="*/ 0 60000 65536"/>
                  <a:gd name="T8" fmla="*/ 0 60000 65536"/>
                  <a:gd name="T9" fmla="*/ 0 w 389"/>
                  <a:gd name="T10" fmla="*/ 0 h 388"/>
                  <a:gd name="T11" fmla="*/ 389 w 389"/>
                  <a:gd name="T12" fmla="*/ 388 h 3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9" h="388">
                    <a:moveTo>
                      <a:pt x="0" y="388"/>
                    </a:moveTo>
                    <a:lnTo>
                      <a:pt x="388" y="0"/>
                    </a:lnTo>
                    <a:lnTo>
                      <a:pt x="38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74" name="Freeform 172"/>
              <p:cNvSpPr>
                <a:spLocks/>
              </p:cNvSpPr>
              <p:nvPr/>
            </p:nvSpPr>
            <p:spPr bwMode="auto">
              <a:xfrm>
                <a:off x="3773" y="1391"/>
                <a:ext cx="130" cy="129"/>
              </a:xfrm>
              <a:custGeom>
                <a:avLst/>
                <a:gdLst>
                  <a:gd name="T0" fmla="*/ 0 w 389"/>
                  <a:gd name="T1" fmla="*/ 43 h 388"/>
                  <a:gd name="T2" fmla="*/ 43 w 389"/>
                  <a:gd name="T3" fmla="*/ 0 h 388"/>
                  <a:gd name="T4" fmla="*/ 43 w 389"/>
                  <a:gd name="T5" fmla="*/ 0 h 388"/>
                  <a:gd name="T6" fmla="*/ 0 60000 65536"/>
                  <a:gd name="T7" fmla="*/ 0 60000 65536"/>
                  <a:gd name="T8" fmla="*/ 0 60000 65536"/>
                  <a:gd name="T9" fmla="*/ 0 w 389"/>
                  <a:gd name="T10" fmla="*/ 0 h 388"/>
                  <a:gd name="T11" fmla="*/ 389 w 389"/>
                  <a:gd name="T12" fmla="*/ 388 h 3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9" h="388">
                    <a:moveTo>
                      <a:pt x="0" y="388"/>
                    </a:moveTo>
                    <a:lnTo>
                      <a:pt x="388" y="0"/>
                    </a:lnTo>
                    <a:lnTo>
                      <a:pt x="38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75" name="Freeform 173"/>
              <p:cNvSpPr>
                <a:spLocks/>
              </p:cNvSpPr>
              <p:nvPr/>
            </p:nvSpPr>
            <p:spPr bwMode="auto">
              <a:xfrm>
                <a:off x="3889" y="1391"/>
                <a:ext cx="130" cy="129"/>
              </a:xfrm>
              <a:custGeom>
                <a:avLst/>
                <a:gdLst>
                  <a:gd name="T0" fmla="*/ 0 w 389"/>
                  <a:gd name="T1" fmla="*/ 43 h 388"/>
                  <a:gd name="T2" fmla="*/ 43 w 389"/>
                  <a:gd name="T3" fmla="*/ 0 h 388"/>
                  <a:gd name="T4" fmla="*/ 43 w 389"/>
                  <a:gd name="T5" fmla="*/ 0 h 388"/>
                  <a:gd name="T6" fmla="*/ 0 60000 65536"/>
                  <a:gd name="T7" fmla="*/ 0 60000 65536"/>
                  <a:gd name="T8" fmla="*/ 0 60000 65536"/>
                  <a:gd name="T9" fmla="*/ 0 w 389"/>
                  <a:gd name="T10" fmla="*/ 0 h 388"/>
                  <a:gd name="T11" fmla="*/ 389 w 389"/>
                  <a:gd name="T12" fmla="*/ 388 h 3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9" h="388">
                    <a:moveTo>
                      <a:pt x="0" y="388"/>
                    </a:moveTo>
                    <a:lnTo>
                      <a:pt x="388" y="0"/>
                    </a:lnTo>
                    <a:lnTo>
                      <a:pt x="38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76" name="Freeform 174"/>
              <p:cNvSpPr>
                <a:spLocks/>
              </p:cNvSpPr>
              <p:nvPr/>
            </p:nvSpPr>
            <p:spPr bwMode="auto">
              <a:xfrm>
                <a:off x="3611" y="1865"/>
                <a:ext cx="50" cy="50"/>
              </a:xfrm>
              <a:custGeom>
                <a:avLst/>
                <a:gdLst>
                  <a:gd name="T0" fmla="*/ 0 w 150"/>
                  <a:gd name="T1" fmla="*/ 17 h 150"/>
                  <a:gd name="T2" fmla="*/ 17 w 150"/>
                  <a:gd name="T3" fmla="*/ 0 h 150"/>
                  <a:gd name="T4" fmla="*/ 17 w 150"/>
                  <a:gd name="T5" fmla="*/ 0 h 150"/>
                  <a:gd name="T6" fmla="*/ 0 60000 65536"/>
                  <a:gd name="T7" fmla="*/ 0 60000 65536"/>
                  <a:gd name="T8" fmla="*/ 0 60000 65536"/>
                  <a:gd name="T9" fmla="*/ 0 w 150"/>
                  <a:gd name="T10" fmla="*/ 0 h 150"/>
                  <a:gd name="T11" fmla="*/ 150 w 150"/>
                  <a:gd name="T12" fmla="*/ 150 h 15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0" h="150">
                    <a:moveTo>
                      <a:pt x="0" y="150"/>
                    </a:moveTo>
                    <a:lnTo>
                      <a:pt x="149" y="0"/>
                    </a:lnTo>
                    <a:lnTo>
                      <a:pt x="15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77" name="Freeform 175"/>
              <p:cNvSpPr>
                <a:spLocks/>
              </p:cNvSpPr>
              <p:nvPr/>
            </p:nvSpPr>
            <p:spPr bwMode="auto">
              <a:xfrm>
                <a:off x="4005" y="1391"/>
                <a:ext cx="130" cy="129"/>
              </a:xfrm>
              <a:custGeom>
                <a:avLst/>
                <a:gdLst>
                  <a:gd name="T0" fmla="*/ 0 w 390"/>
                  <a:gd name="T1" fmla="*/ 43 h 388"/>
                  <a:gd name="T2" fmla="*/ 43 w 390"/>
                  <a:gd name="T3" fmla="*/ 0 h 388"/>
                  <a:gd name="T4" fmla="*/ 43 w 390"/>
                  <a:gd name="T5" fmla="*/ 0 h 388"/>
                  <a:gd name="T6" fmla="*/ 0 60000 65536"/>
                  <a:gd name="T7" fmla="*/ 0 60000 65536"/>
                  <a:gd name="T8" fmla="*/ 0 60000 65536"/>
                  <a:gd name="T9" fmla="*/ 0 w 390"/>
                  <a:gd name="T10" fmla="*/ 0 h 388"/>
                  <a:gd name="T11" fmla="*/ 390 w 390"/>
                  <a:gd name="T12" fmla="*/ 388 h 3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0" h="388">
                    <a:moveTo>
                      <a:pt x="0" y="388"/>
                    </a:moveTo>
                    <a:lnTo>
                      <a:pt x="389" y="0"/>
                    </a:lnTo>
                    <a:lnTo>
                      <a:pt x="39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78" name="Freeform 176"/>
              <p:cNvSpPr>
                <a:spLocks/>
              </p:cNvSpPr>
              <p:nvPr/>
            </p:nvSpPr>
            <p:spPr bwMode="auto">
              <a:xfrm>
                <a:off x="3611" y="1865"/>
                <a:ext cx="166" cy="166"/>
              </a:xfrm>
              <a:custGeom>
                <a:avLst/>
                <a:gdLst>
                  <a:gd name="T0" fmla="*/ 0 w 498"/>
                  <a:gd name="T1" fmla="*/ 55 h 498"/>
                  <a:gd name="T2" fmla="*/ 55 w 498"/>
                  <a:gd name="T3" fmla="*/ 0 h 498"/>
                  <a:gd name="T4" fmla="*/ 55 w 498"/>
                  <a:gd name="T5" fmla="*/ 0 h 498"/>
                  <a:gd name="T6" fmla="*/ 0 60000 65536"/>
                  <a:gd name="T7" fmla="*/ 0 60000 65536"/>
                  <a:gd name="T8" fmla="*/ 0 60000 65536"/>
                  <a:gd name="T9" fmla="*/ 0 w 498"/>
                  <a:gd name="T10" fmla="*/ 0 h 498"/>
                  <a:gd name="T11" fmla="*/ 498 w 498"/>
                  <a:gd name="T12" fmla="*/ 498 h 4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98" h="498">
                    <a:moveTo>
                      <a:pt x="0" y="498"/>
                    </a:moveTo>
                    <a:lnTo>
                      <a:pt x="497" y="0"/>
                    </a:lnTo>
                    <a:lnTo>
                      <a:pt x="49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79" name="Freeform 177"/>
              <p:cNvSpPr>
                <a:spLocks/>
              </p:cNvSpPr>
              <p:nvPr/>
            </p:nvSpPr>
            <p:spPr bwMode="auto">
              <a:xfrm>
                <a:off x="4121" y="1391"/>
                <a:ext cx="130" cy="129"/>
              </a:xfrm>
              <a:custGeom>
                <a:avLst/>
                <a:gdLst>
                  <a:gd name="T0" fmla="*/ 0 w 388"/>
                  <a:gd name="T1" fmla="*/ 43 h 388"/>
                  <a:gd name="T2" fmla="*/ 44 w 388"/>
                  <a:gd name="T3" fmla="*/ 0 h 388"/>
                  <a:gd name="T4" fmla="*/ 44 w 388"/>
                  <a:gd name="T5" fmla="*/ 0 h 388"/>
                  <a:gd name="T6" fmla="*/ 0 60000 65536"/>
                  <a:gd name="T7" fmla="*/ 0 60000 65536"/>
                  <a:gd name="T8" fmla="*/ 0 60000 65536"/>
                  <a:gd name="T9" fmla="*/ 0 w 388"/>
                  <a:gd name="T10" fmla="*/ 0 h 388"/>
                  <a:gd name="T11" fmla="*/ 388 w 388"/>
                  <a:gd name="T12" fmla="*/ 388 h 3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8" h="388">
                    <a:moveTo>
                      <a:pt x="0" y="388"/>
                    </a:moveTo>
                    <a:lnTo>
                      <a:pt x="387" y="0"/>
                    </a:lnTo>
                    <a:lnTo>
                      <a:pt x="38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80" name="Freeform 178"/>
              <p:cNvSpPr>
                <a:spLocks/>
              </p:cNvSpPr>
              <p:nvPr/>
            </p:nvSpPr>
            <p:spPr bwMode="auto">
              <a:xfrm>
                <a:off x="3634" y="2021"/>
                <a:ext cx="103" cy="103"/>
              </a:xfrm>
              <a:custGeom>
                <a:avLst/>
                <a:gdLst>
                  <a:gd name="T0" fmla="*/ 0 w 307"/>
                  <a:gd name="T1" fmla="*/ 34 h 308"/>
                  <a:gd name="T2" fmla="*/ 35 w 307"/>
                  <a:gd name="T3" fmla="*/ 0 h 308"/>
                  <a:gd name="T4" fmla="*/ 35 w 307"/>
                  <a:gd name="T5" fmla="*/ 0 h 308"/>
                  <a:gd name="T6" fmla="*/ 0 60000 65536"/>
                  <a:gd name="T7" fmla="*/ 0 60000 65536"/>
                  <a:gd name="T8" fmla="*/ 0 60000 65536"/>
                  <a:gd name="T9" fmla="*/ 0 w 307"/>
                  <a:gd name="T10" fmla="*/ 0 h 308"/>
                  <a:gd name="T11" fmla="*/ 307 w 307"/>
                  <a:gd name="T12" fmla="*/ 308 h 30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07" h="308">
                    <a:moveTo>
                      <a:pt x="0" y="308"/>
                    </a:moveTo>
                    <a:lnTo>
                      <a:pt x="306" y="0"/>
                    </a:lnTo>
                    <a:lnTo>
                      <a:pt x="30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81" name="Freeform 179"/>
              <p:cNvSpPr>
                <a:spLocks/>
              </p:cNvSpPr>
              <p:nvPr/>
            </p:nvSpPr>
            <p:spPr bwMode="auto">
              <a:xfrm>
                <a:off x="4237" y="1391"/>
                <a:ext cx="130" cy="129"/>
              </a:xfrm>
              <a:custGeom>
                <a:avLst/>
                <a:gdLst>
                  <a:gd name="T0" fmla="*/ 0 w 388"/>
                  <a:gd name="T1" fmla="*/ 43 h 388"/>
                  <a:gd name="T2" fmla="*/ 44 w 388"/>
                  <a:gd name="T3" fmla="*/ 0 h 388"/>
                  <a:gd name="T4" fmla="*/ 44 w 388"/>
                  <a:gd name="T5" fmla="*/ 0 h 388"/>
                  <a:gd name="T6" fmla="*/ 0 60000 65536"/>
                  <a:gd name="T7" fmla="*/ 0 60000 65536"/>
                  <a:gd name="T8" fmla="*/ 0 60000 65536"/>
                  <a:gd name="T9" fmla="*/ 0 w 388"/>
                  <a:gd name="T10" fmla="*/ 0 h 388"/>
                  <a:gd name="T11" fmla="*/ 388 w 388"/>
                  <a:gd name="T12" fmla="*/ 388 h 3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8" h="388">
                    <a:moveTo>
                      <a:pt x="0" y="388"/>
                    </a:moveTo>
                    <a:lnTo>
                      <a:pt x="387" y="0"/>
                    </a:lnTo>
                    <a:lnTo>
                      <a:pt x="38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82" name="Freeform 180"/>
              <p:cNvSpPr>
                <a:spLocks/>
              </p:cNvSpPr>
              <p:nvPr/>
            </p:nvSpPr>
            <p:spPr bwMode="auto">
              <a:xfrm>
                <a:off x="3763" y="1865"/>
                <a:ext cx="130" cy="130"/>
              </a:xfrm>
              <a:custGeom>
                <a:avLst/>
                <a:gdLst>
                  <a:gd name="T0" fmla="*/ 0 w 390"/>
                  <a:gd name="T1" fmla="*/ 44 h 388"/>
                  <a:gd name="T2" fmla="*/ 43 w 390"/>
                  <a:gd name="T3" fmla="*/ 0 h 388"/>
                  <a:gd name="T4" fmla="*/ 43 w 390"/>
                  <a:gd name="T5" fmla="*/ 0 h 388"/>
                  <a:gd name="T6" fmla="*/ 0 60000 65536"/>
                  <a:gd name="T7" fmla="*/ 0 60000 65536"/>
                  <a:gd name="T8" fmla="*/ 0 60000 65536"/>
                  <a:gd name="T9" fmla="*/ 0 w 390"/>
                  <a:gd name="T10" fmla="*/ 0 h 388"/>
                  <a:gd name="T11" fmla="*/ 390 w 390"/>
                  <a:gd name="T12" fmla="*/ 388 h 3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0" h="388">
                    <a:moveTo>
                      <a:pt x="0" y="388"/>
                    </a:moveTo>
                    <a:lnTo>
                      <a:pt x="389" y="0"/>
                    </a:lnTo>
                    <a:lnTo>
                      <a:pt x="39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83" name="Freeform 181"/>
              <p:cNvSpPr>
                <a:spLocks/>
              </p:cNvSpPr>
              <p:nvPr/>
            </p:nvSpPr>
            <p:spPr bwMode="auto">
              <a:xfrm>
                <a:off x="3879" y="1865"/>
                <a:ext cx="130" cy="130"/>
              </a:xfrm>
              <a:custGeom>
                <a:avLst/>
                <a:gdLst>
                  <a:gd name="T0" fmla="*/ 0 w 389"/>
                  <a:gd name="T1" fmla="*/ 44 h 388"/>
                  <a:gd name="T2" fmla="*/ 43 w 389"/>
                  <a:gd name="T3" fmla="*/ 0 h 388"/>
                  <a:gd name="T4" fmla="*/ 43 w 389"/>
                  <a:gd name="T5" fmla="*/ 0 h 388"/>
                  <a:gd name="T6" fmla="*/ 0 60000 65536"/>
                  <a:gd name="T7" fmla="*/ 0 60000 65536"/>
                  <a:gd name="T8" fmla="*/ 0 60000 65536"/>
                  <a:gd name="T9" fmla="*/ 0 w 389"/>
                  <a:gd name="T10" fmla="*/ 0 h 388"/>
                  <a:gd name="T11" fmla="*/ 389 w 389"/>
                  <a:gd name="T12" fmla="*/ 388 h 3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9" h="388">
                    <a:moveTo>
                      <a:pt x="0" y="388"/>
                    </a:moveTo>
                    <a:lnTo>
                      <a:pt x="388" y="0"/>
                    </a:lnTo>
                    <a:lnTo>
                      <a:pt x="38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84" name="Freeform 182"/>
              <p:cNvSpPr>
                <a:spLocks/>
              </p:cNvSpPr>
              <p:nvPr/>
            </p:nvSpPr>
            <p:spPr bwMode="auto">
              <a:xfrm>
                <a:off x="4353" y="1391"/>
                <a:ext cx="130" cy="129"/>
              </a:xfrm>
              <a:custGeom>
                <a:avLst/>
                <a:gdLst>
                  <a:gd name="T0" fmla="*/ 0 w 388"/>
                  <a:gd name="T1" fmla="*/ 43 h 388"/>
                  <a:gd name="T2" fmla="*/ 44 w 388"/>
                  <a:gd name="T3" fmla="*/ 0 h 388"/>
                  <a:gd name="T4" fmla="*/ 44 w 388"/>
                  <a:gd name="T5" fmla="*/ 0 h 388"/>
                  <a:gd name="T6" fmla="*/ 0 60000 65536"/>
                  <a:gd name="T7" fmla="*/ 0 60000 65536"/>
                  <a:gd name="T8" fmla="*/ 0 60000 65536"/>
                  <a:gd name="T9" fmla="*/ 0 w 388"/>
                  <a:gd name="T10" fmla="*/ 0 h 388"/>
                  <a:gd name="T11" fmla="*/ 388 w 388"/>
                  <a:gd name="T12" fmla="*/ 388 h 3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8" h="388">
                    <a:moveTo>
                      <a:pt x="0" y="388"/>
                    </a:moveTo>
                    <a:lnTo>
                      <a:pt x="387" y="0"/>
                    </a:lnTo>
                    <a:lnTo>
                      <a:pt x="38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85" name="Freeform 183"/>
              <p:cNvSpPr>
                <a:spLocks/>
              </p:cNvSpPr>
              <p:nvPr/>
            </p:nvSpPr>
            <p:spPr bwMode="auto">
              <a:xfrm>
                <a:off x="4469" y="1467"/>
                <a:ext cx="54" cy="53"/>
              </a:xfrm>
              <a:custGeom>
                <a:avLst/>
                <a:gdLst>
                  <a:gd name="T0" fmla="*/ 0 w 162"/>
                  <a:gd name="T1" fmla="*/ 17 h 161"/>
                  <a:gd name="T2" fmla="*/ 18 w 162"/>
                  <a:gd name="T3" fmla="*/ 0 h 161"/>
                  <a:gd name="T4" fmla="*/ 18 w 162"/>
                  <a:gd name="T5" fmla="*/ 0 h 161"/>
                  <a:gd name="T6" fmla="*/ 0 60000 65536"/>
                  <a:gd name="T7" fmla="*/ 0 60000 65536"/>
                  <a:gd name="T8" fmla="*/ 0 60000 65536"/>
                  <a:gd name="T9" fmla="*/ 0 w 162"/>
                  <a:gd name="T10" fmla="*/ 0 h 161"/>
                  <a:gd name="T11" fmla="*/ 162 w 162"/>
                  <a:gd name="T12" fmla="*/ 161 h 16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2" h="161">
                    <a:moveTo>
                      <a:pt x="0" y="161"/>
                    </a:moveTo>
                    <a:lnTo>
                      <a:pt x="161" y="0"/>
                    </a:lnTo>
                    <a:lnTo>
                      <a:pt x="16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86" name="Freeform 184"/>
              <p:cNvSpPr>
                <a:spLocks/>
              </p:cNvSpPr>
              <p:nvPr/>
            </p:nvSpPr>
            <p:spPr bwMode="auto">
              <a:xfrm>
                <a:off x="3995" y="1892"/>
                <a:ext cx="103" cy="103"/>
              </a:xfrm>
              <a:custGeom>
                <a:avLst/>
                <a:gdLst>
                  <a:gd name="T0" fmla="*/ 0 w 308"/>
                  <a:gd name="T1" fmla="*/ 34 h 308"/>
                  <a:gd name="T2" fmla="*/ 34 w 308"/>
                  <a:gd name="T3" fmla="*/ 0 h 308"/>
                  <a:gd name="T4" fmla="*/ 34 w 308"/>
                  <a:gd name="T5" fmla="*/ 0 h 308"/>
                  <a:gd name="T6" fmla="*/ 0 60000 65536"/>
                  <a:gd name="T7" fmla="*/ 0 60000 65536"/>
                  <a:gd name="T8" fmla="*/ 0 60000 65536"/>
                  <a:gd name="T9" fmla="*/ 0 w 308"/>
                  <a:gd name="T10" fmla="*/ 0 h 308"/>
                  <a:gd name="T11" fmla="*/ 308 w 308"/>
                  <a:gd name="T12" fmla="*/ 308 h 30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08" h="308">
                    <a:moveTo>
                      <a:pt x="0" y="308"/>
                    </a:moveTo>
                    <a:lnTo>
                      <a:pt x="307" y="0"/>
                    </a:lnTo>
                    <a:lnTo>
                      <a:pt x="30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87" name="Freeform 185"/>
              <p:cNvSpPr>
                <a:spLocks/>
              </p:cNvSpPr>
              <p:nvPr/>
            </p:nvSpPr>
            <p:spPr bwMode="auto">
              <a:xfrm>
                <a:off x="3935" y="2008"/>
                <a:ext cx="163" cy="164"/>
              </a:xfrm>
              <a:custGeom>
                <a:avLst/>
                <a:gdLst>
                  <a:gd name="T0" fmla="*/ 0 w 490"/>
                  <a:gd name="T1" fmla="*/ 55 h 490"/>
                  <a:gd name="T2" fmla="*/ 54 w 490"/>
                  <a:gd name="T3" fmla="*/ 0 h 490"/>
                  <a:gd name="T4" fmla="*/ 54 w 490"/>
                  <a:gd name="T5" fmla="*/ 0 h 490"/>
                  <a:gd name="T6" fmla="*/ 0 60000 65536"/>
                  <a:gd name="T7" fmla="*/ 0 60000 65536"/>
                  <a:gd name="T8" fmla="*/ 0 60000 65536"/>
                  <a:gd name="T9" fmla="*/ 0 w 490"/>
                  <a:gd name="T10" fmla="*/ 0 h 490"/>
                  <a:gd name="T11" fmla="*/ 490 w 490"/>
                  <a:gd name="T12" fmla="*/ 490 h 49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90" h="490">
                    <a:moveTo>
                      <a:pt x="0" y="490"/>
                    </a:moveTo>
                    <a:lnTo>
                      <a:pt x="489" y="0"/>
                    </a:lnTo>
                    <a:lnTo>
                      <a:pt x="49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88" name="Freeform 186"/>
              <p:cNvSpPr>
                <a:spLocks/>
              </p:cNvSpPr>
              <p:nvPr/>
            </p:nvSpPr>
            <p:spPr bwMode="auto">
              <a:xfrm>
                <a:off x="4051" y="2125"/>
                <a:ext cx="47" cy="47"/>
              </a:xfrm>
              <a:custGeom>
                <a:avLst/>
                <a:gdLst>
                  <a:gd name="T0" fmla="*/ 0 w 142"/>
                  <a:gd name="T1" fmla="*/ 16 h 141"/>
                  <a:gd name="T2" fmla="*/ 16 w 142"/>
                  <a:gd name="T3" fmla="*/ 0 h 141"/>
                  <a:gd name="T4" fmla="*/ 16 w 142"/>
                  <a:gd name="T5" fmla="*/ 0 h 141"/>
                  <a:gd name="T6" fmla="*/ 0 60000 65536"/>
                  <a:gd name="T7" fmla="*/ 0 60000 65536"/>
                  <a:gd name="T8" fmla="*/ 0 60000 65536"/>
                  <a:gd name="T9" fmla="*/ 0 w 142"/>
                  <a:gd name="T10" fmla="*/ 0 h 141"/>
                  <a:gd name="T11" fmla="*/ 142 w 142"/>
                  <a:gd name="T12" fmla="*/ 141 h 14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2" h="141">
                    <a:moveTo>
                      <a:pt x="0" y="141"/>
                    </a:moveTo>
                    <a:lnTo>
                      <a:pt x="141" y="0"/>
                    </a:lnTo>
                    <a:lnTo>
                      <a:pt x="14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89" name="Freeform 187"/>
              <p:cNvSpPr>
                <a:spLocks/>
              </p:cNvSpPr>
              <p:nvPr/>
            </p:nvSpPr>
            <p:spPr bwMode="auto">
              <a:xfrm>
                <a:off x="4227" y="1865"/>
                <a:ext cx="130" cy="130"/>
              </a:xfrm>
              <a:custGeom>
                <a:avLst/>
                <a:gdLst>
                  <a:gd name="T0" fmla="*/ 0 w 390"/>
                  <a:gd name="T1" fmla="*/ 43 h 390"/>
                  <a:gd name="T2" fmla="*/ 43 w 390"/>
                  <a:gd name="T3" fmla="*/ 0 h 390"/>
                  <a:gd name="T4" fmla="*/ 43 w 390"/>
                  <a:gd name="T5" fmla="*/ 0 h 390"/>
                  <a:gd name="T6" fmla="*/ 0 60000 65536"/>
                  <a:gd name="T7" fmla="*/ 0 60000 65536"/>
                  <a:gd name="T8" fmla="*/ 0 60000 65536"/>
                  <a:gd name="T9" fmla="*/ 0 w 390"/>
                  <a:gd name="T10" fmla="*/ 0 h 390"/>
                  <a:gd name="T11" fmla="*/ 390 w 390"/>
                  <a:gd name="T12" fmla="*/ 390 h 39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0" h="390">
                    <a:moveTo>
                      <a:pt x="0" y="390"/>
                    </a:moveTo>
                    <a:lnTo>
                      <a:pt x="389" y="0"/>
                    </a:lnTo>
                    <a:lnTo>
                      <a:pt x="39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90" name="Freeform 188"/>
              <p:cNvSpPr>
                <a:spLocks/>
              </p:cNvSpPr>
              <p:nvPr/>
            </p:nvSpPr>
            <p:spPr bwMode="auto">
              <a:xfrm>
                <a:off x="4227" y="2025"/>
                <a:ext cx="87" cy="86"/>
              </a:xfrm>
              <a:custGeom>
                <a:avLst/>
                <a:gdLst>
                  <a:gd name="T0" fmla="*/ 0 w 260"/>
                  <a:gd name="T1" fmla="*/ 29 h 259"/>
                  <a:gd name="T2" fmla="*/ 29 w 260"/>
                  <a:gd name="T3" fmla="*/ 0 h 259"/>
                  <a:gd name="T4" fmla="*/ 29 w 260"/>
                  <a:gd name="T5" fmla="*/ 0 h 259"/>
                  <a:gd name="T6" fmla="*/ 0 60000 65536"/>
                  <a:gd name="T7" fmla="*/ 0 60000 65536"/>
                  <a:gd name="T8" fmla="*/ 0 60000 65536"/>
                  <a:gd name="T9" fmla="*/ 0 w 260"/>
                  <a:gd name="T10" fmla="*/ 0 h 259"/>
                  <a:gd name="T11" fmla="*/ 260 w 260"/>
                  <a:gd name="T12" fmla="*/ 259 h 25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0" h="259">
                    <a:moveTo>
                      <a:pt x="0" y="259"/>
                    </a:moveTo>
                    <a:lnTo>
                      <a:pt x="258" y="0"/>
                    </a:lnTo>
                    <a:lnTo>
                      <a:pt x="26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91" name="Freeform 189"/>
              <p:cNvSpPr>
                <a:spLocks/>
              </p:cNvSpPr>
              <p:nvPr/>
            </p:nvSpPr>
            <p:spPr bwMode="auto">
              <a:xfrm>
                <a:off x="4343" y="1865"/>
                <a:ext cx="130" cy="130"/>
              </a:xfrm>
              <a:custGeom>
                <a:avLst/>
                <a:gdLst>
                  <a:gd name="T0" fmla="*/ 0 w 390"/>
                  <a:gd name="T1" fmla="*/ 44 h 388"/>
                  <a:gd name="T2" fmla="*/ 43 w 390"/>
                  <a:gd name="T3" fmla="*/ 0 h 388"/>
                  <a:gd name="T4" fmla="*/ 43 w 390"/>
                  <a:gd name="T5" fmla="*/ 0 h 388"/>
                  <a:gd name="T6" fmla="*/ 0 60000 65536"/>
                  <a:gd name="T7" fmla="*/ 0 60000 65536"/>
                  <a:gd name="T8" fmla="*/ 0 60000 65536"/>
                  <a:gd name="T9" fmla="*/ 0 w 390"/>
                  <a:gd name="T10" fmla="*/ 0 h 388"/>
                  <a:gd name="T11" fmla="*/ 390 w 390"/>
                  <a:gd name="T12" fmla="*/ 388 h 3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0" h="388">
                    <a:moveTo>
                      <a:pt x="0" y="388"/>
                    </a:moveTo>
                    <a:lnTo>
                      <a:pt x="389" y="0"/>
                    </a:lnTo>
                    <a:lnTo>
                      <a:pt x="39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92" name="Freeform 190"/>
              <p:cNvSpPr>
                <a:spLocks/>
              </p:cNvSpPr>
              <p:nvPr/>
            </p:nvSpPr>
            <p:spPr bwMode="auto">
              <a:xfrm>
                <a:off x="4283" y="2086"/>
                <a:ext cx="86" cy="86"/>
              </a:xfrm>
              <a:custGeom>
                <a:avLst/>
                <a:gdLst>
                  <a:gd name="T0" fmla="*/ 0 w 259"/>
                  <a:gd name="T1" fmla="*/ 29 h 257"/>
                  <a:gd name="T2" fmla="*/ 29 w 259"/>
                  <a:gd name="T3" fmla="*/ 0 h 257"/>
                  <a:gd name="T4" fmla="*/ 29 w 259"/>
                  <a:gd name="T5" fmla="*/ 0 h 257"/>
                  <a:gd name="T6" fmla="*/ 0 60000 65536"/>
                  <a:gd name="T7" fmla="*/ 0 60000 65536"/>
                  <a:gd name="T8" fmla="*/ 0 60000 65536"/>
                  <a:gd name="T9" fmla="*/ 0 w 259"/>
                  <a:gd name="T10" fmla="*/ 0 h 257"/>
                  <a:gd name="T11" fmla="*/ 259 w 259"/>
                  <a:gd name="T12" fmla="*/ 257 h 2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9" h="257">
                    <a:moveTo>
                      <a:pt x="0" y="257"/>
                    </a:moveTo>
                    <a:lnTo>
                      <a:pt x="258" y="0"/>
                    </a:lnTo>
                    <a:lnTo>
                      <a:pt x="259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93" name="Freeform 191"/>
              <p:cNvSpPr>
                <a:spLocks/>
              </p:cNvSpPr>
              <p:nvPr/>
            </p:nvSpPr>
            <p:spPr bwMode="auto">
              <a:xfrm>
                <a:off x="4460" y="1931"/>
                <a:ext cx="63" cy="64"/>
              </a:xfrm>
              <a:custGeom>
                <a:avLst/>
                <a:gdLst>
                  <a:gd name="T0" fmla="*/ 0 w 191"/>
                  <a:gd name="T1" fmla="*/ 22 h 190"/>
                  <a:gd name="T2" fmla="*/ 21 w 191"/>
                  <a:gd name="T3" fmla="*/ 0 h 190"/>
                  <a:gd name="T4" fmla="*/ 21 w 191"/>
                  <a:gd name="T5" fmla="*/ 0 h 190"/>
                  <a:gd name="T6" fmla="*/ 0 60000 65536"/>
                  <a:gd name="T7" fmla="*/ 0 60000 65536"/>
                  <a:gd name="T8" fmla="*/ 0 60000 65536"/>
                  <a:gd name="T9" fmla="*/ 0 w 191"/>
                  <a:gd name="T10" fmla="*/ 0 h 190"/>
                  <a:gd name="T11" fmla="*/ 191 w 191"/>
                  <a:gd name="T12" fmla="*/ 190 h 19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1" h="190">
                    <a:moveTo>
                      <a:pt x="0" y="190"/>
                    </a:moveTo>
                    <a:lnTo>
                      <a:pt x="190" y="0"/>
                    </a:lnTo>
                    <a:lnTo>
                      <a:pt x="19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94" name="Freeform 192"/>
              <p:cNvSpPr>
                <a:spLocks/>
              </p:cNvSpPr>
              <p:nvPr/>
            </p:nvSpPr>
            <p:spPr bwMode="auto">
              <a:xfrm>
                <a:off x="4399" y="2139"/>
                <a:ext cx="32" cy="33"/>
              </a:xfrm>
              <a:custGeom>
                <a:avLst/>
                <a:gdLst>
                  <a:gd name="T0" fmla="*/ 0 w 97"/>
                  <a:gd name="T1" fmla="*/ 11 h 97"/>
                  <a:gd name="T2" fmla="*/ 11 w 97"/>
                  <a:gd name="T3" fmla="*/ 0 h 97"/>
                  <a:gd name="T4" fmla="*/ 11 w 97"/>
                  <a:gd name="T5" fmla="*/ 0 h 97"/>
                  <a:gd name="T6" fmla="*/ 0 60000 65536"/>
                  <a:gd name="T7" fmla="*/ 0 60000 65536"/>
                  <a:gd name="T8" fmla="*/ 0 60000 65536"/>
                  <a:gd name="T9" fmla="*/ 0 w 97"/>
                  <a:gd name="T10" fmla="*/ 0 h 97"/>
                  <a:gd name="T11" fmla="*/ 97 w 97"/>
                  <a:gd name="T12" fmla="*/ 97 h 9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7" h="97">
                    <a:moveTo>
                      <a:pt x="0" y="97"/>
                    </a:moveTo>
                    <a:lnTo>
                      <a:pt x="96" y="0"/>
                    </a:lnTo>
                    <a:lnTo>
                      <a:pt x="9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95" name="Freeform 193"/>
              <p:cNvSpPr>
                <a:spLocks/>
              </p:cNvSpPr>
              <p:nvPr/>
            </p:nvSpPr>
            <p:spPr bwMode="auto">
              <a:xfrm>
                <a:off x="3775" y="1693"/>
                <a:ext cx="12" cy="1"/>
              </a:xfrm>
              <a:custGeom>
                <a:avLst/>
                <a:gdLst>
                  <a:gd name="T0" fmla="*/ 0 w 35"/>
                  <a:gd name="T1" fmla="*/ 0 h 1"/>
                  <a:gd name="T2" fmla="*/ 4 w 35"/>
                  <a:gd name="T3" fmla="*/ 0 h 1"/>
                  <a:gd name="T4" fmla="*/ 4 w 3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5"/>
                  <a:gd name="T10" fmla="*/ 0 h 1"/>
                  <a:gd name="T11" fmla="*/ 35 w 3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5" h="1">
                    <a:moveTo>
                      <a:pt x="0" y="0"/>
                    </a:moveTo>
                    <a:lnTo>
                      <a:pt x="34" y="0"/>
                    </a:lnTo>
                    <a:lnTo>
                      <a:pt x="3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96" name="Freeform 194"/>
              <p:cNvSpPr>
                <a:spLocks/>
              </p:cNvSpPr>
              <p:nvPr/>
            </p:nvSpPr>
            <p:spPr bwMode="auto">
              <a:xfrm>
                <a:off x="3828" y="1693"/>
                <a:ext cx="434" cy="1"/>
              </a:xfrm>
              <a:custGeom>
                <a:avLst/>
                <a:gdLst>
                  <a:gd name="T0" fmla="*/ 0 w 1302"/>
                  <a:gd name="T1" fmla="*/ 0 h 1"/>
                  <a:gd name="T2" fmla="*/ 145 w 1302"/>
                  <a:gd name="T3" fmla="*/ 0 h 1"/>
                  <a:gd name="T4" fmla="*/ 145 w 130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302"/>
                  <a:gd name="T10" fmla="*/ 0 h 1"/>
                  <a:gd name="T11" fmla="*/ 1302 w 130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02" h="1">
                    <a:moveTo>
                      <a:pt x="0" y="0"/>
                    </a:moveTo>
                    <a:lnTo>
                      <a:pt x="1301" y="0"/>
                    </a:lnTo>
                    <a:lnTo>
                      <a:pt x="130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97" name="Freeform 195"/>
              <p:cNvSpPr>
                <a:spLocks/>
              </p:cNvSpPr>
              <p:nvPr/>
            </p:nvSpPr>
            <p:spPr bwMode="auto">
              <a:xfrm>
                <a:off x="4299" y="1693"/>
                <a:ext cx="15" cy="1"/>
              </a:xfrm>
              <a:custGeom>
                <a:avLst/>
                <a:gdLst>
                  <a:gd name="T0" fmla="*/ 0 w 46"/>
                  <a:gd name="T1" fmla="*/ 0 h 1"/>
                  <a:gd name="T2" fmla="*/ 5 w 46"/>
                  <a:gd name="T3" fmla="*/ 0 h 1"/>
                  <a:gd name="T4" fmla="*/ 5 w 4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6"/>
                  <a:gd name="T10" fmla="*/ 0 h 1"/>
                  <a:gd name="T11" fmla="*/ 46 w 4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" h="1">
                    <a:moveTo>
                      <a:pt x="0" y="0"/>
                    </a:moveTo>
                    <a:lnTo>
                      <a:pt x="45" y="0"/>
                    </a:lnTo>
                    <a:lnTo>
                      <a:pt x="4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98" name="Freeform 196"/>
              <p:cNvSpPr>
                <a:spLocks/>
              </p:cNvSpPr>
              <p:nvPr/>
            </p:nvSpPr>
            <p:spPr bwMode="auto">
              <a:xfrm>
                <a:off x="4358" y="1693"/>
                <a:ext cx="260" cy="1"/>
              </a:xfrm>
              <a:custGeom>
                <a:avLst/>
                <a:gdLst>
                  <a:gd name="T0" fmla="*/ 0 w 782"/>
                  <a:gd name="T1" fmla="*/ 0 h 1"/>
                  <a:gd name="T2" fmla="*/ 86 w 782"/>
                  <a:gd name="T3" fmla="*/ 0 h 1"/>
                  <a:gd name="T4" fmla="*/ 86 w 78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82"/>
                  <a:gd name="T10" fmla="*/ 0 h 1"/>
                  <a:gd name="T11" fmla="*/ 782 w 78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82" h="1">
                    <a:moveTo>
                      <a:pt x="0" y="0"/>
                    </a:moveTo>
                    <a:lnTo>
                      <a:pt x="781" y="0"/>
                    </a:lnTo>
                    <a:lnTo>
                      <a:pt x="78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99" name="Freeform 197"/>
              <p:cNvSpPr>
                <a:spLocks/>
              </p:cNvSpPr>
              <p:nvPr/>
            </p:nvSpPr>
            <p:spPr bwMode="auto">
              <a:xfrm>
                <a:off x="4163" y="2061"/>
                <a:ext cx="1" cy="190"/>
              </a:xfrm>
              <a:custGeom>
                <a:avLst/>
                <a:gdLst>
                  <a:gd name="T0" fmla="*/ 0 w 1"/>
                  <a:gd name="T1" fmla="*/ 0 h 571"/>
                  <a:gd name="T2" fmla="*/ 0 w 1"/>
                  <a:gd name="T3" fmla="*/ 63 h 571"/>
                  <a:gd name="T4" fmla="*/ 1 w 1"/>
                  <a:gd name="T5" fmla="*/ 63 h 57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71"/>
                  <a:gd name="T11" fmla="*/ 1 w 1"/>
                  <a:gd name="T12" fmla="*/ 571 h 57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71">
                    <a:moveTo>
                      <a:pt x="0" y="0"/>
                    </a:moveTo>
                    <a:lnTo>
                      <a:pt x="0" y="571"/>
                    </a:lnTo>
                    <a:lnTo>
                      <a:pt x="1" y="57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00" name="Freeform 198"/>
              <p:cNvSpPr>
                <a:spLocks/>
              </p:cNvSpPr>
              <p:nvPr/>
            </p:nvSpPr>
            <p:spPr bwMode="auto">
              <a:xfrm>
                <a:off x="4163" y="2012"/>
                <a:ext cx="1" cy="7"/>
              </a:xfrm>
              <a:custGeom>
                <a:avLst/>
                <a:gdLst>
                  <a:gd name="T0" fmla="*/ 0 w 1"/>
                  <a:gd name="T1" fmla="*/ 0 h 23"/>
                  <a:gd name="T2" fmla="*/ 0 w 1"/>
                  <a:gd name="T3" fmla="*/ 2 h 23"/>
                  <a:gd name="T4" fmla="*/ 1 w 1"/>
                  <a:gd name="T5" fmla="*/ 2 h 2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3"/>
                  <a:gd name="T11" fmla="*/ 1 w 1"/>
                  <a:gd name="T12" fmla="*/ 23 h 2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3">
                    <a:moveTo>
                      <a:pt x="0" y="0"/>
                    </a:moveTo>
                    <a:lnTo>
                      <a:pt x="0" y="23"/>
                    </a:lnTo>
                    <a:lnTo>
                      <a:pt x="1" y="2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401" name="Rectangle 199"/>
              <p:cNvSpPr>
                <a:spLocks noChangeArrowheads="1"/>
              </p:cNvSpPr>
              <p:nvPr/>
            </p:nvSpPr>
            <p:spPr bwMode="auto">
              <a:xfrm>
                <a:off x="3882" y="1078"/>
                <a:ext cx="390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i="1">
                    <a:solidFill>
                      <a:schemeClr val="tx2"/>
                    </a:solidFill>
                    <a:latin typeface="宋体" pitchFamily="2" charset="-122"/>
                  </a:rPr>
                  <a:t>A</a:t>
                </a:r>
                <a:r>
                  <a:rPr lang="zh-CN" altLang="en-US" sz="2400" b="1">
                    <a:solidFill>
                      <a:schemeClr val="tx2"/>
                    </a:solidFill>
                    <a:latin typeface="宋体" pitchFamily="2" charset="-122"/>
                  </a:rPr>
                  <a:t>－</a:t>
                </a:r>
                <a:r>
                  <a:rPr lang="en-US" altLang="zh-CN" sz="2400" b="1" i="1">
                    <a:solidFill>
                      <a:schemeClr val="tx2"/>
                    </a:solidFill>
                    <a:latin typeface="宋体" pitchFamily="2" charset="-122"/>
                  </a:rPr>
                  <a:t>A</a:t>
                </a:r>
                <a:endParaRPr lang="en-US" altLang="zh-CN" sz="2400" b="1">
                  <a:solidFill>
                    <a:schemeClr val="tx2"/>
                  </a:solidFill>
                </a:endParaRPr>
              </a:p>
            </p:txBody>
          </p:sp>
        </p:grpSp>
        <p:grpSp>
          <p:nvGrpSpPr>
            <p:cNvPr id="11304" name="Group 200"/>
            <p:cNvGrpSpPr>
              <a:grpSpLocks/>
            </p:cNvGrpSpPr>
            <p:nvPr/>
          </p:nvGrpSpPr>
          <p:grpSpPr bwMode="auto">
            <a:xfrm>
              <a:off x="1131" y="2645"/>
              <a:ext cx="1050" cy="1469"/>
              <a:chOff x="1164" y="1009"/>
              <a:chExt cx="1050" cy="1469"/>
            </a:xfrm>
          </p:grpSpPr>
          <p:sp>
            <p:nvSpPr>
              <p:cNvPr id="11305" name="Oval 201"/>
              <p:cNvSpPr>
                <a:spLocks noChangeArrowheads="1"/>
              </p:cNvSpPr>
              <p:nvPr/>
            </p:nvSpPr>
            <p:spPr bwMode="auto">
              <a:xfrm>
                <a:off x="1398" y="1407"/>
                <a:ext cx="596" cy="579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11306" name="Oval 202"/>
              <p:cNvSpPr>
                <a:spLocks noChangeArrowheads="1"/>
              </p:cNvSpPr>
              <p:nvPr/>
            </p:nvSpPr>
            <p:spPr bwMode="auto">
              <a:xfrm>
                <a:off x="1520" y="1521"/>
                <a:ext cx="345" cy="342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11307" name="Line 203"/>
              <p:cNvSpPr>
                <a:spLocks noChangeShapeType="1"/>
              </p:cNvSpPr>
              <p:nvPr/>
            </p:nvSpPr>
            <p:spPr bwMode="auto">
              <a:xfrm flipV="1">
                <a:off x="1311" y="1765"/>
                <a:ext cx="221" cy="2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08" name="Line 204"/>
              <p:cNvSpPr>
                <a:spLocks noChangeShapeType="1"/>
              </p:cNvSpPr>
              <p:nvPr/>
            </p:nvSpPr>
            <p:spPr bwMode="auto">
              <a:xfrm flipV="1">
                <a:off x="1392" y="1849"/>
                <a:ext cx="233" cy="23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1309" name="Freeform 205"/>
              <p:cNvSpPr>
                <a:spLocks/>
              </p:cNvSpPr>
              <p:nvPr/>
            </p:nvSpPr>
            <p:spPr bwMode="auto">
              <a:xfrm>
                <a:off x="1692" y="1492"/>
                <a:ext cx="1" cy="543"/>
              </a:xfrm>
              <a:custGeom>
                <a:avLst/>
                <a:gdLst>
                  <a:gd name="T0" fmla="*/ 0 w 1"/>
                  <a:gd name="T1" fmla="*/ 0 h 1628"/>
                  <a:gd name="T2" fmla="*/ 0 w 1"/>
                  <a:gd name="T3" fmla="*/ 181 h 1628"/>
                  <a:gd name="T4" fmla="*/ 1 w 1"/>
                  <a:gd name="T5" fmla="*/ 181 h 162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628"/>
                  <a:gd name="T11" fmla="*/ 1 w 1"/>
                  <a:gd name="T12" fmla="*/ 1628 h 16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628">
                    <a:moveTo>
                      <a:pt x="0" y="0"/>
                    </a:moveTo>
                    <a:lnTo>
                      <a:pt x="0" y="1628"/>
                    </a:lnTo>
                    <a:lnTo>
                      <a:pt x="1" y="1628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0" name="Freeform 206"/>
              <p:cNvSpPr>
                <a:spLocks/>
              </p:cNvSpPr>
              <p:nvPr/>
            </p:nvSpPr>
            <p:spPr bwMode="auto">
              <a:xfrm>
                <a:off x="1193" y="1693"/>
                <a:ext cx="230" cy="1"/>
              </a:xfrm>
              <a:custGeom>
                <a:avLst/>
                <a:gdLst>
                  <a:gd name="T0" fmla="*/ 0 w 692"/>
                  <a:gd name="T1" fmla="*/ 0 h 1"/>
                  <a:gd name="T2" fmla="*/ 76 w 692"/>
                  <a:gd name="T3" fmla="*/ 0 h 1"/>
                  <a:gd name="T4" fmla="*/ 76 w 69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92"/>
                  <a:gd name="T10" fmla="*/ 0 h 1"/>
                  <a:gd name="T11" fmla="*/ 692 w 69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92" h="1">
                    <a:moveTo>
                      <a:pt x="0" y="0"/>
                    </a:moveTo>
                    <a:lnTo>
                      <a:pt x="691" y="0"/>
                    </a:lnTo>
                    <a:lnTo>
                      <a:pt x="69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1" name="Freeform 207"/>
              <p:cNvSpPr>
                <a:spLocks/>
              </p:cNvSpPr>
              <p:nvPr/>
            </p:nvSpPr>
            <p:spPr bwMode="auto">
              <a:xfrm>
                <a:off x="1339" y="1262"/>
                <a:ext cx="717" cy="2"/>
              </a:xfrm>
              <a:custGeom>
                <a:avLst/>
                <a:gdLst>
                  <a:gd name="T0" fmla="*/ 0 w 717"/>
                  <a:gd name="T1" fmla="*/ 0 h 2"/>
                  <a:gd name="T2" fmla="*/ 717 w 717"/>
                  <a:gd name="T3" fmla="*/ 2 h 2"/>
                  <a:gd name="T4" fmla="*/ 0 60000 65536"/>
                  <a:gd name="T5" fmla="*/ 0 60000 65536"/>
                  <a:gd name="T6" fmla="*/ 0 w 717"/>
                  <a:gd name="T7" fmla="*/ 0 h 2"/>
                  <a:gd name="T8" fmla="*/ 717 w 717"/>
                  <a:gd name="T9" fmla="*/ 2 h 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17" h="2">
                    <a:moveTo>
                      <a:pt x="0" y="0"/>
                    </a:moveTo>
                    <a:lnTo>
                      <a:pt x="717" y="2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2" name="Freeform 208"/>
              <p:cNvSpPr>
                <a:spLocks/>
              </p:cNvSpPr>
              <p:nvPr/>
            </p:nvSpPr>
            <p:spPr bwMode="auto">
              <a:xfrm>
                <a:off x="1347" y="2124"/>
                <a:ext cx="99" cy="1"/>
              </a:xfrm>
              <a:custGeom>
                <a:avLst/>
                <a:gdLst>
                  <a:gd name="T0" fmla="*/ 0 w 297"/>
                  <a:gd name="T1" fmla="*/ 0 h 1"/>
                  <a:gd name="T2" fmla="*/ 33 w 297"/>
                  <a:gd name="T3" fmla="*/ 0 h 1"/>
                  <a:gd name="T4" fmla="*/ 33 w 297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97"/>
                  <a:gd name="T10" fmla="*/ 0 h 1"/>
                  <a:gd name="T11" fmla="*/ 297 w 297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97" h="1">
                    <a:moveTo>
                      <a:pt x="0" y="0"/>
                    </a:moveTo>
                    <a:lnTo>
                      <a:pt x="296" y="0"/>
                    </a:lnTo>
                    <a:lnTo>
                      <a:pt x="297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3" name="Freeform 209"/>
              <p:cNvSpPr>
                <a:spLocks/>
              </p:cNvSpPr>
              <p:nvPr/>
            </p:nvSpPr>
            <p:spPr bwMode="auto">
              <a:xfrm>
                <a:off x="2120" y="1348"/>
                <a:ext cx="3" cy="724"/>
              </a:xfrm>
              <a:custGeom>
                <a:avLst/>
                <a:gdLst>
                  <a:gd name="T0" fmla="*/ 3 w 3"/>
                  <a:gd name="T1" fmla="*/ 0 h 724"/>
                  <a:gd name="T2" fmla="*/ 0 w 3"/>
                  <a:gd name="T3" fmla="*/ 724 h 724"/>
                  <a:gd name="T4" fmla="*/ 0 60000 65536"/>
                  <a:gd name="T5" fmla="*/ 0 60000 65536"/>
                  <a:gd name="T6" fmla="*/ 0 w 3"/>
                  <a:gd name="T7" fmla="*/ 0 h 724"/>
                  <a:gd name="T8" fmla="*/ 3 w 3"/>
                  <a:gd name="T9" fmla="*/ 724 h 72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" h="724">
                    <a:moveTo>
                      <a:pt x="3" y="0"/>
                    </a:moveTo>
                    <a:lnTo>
                      <a:pt x="0" y="724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4" name="Freeform 210"/>
              <p:cNvSpPr>
                <a:spLocks/>
              </p:cNvSpPr>
              <p:nvPr/>
            </p:nvSpPr>
            <p:spPr bwMode="auto">
              <a:xfrm>
                <a:off x="1261" y="1348"/>
                <a:ext cx="1" cy="469"/>
              </a:xfrm>
              <a:custGeom>
                <a:avLst/>
                <a:gdLst>
                  <a:gd name="T0" fmla="*/ 0 w 1"/>
                  <a:gd name="T1" fmla="*/ 0 h 1408"/>
                  <a:gd name="T2" fmla="*/ 0 w 1"/>
                  <a:gd name="T3" fmla="*/ 156 h 1408"/>
                  <a:gd name="T4" fmla="*/ 1 w 1"/>
                  <a:gd name="T5" fmla="*/ 156 h 140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408"/>
                  <a:gd name="T11" fmla="*/ 1 w 1"/>
                  <a:gd name="T12" fmla="*/ 1408 h 140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408">
                    <a:moveTo>
                      <a:pt x="0" y="0"/>
                    </a:moveTo>
                    <a:lnTo>
                      <a:pt x="0" y="1408"/>
                    </a:lnTo>
                    <a:lnTo>
                      <a:pt x="1" y="1408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5" name="Freeform 211"/>
              <p:cNvSpPr>
                <a:spLocks/>
              </p:cNvSpPr>
              <p:nvPr/>
            </p:nvSpPr>
            <p:spPr bwMode="auto">
              <a:xfrm>
                <a:off x="1261" y="1262"/>
                <a:ext cx="86" cy="86"/>
              </a:xfrm>
              <a:custGeom>
                <a:avLst/>
                <a:gdLst>
                  <a:gd name="T0" fmla="*/ 29 w 258"/>
                  <a:gd name="T1" fmla="*/ 0 h 259"/>
                  <a:gd name="T2" fmla="*/ 8 w 258"/>
                  <a:gd name="T3" fmla="*/ 8 h 259"/>
                  <a:gd name="T4" fmla="*/ 0 w 258"/>
                  <a:gd name="T5" fmla="*/ 29 h 259"/>
                  <a:gd name="T6" fmla="*/ 0 w 258"/>
                  <a:gd name="T7" fmla="*/ 29 h 25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58"/>
                  <a:gd name="T13" fmla="*/ 0 h 259"/>
                  <a:gd name="T14" fmla="*/ 258 w 258"/>
                  <a:gd name="T15" fmla="*/ 259 h 25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58" h="259">
                    <a:moveTo>
                      <a:pt x="258" y="0"/>
                    </a:moveTo>
                    <a:lnTo>
                      <a:pt x="75" y="75"/>
                    </a:lnTo>
                    <a:lnTo>
                      <a:pt x="0" y="259"/>
                    </a:lnTo>
                    <a:lnTo>
                      <a:pt x="1" y="25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6" name="Freeform 212"/>
              <p:cNvSpPr>
                <a:spLocks/>
              </p:cNvSpPr>
              <p:nvPr/>
            </p:nvSpPr>
            <p:spPr bwMode="auto">
              <a:xfrm>
                <a:off x="1261" y="2038"/>
                <a:ext cx="87" cy="86"/>
              </a:xfrm>
              <a:custGeom>
                <a:avLst/>
                <a:gdLst>
                  <a:gd name="T0" fmla="*/ 0 w 259"/>
                  <a:gd name="T1" fmla="*/ 0 h 259"/>
                  <a:gd name="T2" fmla="*/ 8 w 259"/>
                  <a:gd name="T3" fmla="*/ 20 h 259"/>
                  <a:gd name="T4" fmla="*/ 29 w 259"/>
                  <a:gd name="T5" fmla="*/ 29 h 259"/>
                  <a:gd name="T6" fmla="*/ 29 w 259"/>
                  <a:gd name="T7" fmla="*/ 29 h 25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59"/>
                  <a:gd name="T13" fmla="*/ 0 h 259"/>
                  <a:gd name="T14" fmla="*/ 259 w 259"/>
                  <a:gd name="T15" fmla="*/ 259 h 25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59" h="259">
                    <a:moveTo>
                      <a:pt x="0" y="0"/>
                    </a:moveTo>
                    <a:lnTo>
                      <a:pt x="75" y="184"/>
                    </a:lnTo>
                    <a:lnTo>
                      <a:pt x="258" y="259"/>
                    </a:lnTo>
                    <a:lnTo>
                      <a:pt x="259" y="25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7" name="Freeform 213"/>
              <p:cNvSpPr>
                <a:spLocks/>
              </p:cNvSpPr>
              <p:nvPr/>
            </p:nvSpPr>
            <p:spPr bwMode="auto">
              <a:xfrm>
                <a:off x="2037" y="2038"/>
                <a:ext cx="86" cy="86"/>
              </a:xfrm>
              <a:custGeom>
                <a:avLst/>
                <a:gdLst>
                  <a:gd name="T0" fmla="*/ 0 w 259"/>
                  <a:gd name="T1" fmla="*/ 29 h 259"/>
                  <a:gd name="T2" fmla="*/ 20 w 259"/>
                  <a:gd name="T3" fmla="*/ 20 h 259"/>
                  <a:gd name="T4" fmla="*/ 29 w 259"/>
                  <a:gd name="T5" fmla="*/ 0 h 259"/>
                  <a:gd name="T6" fmla="*/ 29 w 259"/>
                  <a:gd name="T7" fmla="*/ 0 h 25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59"/>
                  <a:gd name="T13" fmla="*/ 0 h 259"/>
                  <a:gd name="T14" fmla="*/ 259 w 259"/>
                  <a:gd name="T15" fmla="*/ 259 h 25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59" h="259">
                    <a:moveTo>
                      <a:pt x="0" y="259"/>
                    </a:moveTo>
                    <a:lnTo>
                      <a:pt x="183" y="184"/>
                    </a:lnTo>
                    <a:lnTo>
                      <a:pt x="258" y="0"/>
                    </a:lnTo>
                    <a:lnTo>
                      <a:pt x="259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8" name="Freeform 214"/>
              <p:cNvSpPr>
                <a:spLocks/>
              </p:cNvSpPr>
              <p:nvPr/>
            </p:nvSpPr>
            <p:spPr bwMode="auto">
              <a:xfrm>
                <a:off x="2037" y="1262"/>
                <a:ext cx="86" cy="86"/>
              </a:xfrm>
              <a:custGeom>
                <a:avLst/>
                <a:gdLst>
                  <a:gd name="T0" fmla="*/ 29 w 258"/>
                  <a:gd name="T1" fmla="*/ 29 h 259"/>
                  <a:gd name="T2" fmla="*/ 20 w 258"/>
                  <a:gd name="T3" fmla="*/ 8 h 259"/>
                  <a:gd name="T4" fmla="*/ 0 w 258"/>
                  <a:gd name="T5" fmla="*/ 0 h 259"/>
                  <a:gd name="T6" fmla="*/ 0 w 258"/>
                  <a:gd name="T7" fmla="*/ 0 h 25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58"/>
                  <a:gd name="T13" fmla="*/ 0 h 259"/>
                  <a:gd name="T14" fmla="*/ 258 w 258"/>
                  <a:gd name="T15" fmla="*/ 259 h 25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58" h="259">
                    <a:moveTo>
                      <a:pt x="258" y="259"/>
                    </a:moveTo>
                    <a:lnTo>
                      <a:pt x="183" y="75"/>
                    </a:ln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19" name="Freeform 215"/>
              <p:cNvSpPr>
                <a:spLocks/>
              </p:cNvSpPr>
              <p:nvPr/>
            </p:nvSpPr>
            <p:spPr bwMode="auto">
              <a:xfrm>
                <a:off x="1550" y="1693"/>
                <a:ext cx="142" cy="142"/>
              </a:xfrm>
              <a:custGeom>
                <a:avLst/>
                <a:gdLst>
                  <a:gd name="T0" fmla="*/ 47 w 426"/>
                  <a:gd name="T1" fmla="*/ 0 h 425"/>
                  <a:gd name="T2" fmla="*/ 0 w 426"/>
                  <a:gd name="T3" fmla="*/ 47 h 425"/>
                  <a:gd name="T4" fmla="*/ 0 w 426"/>
                  <a:gd name="T5" fmla="*/ 47 h 425"/>
                  <a:gd name="T6" fmla="*/ 0 60000 65536"/>
                  <a:gd name="T7" fmla="*/ 0 60000 65536"/>
                  <a:gd name="T8" fmla="*/ 0 60000 65536"/>
                  <a:gd name="T9" fmla="*/ 0 w 426"/>
                  <a:gd name="T10" fmla="*/ 0 h 425"/>
                  <a:gd name="T11" fmla="*/ 426 w 426"/>
                  <a:gd name="T12" fmla="*/ 425 h 42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6" h="425">
                    <a:moveTo>
                      <a:pt x="426" y="0"/>
                    </a:moveTo>
                    <a:lnTo>
                      <a:pt x="0" y="425"/>
                    </a:lnTo>
                    <a:lnTo>
                      <a:pt x="1" y="42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0" name="Freeform 216"/>
              <p:cNvSpPr>
                <a:spLocks/>
              </p:cNvSpPr>
              <p:nvPr/>
            </p:nvSpPr>
            <p:spPr bwMode="auto">
              <a:xfrm>
                <a:off x="1520" y="1984"/>
                <a:ext cx="96" cy="96"/>
              </a:xfrm>
              <a:custGeom>
                <a:avLst/>
                <a:gdLst>
                  <a:gd name="T0" fmla="*/ 96 w 96"/>
                  <a:gd name="T1" fmla="*/ 0 h 96"/>
                  <a:gd name="T2" fmla="*/ 0 w 96"/>
                  <a:gd name="T3" fmla="*/ 96 h 96"/>
                  <a:gd name="T4" fmla="*/ 0 60000 65536"/>
                  <a:gd name="T5" fmla="*/ 0 60000 65536"/>
                  <a:gd name="T6" fmla="*/ 0 w 96"/>
                  <a:gd name="T7" fmla="*/ 0 h 96"/>
                  <a:gd name="T8" fmla="*/ 96 w 96"/>
                  <a:gd name="T9" fmla="*/ 96 h 9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6" h="96">
                    <a:moveTo>
                      <a:pt x="96" y="0"/>
                    </a:moveTo>
                    <a:lnTo>
                      <a:pt x="0" y="96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1" name="Freeform 217"/>
              <p:cNvSpPr>
                <a:spLocks/>
              </p:cNvSpPr>
              <p:nvPr/>
            </p:nvSpPr>
            <p:spPr bwMode="auto">
              <a:xfrm>
                <a:off x="1308" y="1768"/>
                <a:ext cx="100" cy="96"/>
              </a:xfrm>
              <a:custGeom>
                <a:avLst/>
                <a:gdLst>
                  <a:gd name="T0" fmla="*/ 100 w 100"/>
                  <a:gd name="T1" fmla="*/ 0 h 96"/>
                  <a:gd name="T2" fmla="*/ 0 w 100"/>
                  <a:gd name="T3" fmla="*/ 96 h 96"/>
                  <a:gd name="T4" fmla="*/ 0 w 100"/>
                  <a:gd name="T5" fmla="*/ 96 h 96"/>
                  <a:gd name="T6" fmla="*/ 0 60000 65536"/>
                  <a:gd name="T7" fmla="*/ 0 60000 65536"/>
                  <a:gd name="T8" fmla="*/ 0 60000 65536"/>
                  <a:gd name="T9" fmla="*/ 0 w 100"/>
                  <a:gd name="T10" fmla="*/ 0 h 96"/>
                  <a:gd name="T11" fmla="*/ 100 w 100"/>
                  <a:gd name="T12" fmla="*/ 96 h 9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0" h="96">
                    <a:moveTo>
                      <a:pt x="100" y="0"/>
                    </a:moveTo>
                    <a:lnTo>
                      <a:pt x="0" y="96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2" name="Freeform 218"/>
              <p:cNvSpPr>
                <a:spLocks/>
              </p:cNvSpPr>
              <p:nvPr/>
            </p:nvSpPr>
            <p:spPr bwMode="auto">
              <a:xfrm>
                <a:off x="1225" y="1781"/>
                <a:ext cx="380" cy="380"/>
              </a:xfrm>
              <a:custGeom>
                <a:avLst/>
                <a:gdLst>
                  <a:gd name="T0" fmla="*/ 0 w 1140"/>
                  <a:gd name="T1" fmla="*/ 0 h 1141"/>
                  <a:gd name="T2" fmla="*/ 127 w 1140"/>
                  <a:gd name="T3" fmla="*/ 127 h 1141"/>
                  <a:gd name="T4" fmla="*/ 127 w 1140"/>
                  <a:gd name="T5" fmla="*/ 127 h 1141"/>
                  <a:gd name="T6" fmla="*/ 0 60000 65536"/>
                  <a:gd name="T7" fmla="*/ 0 60000 65536"/>
                  <a:gd name="T8" fmla="*/ 0 60000 65536"/>
                  <a:gd name="T9" fmla="*/ 0 w 1140"/>
                  <a:gd name="T10" fmla="*/ 0 h 1141"/>
                  <a:gd name="T11" fmla="*/ 1140 w 1140"/>
                  <a:gd name="T12" fmla="*/ 1141 h 114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40" h="1141">
                    <a:moveTo>
                      <a:pt x="0" y="0"/>
                    </a:moveTo>
                    <a:lnTo>
                      <a:pt x="1139" y="1141"/>
                    </a:lnTo>
                    <a:lnTo>
                      <a:pt x="1140" y="114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3" name="Freeform 219"/>
              <p:cNvSpPr>
                <a:spLocks/>
              </p:cNvSpPr>
              <p:nvPr/>
            </p:nvSpPr>
            <p:spPr bwMode="auto">
              <a:xfrm>
                <a:off x="1168" y="1776"/>
                <a:ext cx="56" cy="72"/>
              </a:xfrm>
              <a:custGeom>
                <a:avLst/>
                <a:gdLst>
                  <a:gd name="T0" fmla="*/ 56 w 56"/>
                  <a:gd name="T1" fmla="*/ 0 h 72"/>
                  <a:gd name="T2" fmla="*/ 0 w 56"/>
                  <a:gd name="T3" fmla="*/ 72 h 72"/>
                  <a:gd name="T4" fmla="*/ 0 60000 65536"/>
                  <a:gd name="T5" fmla="*/ 0 60000 65536"/>
                  <a:gd name="T6" fmla="*/ 0 w 56"/>
                  <a:gd name="T7" fmla="*/ 0 h 72"/>
                  <a:gd name="T8" fmla="*/ 56 w 56"/>
                  <a:gd name="T9" fmla="*/ 72 h 7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6" h="72">
                    <a:moveTo>
                      <a:pt x="56" y="0"/>
                    </a:moveTo>
                    <a:lnTo>
                      <a:pt x="0" y="72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4" name="Freeform 220"/>
              <p:cNvSpPr>
                <a:spLocks/>
              </p:cNvSpPr>
              <p:nvPr/>
            </p:nvSpPr>
            <p:spPr bwMode="auto">
              <a:xfrm>
                <a:off x="1164" y="1841"/>
                <a:ext cx="380" cy="381"/>
              </a:xfrm>
              <a:custGeom>
                <a:avLst/>
                <a:gdLst>
                  <a:gd name="T0" fmla="*/ 0 w 1141"/>
                  <a:gd name="T1" fmla="*/ 0 h 1141"/>
                  <a:gd name="T2" fmla="*/ 126 w 1141"/>
                  <a:gd name="T3" fmla="*/ 127 h 1141"/>
                  <a:gd name="T4" fmla="*/ 127 w 1141"/>
                  <a:gd name="T5" fmla="*/ 127 h 1141"/>
                  <a:gd name="T6" fmla="*/ 0 60000 65536"/>
                  <a:gd name="T7" fmla="*/ 0 60000 65536"/>
                  <a:gd name="T8" fmla="*/ 0 60000 65536"/>
                  <a:gd name="T9" fmla="*/ 0 w 1141"/>
                  <a:gd name="T10" fmla="*/ 0 h 1141"/>
                  <a:gd name="T11" fmla="*/ 1141 w 1141"/>
                  <a:gd name="T12" fmla="*/ 1141 h 114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41" h="1141">
                    <a:moveTo>
                      <a:pt x="0" y="0"/>
                    </a:moveTo>
                    <a:lnTo>
                      <a:pt x="1139" y="1141"/>
                    </a:lnTo>
                    <a:lnTo>
                      <a:pt x="1141" y="114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5" name="Freeform 221"/>
              <p:cNvSpPr>
                <a:spLocks/>
              </p:cNvSpPr>
              <p:nvPr/>
            </p:nvSpPr>
            <p:spPr bwMode="auto">
              <a:xfrm>
                <a:off x="1543" y="2161"/>
                <a:ext cx="61" cy="61"/>
              </a:xfrm>
              <a:custGeom>
                <a:avLst/>
                <a:gdLst>
                  <a:gd name="T0" fmla="*/ 20 w 183"/>
                  <a:gd name="T1" fmla="*/ 0 h 182"/>
                  <a:gd name="T2" fmla="*/ 0 w 183"/>
                  <a:gd name="T3" fmla="*/ 20 h 182"/>
                  <a:gd name="T4" fmla="*/ 0 w 183"/>
                  <a:gd name="T5" fmla="*/ 20 h 182"/>
                  <a:gd name="T6" fmla="*/ 0 60000 65536"/>
                  <a:gd name="T7" fmla="*/ 0 60000 65536"/>
                  <a:gd name="T8" fmla="*/ 0 60000 65536"/>
                  <a:gd name="T9" fmla="*/ 0 w 183"/>
                  <a:gd name="T10" fmla="*/ 0 h 182"/>
                  <a:gd name="T11" fmla="*/ 183 w 183"/>
                  <a:gd name="T12" fmla="*/ 182 h 1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3" h="182">
                    <a:moveTo>
                      <a:pt x="183" y="0"/>
                    </a:moveTo>
                    <a:lnTo>
                      <a:pt x="0" y="182"/>
                    </a:lnTo>
                    <a:lnTo>
                      <a:pt x="2" y="182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6" name="Freeform 222"/>
              <p:cNvSpPr>
                <a:spLocks/>
              </p:cNvSpPr>
              <p:nvPr/>
            </p:nvSpPr>
            <p:spPr bwMode="auto">
              <a:xfrm>
                <a:off x="1261" y="1939"/>
                <a:ext cx="3" cy="117"/>
              </a:xfrm>
              <a:custGeom>
                <a:avLst/>
                <a:gdLst>
                  <a:gd name="T0" fmla="*/ 0 w 3"/>
                  <a:gd name="T1" fmla="*/ 0 h 117"/>
                  <a:gd name="T2" fmla="*/ 3 w 3"/>
                  <a:gd name="T3" fmla="*/ 117 h 117"/>
                  <a:gd name="T4" fmla="*/ 0 60000 65536"/>
                  <a:gd name="T5" fmla="*/ 0 60000 65536"/>
                  <a:gd name="T6" fmla="*/ 0 w 3"/>
                  <a:gd name="T7" fmla="*/ 0 h 117"/>
                  <a:gd name="T8" fmla="*/ 3 w 3"/>
                  <a:gd name="T9" fmla="*/ 117 h 11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" h="117">
                    <a:moveTo>
                      <a:pt x="0" y="0"/>
                    </a:moveTo>
                    <a:lnTo>
                      <a:pt x="3" y="117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7" name="Freeform 223"/>
              <p:cNvSpPr>
                <a:spLocks/>
              </p:cNvSpPr>
              <p:nvPr/>
            </p:nvSpPr>
            <p:spPr bwMode="auto">
              <a:xfrm>
                <a:off x="1567" y="2124"/>
                <a:ext cx="470" cy="1"/>
              </a:xfrm>
              <a:custGeom>
                <a:avLst/>
                <a:gdLst>
                  <a:gd name="T0" fmla="*/ 0 w 1409"/>
                  <a:gd name="T1" fmla="*/ 0 h 1"/>
                  <a:gd name="T2" fmla="*/ 157 w 1409"/>
                  <a:gd name="T3" fmla="*/ 0 h 1"/>
                  <a:gd name="T4" fmla="*/ 157 w 140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409"/>
                  <a:gd name="T10" fmla="*/ 0 h 1"/>
                  <a:gd name="T11" fmla="*/ 1409 w 140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09" h="1">
                    <a:moveTo>
                      <a:pt x="0" y="0"/>
                    </a:moveTo>
                    <a:lnTo>
                      <a:pt x="1408" y="0"/>
                    </a:lnTo>
                    <a:lnTo>
                      <a:pt x="1409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8" name="Freeform 224"/>
              <p:cNvSpPr>
                <a:spLocks/>
              </p:cNvSpPr>
              <p:nvPr/>
            </p:nvSpPr>
            <p:spPr bwMode="auto">
              <a:xfrm>
                <a:off x="1199" y="2127"/>
                <a:ext cx="59" cy="59"/>
              </a:xfrm>
              <a:custGeom>
                <a:avLst/>
                <a:gdLst>
                  <a:gd name="T0" fmla="*/ 20 w 178"/>
                  <a:gd name="T1" fmla="*/ 0 h 177"/>
                  <a:gd name="T2" fmla="*/ 0 w 178"/>
                  <a:gd name="T3" fmla="*/ 20 h 177"/>
                  <a:gd name="T4" fmla="*/ 0 w 178"/>
                  <a:gd name="T5" fmla="*/ 20 h 177"/>
                  <a:gd name="T6" fmla="*/ 0 60000 65536"/>
                  <a:gd name="T7" fmla="*/ 0 60000 65536"/>
                  <a:gd name="T8" fmla="*/ 0 60000 65536"/>
                  <a:gd name="T9" fmla="*/ 0 w 178"/>
                  <a:gd name="T10" fmla="*/ 0 h 177"/>
                  <a:gd name="T11" fmla="*/ 178 w 178"/>
                  <a:gd name="T12" fmla="*/ 177 h 17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8" h="177">
                    <a:moveTo>
                      <a:pt x="178" y="0"/>
                    </a:moveTo>
                    <a:lnTo>
                      <a:pt x="0" y="177"/>
                    </a:lnTo>
                    <a:lnTo>
                      <a:pt x="1" y="177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9" name="Freeform 225"/>
              <p:cNvSpPr>
                <a:spLocks/>
              </p:cNvSpPr>
              <p:nvPr/>
            </p:nvSpPr>
            <p:spPr bwMode="auto">
              <a:xfrm>
                <a:off x="1619" y="1693"/>
                <a:ext cx="73" cy="72"/>
              </a:xfrm>
              <a:custGeom>
                <a:avLst/>
                <a:gdLst>
                  <a:gd name="T0" fmla="*/ 24 w 219"/>
                  <a:gd name="T1" fmla="*/ 0 h 217"/>
                  <a:gd name="T2" fmla="*/ 0 w 219"/>
                  <a:gd name="T3" fmla="*/ 24 h 217"/>
                  <a:gd name="T4" fmla="*/ 0 w 219"/>
                  <a:gd name="T5" fmla="*/ 24 h 217"/>
                  <a:gd name="T6" fmla="*/ 0 60000 65536"/>
                  <a:gd name="T7" fmla="*/ 0 60000 65536"/>
                  <a:gd name="T8" fmla="*/ 0 60000 65536"/>
                  <a:gd name="T9" fmla="*/ 0 w 219"/>
                  <a:gd name="T10" fmla="*/ 0 h 217"/>
                  <a:gd name="T11" fmla="*/ 219 w 219"/>
                  <a:gd name="T12" fmla="*/ 217 h 2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9" h="217">
                    <a:moveTo>
                      <a:pt x="219" y="0"/>
                    </a:moveTo>
                    <a:lnTo>
                      <a:pt x="0" y="217"/>
                    </a:lnTo>
                    <a:lnTo>
                      <a:pt x="1" y="217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30" name="Freeform 226"/>
              <p:cNvSpPr>
                <a:spLocks/>
              </p:cNvSpPr>
              <p:nvPr/>
            </p:nvSpPr>
            <p:spPr bwMode="auto">
              <a:xfrm>
                <a:off x="1692" y="1609"/>
                <a:ext cx="1" cy="84"/>
              </a:xfrm>
              <a:custGeom>
                <a:avLst/>
                <a:gdLst>
                  <a:gd name="T0" fmla="*/ 0 w 1"/>
                  <a:gd name="T1" fmla="*/ 28 h 253"/>
                  <a:gd name="T2" fmla="*/ 0 w 1"/>
                  <a:gd name="T3" fmla="*/ 0 h 253"/>
                  <a:gd name="T4" fmla="*/ 1 w 1"/>
                  <a:gd name="T5" fmla="*/ 0 h 25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53"/>
                  <a:gd name="T11" fmla="*/ 1 w 1"/>
                  <a:gd name="T12" fmla="*/ 253 h 2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53">
                    <a:moveTo>
                      <a:pt x="0" y="25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31" name="Freeform 227"/>
              <p:cNvSpPr>
                <a:spLocks/>
              </p:cNvSpPr>
              <p:nvPr/>
            </p:nvSpPr>
            <p:spPr bwMode="auto">
              <a:xfrm>
                <a:off x="1692" y="1138"/>
                <a:ext cx="1" cy="68"/>
              </a:xfrm>
              <a:custGeom>
                <a:avLst/>
                <a:gdLst>
                  <a:gd name="T0" fmla="*/ 0 w 1"/>
                  <a:gd name="T1" fmla="*/ 22 h 206"/>
                  <a:gd name="T2" fmla="*/ 0 w 1"/>
                  <a:gd name="T3" fmla="*/ 0 h 206"/>
                  <a:gd name="T4" fmla="*/ 1 w 1"/>
                  <a:gd name="T5" fmla="*/ 0 h 20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06"/>
                  <a:gd name="T11" fmla="*/ 1 w 1"/>
                  <a:gd name="T12" fmla="*/ 206 h 20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06">
                    <a:moveTo>
                      <a:pt x="0" y="206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32" name="Rectangle 228"/>
              <p:cNvSpPr>
                <a:spLocks noChangeArrowheads="1"/>
              </p:cNvSpPr>
              <p:nvPr/>
            </p:nvSpPr>
            <p:spPr bwMode="auto">
              <a:xfrm>
                <a:off x="1548" y="1009"/>
                <a:ext cx="98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i="1">
                    <a:solidFill>
                      <a:schemeClr val="tx2"/>
                    </a:solidFill>
                    <a:latin typeface="宋体" pitchFamily="2" charset="-122"/>
                  </a:rPr>
                  <a:t>A</a:t>
                </a:r>
                <a:endParaRPr lang="en-US" altLang="zh-CN" sz="2400" b="1">
                  <a:solidFill>
                    <a:schemeClr val="tx2"/>
                  </a:solidFill>
                </a:endParaRPr>
              </a:p>
            </p:txBody>
          </p:sp>
          <p:sp>
            <p:nvSpPr>
              <p:cNvPr id="11333" name="Rectangle 229"/>
              <p:cNvSpPr>
                <a:spLocks noChangeArrowheads="1"/>
              </p:cNvSpPr>
              <p:nvPr/>
            </p:nvSpPr>
            <p:spPr bwMode="auto">
              <a:xfrm>
                <a:off x="1580" y="1501"/>
                <a:ext cx="98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i="1">
                    <a:solidFill>
                      <a:schemeClr val="tx2"/>
                    </a:solidFill>
                    <a:latin typeface="宋体" pitchFamily="2" charset="-122"/>
                  </a:rPr>
                  <a:t>A</a:t>
                </a:r>
                <a:endParaRPr lang="en-US" altLang="zh-CN" sz="2400" b="1">
                  <a:solidFill>
                    <a:schemeClr val="tx2"/>
                  </a:solidFill>
                </a:endParaRPr>
              </a:p>
            </p:txBody>
          </p:sp>
          <p:sp>
            <p:nvSpPr>
              <p:cNvPr id="11334" name="Rectangle 230"/>
              <p:cNvSpPr>
                <a:spLocks noChangeArrowheads="1"/>
              </p:cNvSpPr>
              <p:nvPr/>
            </p:nvSpPr>
            <p:spPr bwMode="auto">
              <a:xfrm>
                <a:off x="1214" y="2248"/>
                <a:ext cx="98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i="1">
                    <a:solidFill>
                      <a:schemeClr val="tx2"/>
                    </a:solidFill>
                    <a:latin typeface="宋体" pitchFamily="2" charset="-122"/>
                  </a:rPr>
                  <a:t>A</a:t>
                </a:r>
                <a:endParaRPr lang="en-US" altLang="zh-CN" sz="2400" b="1">
                  <a:solidFill>
                    <a:schemeClr val="tx2"/>
                  </a:solidFill>
                </a:endParaRPr>
              </a:p>
            </p:txBody>
          </p:sp>
          <p:sp>
            <p:nvSpPr>
              <p:cNvPr id="11335" name="Freeform 231"/>
              <p:cNvSpPr>
                <a:spLocks/>
              </p:cNvSpPr>
              <p:nvPr/>
            </p:nvSpPr>
            <p:spPr bwMode="auto">
              <a:xfrm>
                <a:off x="1692" y="1216"/>
                <a:ext cx="1" cy="216"/>
              </a:xfrm>
              <a:custGeom>
                <a:avLst/>
                <a:gdLst>
                  <a:gd name="T0" fmla="*/ 0 w 1"/>
                  <a:gd name="T1" fmla="*/ 0 h 646"/>
                  <a:gd name="T2" fmla="*/ 0 w 1"/>
                  <a:gd name="T3" fmla="*/ 72 h 646"/>
                  <a:gd name="T4" fmla="*/ 1 w 1"/>
                  <a:gd name="T5" fmla="*/ 72 h 646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46"/>
                  <a:gd name="T11" fmla="*/ 1 w 1"/>
                  <a:gd name="T12" fmla="*/ 646 h 6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46">
                    <a:moveTo>
                      <a:pt x="0" y="0"/>
                    </a:moveTo>
                    <a:lnTo>
                      <a:pt x="0" y="646"/>
                    </a:lnTo>
                    <a:lnTo>
                      <a:pt x="1" y="64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36" name="Freeform 232"/>
              <p:cNvSpPr>
                <a:spLocks/>
              </p:cNvSpPr>
              <p:nvPr/>
            </p:nvSpPr>
            <p:spPr bwMode="auto">
              <a:xfrm>
                <a:off x="1692" y="1138"/>
                <a:ext cx="216" cy="1"/>
              </a:xfrm>
              <a:custGeom>
                <a:avLst/>
                <a:gdLst>
                  <a:gd name="T0" fmla="*/ 0 w 646"/>
                  <a:gd name="T1" fmla="*/ 0 h 1"/>
                  <a:gd name="T2" fmla="*/ 72 w 646"/>
                  <a:gd name="T3" fmla="*/ 0 h 1"/>
                  <a:gd name="T4" fmla="*/ 72 w 64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46"/>
                  <a:gd name="T10" fmla="*/ 0 h 1"/>
                  <a:gd name="T11" fmla="*/ 646 w 64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46" h="1">
                    <a:moveTo>
                      <a:pt x="0" y="0"/>
                    </a:moveTo>
                    <a:lnTo>
                      <a:pt x="645" y="0"/>
                    </a:lnTo>
                    <a:lnTo>
                      <a:pt x="64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37" name="Freeform 233"/>
              <p:cNvSpPr>
                <a:spLocks/>
              </p:cNvSpPr>
              <p:nvPr/>
            </p:nvSpPr>
            <p:spPr bwMode="auto">
              <a:xfrm>
                <a:off x="1199" y="2186"/>
                <a:ext cx="153" cy="153"/>
              </a:xfrm>
              <a:custGeom>
                <a:avLst/>
                <a:gdLst>
                  <a:gd name="T0" fmla="*/ 0 w 459"/>
                  <a:gd name="T1" fmla="*/ 0 h 458"/>
                  <a:gd name="T2" fmla="*/ 51 w 459"/>
                  <a:gd name="T3" fmla="*/ 51 h 458"/>
                  <a:gd name="T4" fmla="*/ 51 w 459"/>
                  <a:gd name="T5" fmla="*/ 51 h 458"/>
                  <a:gd name="T6" fmla="*/ 0 60000 65536"/>
                  <a:gd name="T7" fmla="*/ 0 60000 65536"/>
                  <a:gd name="T8" fmla="*/ 0 60000 65536"/>
                  <a:gd name="T9" fmla="*/ 0 w 459"/>
                  <a:gd name="T10" fmla="*/ 0 h 458"/>
                  <a:gd name="T11" fmla="*/ 459 w 459"/>
                  <a:gd name="T12" fmla="*/ 458 h 45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59" h="458">
                    <a:moveTo>
                      <a:pt x="0" y="0"/>
                    </a:moveTo>
                    <a:lnTo>
                      <a:pt x="458" y="458"/>
                    </a:lnTo>
                    <a:lnTo>
                      <a:pt x="459" y="458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38" name="Freeform 234"/>
              <p:cNvSpPr>
                <a:spLocks/>
              </p:cNvSpPr>
              <p:nvPr/>
            </p:nvSpPr>
            <p:spPr bwMode="auto">
              <a:xfrm>
                <a:off x="1324" y="1885"/>
                <a:ext cx="175" cy="177"/>
              </a:xfrm>
              <a:custGeom>
                <a:avLst/>
                <a:gdLst>
                  <a:gd name="T0" fmla="*/ 58 w 527"/>
                  <a:gd name="T1" fmla="*/ 0 h 530"/>
                  <a:gd name="T2" fmla="*/ 0 w 527"/>
                  <a:gd name="T3" fmla="*/ 59 h 530"/>
                  <a:gd name="T4" fmla="*/ 0 w 527"/>
                  <a:gd name="T5" fmla="*/ 59 h 530"/>
                  <a:gd name="T6" fmla="*/ 0 60000 65536"/>
                  <a:gd name="T7" fmla="*/ 0 60000 65536"/>
                  <a:gd name="T8" fmla="*/ 0 60000 65536"/>
                  <a:gd name="T9" fmla="*/ 0 w 527"/>
                  <a:gd name="T10" fmla="*/ 0 h 530"/>
                  <a:gd name="T11" fmla="*/ 527 w 527"/>
                  <a:gd name="T12" fmla="*/ 530 h 53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27" h="530">
                    <a:moveTo>
                      <a:pt x="527" y="0"/>
                    </a:moveTo>
                    <a:lnTo>
                      <a:pt x="0" y="530"/>
                    </a:lnTo>
                    <a:lnTo>
                      <a:pt x="1" y="53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39" name="Freeform 235"/>
              <p:cNvSpPr>
                <a:spLocks/>
              </p:cNvSpPr>
              <p:nvPr/>
            </p:nvSpPr>
            <p:spPr bwMode="auto">
              <a:xfrm>
                <a:off x="1522" y="1853"/>
                <a:ext cx="10" cy="10"/>
              </a:xfrm>
              <a:custGeom>
                <a:avLst/>
                <a:gdLst>
                  <a:gd name="T0" fmla="*/ 4 w 28"/>
                  <a:gd name="T1" fmla="*/ 0 h 29"/>
                  <a:gd name="T2" fmla="*/ 0 w 28"/>
                  <a:gd name="T3" fmla="*/ 3 h 29"/>
                  <a:gd name="T4" fmla="*/ 0 w 28"/>
                  <a:gd name="T5" fmla="*/ 3 h 29"/>
                  <a:gd name="T6" fmla="*/ 0 60000 65536"/>
                  <a:gd name="T7" fmla="*/ 0 60000 65536"/>
                  <a:gd name="T8" fmla="*/ 0 60000 65536"/>
                  <a:gd name="T9" fmla="*/ 0 w 28"/>
                  <a:gd name="T10" fmla="*/ 0 h 29"/>
                  <a:gd name="T11" fmla="*/ 28 w 28"/>
                  <a:gd name="T12" fmla="*/ 29 h 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" h="29">
                    <a:moveTo>
                      <a:pt x="28" y="0"/>
                    </a:moveTo>
                    <a:lnTo>
                      <a:pt x="0" y="29"/>
                    </a:lnTo>
                    <a:lnTo>
                      <a:pt x="1" y="2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40" name="Freeform 236"/>
              <p:cNvSpPr>
                <a:spLocks/>
              </p:cNvSpPr>
              <p:nvPr/>
            </p:nvSpPr>
            <p:spPr bwMode="auto">
              <a:xfrm>
                <a:off x="1692" y="2099"/>
                <a:ext cx="1" cy="136"/>
              </a:xfrm>
              <a:custGeom>
                <a:avLst/>
                <a:gdLst>
                  <a:gd name="T0" fmla="*/ 0 w 1"/>
                  <a:gd name="T1" fmla="*/ 0 h 409"/>
                  <a:gd name="T2" fmla="*/ 0 w 1"/>
                  <a:gd name="T3" fmla="*/ 45 h 409"/>
                  <a:gd name="T4" fmla="*/ 1 w 1"/>
                  <a:gd name="T5" fmla="*/ 45 h 40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09"/>
                  <a:gd name="T11" fmla="*/ 1 w 1"/>
                  <a:gd name="T12" fmla="*/ 409 h 40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09">
                    <a:moveTo>
                      <a:pt x="0" y="0"/>
                    </a:moveTo>
                    <a:lnTo>
                      <a:pt x="0" y="409"/>
                    </a:lnTo>
                    <a:lnTo>
                      <a:pt x="1" y="40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41" name="Freeform 237"/>
              <p:cNvSpPr>
                <a:spLocks/>
              </p:cNvSpPr>
              <p:nvPr/>
            </p:nvSpPr>
            <p:spPr bwMode="auto">
              <a:xfrm>
                <a:off x="1692" y="2065"/>
                <a:ext cx="1" cy="8"/>
              </a:xfrm>
              <a:custGeom>
                <a:avLst/>
                <a:gdLst>
                  <a:gd name="T0" fmla="*/ 0 w 1"/>
                  <a:gd name="T1" fmla="*/ 0 h 23"/>
                  <a:gd name="T2" fmla="*/ 0 w 1"/>
                  <a:gd name="T3" fmla="*/ 3 h 23"/>
                  <a:gd name="T4" fmla="*/ 1 w 1"/>
                  <a:gd name="T5" fmla="*/ 3 h 2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3"/>
                  <a:gd name="T11" fmla="*/ 1 w 1"/>
                  <a:gd name="T12" fmla="*/ 23 h 2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3">
                    <a:moveTo>
                      <a:pt x="0" y="0"/>
                    </a:moveTo>
                    <a:lnTo>
                      <a:pt x="0" y="23"/>
                    </a:lnTo>
                    <a:lnTo>
                      <a:pt x="1" y="2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42" name="Freeform 238"/>
              <p:cNvSpPr>
                <a:spLocks/>
              </p:cNvSpPr>
              <p:nvPr/>
            </p:nvSpPr>
            <p:spPr bwMode="auto">
              <a:xfrm>
                <a:off x="1692" y="1458"/>
                <a:ext cx="1" cy="7"/>
              </a:xfrm>
              <a:custGeom>
                <a:avLst/>
                <a:gdLst>
                  <a:gd name="T0" fmla="*/ 0 w 1"/>
                  <a:gd name="T1" fmla="*/ 0 h 22"/>
                  <a:gd name="T2" fmla="*/ 0 w 1"/>
                  <a:gd name="T3" fmla="*/ 2 h 22"/>
                  <a:gd name="T4" fmla="*/ 1 w 1"/>
                  <a:gd name="T5" fmla="*/ 2 h 2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2"/>
                  <a:gd name="T11" fmla="*/ 1 w 1"/>
                  <a:gd name="T12" fmla="*/ 22 h 2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2">
                    <a:moveTo>
                      <a:pt x="0" y="0"/>
                    </a:moveTo>
                    <a:lnTo>
                      <a:pt x="0" y="22"/>
                    </a:lnTo>
                    <a:lnTo>
                      <a:pt x="1" y="22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43" name="Freeform 239"/>
              <p:cNvSpPr>
                <a:spLocks/>
              </p:cNvSpPr>
              <p:nvPr/>
            </p:nvSpPr>
            <p:spPr bwMode="auto">
              <a:xfrm>
                <a:off x="1445" y="1693"/>
                <a:ext cx="16" cy="1"/>
              </a:xfrm>
              <a:custGeom>
                <a:avLst/>
                <a:gdLst>
                  <a:gd name="T0" fmla="*/ 0 w 46"/>
                  <a:gd name="T1" fmla="*/ 0 h 1"/>
                  <a:gd name="T2" fmla="*/ 6 w 46"/>
                  <a:gd name="T3" fmla="*/ 0 h 1"/>
                  <a:gd name="T4" fmla="*/ 6 w 46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6"/>
                  <a:gd name="T10" fmla="*/ 0 h 1"/>
                  <a:gd name="T11" fmla="*/ 46 w 46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" h="1">
                    <a:moveTo>
                      <a:pt x="0" y="0"/>
                    </a:moveTo>
                    <a:lnTo>
                      <a:pt x="45" y="0"/>
                    </a:lnTo>
                    <a:lnTo>
                      <a:pt x="4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44" name="Freeform 240"/>
              <p:cNvSpPr>
                <a:spLocks/>
              </p:cNvSpPr>
              <p:nvPr/>
            </p:nvSpPr>
            <p:spPr bwMode="auto">
              <a:xfrm>
                <a:off x="1490" y="1693"/>
                <a:ext cx="536" cy="1"/>
              </a:xfrm>
              <a:custGeom>
                <a:avLst/>
                <a:gdLst>
                  <a:gd name="T0" fmla="*/ 0 w 1608"/>
                  <a:gd name="T1" fmla="*/ 0 h 1"/>
                  <a:gd name="T2" fmla="*/ 179 w 1608"/>
                  <a:gd name="T3" fmla="*/ 0 h 1"/>
                  <a:gd name="T4" fmla="*/ 179 w 160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608"/>
                  <a:gd name="T10" fmla="*/ 0 h 1"/>
                  <a:gd name="T11" fmla="*/ 1608 w 160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08" h="1">
                    <a:moveTo>
                      <a:pt x="0" y="0"/>
                    </a:moveTo>
                    <a:lnTo>
                      <a:pt x="1607" y="0"/>
                    </a:lnTo>
                    <a:lnTo>
                      <a:pt x="160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45" name="Freeform 241"/>
              <p:cNvSpPr>
                <a:spLocks/>
              </p:cNvSpPr>
              <p:nvPr/>
            </p:nvSpPr>
            <p:spPr bwMode="auto">
              <a:xfrm>
                <a:off x="2056" y="1693"/>
                <a:ext cx="8" cy="1"/>
              </a:xfrm>
              <a:custGeom>
                <a:avLst/>
                <a:gdLst>
                  <a:gd name="T0" fmla="*/ 0 w 24"/>
                  <a:gd name="T1" fmla="*/ 0 h 1"/>
                  <a:gd name="T2" fmla="*/ 3 w 24"/>
                  <a:gd name="T3" fmla="*/ 0 h 1"/>
                  <a:gd name="T4" fmla="*/ 3 w 2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4"/>
                  <a:gd name="T10" fmla="*/ 0 h 1"/>
                  <a:gd name="T11" fmla="*/ 24 w 2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" h="1">
                    <a:moveTo>
                      <a:pt x="0" y="0"/>
                    </a:moveTo>
                    <a:lnTo>
                      <a:pt x="23" y="0"/>
                    </a:lnTo>
                    <a:lnTo>
                      <a:pt x="2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46" name="Freeform 242"/>
              <p:cNvSpPr>
                <a:spLocks/>
              </p:cNvSpPr>
              <p:nvPr/>
            </p:nvSpPr>
            <p:spPr bwMode="auto">
              <a:xfrm>
                <a:off x="2094" y="1693"/>
                <a:ext cx="120" cy="1"/>
              </a:xfrm>
              <a:custGeom>
                <a:avLst/>
                <a:gdLst>
                  <a:gd name="T0" fmla="*/ 0 w 361"/>
                  <a:gd name="T1" fmla="*/ 0 h 1"/>
                  <a:gd name="T2" fmla="*/ 40 w 361"/>
                  <a:gd name="T3" fmla="*/ 0 h 1"/>
                  <a:gd name="T4" fmla="*/ 40 w 36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61"/>
                  <a:gd name="T10" fmla="*/ 0 h 1"/>
                  <a:gd name="T11" fmla="*/ 361 w 36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61" h="1">
                    <a:moveTo>
                      <a:pt x="0" y="0"/>
                    </a:moveTo>
                    <a:lnTo>
                      <a:pt x="360" y="0"/>
                    </a:lnTo>
                    <a:lnTo>
                      <a:pt x="36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1275" name="Group 243"/>
          <p:cNvGrpSpPr>
            <a:grpSpLocks/>
          </p:cNvGrpSpPr>
          <p:nvPr/>
        </p:nvGrpSpPr>
        <p:grpSpPr bwMode="auto">
          <a:xfrm>
            <a:off x="5626100" y="585788"/>
            <a:ext cx="3286125" cy="3679825"/>
            <a:chOff x="3317" y="249"/>
            <a:chExt cx="2070" cy="2318"/>
          </a:xfrm>
        </p:grpSpPr>
        <p:pic>
          <p:nvPicPr>
            <p:cNvPr id="11276" name="Picture 244" descr="书6-33-3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17" y="598"/>
              <a:ext cx="2070" cy="16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1277" name="Group 245"/>
            <p:cNvGrpSpPr>
              <a:grpSpLocks/>
            </p:cNvGrpSpPr>
            <p:nvPr/>
          </p:nvGrpSpPr>
          <p:grpSpPr bwMode="auto">
            <a:xfrm>
              <a:off x="3626" y="249"/>
              <a:ext cx="1052" cy="2318"/>
              <a:chOff x="3626" y="249"/>
              <a:chExt cx="1052" cy="2318"/>
            </a:xfrm>
          </p:grpSpPr>
          <p:grpSp>
            <p:nvGrpSpPr>
              <p:cNvPr id="11278" name="Group 246"/>
              <p:cNvGrpSpPr>
                <a:grpSpLocks/>
              </p:cNvGrpSpPr>
              <p:nvPr/>
            </p:nvGrpSpPr>
            <p:grpSpPr bwMode="auto">
              <a:xfrm>
                <a:off x="3626" y="1627"/>
                <a:ext cx="465" cy="940"/>
                <a:chOff x="1767" y="2590"/>
                <a:chExt cx="718" cy="1456"/>
              </a:xfrm>
            </p:grpSpPr>
            <p:sp>
              <p:nvSpPr>
                <p:cNvPr id="11289" name="Freeform 247"/>
                <p:cNvSpPr>
                  <a:spLocks/>
                </p:cNvSpPr>
                <p:nvPr/>
              </p:nvSpPr>
              <p:spPr bwMode="auto">
                <a:xfrm>
                  <a:off x="1767" y="2590"/>
                  <a:ext cx="1" cy="866"/>
                </a:xfrm>
                <a:custGeom>
                  <a:avLst/>
                  <a:gdLst>
                    <a:gd name="T0" fmla="*/ 0 w 2"/>
                    <a:gd name="T1" fmla="*/ 0 h 2599"/>
                    <a:gd name="T2" fmla="*/ 0 w 2"/>
                    <a:gd name="T3" fmla="*/ 289 h 2599"/>
                    <a:gd name="T4" fmla="*/ 1 w 2"/>
                    <a:gd name="T5" fmla="*/ 289 h 2599"/>
                    <a:gd name="T6" fmla="*/ 0 60000 65536"/>
                    <a:gd name="T7" fmla="*/ 0 60000 65536"/>
                    <a:gd name="T8" fmla="*/ 0 60000 65536"/>
                    <a:gd name="T9" fmla="*/ 0 w 2"/>
                    <a:gd name="T10" fmla="*/ 0 h 2599"/>
                    <a:gd name="T11" fmla="*/ 2 w 2"/>
                    <a:gd name="T12" fmla="*/ 2599 h 259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" h="2599">
                      <a:moveTo>
                        <a:pt x="0" y="0"/>
                      </a:moveTo>
                      <a:lnTo>
                        <a:pt x="0" y="2599"/>
                      </a:lnTo>
                      <a:lnTo>
                        <a:pt x="2" y="2599"/>
                      </a:lnTo>
                    </a:path>
                  </a:pathLst>
                </a:custGeom>
                <a:noFill/>
                <a:ln w="0">
                  <a:solidFill>
                    <a:schemeClr val="accent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90" name="Freeform 248"/>
                <p:cNvSpPr>
                  <a:spLocks/>
                </p:cNvSpPr>
                <p:nvPr/>
              </p:nvSpPr>
              <p:spPr bwMode="auto">
                <a:xfrm>
                  <a:off x="1767" y="3679"/>
                  <a:ext cx="1" cy="367"/>
                </a:xfrm>
                <a:custGeom>
                  <a:avLst/>
                  <a:gdLst>
                    <a:gd name="T0" fmla="*/ 0 w 2"/>
                    <a:gd name="T1" fmla="*/ 0 h 1101"/>
                    <a:gd name="T2" fmla="*/ 0 w 2"/>
                    <a:gd name="T3" fmla="*/ 122 h 1101"/>
                    <a:gd name="T4" fmla="*/ 1 w 2"/>
                    <a:gd name="T5" fmla="*/ 122 h 1101"/>
                    <a:gd name="T6" fmla="*/ 0 60000 65536"/>
                    <a:gd name="T7" fmla="*/ 0 60000 65536"/>
                    <a:gd name="T8" fmla="*/ 0 60000 65536"/>
                    <a:gd name="T9" fmla="*/ 0 w 2"/>
                    <a:gd name="T10" fmla="*/ 0 h 1101"/>
                    <a:gd name="T11" fmla="*/ 2 w 2"/>
                    <a:gd name="T12" fmla="*/ 1101 h 110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" h="1101">
                      <a:moveTo>
                        <a:pt x="0" y="0"/>
                      </a:moveTo>
                      <a:lnTo>
                        <a:pt x="0" y="1101"/>
                      </a:lnTo>
                      <a:lnTo>
                        <a:pt x="2" y="1101"/>
                      </a:lnTo>
                    </a:path>
                  </a:pathLst>
                </a:custGeom>
                <a:noFill/>
                <a:ln w="0">
                  <a:solidFill>
                    <a:schemeClr val="accent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91" name="Freeform 249"/>
                <p:cNvSpPr>
                  <a:spLocks/>
                </p:cNvSpPr>
                <p:nvPr/>
              </p:nvSpPr>
              <p:spPr bwMode="auto">
                <a:xfrm>
                  <a:off x="1767" y="3833"/>
                  <a:ext cx="718" cy="192"/>
                </a:xfrm>
                <a:custGeom>
                  <a:avLst/>
                  <a:gdLst>
                    <a:gd name="T0" fmla="*/ 0 w 2153"/>
                    <a:gd name="T1" fmla="*/ 64 h 576"/>
                    <a:gd name="T2" fmla="*/ 124 w 2153"/>
                    <a:gd name="T3" fmla="*/ 48 h 576"/>
                    <a:gd name="T4" fmla="*/ 239 w 2153"/>
                    <a:gd name="T5" fmla="*/ 0 h 576"/>
                    <a:gd name="T6" fmla="*/ 239 w 2153"/>
                    <a:gd name="T7" fmla="*/ 0 h 576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53"/>
                    <a:gd name="T13" fmla="*/ 0 h 576"/>
                    <a:gd name="T14" fmla="*/ 2153 w 2153"/>
                    <a:gd name="T15" fmla="*/ 576 h 57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53" h="576">
                      <a:moveTo>
                        <a:pt x="0" y="576"/>
                      </a:moveTo>
                      <a:lnTo>
                        <a:pt x="1114" y="430"/>
                      </a:lnTo>
                      <a:lnTo>
                        <a:pt x="2152" y="0"/>
                      </a:lnTo>
                      <a:lnTo>
                        <a:pt x="2153" y="0"/>
                      </a:lnTo>
                    </a:path>
                  </a:pathLst>
                </a:custGeom>
                <a:noFill/>
                <a:ln w="0">
                  <a:solidFill>
                    <a:schemeClr val="accent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92" name="Freeform 250"/>
                <p:cNvSpPr>
                  <a:spLocks/>
                </p:cNvSpPr>
                <p:nvPr/>
              </p:nvSpPr>
              <p:spPr bwMode="auto">
                <a:xfrm>
                  <a:off x="1767" y="4025"/>
                  <a:ext cx="137" cy="2"/>
                </a:xfrm>
                <a:custGeom>
                  <a:avLst/>
                  <a:gdLst>
                    <a:gd name="T0" fmla="*/ 0 w 411"/>
                    <a:gd name="T1" fmla="*/ 0 h 7"/>
                    <a:gd name="T2" fmla="*/ 46 w 411"/>
                    <a:gd name="T3" fmla="*/ 0 h 7"/>
                    <a:gd name="T4" fmla="*/ 23 w 411"/>
                    <a:gd name="T5" fmla="*/ 1 h 7"/>
                    <a:gd name="T6" fmla="*/ 0 w 411"/>
                    <a:gd name="T7" fmla="*/ 0 h 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11"/>
                    <a:gd name="T13" fmla="*/ 0 h 7"/>
                    <a:gd name="T14" fmla="*/ 411 w 411"/>
                    <a:gd name="T15" fmla="*/ 7 h 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11" h="7">
                      <a:moveTo>
                        <a:pt x="0" y="0"/>
                      </a:moveTo>
                      <a:lnTo>
                        <a:pt x="411" y="3"/>
                      </a:lnTo>
                      <a:lnTo>
                        <a:pt x="206" y="7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 w="9525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93" name="Freeform 251"/>
                <p:cNvSpPr>
                  <a:spLocks/>
                </p:cNvSpPr>
                <p:nvPr/>
              </p:nvSpPr>
              <p:spPr bwMode="auto">
                <a:xfrm>
                  <a:off x="1767" y="4025"/>
                  <a:ext cx="137" cy="2"/>
                </a:xfrm>
                <a:custGeom>
                  <a:avLst/>
                  <a:gdLst>
                    <a:gd name="T0" fmla="*/ 0 w 411"/>
                    <a:gd name="T1" fmla="*/ 0 h 7"/>
                    <a:gd name="T2" fmla="*/ 46 w 411"/>
                    <a:gd name="T3" fmla="*/ 0 h 7"/>
                    <a:gd name="T4" fmla="*/ 23 w 411"/>
                    <a:gd name="T5" fmla="*/ 1 h 7"/>
                    <a:gd name="T6" fmla="*/ 0 w 411"/>
                    <a:gd name="T7" fmla="*/ 0 h 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11"/>
                    <a:gd name="T13" fmla="*/ 0 h 7"/>
                    <a:gd name="T14" fmla="*/ 411 w 411"/>
                    <a:gd name="T15" fmla="*/ 7 h 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11" h="7">
                      <a:moveTo>
                        <a:pt x="0" y="0"/>
                      </a:moveTo>
                      <a:lnTo>
                        <a:pt x="411" y="3"/>
                      </a:lnTo>
                      <a:lnTo>
                        <a:pt x="206" y="7"/>
                      </a:lnTo>
                      <a:lnTo>
                        <a:pt x="0" y="0"/>
                      </a:lnTo>
                    </a:path>
                  </a:pathLst>
                </a:custGeom>
                <a:noFill/>
                <a:ln w="0">
                  <a:solidFill>
                    <a:schemeClr val="accent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94" name="Freeform 252"/>
                <p:cNvSpPr>
                  <a:spLocks/>
                </p:cNvSpPr>
                <p:nvPr/>
              </p:nvSpPr>
              <p:spPr bwMode="auto">
                <a:xfrm>
                  <a:off x="1767" y="4016"/>
                  <a:ext cx="137" cy="10"/>
                </a:xfrm>
                <a:custGeom>
                  <a:avLst/>
                  <a:gdLst>
                    <a:gd name="T0" fmla="*/ 23 w 411"/>
                    <a:gd name="T1" fmla="*/ 0 h 31"/>
                    <a:gd name="T2" fmla="*/ 46 w 411"/>
                    <a:gd name="T3" fmla="*/ 3 h 31"/>
                    <a:gd name="T4" fmla="*/ 0 w 411"/>
                    <a:gd name="T5" fmla="*/ 3 h 31"/>
                    <a:gd name="T6" fmla="*/ 23 w 411"/>
                    <a:gd name="T7" fmla="*/ 0 h 3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11"/>
                    <a:gd name="T13" fmla="*/ 0 h 31"/>
                    <a:gd name="T14" fmla="*/ 411 w 411"/>
                    <a:gd name="T15" fmla="*/ 31 h 3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11" h="31">
                      <a:moveTo>
                        <a:pt x="204" y="0"/>
                      </a:moveTo>
                      <a:lnTo>
                        <a:pt x="411" y="31"/>
                      </a:lnTo>
                      <a:lnTo>
                        <a:pt x="0" y="28"/>
                      </a:lnTo>
                      <a:lnTo>
                        <a:pt x="204" y="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 w="9525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95" name="Freeform 253"/>
                <p:cNvSpPr>
                  <a:spLocks/>
                </p:cNvSpPr>
                <p:nvPr/>
              </p:nvSpPr>
              <p:spPr bwMode="auto">
                <a:xfrm>
                  <a:off x="1767" y="4016"/>
                  <a:ext cx="137" cy="10"/>
                </a:xfrm>
                <a:custGeom>
                  <a:avLst/>
                  <a:gdLst>
                    <a:gd name="T0" fmla="*/ 23 w 411"/>
                    <a:gd name="T1" fmla="*/ 0 h 31"/>
                    <a:gd name="T2" fmla="*/ 46 w 411"/>
                    <a:gd name="T3" fmla="*/ 3 h 31"/>
                    <a:gd name="T4" fmla="*/ 0 w 411"/>
                    <a:gd name="T5" fmla="*/ 3 h 31"/>
                    <a:gd name="T6" fmla="*/ 23 w 411"/>
                    <a:gd name="T7" fmla="*/ 0 h 31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411"/>
                    <a:gd name="T13" fmla="*/ 0 h 31"/>
                    <a:gd name="T14" fmla="*/ 411 w 411"/>
                    <a:gd name="T15" fmla="*/ 31 h 31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411" h="31">
                      <a:moveTo>
                        <a:pt x="204" y="0"/>
                      </a:moveTo>
                      <a:lnTo>
                        <a:pt x="411" y="31"/>
                      </a:lnTo>
                      <a:lnTo>
                        <a:pt x="0" y="28"/>
                      </a:lnTo>
                      <a:lnTo>
                        <a:pt x="204" y="0"/>
                      </a:lnTo>
                    </a:path>
                  </a:pathLst>
                </a:custGeom>
                <a:noFill/>
                <a:ln w="0">
                  <a:solidFill>
                    <a:schemeClr val="accent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96" name="Freeform 254"/>
                <p:cNvSpPr>
                  <a:spLocks/>
                </p:cNvSpPr>
                <p:nvPr/>
              </p:nvSpPr>
              <p:spPr bwMode="auto">
                <a:xfrm>
                  <a:off x="1835" y="4003"/>
                  <a:ext cx="69" cy="23"/>
                </a:xfrm>
                <a:custGeom>
                  <a:avLst/>
                  <a:gdLst>
                    <a:gd name="T0" fmla="*/ 22 w 207"/>
                    <a:gd name="T1" fmla="*/ 0 h 68"/>
                    <a:gd name="T2" fmla="*/ 23 w 207"/>
                    <a:gd name="T3" fmla="*/ 8 h 68"/>
                    <a:gd name="T4" fmla="*/ 0 w 207"/>
                    <a:gd name="T5" fmla="*/ 4 h 68"/>
                    <a:gd name="T6" fmla="*/ 22 w 207"/>
                    <a:gd name="T7" fmla="*/ 0 h 6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07"/>
                    <a:gd name="T13" fmla="*/ 0 h 68"/>
                    <a:gd name="T14" fmla="*/ 207 w 207"/>
                    <a:gd name="T15" fmla="*/ 68 h 6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07" h="68">
                      <a:moveTo>
                        <a:pt x="201" y="0"/>
                      </a:moveTo>
                      <a:lnTo>
                        <a:pt x="207" y="68"/>
                      </a:lnTo>
                      <a:lnTo>
                        <a:pt x="0" y="37"/>
                      </a:lnTo>
                      <a:lnTo>
                        <a:pt x="201" y="0"/>
                      </a:lnTo>
                      <a:close/>
                    </a:path>
                  </a:pathLst>
                </a:custGeom>
                <a:solidFill>
                  <a:srgbClr val="00FFFF"/>
                </a:solidFill>
                <a:ln w="9525">
                  <a:solidFill>
                    <a:schemeClr val="accent2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97" name="Freeform 255"/>
                <p:cNvSpPr>
                  <a:spLocks/>
                </p:cNvSpPr>
                <p:nvPr/>
              </p:nvSpPr>
              <p:spPr bwMode="auto">
                <a:xfrm>
                  <a:off x="1835" y="4003"/>
                  <a:ext cx="69" cy="23"/>
                </a:xfrm>
                <a:custGeom>
                  <a:avLst/>
                  <a:gdLst>
                    <a:gd name="T0" fmla="*/ 22 w 207"/>
                    <a:gd name="T1" fmla="*/ 0 h 68"/>
                    <a:gd name="T2" fmla="*/ 23 w 207"/>
                    <a:gd name="T3" fmla="*/ 8 h 68"/>
                    <a:gd name="T4" fmla="*/ 0 w 207"/>
                    <a:gd name="T5" fmla="*/ 4 h 68"/>
                    <a:gd name="T6" fmla="*/ 22 w 207"/>
                    <a:gd name="T7" fmla="*/ 0 h 68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07"/>
                    <a:gd name="T13" fmla="*/ 0 h 68"/>
                    <a:gd name="T14" fmla="*/ 207 w 207"/>
                    <a:gd name="T15" fmla="*/ 68 h 68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07" h="68">
                      <a:moveTo>
                        <a:pt x="201" y="0"/>
                      </a:moveTo>
                      <a:lnTo>
                        <a:pt x="207" y="68"/>
                      </a:lnTo>
                      <a:lnTo>
                        <a:pt x="0" y="37"/>
                      </a:lnTo>
                      <a:lnTo>
                        <a:pt x="201" y="0"/>
                      </a:lnTo>
                    </a:path>
                  </a:pathLst>
                </a:custGeom>
                <a:noFill/>
                <a:ln w="0">
                  <a:solidFill>
                    <a:schemeClr val="accent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98" name="Freeform 256"/>
                <p:cNvSpPr>
                  <a:spLocks/>
                </p:cNvSpPr>
                <p:nvPr/>
              </p:nvSpPr>
              <p:spPr bwMode="auto">
                <a:xfrm>
                  <a:off x="1902" y="4003"/>
                  <a:ext cx="3" cy="23"/>
                </a:xfrm>
                <a:custGeom>
                  <a:avLst/>
                  <a:gdLst>
                    <a:gd name="T0" fmla="*/ 0 w 7"/>
                    <a:gd name="T1" fmla="*/ 0 h 68"/>
                    <a:gd name="T2" fmla="*/ 1 w 7"/>
                    <a:gd name="T3" fmla="*/ 8 h 68"/>
                    <a:gd name="T4" fmla="*/ 1 w 7"/>
                    <a:gd name="T5" fmla="*/ 8 h 68"/>
                    <a:gd name="T6" fmla="*/ 0 60000 65536"/>
                    <a:gd name="T7" fmla="*/ 0 60000 65536"/>
                    <a:gd name="T8" fmla="*/ 0 60000 65536"/>
                    <a:gd name="T9" fmla="*/ 0 w 7"/>
                    <a:gd name="T10" fmla="*/ 0 h 68"/>
                    <a:gd name="T11" fmla="*/ 7 w 7"/>
                    <a:gd name="T12" fmla="*/ 68 h 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" h="68">
                      <a:moveTo>
                        <a:pt x="0" y="0"/>
                      </a:moveTo>
                      <a:lnTo>
                        <a:pt x="6" y="68"/>
                      </a:lnTo>
                      <a:lnTo>
                        <a:pt x="7" y="68"/>
                      </a:lnTo>
                    </a:path>
                  </a:pathLst>
                </a:custGeom>
                <a:noFill/>
                <a:ln w="0">
                  <a:solidFill>
                    <a:schemeClr val="accent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99" name="Freeform 257"/>
                <p:cNvSpPr>
                  <a:spLocks/>
                </p:cNvSpPr>
                <p:nvPr/>
              </p:nvSpPr>
              <p:spPr bwMode="auto">
                <a:xfrm>
                  <a:off x="1767" y="4003"/>
                  <a:ext cx="136" cy="22"/>
                </a:xfrm>
                <a:custGeom>
                  <a:avLst/>
                  <a:gdLst>
                    <a:gd name="T0" fmla="*/ 0 w 407"/>
                    <a:gd name="T1" fmla="*/ 7 h 65"/>
                    <a:gd name="T2" fmla="*/ 45 w 407"/>
                    <a:gd name="T3" fmla="*/ 0 h 65"/>
                    <a:gd name="T4" fmla="*/ 45 w 407"/>
                    <a:gd name="T5" fmla="*/ 0 h 65"/>
                    <a:gd name="T6" fmla="*/ 0 60000 65536"/>
                    <a:gd name="T7" fmla="*/ 0 60000 65536"/>
                    <a:gd name="T8" fmla="*/ 0 60000 65536"/>
                    <a:gd name="T9" fmla="*/ 0 w 407"/>
                    <a:gd name="T10" fmla="*/ 0 h 65"/>
                    <a:gd name="T11" fmla="*/ 407 w 407"/>
                    <a:gd name="T12" fmla="*/ 65 h 6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07" h="65">
                      <a:moveTo>
                        <a:pt x="0" y="65"/>
                      </a:moveTo>
                      <a:lnTo>
                        <a:pt x="405" y="0"/>
                      </a:lnTo>
                      <a:lnTo>
                        <a:pt x="407" y="0"/>
                      </a:lnTo>
                    </a:path>
                  </a:pathLst>
                </a:custGeom>
                <a:noFill/>
                <a:ln w="0">
                  <a:solidFill>
                    <a:schemeClr val="accent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00" name="Freeform 258"/>
                <p:cNvSpPr>
                  <a:spLocks/>
                </p:cNvSpPr>
                <p:nvPr/>
              </p:nvSpPr>
              <p:spPr bwMode="auto">
                <a:xfrm>
                  <a:off x="1767" y="4025"/>
                  <a:ext cx="138" cy="1"/>
                </a:xfrm>
                <a:custGeom>
                  <a:avLst/>
                  <a:gdLst>
                    <a:gd name="T0" fmla="*/ 0 w 412"/>
                    <a:gd name="T1" fmla="*/ 0 h 3"/>
                    <a:gd name="T2" fmla="*/ 46 w 412"/>
                    <a:gd name="T3" fmla="*/ 0 h 3"/>
                    <a:gd name="T4" fmla="*/ 46 w 412"/>
                    <a:gd name="T5" fmla="*/ 0 h 3"/>
                    <a:gd name="T6" fmla="*/ 0 60000 65536"/>
                    <a:gd name="T7" fmla="*/ 0 60000 65536"/>
                    <a:gd name="T8" fmla="*/ 0 60000 65536"/>
                    <a:gd name="T9" fmla="*/ 0 w 412"/>
                    <a:gd name="T10" fmla="*/ 0 h 3"/>
                    <a:gd name="T11" fmla="*/ 412 w 412"/>
                    <a:gd name="T12" fmla="*/ 3 h 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412" h="3">
                      <a:moveTo>
                        <a:pt x="0" y="0"/>
                      </a:moveTo>
                      <a:lnTo>
                        <a:pt x="411" y="3"/>
                      </a:lnTo>
                      <a:lnTo>
                        <a:pt x="412" y="3"/>
                      </a:lnTo>
                    </a:path>
                  </a:pathLst>
                </a:custGeom>
                <a:noFill/>
                <a:ln w="0">
                  <a:solidFill>
                    <a:schemeClr val="accent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01" name="Freeform 259"/>
                <p:cNvSpPr>
                  <a:spLocks/>
                </p:cNvSpPr>
                <p:nvPr/>
              </p:nvSpPr>
              <p:spPr bwMode="auto">
                <a:xfrm>
                  <a:off x="1767" y="3588"/>
                  <a:ext cx="1" cy="43"/>
                </a:xfrm>
                <a:custGeom>
                  <a:avLst/>
                  <a:gdLst>
                    <a:gd name="T0" fmla="*/ 0 w 2"/>
                    <a:gd name="T1" fmla="*/ 0 h 127"/>
                    <a:gd name="T2" fmla="*/ 0 w 2"/>
                    <a:gd name="T3" fmla="*/ 15 h 127"/>
                    <a:gd name="T4" fmla="*/ 1 w 2"/>
                    <a:gd name="T5" fmla="*/ 15 h 127"/>
                    <a:gd name="T6" fmla="*/ 0 60000 65536"/>
                    <a:gd name="T7" fmla="*/ 0 60000 65536"/>
                    <a:gd name="T8" fmla="*/ 0 60000 65536"/>
                    <a:gd name="T9" fmla="*/ 0 w 2"/>
                    <a:gd name="T10" fmla="*/ 0 h 127"/>
                    <a:gd name="T11" fmla="*/ 2 w 2"/>
                    <a:gd name="T12" fmla="*/ 127 h 1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" h="127">
                      <a:moveTo>
                        <a:pt x="0" y="0"/>
                      </a:moveTo>
                      <a:lnTo>
                        <a:pt x="0" y="127"/>
                      </a:lnTo>
                      <a:lnTo>
                        <a:pt x="2" y="127"/>
                      </a:lnTo>
                    </a:path>
                  </a:pathLst>
                </a:custGeom>
                <a:noFill/>
                <a:ln w="0">
                  <a:solidFill>
                    <a:schemeClr val="accent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02" name="Freeform 260"/>
                <p:cNvSpPr>
                  <a:spLocks/>
                </p:cNvSpPr>
                <p:nvPr/>
              </p:nvSpPr>
              <p:spPr bwMode="auto">
                <a:xfrm>
                  <a:off x="1767" y="3498"/>
                  <a:ext cx="1" cy="42"/>
                </a:xfrm>
                <a:custGeom>
                  <a:avLst/>
                  <a:gdLst>
                    <a:gd name="T0" fmla="*/ 0 w 2"/>
                    <a:gd name="T1" fmla="*/ 0 h 127"/>
                    <a:gd name="T2" fmla="*/ 0 w 2"/>
                    <a:gd name="T3" fmla="*/ 14 h 127"/>
                    <a:gd name="T4" fmla="*/ 1 w 2"/>
                    <a:gd name="T5" fmla="*/ 14 h 127"/>
                    <a:gd name="T6" fmla="*/ 0 60000 65536"/>
                    <a:gd name="T7" fmla="*/ 0 60000 65536"/>
                    <a:gd name="T8" fmla="*/ 0 60000 65536"/>
                    <a:gd name="T9" fmla="*/ 0 w 2"/>
                    <a:gd name="T10" fmla="*/ 0 h 127"/>
                    <a:gd name="T11" fmla="*/ 2 w 2"/>
                    <a:gd name="T12" fmla="*/ 127 h 1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" h="127">
                      <a:moveTo>
                        <a:pt x="0" y="0"/>
                      </a:moveTo>
                      <a:lnTo>
                        <a:pt x="0" y="127"/>
                      </a:lnTo>
                      <a:lnTo>
                        <a:pt x="2" y="127"/>
                      </a:lnTo>
                    </a:path>
                  </a:pathLst>
                </a:custGeom>
                <a:noFill/>
                <a:ln w="0">
                  <a:solidFill>
                    <a:schemeClr val="accent2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279" name="Group 261"/>
              <p:cNvGrpSpPr>
                <a:grpSpLocks/>
              </p:cNvGrpSpPr>
              <p:nvPr/>
            </p:nvGrpSpPr>
            <p:grpSpPr bwMode="auto">
              <a:xfrm>
                <a:off x="3626" y="249"/>
                <a:ext cx="1052" cy="2181"/>
                <a:chOff x="3892" y="354"/>
                <a:chExt cx="917" cy="1905"/>
              </a:xfrm>
            </p:grpSpPr>
            <p:sp>
              <p:nvSpPr>
                <p:cNvPr id="11282" name="Freeform 262"/>
                <p:cNvSpPr>
                  <a:spLocks/>
                </p:cNvSpPr>
                <p:nvPr/>
              </p:nvSpPr>
              <p:spPr bwMode="auto">
                <a:xfrm>
                  <a:off x="3892" y="354"/>
                  <a:ext cx="513" cy="297"/>
                </a:xfrm>
                <a:custGeom>
                  <a:avLst/>
                  <a:gdLst>
                    <a:gd name="T0" fmla="*/ 0 w 2730"/>
                    <a:gd name="T1" fmla="*/ 56 h 1577"/>
                    <a:gd name="T2" fmla="*/ 96 w 2730"/>
                    <a:gd name="T3" fmla="*/ 0 h 1577"/>
                    <a:gd name="T4" fmla="*/ 96 w 2730"/>
                    <a:gd name="T5" fmla="*/ 0 h 1577"/>
                    <a:gd name="T6" fmla="*/ 0 60000 65536"/>
                    <a:gd name="T7" fmla="*/ 0 60000 65536"/>
                    <a:gd name="T8" fmla="*/ 0 60000 65536"/>
                    <a:gd name="T9" fmla="*/ 0 w 2730"/>
                    <a:gd name="T10" fmla="*/ 0 h 1577"/>
                    <a:gd name="T11" fmla="*/ 2730 w 2730"/>
                    <a:gd name="T12" fmla="*/ 1577 h 157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30" h="1577">
                      <a:moveTo>
                        <a:pt x="0" y="1577"/>
                      </a:moveTo>
                      <a:lnTo>
                        <a:pt x="2729" y="0"/>
                      </a:lnTo>
                      <a:lnTo>
                        <a:pt x="2730" y="0"/>
                      </a:lnTo>
                    </a:path>
                  </a:pathLst>
                </a:custGeom>
                <a:noFill/>
                <a:ln w="0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83" name="Freeform 263"/>
                <p:cNvSpPr>
                  <a:spLocks/>
                </p:cNvSpPr>
                <p:nvPr/>
              </p:nvSpPr>
              <p:spPr bwMode="auto">
                <a:xfrm>
                  <a:off x="4405" y="354"/>
                  <a:ext cx="0" cy="908"/>
                </a:xfrm>
                <a:custGeom>
                  <a:avLst/>
                  <a:gdLst>
                    <a:gd name="T0" fmla="*/ 0 w 1"/>
                    <a:gd name="T1" fmla="*/ 171 h 4829"/>
                    <a:gd name="T2" fmla="*/ 0 w 1"/>
                    <a:gd name="T3" fmla="*/ 0 h 4829"/>
                    <a:gd name="T4" fmla="*/ 1 w 1"/>
                    <a:gd name="T5" fmla="*/ 0 h 4829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4829"/>
                    <a:gd name="T11" fmla="*/ 0 w 1"/>
                    <a:gd name="T12" fmla="*/ 4829 h 482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4829">
                      <a:moveTo>
                        <a:pt x="0" y="4829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0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84" name="Freeform 264"/>
                <p:cNvSpPr>
                  <a:spLocks/>
                </p:cNvSpPr>
                <p:nvPr/>
              </p:nvSpPr>
              <p:spPr bwMode="auto">
                <a:xfrm>
                  <a:off x="3892" y="1558"/>
                  <a:ext cx="405" cy="701"/>
                </a:xfrm>
                <a:custGeom>
                  <a:avLst/>
                  <a:gdLst>
                    <a:gd name="T0" fmla="*/ 0 w 2153"/>
                    <a:gd name="T1" fmla="*/ 0 h 3730"/>
                    <a:gd name="T2" fmla="*/ 76 w 2153"/>
                    <a:gd name="T3" fmla="*/ 132 h 3730"/>
                    <a:gd name="T4" fmla="*/ 76 w 2153"/>
                    <a:gd name="T5" fmla="*/ 132 h 3730"/>
                    <a:gd name="T6" fmla="*/ 0 60000 65536"/>
                    <a:gd name="T7" fmla="*/ 0 60000 65536"/>
                    <a:gd name="T8" fmla="*/ 0 60000 65536"/>
                    <a:gd name="T9" fmla="*/ 0 w 2153"/>
                    <a:gd name="T10" fmla="*/ 0 h 3730"/>
                    <a:gd name="T11" fmla="*/ 2153 w 2153"/>
                    <a:gd name="T12" fmla="*/ 3730 h 373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53" h="3730">
                      <a:moveTo>
                        <a:pt x="0" y="0"/>
                      </a:moveTo>
                      <a:lnTo>
                        <a:pt x="2152" y="3730"/>
                      </a:lnTo>
                      <a:lnTo>
                        <a:pt x="2153" y="3730"/>
                      </a:lnTo>
                    </a:path>
                  </a:pathLst>
                </a:custGeom>
                <a:noFill/>
                <a:ln w="0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85" name="Freeform 265"/>
                <p:cNvSpPr>
                  <a:spLocks/>
                </p:cNvSpPr>
                <p:nvPr/>
              </p:nvSpPr>
              <p:spPr bwMode="auto">
                <a:xfrm>
                  <a:off x="4405" y="1262"/>
                  <a:ext cx="404" cy="700"/>
                </a:xfrm>
                <a:custGeom>
                  <a:avLst/>
                  <a:gdLst>
                    <a:gd name="T0" fmla="*/ 0 w 2152"/>
                    <a:gd name="T1" fmla="*/ 0 h 3728"/>
                    <a:gd name="T2" fmla="*/ 76 w 2152"/>
                    <a:gd name="T3" fmla="*/ 131 h 3728"/>
                    <a:gd name="T4" fmla="*/ 76 w 2152"/>
                    <a:gd name="T5" fmla="*/ 131 h 3728"/>
                    <a:gd name="T6" fmla="*/ 0 60000 65536"/>
                    <a:gd name="T7" fmla="*/ 0 60000 65536"/>
                    <a:gd name="T8" fmla="*/ 0 60000 65536"/>
                    <a:gd name="T9" fmla="*/ 0 w 2152"/>
                    <a:gd name="T10" fmla="*/ 0 h 3728"/>
                    <a:gd name="T11" fmla="*/ 2152 w 2152"/>
                    <a:gd name="T12" fmla="*/ 3728 h 372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52" h="3728">
                      <a:moveTo>
                        <a:pt x="0" y="0"/>
                      </a:moveTo>
                      <a:lnTo>
                        <a:pt x="2151" y="3728"/>
                      </a:lnTo>
                      <a:lnTo>
                        <a:pt x="2152" y="3728"/>
                      </a:lnTo>
                    </a:path>
                  </a:pathLst>
                </a:custGeom>
                <a:noFill/>
                <a:ln w="0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86" name="Freeform 266"/>
                <p:cNvSpPr>
                  <a:spLocks/>
                </p:cNvSpPr>
                <p:nvPr/>
              </p:nvSpPr>
              <p:spPr bwMode="auto">
                <a:xfrm>
                  <a:off x="4297" y="1962"/>
                  <a:ext cx="512" cy="297"/>
                </a:xfrm>
                <a:custGeom>
                  <a:avLst/>
                  <a:gdLst>
                    <a:gd name="T0" fmla="*/ 96 w 2728"/>
                    <a:gd name="T1" fmla="*/ 0 h 1577"/>
                    <a:gd name="T2" fmla="*/ 0 w 2728"/>
                    <a:gd name="T3" fmla="*/ 56 h 1577"/>
                    <a:gd name="T4" fmla="*/ 0 w 2728"/>
                    <a:gd name="T5" fmla="*/ 56 h 1577"/>
                    <a:gd name="T6" fmla="*/ 0 60000 65536"/>
                    <a:gd name="T7" fmla="*/ 0 60000 65536"/>
                    <a:gd name="T8" fmla="*/ 0 60000 65536"/>
                    <a:gd name="T9" fmla="*/ 0 w 2728"/>
                    <a:gd name="T10" fmla="*/ 0 h 1577"/>
                    <a:gd name="T11" fmla="*/ 2728 w 2728"/>
                    <a:gd name="T12" fmla="*/ 1577 h 157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28" h="1577">
                      <a:moveTo>
                        <a:pt x="2728" y="0"/>
                      </a:moveTo>
                      <a:lnTo>
                        <a:pt x="0" y="1577"/>
                      </a:lnTo>
                      <a:lnTo>
                        <a:pt x="1" y="1577"/>
                      </a:lnTo>
                    </a:path>
                  </a:pathLst>
                </a:custGeom>
                <a:noFill/>
                <a:ln w="0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87" name="Freeform 267"/>
                <p:cNvSpPr>
                  <a:spLocks/>
                </p:cNvSpPr>
                <p:nvPr/>
              </p:nvSpPr>
              <p:spPr bwMode="auto">
                <a:xfrm>
                  <a:off x="3892" y="651"/>
                  <a:ext cx="1" cy="907"/>
                </a:xfrm>
                <a:custGeom>
                  <a:avLst/>
                  <a:gdLst>
                    <a:gd name="T0" fmla="*/ 0 w 2"/>
                    <a:gd name="T1" fmla="*/ 170 h 4827"/>
                    <a:gd name="T2" fmla="*/ 0 w 2"/>
                    <a:gd name="T3" fmla="*/ 0 h 4827"/>
                    <a:gd name="T4" fmla="*/ 1 w 2"/>
                    <a:gd name="T5" fmla="*/ 0 h 4827"/>
                    <a:gd name="T6" fmla="*/ 0 60000 65536"/>
                    <a:gd name="T7" fmla="*/ 0 60000 65536"/>
                    <a:gd name="T8" fmla="*/ 0 60000 65536"/>
                    <a:gd name="T9" fmla="*/ 0 w 2"/>
                    <a:gd name="T10" fmla="*/ 0 h 4827"/>
                    <a:gd name="T11" fmla="*/ 2 w 2"/>
                    <a:gd name="T12" fmla="*/ 4827 h 482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" h="4827">
                      <a:moveTo>
                        <a:pt x="0" y="4827"/>
                      </a:moveTo>
                      <a:lnTo>
                        <a:pt x="0" y="0"/>
                      </a:lnTo>
                      <a:lnTo>
                        <a:pt x="2" y="0"/>
                      </a:lnTo>
                    </a:path>
                  </a:pathLst>
                </a:custGeom>
                <a:noFill/>
                <a:ln w="0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288" name="Freeform 268"/>
                <p:cNvSpPr>
                  <a:spLocks/>
                </p:cNvSpPr>
                <p:nvPr/>
              </p:nvSpPr>
              <p:spPr bwMode="auto">
                <a:xfrm>
                  <a:off x="3892" y="1262"/>
                  <a:ext cx="513" cy="296"/>
                </a:xfrm>
                <a:custGeom>
                  <a:avLst/>
                  <a:gdLst>
                    <a:gd name="T0" fmla="*/ 0 w 2730"/>
                    <a:gd name="T1" fmla="*/ 56 h 1575"/>
                    <a:gd name="T2" fmla="*/ 96 w 2730"/>
                    <a:gd name="T3" fmla="*/ 0 h 1575"/>
                    <a:gd name="T4" fmla="*/ 96 w 2730"/>
                    <a:gd name="T5" fmla="*/ 0 h 1575"/>
                    <a:gd name="T6" fmla="*/ 0 60000 65536"/>
                    <a:gd name="T7" fmla="*/ 0 60000 65536"/>
                    <a:gd name="T8" fmla="*/ 0 60000 65536"/>
                    <a:gd name="T9" fmla="*/ 0 w 2730"/>
                    <a:gd name="T10" fmla="*/ 0 h 1575"/>
                    <a:gd name="T11" fmla="*/ 2730 w 2730"/>
                    <a:gd name="T12" fmla="*/ 1575 h 157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30" h="1575">
                      <a:moveTo>
                        <a:pt x="0" y="1575"/>
                      </a:moveTo>
                      <a:lnTo>
                        <a:pt x="2729" y="0"/>
                      </a:lnTo>
                      <a:lnTo>
                        <a:pt x="2730" y="0"/>
                      </a:lnTo>
                    </a:path>
                  </a:pathLst>
                </a:custGeom>
                <a:noFill/>
                <a:ln w="0">
                  <a:solidFill>
                    <a:srgbClr val="0000FF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280" name="Rectangle 269"/>
              <p:cNvSpPr>
                <a:spLocks noChangeArrowheads="1"/>
              </p:cNvSpPr>
              <p:nvPr/>
            </p:nvSpPr>
            <p:spPr bwMode="auto">
              <a:xfrm rot="-1800000">
                <a:off x="4476" y="1888"/>
                <a:ext cx="96" cy="2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i="1">
                    <a:latin typeface="宋体" pitchFamily="2" charset="-122"/>
                  </a:rPr>
                  <a:t>A</a:t>
                </a:r>
                <a:endParaRPr lang="en-US" altLang="zh-CN" sz="2400"/>
              </a:p>
            </p:txBody>
          </p:sp>
          <p:sp>
            <p:nvSpPr>
              <p:cNvPr id="11281" name="Rectangle 270"/>
              <p:cNvSpPr>
                <a:spLocks noChangeArrowheads="1"/>
              </p:cNvSpPr>
              <p:nvPr/>
            </p:nvSpPr>
            <p:spPr bwMode="auto">
              <a:xfrm>
                <a:off x="4046" y="281"/>
                <a:ext cx="96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i="1">
                    <a:latin typeface="宋体" pitchFamily="2" charset="-122"/>
                  </a:rPr>
                  <a:t>A</a:t>
                </a:r>
                <a:endParaRPr lang="en-US" altLang="zh-CN" sz="2400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43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243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437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437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437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437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437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437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3715" grpId="0" autoUpdateAnimBg="0"/>
      <p:bldP spid="243716" grpId="0" autoUpdateAnimBg="0"/>
      <p:bldP spid="243796" grpId="0" autoUpdateAnimBg="0"/>
      <p:bldP spid="243797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3CABF5-953C-4152-BDB4-1E0E0F8EBAA9}" type="slidenum">
              <a:rPr lang="en-US" altLang="zh-CN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12291" name="Text Box 2"/>
          <p:cNvSpPr txBox="1">
            <a:spLocks noChangeArrowheads="1"/>
          </p:cNvSpPr>
          <p:nvPr/>
        </p:nvSpPr>
        <p:spPr bwMode="auto">
          <a:xfrm>
            <a:off x="260350" y="277813"/>
            <a:ext cx="4327525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③ </a:t>
            </a:r>
            <a:r>
              <a:rPr lang="zh-CN" altLang="en-US" sz="24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位于剖切平面后，且与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   所表达结构关系不甚密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   切，或一起旋转容易引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   起误解的结构，一般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en-US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按原位置投射</a:t>
            </a:r>
            <a:r>
              <a:rPr lang="zh-CN" altLang="en-US" sz="24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577850" y="2562225"/>
            <a:ext cx="3319463" cy="3038475"/>
            <a:chOff x="370" y="1840"/>
            <a:chExt cx="2091" cy="1914"/>
          </a:xfrm>
        </p:grpSpPr>
        <p:sp>
          <p:nvSpPr>
            <p:cNvPr id="12427" name="Oval 4"/>
            <p:cNvSpPr>
              <a:spLocks noChangeArrowheads="1"/>
            </p:cNvSpPr>
            <p:nvPr/>
          </p:nvSpPr>
          <p:spPr bwMode="auto">
            <a:xfrm>
              <a:off x="1924" y="2023"/>
              <a:ext cx="304" cy="299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zh-CN" sz="2400" u="sng">
                <a:latin typeface="宋体" pitchFamily="2" charset="-122"/>
              </a:endParaRPr>
            </a:p>
          </p:txBody>
        </p:sp>
        <p:sp>
          <p:nvSpPr>
            <p:cNvPr id="12428" name="Oval 5"/>
            <p:cNvSpPr>
              <a:spLocks noChangeArrowheads="1"/>
            </p:cNvSpPr>
            <p:nvPr/>
          </p:nvSpPr>
          <p:spPr bwMode="auto">
            <a:xfrm>
              <a:off x="1997" y="2095"/>
              <a:ext cx="164" cy="155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2429" name="Oval 6"/>
            <p:cNvSpPr>
              <a:spLocks noChangeArrowheads="1"/>
            </p:cNvSpPr>
            <p:nvPr/>
          </p:nvSpPr>
          <p:spPr bwMode="auto">
            <a:xfrm>
              <a:off x="567" y="2580"/>
              <a:ext cx="304" cy="299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2430" name="Oval 7"/>
            <p:cNvSpPr>
              <a:spLocks noChangeArrowheads="1"/>
            </p:cNvSpPr>
            <p:nvPr/>
          </p:nvSpPr>
          <p:spPr bwMode="auto">
            <a:xfrm>
              <a:off x="640" y="2652"/>
              <a:ext cx="164" cy="155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2431" name="Oval 8"/>
            <p:cNvSpPr>
              <a:spLocks noChangeArrowheads="1"/>
            </p:cNvSpPr>
            <p:nvPr/>
          </p:nvSpPr>
          <p:spPr bwMode="auto">
            <a:xfrm>
              <a:off x="1277" y="2491"/>
              <a:ext cx="480" cy="478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2432" name="Oval 9"/>
            <p:cNvSpPr>
              <a:spLocks noChangeArrowheads="1"/>
            </p:cNvSpPr>
            <p:nvPr/>
          </p:nvSpPr>
          <p:spPr bwMode="auto">
            <a:xfrm>
              <a:off x="1379" y="2593"/>
              <a:ext cx="275" cy="269"/>
            </a:xfrm>
            <a:prstGeom prst="ellips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2433" name="Rectangle 10"/>
            <p:cNvSpPr>
              <a:spLocks noChangeArrowheads="1"/>
            </p:cNvSpPr>
            <p:nvPr/>
          </p:nvSpPr>
          <p:spPr bwMode="auto">
            <a:xfrm>
              <a:off x="1415" y="2562"/>
              <a:ext cx="7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i="1">
                  <a:latin typeface="宋体" pitchFamily="2" charset="-122"/>
                </a:rPr>
                <a:t>A</a:t>
              </a:r>
              <a:endParaRPr lang="en-US" altLang="zh-CN" sz="1800" b="1"/>
            </a:p>
          </p:txBody>
        </p:sp>
        <p:sp>
          <p:nvSpPr>
            <p:cNvPr id="12434" name="Freeform 11"/>
            <p:cNvSpPr>
              <a:spLocks/>
            </p:cNvSpPr>
            <p:nvPr/>
          </p:nvSpPr>
          <p:spPr bwMode="auto">
            <a:xfrm>
              <a:off x="518" y="2730"/>
              <a:ext cx="449" cy="1"/>
            </a:xfrm>
            <a:custGeom>
              <a:avLst/>
              <a:gdLst>
                <a:gd name="T0" fmla="*/ 0 w 1792"/>
                <a:gd name="T1" fmla="*/ 0 h 1"/>
                <a:gd name="T2" fmla="*/ 113 w 1792"/>
                <a:gd name="T3" fmla="*/ 0 h 1"/>
                <a:gd name="T4" fmla="*/ 113 w 1792"/>
                <a:gd name="T5" fmla="*/ 0 h 1"/>
                <a:gd name="T6" fmla="*/ 0 60000 65536"/>
                <a:gd name="T7" fmla="*/ 0 60000 65536"/>
                <a:gd name="T8" fmla="*/ 0 60000 65536"/>
                <a:gd name="T9" fmla="*/ 0 w 1792"/>
                <a:gd name="T10" fmla="*/ 0 h 1"/>
                <a:gd name="T11" fmla="*/ 1792 w 179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92" h="1">
                  <a:moveTo>
                    <a:pt x="0" y="0"/>
                  </a:moveTo>
                  <a:lnTo>
                    <a:pt x="1791" y="0"/>
                  </a:lnTo>
                  <a:lnTo>
                    <a:pt x="1792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35" name="Freeform 12"/>
            <p:cNvSpPr>
              <a:spLocks/>
            </p:cNvSpPr>
            <p:nvPr/>
          </p:nvSpPr>
          <p:spPr bwMode="auto">
            <a:xfrm>
              <a:off x="1516" y="2698"/>
              <a:ext cx="33" cy="32"/>
            </a:xfrm>
            <a:custGeom>
              <a:avLst/>
              <a:gdLst>
                <a:gd name="T0" fmla="*/ 0 w 128"/>
                <a:gd name="T1" fmla="*/ 8 h 127"/>
                <a:gd name="T2" fmla="*/ 9 w 128"/>
                <a:gd name="T3" fmla="*/ 0 h 127"/>
                <a:gd name="T4" fmla="*/ 9 w 128"/>
                <a:gd name="T5" fmla="*/ 0 h 127"/>
                <a:gd name="T6" fmla="*/ 0 60000 65536"/>
                <a:gd name="T7" fmla="*/ 0 60000 65536"/>
                <a:gd name="T8" fmla="*/ 0 60000 65536"/>
                <a:gd name="T9" fmla="*/ 0 w 128"/>
                <a:gd name="T10" fmla="*/ 0 h 127"/>
                <a:gd name="T11" fmla="*/ 128 w 128"/>
                <a:gd name="T12" fmla="*/ 127 h 1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8" h="127">
                  <a:moveTo>
                    <a:pt x="0" y="127"/>
                  </a:moveTo>
                  <a:lnTo>
                    <a:pt x="127" y="0"/>
                  </a:lnTo>
                  <a:lnTo>
                    <a:pt x="128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36" name="Freeform 13"/>
            <p:cNvSpPr>
              <a:spLocks/>
            </p:cNvSpPr>
            <p:nvPr/>
          </p:nvSpPr>
          <p:spPr bwMode="auto">
            <a:xfrm>
              <a:off x="1516" y="2730"/>
              <a:ext cx="217" cy="216"/>
            </a:xfrm>
            <a:custGeom>
              <a:avLst/>
              <a:gdLst>
                <a:gd name="T0" fmla="*/ 0 w 866"/>
                <a:gd name="T1" fmla="*/ 0 h 866"/>
                <a:gd name="T2" fmla="*/ 54 w 866"/>
                <a:gd name="T3" fmla="*/ 54 h 866"/>
                <a:gd name="T4" fmla="*/ 54 w 866"/>
                <a:gd name="T5" fmla="*/ 54 h 866"/>
                <a:gd name="T6" fmla="*/ 0 60000 65536"/>
                <a:gd name="T7" fmla="*/ 0 60000 65536"/>
                <a:gd name="T8" fmla="*/ 0 60000 65536"/>
                <a:gd name="T9" fmla="*/ 0 w 866"/>
                <a:gd name="T10" fmla="*/ 0 h 866"/>
                <a:gd name="T11" fmla="*/ 866 w 866"/>
                <a:gd name="T12" fmla="*/ 866 h 8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66" h="866">
                  <a:moveTo>
                    <a:pt x="0" y="0"/>
                  </a:moveTo>
                  <a:lnTo>
                    <a:pt x="865" y="866"/>
                  </a:lnTo>
                  <a:lnTo>
                    <a:pt x="866" y="86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37" name="Freeform 14"/>
            <p:cNvSpPr>
              <a:spLocks/>
            </p:cNvSpPr>
            <p:nvPr/>
          </p:nvSpPr>
          <p:spPr bwMode="auto">
            <a:xfrm>
              <a:off x="725" y="2525"/>
              <a:ext cx="1" cy="431"/>
            </a:xfrm>
            <a:custGeom>
              <a:avLst/>
              <a:gdLst>
                <a:gd name="T0" fmla="*/ 0 w 2"/>
                <a:gd name="T1" fmla="*/ 0 h 1724"/>
                <a:gd name="T2" fmla="*/ 0 w 2"/>
                <a:gd name="T3" fmla="*/ 108 h 1724"/>
                <a:gd name="T4" fmla="*/ 1 w 2"/>
                <a:gd name="T5" fmla="*/ 108 h 1724"/>
                <a:gd name="T6" fmla="*/ 0 60000 65536"/>
                <a:gd name="T7" fmla="*/ 0 60000 65536"/>
                <a:gd name="T8" fmla="*/ 0 60000 65536"/>
                <a:gd name="T9" fmla="*/ 0 w 2"/>
                <a:gd name="T10" fmla="*/ 0 h 1724"/>
                <a:gd name="T11" fmla="*/ 2 w 2"/>
                <a:gd name="T12" fmla="*/ 1724 h 17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1724">
                  <a:moveTo>
                    <a:pt x="0" y="0"/>
                  </a:moveTo>
                  <a:lnTo>
                    <a:pt x="0" y="1724"/>
                  </a:lnTo>
                  <a:lnTo>
                    <a:pt x="2" y="172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38" name="Freeform 15"/>
            <p:cNvSpPr>
              <a:spLocks/>
            </p:cNvSpPr>
            <p:nvPr/>
          </p:nvSpPr>
          <p:spPr bwMode="auto">
            <a:xfrm>
              <a:off x="1944" y="2037"/>
              <a:ext cx="279" cy="279"/>
            </a:xfrm>
            <a:custGeom>
              <a:avLst/>
              <a:gdLst>
                <a:gd name="T0" fmla="*/ 0 w 1116"/>
                <a:gd name="T1" fmla="*/ 0 h 1116"/>
                <a:gd name="T2" fmla="*/ 70 w 1116"/>
                <a:gd name="T3" fmla="*/ 70 h 1116"/>
                <a:gd name="T4" fmla="*/ 70 w 1116"/>
                <a:gd name="T5" fmla="*/ 70 h 1116"/>
                <a:gd name="T6" fmla="*/ 0 60000 65536"/>
                <a:gd name="T7" fmla="*/ 0 60000 65536"/>
                <a:gd name="T8" fmla="*/ 0 60000 65536"/>
                <a:gd name="T9" fmla="*/ 0 w 1116"/>
                <a:gd name="T10" fmla="*/ 0 h 1116"/>
                <a:gd name="T11" fmla="*/ 1116 w 1116"/>
                <a:gd name="T12" fmla="*/ 1116 h 11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16" h="1116">
                  <a:moveTo>
                    <a:pt x="0" y="0"/>
                  </a:moveTo>
                  <a:lnTo>
                    <a:pt x="1115" y="1116"/>
                  </a:lnTo>
                  <a:lnTo>
                    <a:pt x="1116" y="111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39" name="Freeform 16"/>
            <p:cNvSpPr>
              <a:spLocks/>
            </p:cNvSpPr>
            <p:nvPr/>
          </p:nvSpPr>
          <p:spPr bwMode="auto">
            <a:xfrm>
              <a:off x="708" y="2881"/>
              <a:ext cx="782" cy="88"/>
            </a:xfrm>
            <a:custGeom>
              <a:avLst/>
              <a:gdLst>
                <a:gd name="T0" fmla="*/ 0 w 3129"/>
                <a:gd name="T1" fmla="*/ 0 h 351"/>
                <a:gd name="T2" fmla="*/ 195 w 3129"/>
                <a:gd name="T3" fmla="*/ 22 h 351"/>
                <a:gd name="T4" fmla="*/ 195 w 3129"/>
                <a:gd name="T5" fmla="*/ 22 h 351"/>
                <a:gd name="T6" fmla="*/ 0 60000 65536"/>
                <a:gd name="T7" fmla="*/ 0 60000 65536"/>
                <a:gd name="T8" fmla="*/ 0 60000 65536"/>
                <a:gd name="T9" fmla="*/ 0 w 3129"/>
                <a:gd name="T10" fmla="*/ 0 h 351"/>
                <a:gd name="T11" fmla="*/ 3129 w 3129"/>
                <a:gd name="T12" fmla="*/ 351 h 3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29" h="351">
                  <a:moveTo>
                    <a:pt x="0" y="0"/>
                  </a:moveTo>
                  <a:lnTo>
                    <a:pt x="3127" y="351"/>
                  </a:lnTo>
                  <a:lnTo>
                    <a:pt x="3129" y="35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40" name="Freeform 17"/>
            <p:cNvSpPr>
              <a:spLocks/>
            </p:cNvSpPr>
            <p:nvPr/>
          </p:nvSpPr>
          <p:spPr bwMode="auto">
            <a:xfrm>
              <a:off x="1704" y="2265"/>
              <a:ext cx="491" cy="615"/>
            </a:xfrm>
            <a:custGeom>
              <a:avLst/>
              <a:gdLst>
                <a:gd name="T0" fmla="*/ 0 w 1966"/>
                <a:gd name="T1" fmla="*/ 154 h 2462"/>
                <a:gd name="T2" fmla="*/ 123 w 1966"/>
                <a:gd name="T3" fmla="*/ 0 h 2462"/>
                <a:gd name="T4" fmla="*/ 123 w 1966"/>
                <a:gd name="T5" fmla="*/ 0 h 2462"/>
                <a:gd name="T6" fmla="*/ 0 60000 65536"/>
                <a:gd name="T7" fmla="*/ 0 60000 65536"/>
                <a:gd name="T8" fmla="*/ 0 60000 65536"/>
                <a:gd name="T9" fmla="*/ 0 w 1966"/>
                <a:gd name="T10" fmla="*/ 0 h 2462"/>
                <a:gd name="T11" fmla="*/ 1966 w 1966"/>
                <a:gd name="T12" fmla="*/ 2462 h 24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66" h="2462">
                  <a:moveTo>
                    <a:pt x="0" y="2462"/>
                  </a:moveTo>
                  <a:lnTo>
                    <a:pt x="1964" y="0"/>
                  </a:lnTo>
                  <a:lnTo>
                    <a:pt x="196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41" name="Freeform 18"/>
            <p:cNvSpPr>
              <a:spLocks/>
            </p:cNvSpPr>
            <p:nvPr/>
          </p:nvSpPr>
          <p:spPr bwMode="auto">
            <a:xfrm>
              <a:off x="702" y="2470"/>
              <a:ext cx="733" cy="110"/>
            </a:xfrm>
            <a:custGeom>
              <a:avLst/>
              <a:gdLst>
                <a:gd name="T0" fmla="*/ 183 w 2931"/>
                <a:gd name="T1" fmla="*/ 0 h 440"/>
                <a:gd name="T2" fmla="*/ 0 w 2931"/>
                <a:gd name="T3" fmla="*/ 28 h 440"/>
                <a:gd name="T4" fmla="*/ 0 w 2931"/>
                <a:gd name="T5" fmla="*/ 28 h 440"/>
                <a:gd name="T6" fmla="*/ 0 60000 65536"/>
                <a:gd name="T7" fmla="*/ 0 60000 65536"/>
                <a:gd name="T8" fmla="*/ 0 60000 65536"/>
                <a:gd name="T9" fmla="*/ 0 w 2931"/>
                <a:gd name="T10" fmla="*/ 0 h 440"/>
                <a:gd name="T11" fmla="*/ 2931 w 2931"/>
                <a:gd name="T12" fmla="*/ 440 h 4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31" h="440">
                  <a:moveTo>
                    <a:pt x="2931" y="0"/>
                  </a:moveTo>
                  <a:lnTo>
                    <a:pt x="0" y="440"/>
                  </a:lnTo>
                  <a:lnTo>
                    <a:pt x="1" y="44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42" name="Freeform 19"/>
            <p:cNvSpPr>
              <a:spLocks/>
            </p:cNvSpPr>
            <p:nvPr/>
          </p:nvSpPr>
          <p:spPr bwMode="auto">
            <a:xfrm>
              <a:off x="1444" y="2049"/>
              <a:ext cx="540" cy="417"/>
            </a:xfrm>
            <a:custGeom>
              <a:avLst/>
              <a:gdLst>
                <a:gd name="T0" fmla="*/ 0 w 2160"/>
                <a:gd name="T1" fmla="*/ 104 h 1666"/>
                <a:gd name="T2" fmla="*/ 135 w 2160"/>
                <a:gd name="T3" fmla="*/ 0 h 1666"/>
                <a:gd name="T4" fmla="*/ 135 w 2160"/>
                <a:gd name="T5" fmla="*/ 0 h 1666"/>
                <a:gd name="T6" fmla="*/ 0 60000 65536"/>
                <a:gd name="T7" fmla="*/ 0 60000 65536"/>
                <a:gd name="T8" fmla="*/ 0 60000 65536"/>
                <a:gd name="T9" fmla="*/ 0 w 2160"/>
                <a:gd name="T10" fmla="*/ 0 h 1666"/>
                <a:gd name="T11" fmla="*/ 2160 w 2160"/>
                <a:gd name="T12" fmla="*/ 1666 h 16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" h="1666">
                  <a:moveTo>
                    <a:pt x="0" y="1666"/>
                  </a:moveTo>
                  <a:lnTo>
                    <a:pt x="2159" y="0"/>
                  </a:lnTo>
                  <a:lnTo>
                    <a:pt x="216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43" name="Freeform 20"/>
            <p:cNvSpPr>
              <a:spLocks/>
            </p:cNvSpPr>
            <p:nvPr/>
          </p:nvSpPr>
          <p:spPr bwMode="auto">
            <a:xfrm>
              <a:off x="1435" y="2466"/>
              <a:ext cx="9" cy="4"/>
            </a:xfrm>
            <a:custGeom>
              <a:avLst/>
              <a:gdLst>
                <a:gd name="T0" fmla="*/ 0 w 38"/>
                <a:gd name="T1" fmla="*/ 1 h 16"/>
                <a:gd name="T2" fmla="*/ 2 w 38"/>
                <a:gd name="T3" fmla="*/ 0 h 16"/>
                <a:gd name="T4" fmla="*/ 2 w 38"/>
                <a:gd name="T5" fmla="*/ 0 h 16"/>
                <a:gd name="T6" fmla="*/ 0 60000 65536"/>
                <a:gd name="T7" fmla="*/ 0 60000 65536"/>
                <a:gd name="T8" fmla="*/ 0 60000 65536"/>
                <a:gd name="T9" fmla="*/ 0 w 38"/>
                <a:gd name="T10" fmla="*/ 0 h 16"/>
                <a:gd name="T11" fmla="*/ 38 w 38"/>
                <a:gd name="T12" fmla="*/ 16 h 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" h="16">
                  <a:moveTo>
                    <a:pt x="0" y="16"/>
                  </a:moveTo>
                  <a:lnTo>
                    <a:pt x="36" y="0"/>
                  </a:lnTo>
                  <a:lnTo>
                    <a:pt x="3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44" name="Freeform 21"/>
            <p:cNvSpPr>
              <a:spLocks/>
            </p:cNvSpPr>
            <p:nvPr/>
          </p:nvSpPr>
          <p:spPr bwMode="auto">
            <a:xfrm>
              <a:off x="1435" y="2466"/>
              <a:ext cx="9" cy="4"/>
            </a:xfrm>
            <a:custGeom>
              <a:avLst/>
              <a:gdLst>
                <a:gd name="T0" fmla="*/ 0 w 38"/>
                <a:gd name="T1" fmla="*/ 1 h 16"/>
                <a:gd name="T2" fmla="*/ 2 w 38"/>
                <a:gd name="T3" fmla="*/ 0 h 16"/>
                <a:gd name="T4" fmla="*/ 2 w 38"/>
                <a:gd name="T5" fmla="*/ 0 h 16"/>
                <a:gd name="T6" fmla="*/ 0 60000 65536"/>
                <a:gd name="T7" fmla="*/ 0 60000 65536"/>
                <a:gd name="T8" fmla="*/ 0 60000 65536"/>
                <a:gd name="T9" fmla="*/ 0 w 38"/>
                <a:gd name="T10" fmla="*/ 0 h 16"/>
                <a:gd name="T11" fmla="*/ 38 w 38"/>
                <a:gd name="T12" fmla="*/ 16 h 1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8" h="16">
                  <a:moveTo>
                    <a:pt x="0" y="16"/>
                  </a:moveTo>
                  <a:lnTo>
                    <a:pt x="36" y="0"/>
                  </a:lnTo>
                  <a:lnTo>
                    <a:pt x="3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45" name="Freeform 22"/>
            <p:cNvSpPr>
              <a:spLocks/>
            </p:cNvSpPr>
            <p:nvPr/>
          </p:nvSpPr>
          <p:spPr bwMode="auto">
            <a:xfrm>
              <a:off x="572" y="3325"/>
              <a:ext cx="1" cy="296"/>
            </a:xfrm>
            <a:custGeom>
              <a:avLst/>
              <a:gdLst>
                <a:gd name="T0" fmla="*/ 0 w 1"/>
                <a:gd name="T1" fmla="*/ 0 h 1187"/>
                <a:gd name="T2" fmla="*/ 0 w 1"/>
                <a:gd name="T3" fmla="*/ 74 h 1187"/>
                <a:gd name="T4" fmla="*/ 1 w 1"/>
                <a:gd name="T5" fmla="*/ 74 h 1187"/>
                <a:gd name="T6" fmla="*/ 0 60000 65536"/>
                <a:gd name="T7" fmla="*/ 0 60000 65536"/>
                <a:gd name="T8" fmla="*/ 0 60000 65536"/>
                <a:gd name="T9" fmla="*/ 0 w 1"/>
                <a:gd name="T10" fmla="*/ 0 h 1187"/>
                <a:gd name="T11" fmla="*/ 1 w 1"/>
                <a:gd name="T12" fmla="*/ 1187 h 1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187">
                  <a:moveTo>
                    <a:pt x="0" y="0"/>
                  </a:moveTo>
                  <a:lnTo>
                    <a:pt x="0" y="1187"/>
                  </a:lnTo>
                  <a:lnTo>
                    <a:pt x="1" y="118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46" name="Freeform 23"/>
            <p:cNvSpPr>
              <a:spLocks/>
            </p:cNvSpPr>
            <p:nvPr/>
          </p:nvSpPr>
          <p:spPr bwMode="auto">
            <a:xfrm>
              <a:off x="810" y="3325"/>
              <a:ext cx="1" cy="296"/>
            </a:xfrm>
            <a:custGeom>
              <a:avLst/>
              <a:gdLst>
                <a:gd name="T0" fmla="*/ 0 w 2"/>
                <a:gd name="T1" fmla="*/ 0 h 1187"/>
                <a:gd name="T2" fmla="*/ 0 w 2"/>
                <a:gd name="T3" fmla="*/ 74 h 1187"/>
                <a:gd name="T4" fmla="*/ 1 w 2"/>
                <a:gd name="T5" fmla="*/ 74 h 1187"/>
                <a:gd name="T6" fmla="*/ 0 60000 65536"/>
                <a:gd name="T7" fmla="*/ 0 60000 65536"/>
                <a:gd name="T8" fmla="*/ 0 60000 65536"/>
                <a:gd name="T9" fmla="*/ 0 w 2"/>
                <a:gd name="T10" fmla="*/ 0 h 1187"/>
                <a:gd name="T11" fmla="*/ 2 w 2"/>
                <a:gd name="T12" fmla="*/ 1187 h 1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1187">
                  <a:moveTo>
                    <a:pt x="0" y="0"/>
                  </a:moveTo>
                  <a:lnTo>
                    <a:pt x="0" y="1187"/>
                  </a:lnTo>
                  <a:lnTo>
                    <a:pt x="2" y="118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47" name="Freeform 24"/>
            <p:cNvSpPr>
              <a:spLocks/>
            </p:cNvSpPr>
            <p:nvPr/>
          </p:nvSpPr>
          <p:spPr bwMode="auto">
            <a:xfrm>
              <a:off x="639" y="3325"/>
              <a:ext cx="1" cy="296"/>
            </a:xfrm>
            <a:custGeom>
              <a:avLst/>
              <a:gdLst>
                <a:gd name="T0" fmla="*/ 0 w 2"/>
                <a:gd name="T1" fmla="*/ 0 h 1187"/>
                <a:gd name="T2" fmla="*/ 0 w 2"/>
                <a:gd name="T3" fmla="*/ 74 h 1187"/>
                <a:gd name="T4" fmla="*/ 1 w 2"/>
                <a:gd name="T5" fmla="*/ 74 h 1187"/>
                <a:gd name="T6" fmla="*/ 0 60000 65536"/>
                <a:gd name="T7" fmla="*/ 0 60000 65536"/>
                <a:gd name="T8" fmla="*/ 0 60000 65536"/>
                <a:gd name="T9" fmla="*/ 0 w 2"/>
                <a:gd name="T10" fmla="*/ 0 h 1187"/>
                <a:gd name="T11" fmla="*/ 2 w 2"/>
                <a:gd name="T12" fmla="*/ 1187 h 1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1187">
                  <a:moveTo>
                    <a:pt x="0" y="0"/>
                  </a:moveTo>
                  <a:lnTo>
                    <a:pt x="0" y="1187"/>
                  </a:lnTo>
                  <a:lnTo>
                    <a:pt x="2" y="118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48" name="Freeform 25"/>
            <p:cNvSpPr>
              <a:spLocks/>
            </p:cNvSpPr>
            <p:nvPr/>
          </p:nvSpPr>
          <p:spPr bwMode="auto">
            <a:xfrm>
              <a:off x="1276" y="3258"/>
              <a:ext cx="481" cy="1"/>
            </a:xfrm>
            <a:custGeom>
              <a:avLst/>
              <a:gdLst>
                <a:gd name="T0" fmla="*/ 0 w 1923"/>
                <a:gd name="T1" fmla="*/ 0 h 1"/>
                <a:gd name="T2" fmla="*/ 120 w 1923"/>
                <a:gd name="T3" fmla="*/ 0 h 1"/>
                <a:gd name="T4" fmla="*/ 120 w 1923"/>
                <a:gd name="T5" fmla="*/ 0 h 1"/>
                <a:gd name="T6" fmla="*/ 0 60000 65536"/>
                <a:gd name="T7" fmla="*/ 0 60000 65536"/>
                <a:gd name="T8" fmla="*/ 0 60000 65536"/>
                <a:gd name="T9" fmla="*/ 0 w 1923"/>
                <a:gd name="T10" fmla="*/ 0 h 1"/>
                <a:gd name="T11" fmla="*/ 1923 w 192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3" h="1">
                  <a:moveTo>
                    <a:pt x="0" y="0"/>
                  </a:moveTo>
                  <a:lnTo>
                    <a:pt x="1922" y="0"/>
                  </a:lnTo>
                  <a:lnTo>
                    <a:pt x="192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49" name="Freeform 26"/>
            <p:cNvSpPr>
              <a:spLocks/>
            </p:cNvSpPr>
            <p:nvPr/>
          </p:nvSpPr>
          <p:spPr bwMode="auto">
            <a:xfrm>
              <a:off x="572" y="3325"/>
              <a:ext cx="305" cy="1"/>
            </a:xfrm>
            <a:custGeom>
              <a:avLst/>
              <a:gdLst>
                <a:gd name="T0" fmla="*/ 0 w 1218"/>
                <a:gd name="T1" fmla="*/ 0 h 1"/>
                <a:gd name="T2" fmla="*/ 76 w 1218"/>
                <a:gd name="T3" fmla="*/ 0 h 1"/>
                <a:gd name="T4" fmla="*/ 76 w 1218"/>
                <a:gd name="T5" fmla="*/ 0 h 1"/>
                <a:gd name="T6" fmla="*/ 0 60000 65536"/>
                <a:gd name="T7" fmla="*/ 0 60000 65536"/>
                <a:gd name="T8" fmla="*/ 0 60000 65536"/>
                <a:gd name="T9" fmla="*/ 0 w 1218"/>
                <a:gd name="T10" fmla="*/ 0 h 1"/>
                <a:gd name="T11" fmla="*/ 1218 w 1218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18" h="1">
                  <a:moveTo>
                    <a:pt x="0" y="0"/>
                  </a:moveTo>
                  <a:lnTo>
                    <a:pt x="1217" y="0"/>
                  </a:lnTo>
                  <a:lnTo>
                    <a:pt x="121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50" name="Freeform 27"/>
            <p:cNvSpPr>
              <a:spLocks/>
            </p:cNvSpPr>
            <p:nvPr/>
          </p:nvSpPr>
          <p:spPr bwMode="auto">
            <a:xfrm>
              <a:off x="572" y="3621"/>
              <a:ext cx="305" cy="1"/>
            </a:xfrm>
            <a:custGeom>
              <a:avLst/>
              <a:gdLst>
                <a:gd name="T0" fmla="*/ 0 w 1218"/>
                <a:gd name="T1" fmla="*/ 0 h 1"/>
                <a:gd name="T2" fmla="*/ 76 w 1218"/>
                <a:gd name="T3" fmla="*/ 0 h 1"/>
                <a:gd name="T4" fmla="*/ 76 w 1218"/>
                <a:gd name="T5" fmla="*/ 0 h 1"/>
                <a:gd name="T6" fmla="*/ 0 60000 65536"/>
                <a:gd name="T7" fmla="*/ 0 60000 65536"/>
                <a:gd name="T8" fmla="*/ 0 60000 65536"/>
                <a:gd name="T9" fmla="*/ 0 w 1218"/>
                <a:gd name="T10" fmla="*/ 0 h 1"/>
                <a:gd name="T11" fmla="*/ 1218 w 1218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18" h="1">
                  <a:moveTo>
                    <a:pt x="0" y="0"/>
                  </a:moveTo>
                  <a:lnTo>
                    <a:pt x="1217" y="0"/>
                  </a:lnTo>
                  <a:lnTo>
                    <a:pt x="121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51" name="Freeform 28"/>
            <p:cNvSpPr>
              <a:spLocks/>
            </p:cNvSpPr>
            <p:nvPr/>
          </p:nvSpPr>
          <p:spPr bwMode="auto">
            <a:xfrm>
              <a:off x="1276" y="3688"/>
              <a:ext cx="481" cy="1"/>
            </a:xfrm>
            <a:custGeom>
              <a:avLst/>
              <a:gdLst>
                <a:gd name="T0" fmla="*/ 0 w 1923"/>
                <a:gd name="T1" fmla="*/ 0 h 1"/>
                <a:gd name="T2" fmla="*/ 120 w 1923"/>
                <a:gd name="T3" fmla="*/ 0 h 1"/>
                <a:gd name="T4" fmla="*/ 120 w 1923"/>
                <a:gd name="T5" fmla="*/ 0 h 1"/>
                <a:gd name="T6" fmla="*/ 0 60000 65536"/>
                <a:gd name="T7" fmla="*/ 0 60000 65536"/>
                <a:gd name="T8" fmla="*/ 0 60000 65536"/>
                <a:gd name="T9" fmla="*/ 0 w 1923"/>
                <a:gd name="T10" fmla="*/ 0 h 1"/>
                <a:gd name="T11" fmla="*/ 1923 w 192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3" h="1">
                  <a:moveTo>
                    <a:pt x="0" y="0"/>
                  </a:moveTo>
                  <a:lnTo>
                    <a:pt x="1922" y="0"/>
                  </a:lnTo>
                  <a:lnTo>
                    <a:pt x="192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52" name="Freeform 29"/>
            <p:cNvSpPr>
              <a:spLocks/>
            </p:cNvSpPr>
            <p:nvPr/>
          </p:nvSpPr>
          <p:spPr bwMode="auto">
            <a:xfrm>
              <a:off x="876" y="3420"/>
              <a:ext cx="397" cy="2"/>
            </a:xfrm>
            <a:custGeom>
              <a:avLst/>
              <a:gdLst>
                <a:gd name="T0" fmla="*/ 0 w 397"/>
                <a:gd name="T1" fmla="*/ 2 h 2"/>
                <a:gd name="T2" fmla="*/ 397 w 397"/>
                <a:gd name="T3" fmla="*/ 0 h 2"/>
                <a:gd name="T4" fmla="*/ 0 60000 65536"/>
                <a:gd name="T5" fmla="*/ 0 60000 65536"/>
                <a:gd name="T6" fmla="*/ 0 w 397"/>
                <a:gd name="T7" fmla="*/ 0 h 2"/>
                <a:gd name="T8" fmla="*/ 397 w 397"/>
                <a:gd name="T9" fmla="*/ 2 h 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7" h="2">
                  <a:moveTo>
                    <a:pt x="0" y="2"/>
                  </a:moveTo>
                  <a:lnTo>
                    <a:pt x="397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53" name="Freeform 30"/>
            <p:cNvSpPr>
              <a:spLocks/>
            </p:cNvSpPr>
            <p:nvPr/>
          </p:nvSpPr>
          <p:spPr bwMode="auto">
            <a:xfrm>
              <a:off x="877" y="3304"/>
              <a:ext cx="396" cy="72"/>
            </a:xfrm>
            <a:custGeom>
              <a:avLst/>
              <a:gdLst>
                <a:gd name="T0" fmla="*/ 0 w 396"/>
                <a:gd name="T1" fmla="*/ 72 h 72"/>
                <a:gd name="T2" fmla="*/ 396 w 396"/>
                <a:gd name="T3" fmla="*/ 0 h 72"/>
                <a:gd name="T4" fmla="*/ 0 60000 65536"/>
                <a:gd name="T5" fmla="*/ 0 60000 65536"/>
                <a:gd name="T6" fmla="*/ 0 w 396"/>
                <a:gd name="T7" fmla="*/ 0 h 72"/>
                <a:gd name="T8" fmla="*/ 396 w 396"/>
                <a:gd name="T9" fmla="*/ 72 h 7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6" h="72">
                  <a:moveTo>
                    <a:pt x="0" y="72"/>
                  </a:moveTo>
                  <a:lnTo>
                    <a:pt x="39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54" name="Freeform 31"/>
            <p:cNvSpPr>
              <a:spLocks/>
            </p:cNvSpPr>
            <p:nvPr/>
          </p:nvSpPr>
          <p:spPr bwMode="auto">
            <a:xfrm>
              <a:off x="872" y="3520"/>
              <a:ext cx="405" cy="4"/>
            </a:xfrm>
            <a:custGeom>
              <a:avLst/>
              <a:gdLst>
                <a:gd name="T0" fmla="*/ 0 w 405"/>
                <a:gd name="T1" fmla="*/ 4 h 4"/>
                <a:gd name="T2" fmla="*/ 405 w 405"/>
                <a:gd name="T3" fmla="*/ 0 h 4"/>
                <a:gd name="T4" fmla="*/ 0 60000 65536"/>
                <a:gd name="T5" fmla="*/ 0 60000 65536"/>
                <a:gd name="T6" fmla="*/ 0 w 405"/>
                <a:gd name="T7" fmla="*/ 0 h 4"/>
                <a:gd name="T8" fmla="*/ 405 w 405"/>
                <a:gd name="T9" fmla="*/ 4 h 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05" h="4">
                  <a:moveTo>
                    <a:pt x="0" y="4"/>
                  </a:moveTo>
                  <a:lnTo>
                    <a:pt x="40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55" name="Freeform 32"/>
            <p:cNvSpPr>
              <a:spLocks/>
            </p:cNvSpPr>
            <p:nvPr/>
          </p:nvSpPr>
          <p:spPr bwMode="auto">
            <a:xfrm>
              <a:off x="873" y="3572"/>
              <a:ext cx="400" cy="72"/>
            </a:xfrm>
            <a:custGeom>
              <a:avLst/>
              <a:gdLst>
                <a:gd name="T0" fmla="*/ 0 w 400"/>
                <a:gd name="T1" fmla="*/ 0 h 72"/>
                <a:gd name="T2" fmla="*/ 400 w 400"/>
                <a:gd name="T3" fmla="*/ 72 h 72"/>
                <a:gd name="T4" fmla="*/ 0 60000 65536"/>
                <a:gd name="T5" fmla="*/ 0 60000 65536"/>
                <a:gd name="T6" fmla="*/ 0 w 400"/>
                <a:gd name="T7" fmla="*/ 0 h 72"/>
                <a:gd name="T8" fmla="*/ 400 w 400"/>
                <a:gd name="T9" fmla="*/ 72 h 7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00" h="72">
                  <a:moveTo>
                    <a:pt x="0" y="0"/>
                  </a:moveTo>
                  <a:lnTo>
                    <a:pt x="400" y="7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56" name="Freeform 33"/>
            <p:cNvSpPr>
              <a:spLocks/>
            </p:cNvSpPr>
            <p:nvPr/>
          </p:nvSpPr>
          <p:spPr bwMode="auto">
            <a:xfrm>
              <a:off x="1359" y="3258"/>
              <a:ext cx="1" cy="430"/>
            </a:xfrm>
            <a:custGeom>
              <a:avLst/>
              <a:gdLst>
                <a:gd name="T0" fmla="*/ 0 w 1"/>
                <a:gd name="T1" fmla="*/ 0 h 1719"/>
                <a:gd name="T2" fmla="*/ 0 w 1"/>
                <a:gd name="T3" fmla="*/ 108 h 1719"/>
                <a:gd name="T4" fmla="*/ 1 w 1"/>
                <a:gd name="T5" fmla="*/ 108 h 1719"/>
                <a:gd name="T6" fmla="*/ 0 60000 65536"/>
                <a:gd name="T7" fmla="*/ 0 60000 65536"/>
                <a:gd name="T8" fmla="*/ 0 60000 65536"/>
                <a:gd name="T9" fmla="*/ 0 w 1"/>
                <a:gd name="T10" fmla="*/ 0 h 1719"/>
                <a:gd name="T11" fmla="*/ 1 w 1"/>
                <a:gd name="T12" fmla="*/ 1719 h 171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719">
                  <a:moveTo>
                    <a:pt x="0" y="0"/>
                  </a:moveTo>
                  <a:lnTo>
                    <a:pt x="0" y="1719"/>
                  </a:lnTo>
                  <a:lnTo>
                    <a:pt x="1" y="171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57" name="Freeform 34"/>
            <p:cNvSpPr>
              <a:spLocks/>
            </p:cNvSpPr>
            <p:nvPr/>
          </p:nvSpPr>
          <p:spPr bwMode="auto">
            <a:xfrm>
              <a:off x="2223" y="3325"/>
              <a:ext cx="1" cy="296"/>
            </a:xfrm>
            <a:custGeom>
              <a:avLst/>
              <a:gdLst>
                <a:gd name="T0" fmla="*/ 0 w 2"/>
                <a:gd name="T1" fmla="*/ 0 h 1187"/>
                <a:gd name="T2" fmla="*/ 0 w 2"/>
                <a:gd name="T3" fmla="*/ 74 h 1187"/>
                <a:gd name="T4" fmla="*/ 1 w 2"/>
                <a:gd name="T5" fmla="*/ 74 h 1187"/>
                <a:gd name="T6" fmla="*/ 0 60000 65536"/>
                <a:gd name="T7" fmla="*/ 0 60000 65536"/>
                <a:gd name="T8" fmla="*/ 0 60000 65536"/>
                <a:gd name="T9" fmla="*/ 0 w 2"/>
                <a:gd name="T10" fmla="*/ 0 h 1187"/>
                <a:gd name="T11" fmla="*/ 2 w 2"/>
                <a:gd name="T12" fmla="*/ 1187 h 1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1187">
                  <a:moveTo>
                    <a:pt x="0" y="0"/>
                  </a:moveTo>
                  <a:lnTo>
                    <a:pt x="0" y="1187"/>
                  </a:lnTo>
                  <a:lnTo>
                    <a:pt x="2" y="118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58" name="Freeform 35"/>
            <p:cNvSpPr>
              <a:spLocks/>
            </p:cNvSpPr>
            <p:nvPr/>
          </p:nvSpPr>
          <p:spPr bwMode="auto">
            <a:xfrm>
              <a:off x="2394" y="3325"/>
              <a:ext cx="1" cy="296"/>
            </a:xfrm>
            <a:custGeom>
              <a:avLst/>
              <a:gdLst>
                <a:gd name="T0" fmla="*/ 0 w 2"/>
                <a:gd name="T1" fmla="*/ 0 h 1187"/>
                <a:gd name="T2" fmla="*/ 0 w 2"/>
                <a:gd name="T3" fmla="*/ 74 h 1187"/>
                <a:gd name="T4" fmla="*/ 1 w 2"/>
                <a:gd name="T5" fmla="*/ 74 h 1187"/>
                <a:gd name="T6" fmla="*/ 0 60000 65536"/>
                <a:gd name="T7" fmla="*/ 0 60000 65536"/>
                <a:gd name="T8" fmla="*/ 0 60000 65536"/>
                <a:gd name="T9" fmla="*/ 0 w 2"/>
                <a:gd name="T10" fmla="*/ 0 h 1187"/>
                <a:gd name="T11" fmla="*/ 2 w 2"/>
                <a:gd name="T12" fmla="*/ 1187 h 1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1187">
                  <a:moveTo>
                    <a:pt x="0" y="0"/>
                  </a:moveTo>
                  <a:lnTo>
                    <a:pt x="0" y="1187"/>
                  </a:lnTo>
                  <a:lnTo>
                    <a:pt x="2" y="118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59" name="Freeform 36"/>
            <p:cNvSpPr>
              <a:spLocks/>
            </p:cNvSpPr>
            <p:nvPr/>
          </p:nvSpPr>
          <p:spPr bwMode="auto">
            <a:xfrm>
              <a:off x="2460" y="3325"/>
              <a:ext cx="1" cy="296"/>
            </a:xfrm>
            <a:custGeom>
              <a:avLst/>
              <a:gdLst>
                <a:gd name="T0" fmla="*/ 0 w 1"/>
                <a:gd name="T1" fmla="*/ 0 h 1187"/>
                <a:gd name="T2" fmla="*/ 0 w 1"/>
                <a:gd name="T3" fmla="*/ 74 h 1187"/>
                <a:gd name="T4" fmla="*/ 1 w 1"/>
                <a:gd name="T5" fmla="*/ 74 h 1187"/>
                <a:gd name="T6" fmla="*/ 0 60000 65536"/>
                <a:gd name="T7" fmla="*/ 0 60000 65536"/>
                <a:gd name="T8" fmla="*/ 0 60000 65536"/>
                <a:gd name="T9" fmla="*/ 0 w 1"/>
                <a:gd name="T10" fmla="*/ 0 h 1187"/>
                <a:gd name="T11" fmla="*/ 1 w 1"/>
                <a:gd name="T12" fmla="*/ 1187 h 1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187">
                  <a:moveTo>
                    <a:pt x="0" y="0"/>
                  </a:moveTo>
                  <a:lnTo>
                    <a:pt x="0" y="1187"/>
                  </a:lnTo>
                  <a:lnTo>
                    <a:pt x="1" y="118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60" name="Freeform 37"/>
            <p:cNvSpPr>
              <a:spLocks/>
            </p:cNvSpPr>
            <p:nvPr/>
          </p:nvSpPr>
          <p:spPr bwMode="auto">
            <a:xfrm>
              <a:off x="2156" y="3621"/>
              <a:ext cx="304" cy="1"/>
            </a:xfrm>
            <a:custGeom>
              <a:avLst/>
              <a:gdLst>
                <a:gd name="T0" fmla="*/ 76 w 1216"/>
                <a:gd name="T1" fmla="*/ 0 h 1"/>
                <a:gd name="T2" fmla="*/ 0 w 1216"/>
                <a:gd name="T3" fmla="*/ 0 h 1"/>
                <a:gd name="T4" fmla="*/ 0 w 1216"/>
                <a:gd name="T5" fmla="*/ 0 h 1"/>
                <a:gd name="T6" fmla="*/ 0 60000 65536"/>
                <a:gd name="T7" fmla="*/ 0 60000 65536"/>
                <a:gd name="T8" fmla="*/ 0 60000 65536"/>
                <a:gd name="T9" fmla="*/ 0 w 1216"/>
                <a:gd name="T10" fmla="*/ 0 h 1"/>
                <a:gd name="T11" fmla="*/ 1216 w 121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16" h="1">
                  <a:moveTo>
                    <a:pt x="1216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61" name="Freeform 38"/>
            <p:cNvSpPr>
              <a:spLocks/>
            </p:cNvSpPr>
            <p:nvPr/>
          </p:nvSpPr>
          <p:spPr bwMode="auto">
            <a:xfrm>
              <a:off x="2156" y="3325"/>
              <a:ext cx="304" cy="1"/>
            </a:xfrm>
            <a:custGeom>
              <a:avLst/>
              <a:gdLst>
                <a:gd name="T0" fmla="*/ 76 w 1216"/>
                <a:gd name="T1" fmla="*/ 0 h 1"/>
                <a:gd name="T2" fmla="*/ 0 w 1216"/>
                <a:gd name="T3" fmla="*/ 0 h 1"/>
                <a:gd name="T4" fmla="*/ 0 w 1216"/>
                <a:gd name="T5" fmla="*/ 0 h 1"/>
                <a:gd name="T6" fmla="*/ 0 60000 65536"/>
                <a:gd name="T7" fmla="*/ 0 60000 65536"/>
                <a:gd name="T8" fmla="*/ 0 60000 65536"/>
                <a:gd name="T9" fmla="*/ 0 w 1216"/>
                <a:gd name="T10" fmla="*/ 0 h 1"/>
                <a:gd name="T11" fmla="*/ 1216 w 121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16" h="1">
                  <a:moveTo>
                    <a:pt x="1216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62" name="Freeform 39"/>
            <p:cNvSpPr>
              <a:spLocks/>
            </p:cNvSpPr>
            <p:nvPr/>
          </p:nvSpPr>
          <p:spPr bwMode="auto">
            <a:xfrm>
              <a:off x="1757" y="3422"/>
              <a:ext cx="403" cy="2"/>
            </a:xfrm>
            <a:custGeom>
              <a:avLst/>
              <a:gdLst>
                <a:gd name="T0" fmla="*/ 403 w 403"/>
                <a:gd name="T1" fmla="*/ 0 h 2"/>
                <a:gd name="T2" fmla="*/ 0 w 403"/>
                <a:gd name="T3" fmla="*/ 2 h 2"/>
                <a:gd name="T4" fmla="*/ 0 60000 65536"/>
                <a:gd name="T5" fmla="*/ 0 60000 65536"/>
                <a:gd name="T6" fmla="*/ 0 w 403"/>
                <a:gd name="T7" fmla="*/ 0 h 2"/>
                <a:gd name="T8" fmla="*/ 403 w 403"/>
                <a:gd name="T9" fmla="*/ 2 h 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03" h="2">
                  <a:moveTo>
                    <a:pt x="403" y="0"/>
                  </a:moveTo>
                  <a:lnTo>
                    <a:pt x="0" y="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63" name="Freeform 40"/>
            <p:cNvSpPr>
              <a:spLocks/>
            </p:cNvSpPr>
            <p:nvPr/>
          </p:nvSpPr>
          <p:spPr bwMode="auto">
            <a:xfrm>
              <a:off x="1761" y="3308"/>
              <a:ext cx="392" cy="64"/>
            </a:xfrm>
            <a:custGeom>
              <a:avLst/>
              <a:gdLst>
                <a:gd name="T0" fmla="*/ 392 w 392"/>
                <a:gd name="T1" fmla="*/ 64 h 64"/>
                <a:gd name="T2" fmla="*/ 0 w 392"/>
                <a:gd name="T3" fmla="*/ 0 h 64"/>
                <a:gd name="T4" fmla="*/ 0 60000 65536"/>
                <a:gd name="T5" fmla="*/ 0 60000 65536"/>
                <a:gd name="T6" fmla="*/ 0 w 392"/>
                <a:gd name="T7" fmla="*/ 0 h 64"/>
                <a:gd name="T8" fmla="*/ 392 w 392"/>
                <a:gd name="T9" fmla="*/ 64 h 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2" h="64">
                  <a:moveTo>
                    <a:pt x="392" y="64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64" name="Freeform 41"/>
            <p:cNvSpPr>
              <a:spLocks/>
            </p:cNvSpPr>
            <p:nvPr/>
          </p:nvSpPr>
          <p:spPr bwMode="auto">
            <a:xfrm>
              <a:off x="1753" y="3576"/>
              <a:ext cx="404" cy="64"/>
            </a:xfrm>
            <a:custGeom>
              <a:avLst/>
              <a:gdLst>
                <a:gd name="T0" fmla="*/ 404 w 404"/>
                <a:gd name="T1" fmla="*/ 0 h 64"/>
                <a:gd name="T2" fmla="*/ 0 w 404"/>
                <a:gd name="T3" fmla="*/ 64 h 64"/>
                <a:gd name="T4" fmla="*/ 0 60000 65536"/>
                <a:gd name="T5" fmla="*/ 0 60000 65536"/>
                <a:gd name="T6" fmla="*/ 0 w 404"/>
                <a:gd name="T7" fmla="*/ 0 h 64"/>
                <a:gd name="T8" fmla="*/ 404 w 404"/>
                <a:gd name="T9" fmla="*/ 64 h 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04" h="64">
                  <a:moveTo>
                    <a:pt x="404" y="0"/>
                  </a:moveTo>
                  <a:lnTo>
                    <a:pt x="0" y="6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65" name="Freeform 42"/>
            <p:cNvSpPr>
              <a:spLocks/>
            </p:cNvSpPr>
            <p:nvPr/>
          </p:nvSpPr>
          <p:spPr bwMode="auto">
            <a:xfrm>
              <a:off x="1749" y="3524"/>
              <a:ext cx="404" cy="4"/>
            </a:xfrm>
            <a:custGeom>
              <a:avLst/>
              <a:gdLst>
                <a:gd name="T0" fmla="*/ 404 w 404"/>
                <a:gd name="T1" fmla="*/ 0 h 4"/>
                <a:gd name="T2" fmla="*/ 0 w 404"/>
                <a:gd name="T3" fmla="*/ 4 h 4"/>
                <a:gd name="T4" fmla="*/ 0 60000 65536"/>
                <a:gd name="T5" fmla="*/ 0 60000 65536"/>
                <a:gd name="T6" fmla="*/ 0 w 404"/>
                <a:gd name="T7" fmla="*/ 0 h 4"/>
                <a:gd name="T8" fmla="*/ 404 w 404"/>
                <a:gd name="T9" fmla="*/ 4 h 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04" h="4">
                  <a:moveTo>
                    <a:pt x="404" y="0"/>
                  </a:moveTo>
                  <a:lnTo>
                    <a:pt x="0" y="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66" name="Freeform 43"/>
            <p:cNvSpPr>
              <a:spLocks/>
            </p:cNvSpPr>
            <p:nvPr/>
          </p:nvSpPr>
          <p:spPr bwMode="auto">
            <a:xfrm>
              <a:off x="1676" y="3258"/>
              <a:ext cx="1" cy="430"/>
            </a:xfrm>
            <a:custGeom>
              <a:avLst/>
              <a:gdLst>
                <a:gd name="T0" fmla="*/ 0 w 2"/>
                <a:gd name="T1" fmla="*/ 0 h 1719"/>
                <a:gd name="T2" fmla="*/ 0 w 2"/>
                <a:gd name="T3" fmla="*/ 108 h 1719"/>
                <a:gd name="T4" fmla="*/ 1 w 2"/>
                <a:gd name="T5" fmla="*/ 108 h 1719"/>
                <a:gd name="T6" fmla="*/ 0 60000 65536"/>
                <a:gd name="T7" fmla="*/ 0 60000 65536"/>
                <a:gd name="T8" fmla="*/ 0 60000 65536"/>
                <a:gd name="T9" fmla="*/ 0 w 2"/>
                <a:gd name="T10" fmla="*/ 0 h 1719"/>
                <a:gd name="T11" fmla="*/ 2 w 2"/>
                <a:gd name="T12" fmla="*/ 1719 h 171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1719">
                  <a:moveTo>
                    <a:pt x="0" y="0"/>
                  </a:moveTo>
                  <a:lnTo>
                    <a:pt x="0" y="1719"/>
                  </a:lnTo>
                  <a:lnTo>
                    <a:pt x="2" y="171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67" name="Freeform 44"/>
            <p:cNvSpPr>
              <a:spLocks/>
            </p:cNvSpPr>
            <p:nvPr/>
          </p:nvSpPr>
          <p:spPr bwMode="auto">
            <a:xfrm>
              <a:off x="1635" y="2806"/>
              <a:ext cx="48" cy="48"/>
            </a:xfrm>
            <a:custGeom>
              <a:avLst/>
              <a:gdLst>
                <a:gd name="T0" fmla="*/ 0 w 194"/>
                <a:gd name="T1" fmla="*/ 0 h 193"/>
                <a:gd name="T2" fmla="*/ 12 w 194"/>
                <a:gd name="T3" fmla="*/ 12 h 193"/>
                <a:gd name="T4" fmla="*/ 12 w 194"/>
                <a:gd name="T5" fmla="*/ 12 h 193"/>
                <a:gd name="T6" fmla="*/ 0 60000 65536"/>
                <a:gd name="T7" fmla="*/ 0 60000 65536"/>
                <a:gd name="T8" fmla="*/ 0 60000 65536"/>
                <a:gd name="T9" fmla="*/ 0 w 194"/>
                <a:gd name="T10" fmla="*/ 0 h 193"/>
                <a:gd name="T11" fmla="*/ 194 w 194"/>
                <a:gd name="T12" fmla="*/ 193 h 1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4" h="193">
                  <a:moveTo>
                    <a:pt x="0" y="0"/>
                  </a:moveTo>
                  <a:lnTo>
                    <a:pt x="193" y="193"/>
                  </a:lnTo>
                  <a:lnTo>
                    <a:pt x="194" y="19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68" name="Freeform 45"/>
            <p:cNvSpPr>
              <a:spLocks/>
            </p:cNvSpPr>
            <p:nvPr/>
          </p:nvSpPr>
          <p:spPr bwMode="auto">
            <a:xfrm>
              <a:off x="1593" y="2848"/>
              <a:ext cx="48" cy="48"/>
            </a:xfrm>
            <a:custGeom>
              <a:avLst/>
              <a:gdLst>
                <a:gd name="T0" fmla="*/ 0 w 194"/>
                <a:gd name="T1" fmla="*/ 0 h 192"/>
                <a:gd name="T2" fmla="*/ 12 w 194"/>
                <a:gd name="T3" fmla="*/ 12 h 192"/>
                <a:gd name="T4" fmla="*/ 12 w 194"/>
                <a:gd name="T5" fmla="*/ 12 h 192"/>
                <a:gd name="T6" fmla="*/ 0 60000 65536"/>
                <a:gd name="T7" fmla="*/ 0 60000 65536"/>
                <a:gd name="T8" fmla="*/ 0 60000 65536"/>
                <a:gd name="T9" fmla="*/ 0 w 194"/>
                <a:gd name="T10" fmla="*/ 0 h 192"/>
                <a:gd name="T11" fmla="*/ 194 w 194"/>
                <a:gd name="T12" fmla="*/ 192 h 1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4" h="192">
                  <a:moveTo>
                    <a:pt x="0" y="0"/>
                  </a:moveTo>
                  <a:lnTo>
                    <a:pt x="192" y="192"/>
                  </a:lnTo>
                  <a:lnTo>
                    <a:pt x="194" y="19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69" name="Freeform 46"/>
            <p:cNvSpPr>
              <a:spLocks/>
            </p:cNvSpPr>
            <p:nvPr/>
          </p:nvSpPr>
          <p:spPr bwMode="auto">
            <a:xfrm>
              <a:off x="1641" y="2854"/>
              <a:ext cx="42" cy="42"/>
            </a:xfrm>
            <a:custGeom>
              <a:avLst/>
              <a:gdLst>
                <a:gd name="T0" fmla="*/ 0 w 170"/>
                <a:gd name="T1" fmla="*/ 11 h 168"/>
                <a:gd name="T2" fmla="*/ 10 w 170"/>
                <a:gd name="T3" fmla="*/ 0 h 168"/>
                <a:gd name="T4" fmla="*/ 10 w 170"/>
                <a:gd name="T5" fmla="*/ 0 h 168"/>
                <a:gd name="T6" fmla="*/ 0 60000 65536"/>
                <a:gd name="T7" fmla="*/ 0 60000 65536"/>
                <a:gd name="T8" fmla="*/ 0 60000 65536"/>
                <a:gd name="T9" fmla="*/ 0 w 170"/>
                <a:gd name="T10" fmla="*/ 0 h 168"/>
                <a:gd name="T11" fmla="*/ 170 w 170"/>
                <a:gd name="T12" fmla="*/ 168 h 1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0" h="168">
                  <a:moveTo>
                    <a:pt x="0" y="168"/>
                  </a:moveTo>
                  <a:lnTo>
                    <a:pt x="169" y="0"/>
                  </a:lnTo>
                  <a:lnTo>
                    <a:pt x="17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70" name="Freeform 47"/>
            <p:cNvSpPr>
              <a:spLocks/>
            </p:cNvSpPr>
            <p:nvPr/>
          </p:nvSpPr>
          <p:spPr bwMode="auto">
            <a:xfrm>
              <a:off x="1641" y="2896"/>
              <a:ext cx="1" cy="40"/>
            </a:xfrm>
            <a:custGeom>
              <a:avLst/>
              <a:gdLst>
                <a:gd name="T0" fmla="*/ 0 w 2"/>
                <a:gd name="T1" fmla="*/ 0 h 157"/>
                <a:gd name="T2" fmla="*/ 0 w 2"/>
                <a:gd name="T3" fmla="*/ 10 h 157"/>
                <a:gd name="T4" fmla="*/ 1 w 2"/>
                <a:gd name="T5" fmla="*/ 10 h 157"/>
                <a:gd name="T6" fmla="*/ 0 60000 65536"/>
                <a:gd name="T7" fmla="*/ 0 60000 65536"/>
                <a:gd name="T8" fmla="*/ 0 60000 65536"/>
                <a:gd name="T9" fmla="*/ 0 w 2"/>
                <a:gd name="T10" fmla="*/ 0 h 157"/>
                <a:gd name="T11" fmla="*/ 2 w 2"/>
                <a:gd name="T12" fmla="*/ 157 h 15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157">
                  <a:moveTo>
                    <a:pt x="0" y="0"/>
                  </a:moveTo>
                  <a:lnTo>
                    <a:pt x="0" y="157"/>
                  </a:lnTo>
                  <a:lnTo>
                    <a:pt x="2" y="15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71" name="Freeform 48"/>
            <p:cNvSpPr>
              <a:spLocks/>
            </p:cNvSpPr>
            <p:nvPr/>
          </p:nvSpPr>
          <p:spPr bwMode="auto">
            <a:xfrm>
              <a:off x="1683" y="2854"/>
              <a:ext cx="39" cy="1"/>
            </a:xfrm>
            <a:custGeom>
              <a:avLst/>
              <a:gdLst>
                <a:gd name="T0" fmla="*/ 0 w 159"/>
                <a:gd name="T1" fmla="*/ 0 h 1"/>
                <a:gd name="T2" fmla="*/ 10 w 159"/>
                <a:gd name="T3" fmla="*/ 0 h 1"/>
                <a:gd name="T4" fmla="*/ 10 w 159"/>
                <a:gd name="T5" fmla="*/ 0 h 1"/>
                <a:gd name="T6" fmla="*/ 0 60000 65536"/>
                <a:gd name="T7" fmla="*/ 0 60000 65536"/>
                <a:gd name="T8" fmla="*/ 0 60000 65536"/>
                <a:gd name="T9" fmla="*/ 0 w 159"/>
                <a:gd name="T10" fmla="*/ 0 h 1"/>
                <a:gd name="T11" fmla="*/ 159 w 15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9" h="1">
                  <a:moveTo>
                    <a:pt x="0" y="0"/>
                  </a:moveTo>
                  <a:lnTo>
                    <a:pt x="157" y="0"/>
                  </a:lnTo>
                  <a:lnTo>
                    <a:pt x="15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72" name="Freeform 49"/>
            <p:cNvSpPr>
              <a:spLocks/>
            </p:cNvSpPr>
            <p:nvPr/>
          </p:nvSpPr>
          <p:spPr bwMode="auto">
            <a:xfrm>
              <a:off x="1597" y="3443"/>
              <a:ext cx="38" cy="60"/>
            </a:xfrm>
            <a:custGeom>
              <a:avLst/>
              <a:gdLst>
                <a:gd name="T0" fmla="*/ 5 w 149"/>
                <a:gd name="T1" fmla="*/ 15 h 238"/>
                <a:gd name="T2" fmla="*/ 6 w 149"/>
                <a:gd name="T3" fmla="*/ 15 h 238"/>
                <a:gd name="T4" fmla="*/ 7 w 149"/>
                <a:gd name="T5" fmla="*/ 15 h 238"/>
                <a:gd name="T6" fmla="*/ 7 w 149"/>
                <a:gd name="T7" fmla="*/ 14 h 238"/>
                <a:gd name="T8" fmla="*/ 8 w 149"/>
                <a:gd name="T9" fmla="*/ 13 h 238"/>
                <a:gd name="T10" fmla="*/ 9 w 149"/>
                <a:gd name="T11" fmla="*/ 12 h 238"/>
                <a:gd name="T12" fmla="*/ 9 w 149"/>
                <a:gd name="T13" fmla="*/ 11 h 238"/>
                <a:gd name="T14" fmla="*/ 9 w 149"/>
                <a:gd name="T15" fmla="*/ 9 h 238"/>
                <a:gd name="T16" fmla="*/ 10 w 149"/>
                <a:gd name="T17" fmla="*/ 8 h 238"/>
                <a:gd name="T18" fmla="*/ 10 w 149"/>
                <a:gd name="T19" fmla="*/ 7 h 238"/>
                <a:gd name="T20" fmla="*/ 9 w 149"/>
                <a:gd name="T21" fmla="*/ 5 h 238"/>
                <a:gd name="T22" fmla="*/ 9 w 149"/>
                <a:gd name="T23" fmla="*/ 4 h 238"/>
                <a:gd name="T24" fmla="*/ 8 w 149"/>
                <a:gd name="T25" fmla="*/ 3 h 238"/>
                <a:gd name="T26" fmla="*/ 8 w 149"/>
                <a:gd name="T27" fmla="*/ 2 h 238"/>
                <a:gd name="T28" fmla="*/ 7 w 149"/>
                <a:gd name="T29" fmla="*/ 1 h 238"/>
                <a:gd name="T30" fmla="*/ 6 w 149"/>
                <a:gd name="T31" fmla="*/ 0 h 238"/>
                <a:gd name="T32" fmla="*/ 5 w 149"/>
                <a:gd name="T33" fmla="*/ 0 h 238"/>
                <a:gd name="T34" fmla="*/ 4 w 149"/>
                <a:gd name="T35" fmla="*/ 0 h 238"/>
                <a:gd name="T36" fmla="*/ 4 w 149"/>
                <a:gd name="T37" fmla="*/ 0 h 238"/>
                <a:gd name="T38" fmla="*/ 3 w 149"/>
                <a:gd name="T39" fmla="*/ 1 h 238"/>
                <a:gd name="T40" fmla="*/ 2 w 149"/>
                <a:gd name="T41" fmla="*/ 2 h 238"/>
                <a:gd name="T42" fmla="*/ 1 w 149"/>
                <a:gd name="T43" fmla="*/ 3 h 238"/>
                <a:gd name="T44" fmla="*/ 1 w 149"/>
                <a:gd name="T45" fmla="*/ 4 h 238"/>
                <a:gd name="T46" fmla="*/ 0 w 149"/>
                <a:gd name="T47" fmla="*/ 5 h 238"/>
                <a:gd name="T48" fmla="*/ 0 w 149"/>
                <a:gd name="T49" fmla="*/ 7 h 238"/>
                <a:gd name="T50" fmla="*/ 0 w 149"/>
                <a:gd name="T51" fmla="*/ 8 h 238"/>
                <a:gd name="T52" fmla="*/ 0 w 149"/>
                <a:gd name="T53" fmla="*/ 9 h 238"/>
                <a:gd name="T54" fmla="*/ 1 w 149"/>
                <a:gd name="T55" fmla="*/ 11 h 238"/>
                <a:gd name="T56" fmla="*/ 1 w 149"/>
                <a:gd name="T57" fmla="*/ 12 h 238"/>
                <a:gd name="T58" fmla="*/ 2 w 149"/>
                <a:gd name="T59" fmla="*/ 13 h 238"/>
                <a:gd name="T60" fmla="*/ 2 w 149"/>
                <a:gd name="T61" fmla="*/ 14 h 238"/>
                <a:gd name="T62" fmla="*/ 3 w 149"/>
                <a:gd name="T63" fmla="*/ 15 h 238"/>
                <a:gd name="T64" fmla="*/ 4 w 149"/>
                <a:gd name="T65" fmla="*/ 15 h 238"/>
                <a:gd name="T66" fmla="*/ 5 w 149"/>
                <a:gd name="T67" fmla="*/ 15 h 238"/>
                <a:gd name="T68" fmla="*/ 5 w 149"/>
                <a:gd name="T69" fmla="*/ 15 h 238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w 149"/>
                <a:gd name="T106" fmla="*/ 0 h 238"/>
                <a:gd name="T107" fmla="*/ 149 w 149"/>
                <a:gd name="T108" fmla="*/ 238 h 238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T105" t="T106" r="T107" b="T108"/>
              <a:pathLst>
                <a:path w="149" h="238">
                  <a:moveTo>
                    <a:pt x="75" y="238"/>
                  </a:moveTo>
                  <a:lnTo>
                    <a:pt x="89" y="236"/>
                  </a:lnTo>
                  <a:lnTo>
                    <a:pt x="103" y="229"/>
                  </a:lnTo>
                  <a:lnTo>
                    <a:pt x="115" y="219"/>
                  </a:lnTo>
                  <a:lnTo>
                    <a:pt x="127" y="205"/>
                  </a:lnTo>
                  <a:lnTo>
                    <a:pt x="136" y="188"/>
                  </a:lnTo>
                  <a:lnTo>
                    <a:pt x="143" y="168"/>
                  </a:lnTo>
                  <a:lnTo>
                    <a:pt x="147" y="147"/>
                  </a:lnTo>
                  <a:lnTo>
                    <a:pt x="149" y="125"/>
                  </a:lnTo>
                  <a:lnTo>
                    <a:pt x="148" y="102"/>
                  </a:lnTo>
                  <a:lnTo>
                    <a:pt x="145" y="80"/>
                  </a:lnTo>
                  <a:lnTo>
                    <a:pt x="139" y="60"/>
                  </a:lnTo>
                  <a:lnTo>
                    <a:pt x="131" y="41"/>
                  </a:lnTo>
                  <a:lnTo>
                    <a:pt x="121" y="25"/>
                  </a:lnTo>
                  <a:lnTo>
                    <a:pt x="109" y="13"/>
                  </a:lnTo>
                  <a:lnTo>
                    <a:pt x="96" y="5"/>
                  </a:lnTo>
                  <a:lnTo>
                    <a:pt x="82" y="0"/>
                  </a:lnTo>
                  <a:lnTo>
                    <a:pt x="67" y="0"/>
                  </a:lnTo>
                  <a:lnTo>
                    <a:pt x="53" y="5"/>
                  </a:lnTo>
                  <a:lnTo>
                    <a:pt x="41" y="13"/>
                  </a:lnTo>
                  <a:lnTo>
                    <a:pt x="28" y="25"/>
                  </a:lnTo>
                  <a:lnTo>
                    <a:pt x="18" y="41"/>
                  </a:lnTo>
                  <a:lnTo>
                    <a:pt x="10" y="60"/>
                  </a:lnTo>
                  <a:lnTo>
                    <a:pt x="4" y="80"/>
                  </a:lnTo>
                  <a:lnTo>
                    <a:pt x="1" y="102"/>
                  </a:lnTo>
                  <a:lnTo>
                    <a:pt x="0" y="125"/>
                  </a:lnTo>
                  <a:lnTo>
                    <a:pt x="2" y="147"/>
                  </a:lnTo>
                  <a:lnTo>
                    <a:pt x="6" y="168"/>
                  </a:lnTo>
                  <a:lnTo>
                    <a:pt x="13" y="188"/>
                  </a:lnTo>
                  <a:lnTo>
                    <a:pt x="22" y="205"/>
                  </a:lnTo>
                  <a:lnTo>
                    <a:pt x="34" y="219"/>
                  </a:lnTo>
                  <a:lnTo>
                    <a:pt x="46" y="229"/>
                  </a:lnTo>
                  <a:lnTo>
                    <a:pt x="60" y="236"/>
                  </a:lnTo>
                  <a:lnTo>
                    <a:pt x="75" y="238"/>
                  </a:lnTo>
                  <a:lnTo>
                    <a:pt x="76" y="238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73" name="Freeform 50"/>
            <p:cNvSpPr>
              <a:spLocks/>
            </p:cNvSpPr>
            <p:nvPr/>
          </p:nvSpPr>
          <p:spPr bwMode="auto">
            <a:xfrm>
              <a:off x="1616" y="3408"/>
              <a:ext cx="1" cy="131"/>
            </a:xfrm>
            <a:custGeom>
              <a:avLst/>
              <a:gdLst>
                <a:gd name="T0" fmla="*/ 0 w 1"/>
                <a:gd name="T1" fmla="*/ 0 h 522"/>
                <a:gd name="T2" fmla="*/ 0 w 1"/>
                <a:gd name="T3" fmla="*/ 33 h 522"/>
                <a:gd name="T4" fmla="*/ 1 w 1"/>
                <a:gd name="T5" fmla="*/ 33 h 522"/>
                <a:gd name="T6" fmla="*/ 0 60000 65536"/>
                <a:gd name="T7" fmla="*/ 0 60000 65536"/>
                <a:gd name="T8" fmla="*/ 0 60000 65536"/>
                <a:gd name="T9" fmla="*/ 0 w 1"/>
                <a:gd name="T10" fmla="*/ 0 h 522"/>
                <a:gd name="T11" fmla="*/ 1 w 1"/>
                <a:gd name="T12" fmla="*/ 522 h 5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22">
                  <a:moveTo>
                    <a:pt x="0" y="0"/>
                  </a:moveTo>
                  <a:lnTo>
                    <a:pt x="0" y="522"/>
                  </a:lnTo>
                  <a:lnTo>
                    <a:pt x="1" y="522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74" name="Freeform 51"/>
            <p:cNvSpPr>
              <a:spLocks/>
            </p:cNvSpPr>
            <p:nvPr/>
          </p:nvSpPr>
          <p:spPr bwMode="auto">
            <a:xfrm>
              <a:off x="1516" y="3198"/>
              <a:ext cx="1" cy="242"/>
            </a:xfrm>
            <a:custGeom>
              <a:avLst/>
              <a:gdLst>
                <a:gd name="T0" fmla="*/ 0 w 1"/>
                <a:gd name="T1" fmla="*/ 0 h 968"/>
                <a:gd name="T2" fmla="*/ 0 w 1"/>
                <a:gd name="T3" fmla="*/ 61 h 968"/>
                <a:gd name="T4" fmla="*/ 1 w 1"/>
                <a:gd name="T5" fmla="*/ 61 h 968"/>
                <a:gd name="T6" fmla="*/ 0 60000 65536"/>
                <a:gd name="T7" fmla="*/ 0 60000 65536"/>
                <a:gd name="T8" fmla="*/ 0 60000 65536"/>
                <a:gd name="T9" fmla="*/ 0 w 1"/>
                <a:gd name="T10" fmla="*/ 0 h 968"/>
                <a:gd name="T11" fmla="*/ 1 w 1"/>
                <a:gd name="T12" fmla="*/ 968 h 9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968">
                  <a:moveTo>
                    <a:pt x="0" y="0"/>
                  </a:moveTo>
                  <a:lnTo>
                    <a:pt x="0" y="968"/>
                  </a:lnTo>
                  <a:lnTo>
                    <a:pt x="1" y="96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75" name="Freeform 52"/>
            <p:cNvSpPr>
              <a:spLocks/>
            </p:cNvSpPr>
            <p:nvPr/>
          </p:nvSpPr>
          <p:spPr bwMode="auto">
            <a:xfrm>
              <a:off x="725" y="3261"/>
              <a:ext cx="1" cy="164"/>
            </a:xfrm>
            <a:custGeom>
              <a:avLst/>
              <a:gdLst>
                <a:gd name="T0" fmla="*/ 0 w 2"/>
                <a:gd name="T1" fmla="*/ 0 h 653"/>
                <a:gd name="T2" fmla="*/ 0 w 2"/>
                <a:gd name="T3" fmla="*/ 41 h 653"/>
                <a:gd name="T4" fmla="*/ 1 w 2"/>
                <a:gd name="T5" fmla="*/ 41 h 653"/>
                <a:gd name="T6" fmla="*/ 0 60000 65536"/>
                <a:gd name="T7" fmla="*/ 0 60000 65536"/>
                <a:gd name="T8" fmla="*/ 0 60000 65536"/>
                <a:gd name="T9" fmla="*/ 0 w 2"/>
                <a:gd name="T10" fmla="*/ 0 h 653"/>
                <a:gd name="T11" fmla="*/ 2 w 2"/>
                <a:gd name="T12" fmla="*/ 653 h 6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653">
                  <a:moveTo>
                    <a:pt x="0" y="0"/>
                  </a:moveTo>
                  <a:lnTo>
                    <a:pt x="0" y="653"/>
                  </a:lnTo>
                  <a:lnTo>
                    <a:pt x="2" y="65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76" name="Freeform 53"/>
            <p:cNvSpPr>
              <a:spLocks/>
            </p:cNvSpPr>
            <p:nvPr/>
          </p:nvSpPr>
          <p:spPr bwMode="auto">
            <a:xfrm>
              <a:off x="1564" y="3473"/>
              <a:ext cx="99" cy="1"/>
            </a:xfrm>
            <a:custGeom>
              <a:avLst/>
              <a:gdLst>
                <a:gd name="T0" fmla="*/ 0 w 397"/>
                <a:gd name="T1" fmla="*/ 0 h 1"/>
                <a:gd name="T2" fmla="*/ 25 w 397"/>
                <a:gd name="T3" fmla="*/ 0 h 1"/>
                <a:gd name="T4" fmla="*/ 25 w 397"/>
                <a:gd name="T5" fmla="*/ 0 h 1"/>
                <a:gd name="T6" fmla="*/ 0 60000 65536"/>
                <a:gd name="T7" fmla="*/ 0 60000 65536"/>
                <a:gd name="T8" fmla="*/ 0 60000 65536"/>
                <a:gd name="T9" fmla="*/ 0 w 397"/>
                <a:gd name="T10" fmla="*/ 0 h 1"/>
                <a:gd name="T11" fmla="*/ 397 w 39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7" h="1">
                  <a:moveTo>
                    <a:pt x="0" y="0"/>
                  </a:moveTo>
                  <a:lnTo>
                    <a:pt x="396" y="0"/>
                  </a:lnTo>
                  <a:lnTo>
                    <a:pt x="39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77" name="Freeform 54"/>
            <p:cNvSpPr>
              <a:spLocks/>
            </p:cNvSpPr>
            <p:nvPr/>
          </p:nvSpPr>
          <p:spPr bwMode="auto">
            <a:xfrm>
              <a:off x="2308" y="3258"/>
              <a:ext cx="1" cy="163"/>
            </a:xfrm>
            <a:custGeom>
              <a:avLst/>
              <a:gdLst>
                <a:gd name="T0" fmla="*/ 0 w 2"/>
                <a:gd name="T1" fmla="*/ 0 h 653"/>
                <a:gd name="T2" fmla="*/ 0 w 2"/>
                <a:gd name="T3" fmla="*/ 41 h 653"/>
                <a:gd name="T4" fmla="*/ 1 w 2"/>
                <a:gd name="T5" fmla="*/ 41 h 653"/>
                <a:gd name="T6" fmla="*/ 0 60000 65536"/>
                <a:gd name="T7" fmla="*/ 0 60000 65536"/>
                <a:gd name="T8" fmla="*/ 0 60000 65536"/>
                <a:gd name="T9" fmla="*/ 0 w 2"/>
                <a:gd name="T10" fmla="*/ 0 h 653"/>
                <a:gd name="T11" fmla="*/ 2 w 2"/>
                <a:gd name="T12" fmla="*/ 653 h 6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653">
                  <a:moveTo>
                    <a:pt x="0" y="0"/>
                  </a:moveTo>
                  <a:lnTo>
                    <a:pt x="0" y="653"/>
                  </a:lnTo>
                  <a:lnTo>
                    <a:pt x="2" y="65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78" name="Freeform 55"/>
            <p:cNvSpPr>
              <a:spLocks/>
            </p:cNvSpPr>
            <p:nvPr/>
          </p:nvSpPr>
          <p:spPr bwMode="auto">
            <a:xfrm>
              <a:off x="1516" y="2459"/>
              <a:ext cx="1" cy="321"/>
            </a:xfrm>
            <a:custGeom>
              <a:avLst/>
              <a:gdLst>
                <a:gd name="T0" fmla="*/ 0 w 1"/>
                <a:gd name="T1" fmla="*/ 0 h 1286"/>
                <a:gd name="T2" fmla="*/ 0 w 1"/>
                <a:gd name="T3" fmla="*/ 80 h 1286"/>
                <a:gd name="T4" fmla="*/ 1 w 1"/>
                <a:gd name="T5" fmla="*/ 80 h 1286"/>
                <a:gd name="T6" fmla="*/ 0 60000 65536"/>
                <a:gd name="T7" fmla="*/ 0 60000 65536"/>
                <a:gd name="T8" fmla="*/ 0 60000 65536"/>
                <a:gd name="T9" fmla="*/ 0 w 1"/>
                <a:gd name="T10" fmla="*/ 0 h 1286"/>
                <a:gd name="T11" fmla="*/ 1 w 1"/>
                <a:gd name="T12" fmla="*/ 1286 h 128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286">
                  <a:moveTo>
                    <a:pt x="0" y="0"/>
                  </a:moveTo>
                  <a:lnTo>
                    <a:pt x="0" y="1286"/>
                  </a:lnTo>
                  <a:lnTo>
                    <a:pt x="1" y="128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79" name="Freeform 56"/>
            <p:cNvSpPr>
              <a:spLocks/>
            </p:cNvSpPr>
            <p:nvPr/>
          </p:nvSpPr>
          <p:spPr bwMode="auto">
            <a:xfrm>
              <a:off x="1653" y="2763"/>
              <a:ext cx="80" cy="71"/>
            </a:xfrm>
            <a:custGeom>
              <a:avLst/>
              <a:gdLst>
                <a:gd name="T0" fmla="*/ 0 w 321"/>
                <a:gd name="T1" fmla="*/ 0 h 287"/>
                <a:gd name="T2" fmla="*/ 8 w 321"/>
                <a:gd name="T3" fmla="*/ 11 h 287"/>
                <a:gd name="T4" fmla="*/ 15 w 321"/>
                <a:gd name="T5" fmla="*/ 13 h 287"/>
                <a:gd name="T6" fmla="*/ 20 w 321"/>
                <a:gd name="T7" fmla="*/ 18 h 287"/>
                <a:gd name="T8" fmla="*/ 20 w 321"/>
                <a:gd name="T9" fmla="*/ 18 h 2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1"/>
                <a:gd name="T16" fmla="*/ 0 h 287"/>
                <a:gd name="T17" fmla="*/ 321 w 321"/>
                <a:gd name="T18" fmla="*/ 287 h 28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1" h="287">
                  <a:moveTo>
                    <a:pt x="0" y="0"/>
                  </a:moveTo>
                  <a:lnTo>
                    <a:pt x="129" y="179"/>
                  </a:lnTo>
                  <a:lnTo>
                    <a:pt x="246" y="207"/>
                  </a:lnTo>
                  <a:lnTo>
                    <a:pt x="320" y="287"/>
                  </a:lnTo>
                  <a:lnTo>
                    <a:pt x="321" y="28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80" name="Freeform 57"/>
            <p:cNvSpPr>
              <a:spLocks/>
            </p:cNvSpPr>
            <p:nvPr/>
          </p:nvSpPr>
          <p:spPr bwMode="auto">
            <a:xfrm>
              <a:off x="1513" y="2870"/>
              <a:ext cx="100" cy="80"/>
            </a:xfrm>
            <a:custGeom>
              <a:avLst/>
              <a:gdLst>
                <a:gd name="T0" fmla="*/ 0 w 403"/>
                <a:gd name="T1" fmla="*/ 0 h 321"/>
                <a:gd name="T2" fmla="*/ 14 w 403"/>
                <a:gd name="T3" fmla="*/ 10 h 321"/>
                <a:gd name="T4" fmla="*/ 17 w 403"/>
                <a:gd name="T5" fmla="*/ 17 h 321"/>
                <a:gd name="T6" fmla="*/ 25 w 403"/>
                <a:gd name="T7" fmla="*/ 20 h 321"/>
                <a:gd name="T8" fmla="*/ 25 w 403"/>
                <a:gd name="T9" fmla="*/ 20 h 3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03"/>
                <a:gd name="T16" fmla="*/ 0 h 321"/>
                <a:gd name="T17" fmla="*/ 403 w 403"/>
                <a:gd name="T18" fmla="*/ 321 h 321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03" h="321">
                  <a:moveTo>
                    <a:pt x="0" y="0"/>
                  </a:moveTo>
                  <a:lnTo>
                    <a:pt x="222" y="156"/>
                  </a:lnTo>
                  <a:lnTo>
                    <a:pt x="284" y="268"/>
                  </a:lnTo>
                  <a:lnTo>
                    <a:pt x="402" y="321"/>
                  </a:lnTo>
                  <a:lnTo>
                    <a:pt x="403" y="32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81" name="Freeform 58"/>
            <p:cNvSpPr>
              <a:spLocks/>
            </p:cNvSpPr>
            <p:nvPr/>
          </p:nvSpPr>
          <p:spPr bwMode="auto">
            <a:xfrm>
              <a:off x="1537" y="2866"/>
              <a:ext cx="14" cy="24"/>
            </a:xfrm>
            <a:custGeom>
              <a:avLst/>
              <a:gdLst>
                <a:gd name="T0" fmla="*/ 0 w 57"/>
                <a:gd name="T1" fmla="*/ 6 h 96"/>
                <a:gd name="T2" fmla="*/ 3 w 57"/>
                <a:gd name="T3" fmla="*/ 0 h 96"/>
                <a:gd name="T4" fmla="*/ 3 w 57"/>
                <a:gd name="T5" fmla="*/ 0 h 96"/>
                <a:gd name="T6" fmla="*/ 0 60000 65536"/>
                <a:gd name="T7" fmla="*/ 0 60000 65536"/>
                <a:gd name="T8" fmla="*/ 0 60000 65536"/>
                <a:gd name="T9" fmla="*/ 0 w 57"/>
                <a:gd name="T10" fmla="*/ 0 h 96"/>
                <a:gd name="T11" fmla="*/ 57 w 57"/>
                <a:gd name="T12" fmla="*/ 96 h 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7" h="96">
                  <a:moveTo>
                    <a:pt x="0" y="96"/>
                  </a:moveTo>
                  <a:lnTo>
                    <a:pt x="56" y="0"/>
                  </a:lnTo>
                  <a:lnTo>
                    <a:pt x="5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82" name="Freeform 59"/>
            <p:cNvSpPr>
              <a:spLocks/>
            </p:cNvSpPr>
            <p:nvPr/>
          </p:nvSpPr>
          <p:spPr bwMode="auto">
            <a:xfrm>
              <a:off x="1589" y="2879"/>
              <a:ext cx="34" cy="59"/>
            </a:xfrm>
            <a:custGeom>
              <a:avLst/>
              <a:gdLst>
                <a:gd name="T0" fmla="*/ 0 w 138"/>
                <a:gd name="T1" fmla="*/ 15 h 236"/>
                <a:gd name="T2" fmla="*/ 8 w 138"/>
                <a:gd name="T3" fmla="*/ 0 h 236"/>
                <a:gd name="T4" fmla="*/ 8 w 138"/>
                <a:gd name="T5" fmla="*/ 0 h 236"/>
                <a:gd name="T6" fmla="*/ 0 60000 65536"/>
                <a:gd name="T7" fmla="*/ 0 60000 65536"/>
                <a:gd name="T8" fmla="*/ 0 60000 65536"/>
                <a:gd name="T9" fmla="*/ 0 w 138"/>
                <a:gd name="T10" fmla="*/ 0 h 236"/>
                <a:gd name="T11" fmla="*/ 138 w 138"/>
                <a:gd name="T12" fmla="*/ 236 h 2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8" h="236">
                  <a:moveTo>
                    <a:pt x="0" y="236"/>
                  </a:moveTo>
                  <a:lnTo>
                    <a:pt x="137" y="0"/>
                  </a:lnTo>
                  <a:lnTo>
                    <a:pt x="13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83" name="Freeform 60"/>
            <p:cNvSpPr>
              <a:spLocks/>
            </p:cNvSpPr>
            <p:nvPr/>
          </p:nvSpPr>
          <p:spPr bwMode="auto">
            <a:xfrm>
              <a:off x="1654" y="2790"/>
              <a:ext cx="20" cy="36"/>
            </a:xfrm>
            <a:custGeom>
              <a:avLst/>
              <a:gdLst>
                <a:gd name="T0" fmla="*/ 0 w 82"/>
                <a:gd name="T1" fmla="*/ 9 h 142"/>
                <a:gd name="T2" fmla="*/ 5 w 82"/>
                <a:gd name="T3" fmla="*/ 0 h 142"/>
                <a:gd name="T4" fmla="*/ 5 w 82"/>
                <a:gd name="T5" fmla="*/ 0 h 142"/>
                <a:gd name="T6" fmla="*/ 0 60000 65536"/>
                <a:gd name="T7" fmla="*/ 0 60000 65536"/>
                <a:gd name="T8" fmla="*/ 0 60000 65536"/>
                <a:gd name="T9" fmla="*/ 0 w 82"/>
                <a:gd name="T10" fmla="*/ 0 h 142"/>
                <a:gd name="T11" fmla="*/ 82 w 82"/>
                <a:gd name="T12" fmla="*/ 142 h 1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2" h="142">
                  <a:moveTo>
                    <a:pt x="0" y="142"/>
                  </a:moveTo>
                  <a:lnTo>
                    <a:pt x="81" y="0"/>
                  </a:lnTo>
                  <a:lnTo>
                    <a:pt x="8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84" name="Freeform 61"/>
            <p:cNvSpPr>
              <a:spLocks/>
            </p:cNvSpPr>
            <p:nvPr/>
          </p:nvSpPr>
          <p:spPr bwMode="auto">
            <a:xfrm>
              <a:off x="572" y="3325"/>
              <a:ext cx="47" cy="46"/>
            </a:xfrm>
            <a:custGeom>
              <a:avLst/>
              <a:gdLst>
                <a:gd name="T0" fmla="*/ 0 w 185"/>
                <a:gd name="T1" fmla="*/ 12 h 184"/>
                <a:gd name="T2" fmla="*/ 12 w 185"/>
                <a:gd name="T3" fmla="*/ 0 h 184"/>
                <a:gd name="T4" fmla="*/ 12 w 185"/>
                <a:gd name="T5" fmla="*/ 0 h 184"/>
                <a:gd name="T6" fmla="*/ 0 60000 65536"/>
                <a:gd name="T7" fmla="*/ 0 60000 65536"/>
                <a:gd name="T8" fmla="*/ 0 60000 65536"/>
                <a:gd name="T9" fmla="*/ 0 w 185"/>
                <a:gd name="T10" fmla="*/ 0 h 184"/>
                <a:gd name="T11" fmla="*/ 185 w 185"/>
                <a:gd name="T12" fmla="*/ 184 h 18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5" h="184">
                  <a:moveTo>
                    <a:pt x="0" y="184"/>
                  </a:moveTo>
                  <a:lnTo>
                    <a:pt x="184" y="0"/>
                  </a:lnTo>
                  <a:lnTo>
                    <a:pt x="18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85" name="Freeform 62"/>
            <p:cNvSpPr>
              <a:spLocks/>
            </p:cNvSpPr>
            <p:nvPr/>
          </p:nvSpPr>
          <p:spPr bwMode="auto">
            <a:xfrm>
              <a:off x="572" y="3401"/>
              <a:ext cx="67" cy="67"/>
            </a:xfrm>
            <a:custGeom>
              <a:avLst/>
              <a:gdLst>
                <a:gd name="T0" fmla="*/ 0 w 268"/>
                <a:gd name="T1" fmla="*/ 17 h 267"/>
                <a:gd name="T2" fmla="*/ 17 w 268"/>
                <a:gd name="T3" fmla="*/ 0 h 267"/>
                <a:gd name="T4" fmla="*/ 17 w 268"/>
                <a:gd name="T5" fmla="*/ 0 h 267"/>
                <a:gd name="T6" fmla="*/ 0 60000 65536"/>
                <a:gd name="T7" fmla="*/ 0 60000 65536"/>
                <a:gd name="T8" fmla="*/ 0 60000 65536"/>
                <a:gd name="T9" fmla="*/ 0 w 268"/>
                <a:gd name="T10" fmla="*/ 0 h 267"/>
                <a:gd name="T11" fmla="*/ 268 w 268"/>
                <a:gd name="T12" fmla="*/ 267 h 2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8" h="267">
                  <a:moveTo>
                    <a:pt x="0" y="267"/>
                  </a:moveTo>
                  <a:lnTo>
                    <a:pt x="266" y="0"/>
                  </a:lnTo>
                  <a:lnTo>
                    <a:pt x="26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86" name="Freeform 63"/>
            <p:cNvSpPr>
              <a:spLocks/>
            </p:cNvSpPr>
            <p:nvPr/>
          </p:nvSpPr>
          <p:spPr bwMode="auto">
            <a:xfrm>
              <a:off x="572" y="3498"/>
              <a:ext cx="67" cy="67"/>
            </a:xfrm>
            <a:custGeom>
              <a:avLst/>
              <a:gdLst>
                <a:gd name="T0" fmla="*/ 0 w 268"/>
                <a:gd name="T1" fmla="*/ 17 h 266"/>
                <a:gd name="T2" fmla="*/ 17 w 268"/>
                <a:gd name="T3" fmla="*/ 0 h 266"/>
                <a:gd name="T4" fmla="*/ 17 w 268"/>
                <a:gd name="T5" fmla="*/ 0 h 266"/>
                <a:gd name="T6" fmla="*/ 0 60000 65536"/>
                <a:gd name="T7" fmla="*/ 0 60000 65536"/>
                <a:gd name="T8" fmla="*/ 0 60000 65536"/>
                <a:gd name="T9" fmla="*/ 0 w 268"/>
                <a:gd name="T10" fmla="*/ 0 h 266"/>
                <a:gd name="T11" fmla="*/ 268 w 268"/>
                <a:gd name="T12" fmla="*/ 266 h 2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8" h="266">
                  <a:moveTo>
                    <a:pt x="0" y="266"/>
                  </a:moveTo>
                  <a:lnTo>
                    <a:pt x="266" y="0"/>
                  </a:lnTo>
                  <a:lnTo>
                    <a:pt x="26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87" name="Freeform 64"/>
            <p:cNvSpPr>
              <a:spLocks/>
            </p:cNvSpPr>
            <p:nvPr/>
          </p:nvSpPr>
          <p:spPr bwMode="auto">
            <a:xfrm>
              <a:off x="810" y="3325"/>
              <a:ext cx="3" cy="3"/>
            </a:xfrm>
            <a:custGeom>
              <a:avLst/>
              <a:gdLst>
                <a:gd name="T0" fmla="*/ 0 w 13"/>
                <a:gd name="T1" fmla="*/ 1 h 11"/>
                <a:gd name="T2" fmla="*/ 1 w 13"/>
                <a:gd name="T3" fmla="*/ 0 h 11"/>
                <a:gd name="T4" fmla="*/ 1 w 13"/>
                <a:gd name="T5" fmla="*/ 0 h 11"/>
                <a:gd name="T6" fmla="*/ 0 60000 65536"/>
                <a:gd name="T7" fmla="*/ 0 60000 65536"/>
                <a:gd name="T8" fmla="*/ 0 60000 65536"/>
                <a:gd name="T9" fmla="*/ 0 w 13"/>
                <a:gd name="T10" fmla="*/ 0 h 11"/>
                <a:gd name="T11" fmla="*/ 13 w 13"/>
                <a:gd name="T12" fmla="*/ 11 h 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" h="11">
                  <a:moveTo>
                    <a:pt x="0" y="11"/>
                  </a:moveTo>
                  <a:lnTo>
                    <a:pt x="12" y="0"/>
                  </a:lnTo>
                  <a:lnTo>
                    <a:pt x="13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88" name="Freeform 65"/>
            <p:cNvSpPr>
              <a:spLocks/>
            </p:cNvSpPr>
            <p:nvPr/>
          </p:nvSpPr>
          <p:spPr bwMode="auto">
            <a:xfrm>
              <a:off x="614" y="3596"/>
              <a:ext cx="25" cy="25"/>
            </a:xfrm>
            <a:custGeom>
              <a:avLst/>
              <a:gdLst>
                <a:gd name="T0" fmla="*/ 0 w 103"/>
                <a:gd name="T1" fmla="*/ 6 h 102"/>
                <a:gd name="T2" fmla="*/ 6 w 103"/>
                <a:gd name="T3" fmla="*/ 0 h 102"/>
                <a:gd name="T4" fmla="*/ 6 w 103"/>
                <a:gd name="T5" fmla="*/ 0 h 102"/>
                <a:gd name="T6" fmla="*/ 0 60000 65536"/>
                <a:gd name="T7" fmla="*/ 0 60000 65536"/>
                <a:gd name="T8" fmla="*/ 0 60000 65536"/>
                <a:gd name="T9" fmla="*/ 0 w 103"/>
                <a:gd name="T10" fmla="*/ 0 h 102"/>
                <a:gd name="T11" fmla="*/ 103 w 103"/>
                <a:gd name="T12" fmla="*/ 102 h 10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3" h="102">
                  <a:moveTo>
                    <a:pt x="0" y="102"/>
                  </a:moveTo>
                  <a:lnTo>
                    <a:pt x="101" y="0"/>
                  </a:lnTo>
                  <a:lnTo>
                    <a:pt x="10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89" name="Freeform 66"/>
            <p:cNvSpPr>
              <a:spLocks/>
            </p:cNvSpPr>
            <p:nvPr/>
          </p:nvSpPr>
          <p:spPr bwMode="auto">
            <a:xfrm>
              <a:off x="810" y="3358"/>
              <a:ext cx="67" cy="67"/>
            </a:xfrm>
            <a:custGeom>
              <a:avLst/>
              <a:gdLst>
                <a:gd name="T0" fmla="*/ 0 w 268"/>
                <a:gd name="T1" fmla="*/ 17 h 267"/>
                <a:gd name="T2" fmla="*/ 17 w 268"/>
                <a:gd name="T3" fmla="*/ 0 h 267"/>
                <a:gd name="T4" fmla="*/ 17 w 268"/>
                <a:gd name="T5" fmla="*/ 0 h 267"/>
                <a:gd name="T6" fmla="*/ 0 60000 65536"/>
                <a:gd name="T7" fmla="*/ 0 60000 65536"/>
                <a:gd name="T8" fmla="*/ 0 60000 65536"/>
                <a:gd name="T9" fmla="*/ 0 w 268"/>
                <a:gd name="T10" fmla="*/ 0 h 267"/>
                <a:gd name="T11" fmla="*/ 268 w 268"/>
                <a:gd name="T12" fmla="*/ 267 h 2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8" h="267">
                  <a:moveTo>
                    <a:pt x="0" y="267"/>
                  </a:moveTo>
                  <a:lnTo>
                    <a:pt x="267" y="0"/>
                  </a:lnTo>
                  <a:lnTo>
                    <a:pt x="26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0" name="Freeform 67"/>
            <p:cNvSpPr>
              <a:spLocks/>
            </p:cNvSpPr>
            <p:nvPr/>
          </p:nvSpPr>
          <p:spPr bwMode="auto">
            <a:xfrm>
              <a:off x="810" y="3422"/>
              <a:ext cx="101" cy="100"/>
            </a:xfrm>
            <a:custGeom>
              <a:avLst/>
              <a:gdLst>
                <a:gd name="T0" fmla="*/ 0 w 402"/>
                <a:gd name="T1" fmla="*/ 25 h 401"/>
                <a:gd name="T2" fmla="*/ 25 w 402"/>
                <a:gd name="T3" fmla="*/ 0 h 401"/>
                <a:gd name="T4" fmla="*/ 25 w 402"/>
                <a:gd name="T5" fmla="*/ 0 h 401"/>
                <a:gd name="T6" fmla="*/ 0 60000 65536"/>
                <a:gd name="T7" fmla="*/ 0 60000 65536"/>
                <a:gd name="T8" fmla="*/ 0 60000 65536"/>
                <a:gd name="T9" fmla="*/ 0 w 402"/>
                <a:gd name="T10" fmla="*/ 0 h 401"/>
                <a:gd name="T11" fmla="*/ 402 w 402"/>
                <a:gd name="T12" fmla="*/ 401 h 4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2" h="401">
                  <a:moveTo>
                    <a:pt x="0" y="401"/>
                  </a:moveTo>
                  <a:lnTo>
                    <a:pt x="401" y="0"/>
                  </a:lnTo>
                  <a:lnTo>
                    <a:pt x="40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1" name="Freeform 68"/>
            <p:cNvSpPr>
              <a:spLocks/>
            </p:cNvSpPr>
            <p:nvPr/>
          </p:nvSpPr>
          <p:spPr bwMode="auto">
            <a:xfrm>
              <a:off x="905" y="3422"/>
              <a:ext cx="103" cy="102"/>
            </a:xfrm>
            <a:custGeom>
              <a:avLst/>
              <a:gdLst>
                <a:gd name="T0" fmla="*/ 0 w 410"/>
                <a:gd name="T1" fmla="*/ 25 h 410"/>
                <a:gd name="T2" fmla="*/ 26 w 410"/>
                <a:gd name="T3" fmla="*/ 0 h 410"/>
                <a:gd name="T4" fmla="*/ 26 w 410"/>
                <a:gd name="T5" fmla="*/ 0 h 410"/>
                <a:gd name="T6" fmla="*/ 0 60000 65536"/>
                <a:gd name="T7" fmla="*/ 0 60000 65536"/>
                <a:gd name="T8" fmla="*/ 0 60000 65536"/>
                <a:gd name="T9" fmla="*/ 0 w 410"/>
                <a:gd name="T10" fmla="*/ 0 h 410"/>
                <a:gd name="T11" fmla="*/ 410 w 410"/>
                <a:gd name="T12" fmla="*/ 410 h 4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0" h="410">
                  <a:moveTo>
                    <a:pt x="0" y="410"/>
                  </a:moveTo>
                  <a:lnTo>
                    <a:pt x="409" y="0"/>
                  </a:lnTo>
                  <a:lnTo>
                    <a:pt x="41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2" name="Freeform 69"/>
            <p:cNvSpPr>
              <a:spLocks/>
            </p:cNvSpPr>
            <p:nvPr/>
          </p:nvSpPr>
          <p:spPr bwMode="auto">
            <a:xfrm>
              <a:off x="1003" y="3422"/>
              <a:ext cx="102" cy="102"/>
            </a:xfrm>
            <a:custGeom>
              <a:avLst/>
              <a:gdLst>
                <a:gd name="T0" fmla="*/ 0 w 410"/>
                <a:gd name="T1" fmla="*/ 25 h 410"/>
                <a:gd name="T2" fmla="*/ 25 w 410"/>
                <a:gd name="T3" fmla="*/ 0 h 410"/>
                <a:gd name="T4" fmla="*/ 25 w 410"/>
                <a:gd name="T5" fmla="*/ 0 h 410"/>
                <a:gd name="T6" fmla="*/ 0 60000 65536"/>
                <a:gd name="T7" fmla="*/ 0 60000 65536"/>
                <a:gd name="T8" fmla="*/ 0 60000 65536"/>
                <a:gd name="T9" fmla="*/ 0 w 410"/>
                <a:gd name="T10" fmla="*/ 0 h 410"/>
                <a:gd name="T11" fmla="*/ 410 w 410"/>
                <a:gd name="T12" fmla="*/ 410 h 4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0" h="410">
                  <a:moveTo>
                    <a:pt x="0" y="410"/>
                  </a:moveTo>
                  <a:lnTo>
                    <a:pt x="409" y="0"/>
                  </a:lnTo>
                  <a:lnTo>
                    <a:pt x="41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3" name="Freeform 70"/>
            <p:cNvSpPr>
              <a:spLocks/>
            </p:cNvSpPr>
            <p:nvPr/>
          </p:nvSpPr>
          <p:spPr bwMode="auto">
            <a:xfrm>
              <a:off x="1100" y="3422"/>
              <a:ext cx="102" cy="102"/>
            </a:xfrm>
            <a:custGeom>
              <a:avLst/>
              <a:gdLst>
                <a:gd name="T0" fmla="*/ 0 w 411"/>
                <a:gd name="T1" fmla="*/ 25 h 410"/>
                <a:gd name="T2" fmla="*/ 25 w 411"/>
                <a:gd name="T3" fmla="*/ 0 h 410"/>
                <a:gd name="T4" fmla="*/ 25 w 411"/>
                <a:gd name="T5" fmla="*/ 0 h 410"/>
                <a:gd name="T6" fmla="*/ 0 60000 65536"/>
                <a:gd name="T7" fmla="*/ 0 60000 65536"/>
                <a:gd name="T8" fmla="*/ 0 60000 65536"/>
                <a:gd name="T9" fmla="*/ 0 w 411"/>
                <a:gd name="T10" fmla="*/ 0 h 410"/>
                <a:gd name="T11" fmla="*/ 411 w 411"/>
                <a:gd name="T12" fmla="*/ 410 h 4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1" h="410">
                  <a:moveTo>
                    <a:pt x="0" y="410"/>
                  </a:moveTo>
                  <a:lnTo>
                    <a:pt x="410" y="0"/>
                  </a:lnTo>
                  <a:lnTo>
                    <a:pt x="41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4" name="Freeform 71"/>
            <p:cNvSpPr>
              <a:spLocks/>
            </p:cNvSpPr>
            <p:nvPr/>
          </p:nvSpPr>
          <p:spPr bwMode="auto">
            <a:xfrm>
              <a:off x="1276" y="3264"/>
              <a:ext cx="84" cy="84"/>
            </a:xfrm>
            <a:custGeom>
              <a:avLst/>
              <a:gdLst>
                <a:gd name="T0" fmla="*/ 0 w 334"/>
                <a:gd name="T1" fmla="*/ 21 h 334"/>
                <a:gd name="T2" fmla="*/ 21 w 334"/>
                <a:gd name="T3" fmla="*/ 0 h 334"/>
                <a:gd name="T4" fmla="*/ 21 w 334"/>
                <a:gd name="T5" fmla="*/ 0 h 334"/>
                <a:gd name="T6" fmla="*/ 0 60000 65536"/>
                <a:gd name="T7" fmla="*/ 0 60000 65536"/>
                <a:gd name="T8" fmla="*/ 0 60000 65536"/>
                <a:gd name="T9" fmla="*/ 0 w 334"/>
                <a:gd name="T10" fmla="*/ 0 h 334"/>
                <a:gd name="T11" fmla="*/ 334 w 334"/>
                <a:gd name="T12" fmla="*/ 334 h 3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4" h="334">
                  <a:moveTo>
                    <a:pt x="0" y="334"/>
                  </a:moveTo>
                  <a:lnTo>
                    <a:pt x="333" y="0"/>
                  </a:lnTo>
                  <a:lnTo>
                    <a:pt x="33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5" name="Freeform 72"/>
            <p:cNvSpPr>
              <a:spLocks/>
            </p:cNvSpPr>
            <p:nvPr/>
          </p:nvSpPr>
          <p:spPr bwMode="auto">
            <a:xfrm>
              <a:off x="1197" y="3361"/>
              <a:ext cx="163" cy="163"/>
            </a:xfrm>
            <a:custGeom>
              <a:avLst/>
              <a:gdLst>
                <a:gd name="T0" fmla="*/ 0 w 652"/>
                <a:gd name="T1" fmla="*/ 41 h 652"/>
                <a:gd name="T2" fmla="*/ 41 w 652"/>
                <a:gd name="T3" fmla="*/ 0 h 652"/>
                <a:gd name="T4" fmla="*/ 41 w 652"/>
                <a:gd name="T5" fmla="*/ 0 h 652"/>
                <a:gd name="T6" fmla="*/ 0 60000 65536"/>
                <a:gd name="T7" fmla="*/ 0 60000 65536"/>
                <a:gd name="T8" fmla="*/ 0 60000 65536"/>
                <a:gd name="T9" fmla="*/ 0 w 652"/>
                <a:gd name="T10" fmla="*/ 0 h 652"/>
                <a:gd name="T11" fmla="*/ 652 w 652"/>
                <a:gd name="T12" fmla="*/ 652 h 6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52" h="652">
                  <a:moveTo>
                    <a:pt x="0" y="652"/>
                  </a:moveTo>
                  <a:lnTo>
                    <a:pt x="651" y="0"/>
                  </a:lnTo>
                  <a:lnTo>
                    <a:pt x="65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6" name="Freeform 73"/>
            <p:cNvSpPr>
              <a:spLocks/>
            </p:cNvSpPr>
            <p:nvPr/>
          </p:nvSpPr>
          <p:spPr bwMode="auto">
            <a:xfrm>
              <a:off x="1276" y="3459"/>
              <a:ext cx="84" cy="83"/>
            </a:xfrm>
            <a:custGeom>
              <a:avLst/>
              <a:gdLst>
                <a:gd name="T0" fmla="*/ 0 w 335"/>
                <a:gd name="T1" fmla="*/ 21 h 334"/>
                <a:gd name="T2" fmla="*/ 21 w 335"/>
                <a:gd name="T3" fmla="*/ 0 h 334"/>
                <a:gd name="T4" fmla="*/ 21 w 335"/>
                <a:gd name="T5" fmla="*/ 0 h 334"/>
                <a:gd name="T6" fmla="*/ 0 60000 65536"/>
                <a:gd name="T7" fmla="*/ 0 60000 65536"/>
                <a:gd name="T8" fmla="*/ 0 60000 65536"/>
                <a:gd name="T9" fmla="*/ 0 w 335"/>
                <a:gd name="T10" fmla="*/ 0 h 334"/>
                <a:gd name="T11" fmla="*/ 335 w 335"/>
                <a:gd name="T12" fmla="*/ 334 h 3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5" h="334">
                  <a:moveTo>
                    <a:pt x="0" y="334"/>
                  </a:moveTo>
                  <a:lnTo>
                    <a:pt x="334" y="0"/>
                  </a:lnTo>
                  <a:lnTo>
                    <a:pt x="33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7" name="Freeform 74"/>
            <p:cNvSpPr>
              <a:spLocks/>
            </p:cNvSpPr>
            <p:nvPr/>
          </p:nvSpPr>
          <p:spPr bwMode="auto">
            <a:xfrm>
              <a:off x="1276" y="3556"/>
              <a:ext cx="84" cy="83"/>
            </a:xfrm>
            <a:custGeom>
              <a:avLst/>
              <a:gdLst>
                <a:gd name="T0" fmla="*/ 0 w 334"/>
                <a:gd name="T1" fmla="*/ 21 h 334"/>
                <a:gd name="T2" fmla="*/ 21 w 334"/>
                <a:gd name="T3" fmla="*/ 0 h 334"/>
                <a:gd name="T4" fmla="*/ 21 w 334"/>
                <a:gd name="T5" fmla="*/ 0 h 334"/>
                <a:gd name="T6" fmla="*/ 0 60000 65536"/>
                <a:gd name="T7" fmla="*/ 0 60000 65536"/>
                <a:gd name="T8" fmla="*/ 0 60000 65536"/>
                <a:gd name="T9" fmla="*/ 0 w 334"/>
                <a:gd name="T10" fmla="*/ 0 h 334"/>
                <a:gd name="T11" fmla="*/ 334 w 334"/>
                <a:gd name="T12" fmla="*/ 334 h 3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4" h="334">
                  <a:moveTo>
                    <a:pt x="0" y="334"/>
                  </a:moveTo>
                  <a:lnTo>
                    <a:pt x="333" y="0"/>
                  </a:lnTo>
                  <a:lnTo>
                    <a:pt x="33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8" name="Freeform 75"/>
            <p:cNvSpPr>
              <a:spLocks/>
            </p:cNvSpPr>
            <p:nvPr/>
          </p:nvSpPr>
          <p:spPr bwMode="auto">
            <a:xfrm>
              <a:off x="1325" y="3653"/>
              <a:ext cx="35" cy="35"/>
            </a:xfrm>
            <a:custGeom>
              <a:avLst/>
              <a:gdLst>
                <a:gd name="T0" fmla="*/ 0 w 139"/>
                <a:gd name="T1" fmla="*/ 9 h 138"/>
                <a:gd name="T2" fmla="*/ 9 w 139"/>
                <a:gd name="T3" fmla="*/ 0 h 138"/>
                <a:gd name="T4" fmla="*/ 9 w 139"/>
                <a:gd name="T5" fmla="*/ 0 h 138"/>
                <a:gd name="T6" fmla="*/ 0 60000 65536"/>
                <a:gd name="T7" fmla="*/ 0 60000 65536"/>
                <a:gd name="T8" fmla="*/ 0 60000 65536"/>
                <a:gd name="T9" fmla="*/ 0 w 139"/>
                <a:gd name="T10" fmla="*/ 0 h 138"/>
                <a:gd name="T11" fmla="*/ 139 w 139"/>
                <a:gd name="T12" fmla="*/ 138 h 1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" h="138">
                  <a:moveTo>
                    <a:pt x="0" y="138"/>
                  </a:moveTo>
                  <a:lnTo>
                    <a:pt x="138" y="0"/>
                  </a:lnTo>
                  <a:lnTo>
                    <a:pt x="13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99" name="Freeform 76"/>
            <p:cNvSpPr>
              <a:spLocks/>
            </p:cNvSpPr>
            <p:nvPr/>
          </p:nvSpPr>
          <p:spPr bwMode="auto">
            <a:xfrm>
              <a:off x="1676" y="3258"/>
              <a:ext cx="79" cy="78"/>
            </a:xfrm>
            <a:custGeom>
              <a:avLst/>
              <a:gdLst>
                <a:gd name="T0" fmla="*/ 0 w 314"/>
                <a:gd name="T1" fmla="*/ 19 h 314"/>
                <a:gd name="T2" fmla="*/ 20 w 314"/>
                <a:gd name="T3" fmla="*/ 0 h 314"/>
                <a:gd name="T4" fmla="*/ 20 w 314"/>
                <a:gd name="T5" fmla="*/ 0 h 314"/>
                <a:gd name="T6" fmla="*/ 0 60000 65536"/>
                <a:gd name="T7" fmla="*/ 0 60000 65536"/>
                <a:gd name="T8" fmla="*/ 0 60000 65536"/>
                <a:gd name="T9" fmla="*/ 0 w 314"/>
                <a:gd name="T10" fmla="*/ 0 h 314"/>
                <a:gd name="T11" fmla="*/ 314 w 314"/>
                <a:gd name="T12" fmla="*/ 314 h 3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4" h="314">
                  <a:moveTo>
                    <a:pt x="0" y="314"/>
                  </a:moveTo>
                  <a:lnTo>
                    <a:pt x="313" y="0"/>
                  </a:lnTo>
                  <a:lnTo>
                    <a:pt x="31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0" name="Freeform 77"/>
            <p:cNvSpPr>
              <a:spLocks/>
            </p:cNvSpPr>
            <p:nvPr/>
          </p:nvSpPr>
          <p:spPr bwMode="auto">
            <a:xfrm>
              <a:off x="1676" y="3353"/>
              <a:ext cx="81" cy="81"/>
            </a:xfrm>
            <a:custGeom>
              <a:avLst/>
              <a:gdLst>
                <a:gd name="T0" fmla="*/ 0 w 323"/>
                <a:gd name="T1" fmla="*/ 20 h 322"/>
                <a:gd name="T2" fmla="*/ 20 w 323"/>
                <a:gd name="T3" fmla="*/ 0 h 322"/>
                <a:gd name="T4" fmla="*/ 20 w 323"/>
                <a:gd name="T5" fmla="*/ 0 h 322"/>
                <a:gd name="T6" fmla="*/ 0 60000 65536"/>
                <a:gd name="T7" fmla="*/ 0 60000 65536"/>
                <a:gd name="T8" fmla="*/ 0 60000 65536"/>
                <a:gd name="T9" fmla="*/ 0 w 323"/>
                <a:gd name="T10" fmla="*/ 0 h 322"/>
                <a:gd name="T11" fmla="*/ 323 w 323"/>
                <a:gd name="T12" fmla="*/ 322 h 3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3" h="322">
                  <a:moveTo>
                    <a:pt x="0" y="322"/>
                  </a:moveTo>
                  <a:lnTo>
                    <a:pt x="322" y="0"/>
                  </a:lnTo>
                  <a:lnTo>
                    <a:pt x="32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1" name="Freeform 78"/>
            <p:cNvSpPr>
              <a:spLocks/>
            </p:cNvSpPr>
            <p:nvPr/>
          </p:nvSpPr>
          <p:spPr bwMode="auto">
            <a:xfrm>
              <a:off x="1676" y="3422"/>
              <a:ext cx="110" cy="109"/>
            </a:xfrm>
            <a:custGeom>
              <a:avLst/>
              <a:gdLst>
                <a:gd name="T0" fmla="*/ 0 w 437"/>
                <a:gd name="T1" fmla="*/ 27 h 436"/>
                <a:gd name="T2" fmla="*/ 28 w 437"/>
                <a:gd name="T3" fmla="*/ 0 h 436"/>
                <a:gd name="T4" fmla="*/ 28 w 437"/>
                <a:gd name="T5" fmla="*/ 0 h 436"/>
                <a:gd name="T6" fmla="*/ 0 60000 65536"/>
                <a:gd name="T7" fmla="*/ 0 60000 65536"/>
                <a:gd name="T8" fmla="*/ 0 60000 65536"/>
                <a:gd name="T9" fmla="*/ 0 w 437"/>
                <a:gd name="T10" fmla="*/ 0 h 436"/>
                <a:gd name="T11" fmla="*/ 437 w 437"/>
                <a:gd name="T12" fmla="*/ 436 h 4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7" h="436">
                  <a:moveTo>
                    <a:pt x="0" y="436"/>
                  </a:moveTo>
                  <a:lnTo>
                    <a:pt x="436" y="0"/>
                  </a:lnTo>
                  <a:lnTo>
                    <a:pt x="43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2" name="Freeform 79"/>
            <p:cNvSpPr>
              <a:spLocks/>
            </p:cNvSpPr>
            <p:nvPr/>
          </p:nvSpPr>
          <p:spPr bwMode="auto">
            <a:xfrm>
              <a:off x="1676" y="3548"/>
              <a:ext cx="81" cy="80"/>
            </a:xfrm>
            <a:custGeom>
              <a:avLst/>
              <a:gdLst>
                <a:gd name="T0" fmla="*/ 0 w 323"/>
                <a:gd name="T1" fmla="*/ 20 h 322"/>
                <a:gd name="T2" fmla="*/ 20 w 323"/>
                <a:gd name="T3" fmla="*/ 0 h 322"/>
                <a:gd name="T4" fmla="*/ 20 w 323"/>
                <a:gd name="T5" fmla="*/ 0 h 322"/>
                <a:gd name="T6" fmla="*/ 0 60000 65536"/>
                <a:gd name="T7" fmla="*/ 0 60000 65536"/>
                <a:gd name="T8" fmla="*/ 0 60000 65536"/>
                <a:gd name="T9" fmla="*/ 0 w 323"/>
                <a:gd name="T10" fmla="*/ 0 h 322"/>
                <a:gd name="T11" fmla="*/ 323 w 323"/>
                <a:gd name="T12" fmla="*/ 322 h 3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3" h="322">
                  <a:moveTo>
                    <a:pt x="0" y="322"/>
                  </a:moveTo>
                  <a:lnTo>
                    <a:pt x="322" y="0"/>
                  </a:lnTo>
                  <a:lnTo>
                    <a:pt x="32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3" name="Freeform 80"/>
            <p:cNvSpPr>
              <a:spLocks/>
            </p:cNvSpPr>
            <p:nvPr/>
          </p:nvSpPr>
          <p:spPr bwMode="auto">
            <a:xfrm>
              <a:off x="1780" y="3422"/>
              <a:ext cx="103" cy="102"/>
            </a:xfrm>
            <a:custGeom>
              <a:avLst/>
              <a:gdLst>
                <a:gd name="T0" fmla="*/ 0 w 410"/>
                <a:gd name="T1" fmla="*/ 25 h 410"/>
                <a:gd name="T2" fmla="*/ 26 w 410"/>
                <a:gd name="T3" fmla="*/ 0 h 410"/>
                <a:gd name="T4" fmla="*/ 26 w 410"/>
                <a:gd name="T5" fmla="*/ 0 h 410"/>
                <a:gd name="T6" fmla="*/ 0 60000 65536"/>
                <a:gd name="T7" fmla="*/ 0 60000 65536"/>
                <a:gd name="T8" fmla="*/ 0 60000 65536"/>
                <a:gd name="T9" fmla="*/ 0 w 410"/>
                <a:gd name="T10" fmla="*/ 0 h 410"/>
                <a:gd name="T11" fmla="*/ 410 w 410"/>
                <a:gd name="T12" fmla="*/ 410 h 4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0" h="410">
                  <a:moveTo>
                    <a:pt x="0" y="410"/>
                  </a:moveTo>
                  <a:lnTo>
                    <a:pt x="409" y="0"/>
                  </a:lnTo>
                  <a:lnTo>
                    <a:pt x="41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4" name="Freeform 81"/>
            <p:cNvSpPr>
              <a:spLocks/>
            </p:cNvSpPr>
            <p:nvPr/>
          </p:nvSpPr>
          <p:spPr bwMode="auto">
            <a:xfrm>
              <a:off x="1714" y="3645"/>
              <a:ext cx="43" cy="43"/>
            </a:xfrm>
            <a:custGeom>
              <a:avLst/>
              <a:gdLst>
                <a:gd name="T0" fmla="*/ 0 w 173"/>
                <a:gd name="T1" fmla="*/ 11 h 172"/>
                <a:gd name="T2" fmla="*/ 11 w 173"/>
                <a:gd name="T3" fmla="*/ 0 h 172"/>
                <a:gd name="T4" fmla="*/ 11 w 173"/>
                <a:gd name="T5" fmla="*/ 0 h 172"/>
                <a:gd name="T6" fmla="*/ 0 60000 65536"/>
                <a:gd name="T7" fmla="*/ 0 60000 65536"/>
                <a:gd name="T8" fmla="*/ 0 60000 65536"/>
                <a:gd name="T9" fmla="*/ 0 w 173"/>
                <a:gd name="T10" fmla="*/ 0 h 172"/>
                <a:gd name="T11" fmla="*/ 173 w 173"/>
                <a:gd name="T12" fmla="*/ 172 h 1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3" h="172">
                  <a:moveTo>
                    <a:pt x="0" y="172"/>
                  </a:moveTo>
                  <a:lnTo>
                    <a:pt x="172" y="0"/>
                  </a:lnTo>
                  <a:lnTo>
                    <a:pt x="17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5" name="Freeform 82"/>
            <p:cNvSpPr>
              <a:spLocks/>
            </p:cNvSpPr>
            <p:nvPr/>
          </p:nvSpPr>
          <p:spPr bwMode="auto">
            <a:xfrm>
              <a:off x="1877" y="3422"/>
              <a:ext cx="103" cy="102"/>
            </a:xfrm>
            <a:custGeom>
              <a:avLst/>
              <a:gdLst>
                <a:gd name="T0" fmla="*/ 0 w 410"/>
                <a:gd name="T1" fmla="*/ 25 h 410"/>
                <a:gd name="T2" fmla="*/ 26 w 410"/>
                <a:gd name="T3" fmla="*/ 0 h 410"/>
                <a:gd name="T4" fmla="*/ 26 w 410"/>
                <a:gd name="T5" fmla="*/ 0 h 410"/>
                <a:gd name="T6" fmla="*/ 0 60000 65536"/>
                <a:gd name="T7" fmla="*/ 0 60000 65536"/>
                <a:gd name="T8" fmla="*/ 0 60000 65536"/>
                <a:gd name="T9" fmla="*/ 0 w 410"/>
                <a:gd name="T10" fmla="*/ 0 h 410"/>
                <a:gd name="T11" fmla="*/ 410 w 410"/>
                <a:gd name="T12" fmla="*/ 410 h 4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0" h="410">
                  <a:moveTo>
                    <a:pt x="0" y="410"/>
                  </a:moveTo>
                  <a:lnTo>
                    <a:pt x="409" y="0"/>
                  </a:lnTo>
                  <a:lnTo>
                    <a:pt x="41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6" name="Freeform 83"/>
            <p:cNvSpPr>
              <a:spLocks/>
            </p:cNvSpPr>
            <p:nvPr/>
          </p:nvSpPr>
          <p:spPr bwMode="auto">
            <a:xfrm>
              <a:off x="1975" y="3422"/>
              <a:ext cx="102" cy="102"/>
            </a:xfrm>
            <a:custGeom>
              <a:avLst/>
              <a:gdLst>
                <a:gd name="T0" fmla="*/ 0 w 410"/>
                <a:gd name="T1" fmla="*/ 25 h 410"/>
                <a:gd name="T2" fmla="*/ 25 w 410"/>
                <a:gd name="T3" fmla="*/ 0 h 410"/>
                <a:gd name="T4" fmla="*/ 25 w 410"/>
                <a:gd name="T5" fmla="*/ 0 h 410"/>
                <a:gd name="T6" fmla="*/ 0 60000 65536"/>
                <a:gd name="T7" fmla="*/ 0 60000 65536"/>
                <a:gd name="T8" fmla="*/ 0 60000 65536"/>
                <a:gd name="T9" fmla="*/ 0 w 410"/>
                <a:gd name="T10" fmla="*/ 0 h 410"/>
                <a:gd name="T11" fmla="*/ 410 w 410"/>
                <a:gd name="T12" fmla="*/ 410 h 4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0" h="410">
                  <a:moveTo>
                    <a:pt x="0" y="410"/>
                  </a:moveTo>
                  <a:lnTo>
                    <a:pt x="409" y="0"/>
                  </a:lnTo>
                  <a:lnTo>
                    <a:pt x="41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7" name="Freeform 84"/>
            <p:cNvSpPr>
              <a:spLocks/>
            </p:cNvSpPr>
            <p:nvPr/>
          </p:nvSpPr>
          <p:spPr bwMode="auto">
            <a:xfrm>
              <a:off x="2072" y="3373"/>
              <a:ext cx="151" cy="151"/>
            </a:xfrm>
            <a:custGeom>
              <a:avLst/>
              <a:gdLst>
                <a:gd name="T0" fmla="*/ 0 w 606"/>
                <a:gd name="T1" fmla="*/ 38 h 604"/>
                <a:gd name="T2" fmla="*/ 38 w 606"/>
                <a:gd name="T3" fmla="*/ 0 h 604"/>
                <a:gd name="T4" fmla="*/ 38 w 606"/>
                <a:gd name="T5" fmla="*/ 0 h 604"/>
                <a:gd name="T6" fmla="*/ 0 60000 65536"/>
                <a:gd name="T7" fmla="*/ 0 60000 65536"/>
                <a:gd name="T8" fmla="*/ 0 60000 65536"/>
                <a:gd name="T9" fmla="*/ 0 w 606"/>
                <a:gd name="T10" fmla="*/ 0 h 604"/>
                <a:gd name="T11" fmla="*/ 606 w 606"/>
                <a:gd name="T12" fmla="*/ 604 h 6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06" h="604">
                  <a:moveTo>
                    <a:pt x="0" y="604"/>
                  </a:moveTo>
                  <a:lnTo>
                    <a:pt x="604" y="0"/>
                  </a:lnTo>
                  <a:lnTo>
                    <a:pt x="60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8" name="Freeform 85"/>
            <p:cNvSpPr>
              <a:spLocks/>
            </p:cNvSpPr>
            <p:nvPr/>
          </p:nvSpPr>
          <p:spPr bwMode="auto">
            <a:xfrm>
              <a:off x="2155" y="3470"/>
              <a:ext cx="68" cy="68"/>
            </a:xfrm>
            <a:custGeom>
              <a:avLst/>
              <a:gdLst>
                <a:gd name="T0" fmla="*/ 0 w 272"/>
                <a:gd name="T1" fmla="*/ 17 h 270"/>
                <a:gd name="T2" fmla="*/ 17 w 272"/>
                <a:gd name="T3" fmla="*/ 0 h 270"/>
                <a:gd name="T4" fmla="*/ 17 w 272"/>
                <a:gd name="T5" fmla="*/ 0 h 270"/>
                <a:gd name="T6" fmla="*/ 0 60000 65536"/>
                <a:gd name="T7" fmla="*/ 0 60000 65536"/>
                <a:gd name="T8" fmla="*/ 0 60000 65536"/>
                <a:gd name="T9" fmla="*/ 0 w 272"/>
                <a:gd name="T10" fmla="*/ 0 h 270"/>
                <a:gd name="T11" fmla="*/ 272 w 272"/>
                <a:gd name="T12" fmla="*/ 270 h 2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72" h="270">
                  <a:moveTo>
                    <a:pt x="0" y="270"/>
                  </a:moveTo>
                  <a:lnTo>
                    <a:pt x="270" y="0"/>
                  </a:lnTo>
                  <a:lnTo>
                    <a:pt x="27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09" name="Freeform 86"/>
            <p:cNvSpPr>
              <a:spLocks/>
            </p:cNvSpPr>
            <p:nvPr/>
          </p:nvSpPr>
          <p:spPr bwMode="auto">
            <a:xfrm>
              <a:off x="2169" y="3568"/>
              <a:ext cx="54" cy="53"/>
            </a:xfrm>
            <a:custGeom>
              <a:avLst/>
              <a:gdLst>
                <a:gd name="T0" fmla="*/ 0 w 217"/>
                <a:gd name="T1" fmla="*/ 13 h 215"/>
                <a:gd name="T2" fmla="*/ 13 w 217"/>
                <a:gd name="T3" fmla="*/ 0 h 215"/>
                <a:gd name="T4" fmla="*/ 13 w 217"/>
                <a:gd name="T5" fmla="*/ 0 h 215"/>
                <a:gd name="T6" fmla="*/ 0 60000 65536"/>
                <a:gd name="T7" fmla="*/ 0 60000 65536"/>
                <a:gd name="T8" fmla="*/ 0 60000 65536"/>
                <a:gd name="T9" fmla="*/ 0 w 217"/>
                <a:gd name="T10" fmla="*/ 0 h 215"/>
                <a:gd name="T11" fmla="*/ 217 w 217"/>
                <a:gd name="T12" fmla="*/ 215 h 2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" h="215">
                  <a:moveTo>
                    <a:pt x="0" y="215"/>
                  </a:moveTo>
                  <a:lnTo>
                    <a:pt x="215" y="0"/>
                  </a:lnTo>
                  <a:lnTo>
                    <a:pt x="21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10" name="Freeform 87"/>
            <p:cNvSpPr>
              <a:spLocks/>
            </p:cNvSpPr>
            <p:nvPr/>
          </p:nvSpPr>
          <p:spPr bwMode="auto">
            <a:xfrm>
              <a:off x="2394" y="3330"/>
              <a:ext cx="67" cy="66"/>
            </a:xfrm>
            <a:custGeom>
              <a:avLst/>
              <a:gdLst>
                <a:gd name="T0" fmla="*/ 0 w 267"/>
                <a:gd name="T1" fmla="*/ 16 h 266"/>
                <a:gd name="T2" fmla="*/ 17 w 267"/>
                <a:gd name="T3" fmla="*/ 0 h 266"/>
                <a:gd name="T4" fmla="*/ 17 w 267"/>
                <a:gd name="T5" fmla="*/ 0 h 266"/>
                <a:gd name="T6" fmla="*/ 0 60000 65536"/>
                <a:gd name="T7" fmla="*/ 0 60000 65536"/>
                <a:gd name="T8" fmla="*/ 0 60000 65536"/>
                <a:gd name="T9" fmla="*/ 0 w 267"/>
                <a:gd name="T10" fmla="*/ 0 h 266"/>
                <a:gd name="T11" fmla="*/ 267 w 267"/>
                <a:gd name="T12" fmla="*/ 266 h 2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7" h="266">
                  <a:moveTo>
                    <a:pt x="0" y="266"/>
                  </a:moveTo>
                  <a:lnTo>
                    <a:pt x="266" y="0"/>
                  </a:lnTo>
                  <a:lnTo>
                    <a:pt x="26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11" name="Freeform 88"/>
            <p:cNvSpPr>
              <a:spLocks/>
            </p:cNvSpPr>
            <p:nvPr/>
          </p:nvSpPr>
          <p:spPr bwMode="auto">
            <a:xfrm>
              <a:off x="2394" y="3427"/>
              <a:ext cx="67" cy="67"/>
            </a:xfrm>
            <a:custGeom>
              <a:avLst/>
              <a:gdLst>
                <a:gd name="T0" fmla="*/ 0 w 267"/>
                <a:gd name="T1" fmla="*/ 17 h 267"/>
                <a:gd name="T2" fmla="*/ 17 w 267"/>
                <a:gd name="T3" fmla="*/ 0 h 267"/>
                <a:gd name="T4" fmla="*/ 17 w 267"/>
                <a:gd name="T5" fmla="*/ 0 h 267"/>
                <a:gd name="T6" fmla="*/ 0 60000 65536"/>
                <a:gd name="T7" fmla="*/ 0 60000 65536"/>
                <a:gd name="T8" fmla="*/ 0 60000 65536"/>
                <a:gd name="T9" fmla="*/ 0 w 267"/>
                <a:gd name="T10" fmla="*/ 0 h 267"/>
                <a:gd name="T11" fmla="*/ 267 w 267"/>
                <a:gd name="T12" fmla="*/ 267 h 2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7" h="267">
                  <a:moveTo>
                    <a:pt x="0" y="267"/>
                  </a:moveTo>
                  <a:lnTo>
                    <a:pt x="266" y="0"/>
                  </a:lnTo>
                  <a:lnTo>
                    <a:pt x="26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12" name="Freeform 89"/>
            <p:cNvSpPr>
              <a:spLocks/>
            </p:cNvSpPr>
            <p:nvPr/>
          </p:nvSpPr>
          <p:spPr bwMode="auto">
            <a:xfrm>
              <a:off x="2394" y="3524"/>
              <a:ext cx="67" cy="67"/>
            </a:xfrm>
            <a:custGeom>
              <a:avLst/>
              <a:gdLst>
                <a:gd name="T0" fmla="*/ 0 w 267"/>
                <a:gd name="T1" fmla="*/ 17 h 266"/>
                <a:gd name="T2" fmla="*/ 17 w 267"/>
                <a:gd name="T3" fmla="*/ 0 h 266"/>
                <a:gd name="T4" fmla="*/ 17 w 267"/>
                <a:gd name="T5" fmla="*/ 0 h 266"/>
                <a:gd name="T6" fmla="*/ 0 60000 65536"/>
                <a:gd name="T7" fmla="*/ 0 60000 65536"/>
                <a:gd name="T8" fmla="*/ 0 60000 65536"/>
                <a:gd name="T9" fmla="*/ 0 w 267"/>
                <a:gd name="T10" fmla="*/ 0 h 266"/>
                <a:gd name="T11" fmla="*/ 267 w 267"/>
                <a:gd name="T12" fmla="*/ 266 h 2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7" h="266">
                  <a:moveTo>
                    <a:pt x="0" y="266"/>
                  </a:moveTo>
                  <a:lnTo>
                    <a:pt x="266" y="0"/>
                  </a:lnTo>
                  <a:lnTo>
                    <a:pt x="26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13" name="Freeform 90"/>
            <p:cNvSpPr>
              <a:spLocks/>
            </p:cNvSpPr>
            <p:nvPr/>
          </p:nvSpPr>
          <p:spPr bwMode="auto">
            <a:xfrm>
              <a:off x="725" y="3507"/>
              <a:ext cx="1" cy="166"/>
            </a:xfrm>
            <a:custGeom>
              <a:avLst/>
              <a:gdLst>
                <a:gd name="T0" fmla="*/ 0 w 2"/>
                <a:gd name="T1" fmla="*/ 0 h 667"/>
                <a:gd name="T2" fmla="*/ 0 w 2"/>
                <a:gd name="T3" fmla="*/ 41 h 667"/>
                <a:gd name="T4" fmla="*/ 1 w 2"/>
                <a:gd name="T5" fmla="*/ 41 h 667"/>
                <a:gd name="T6" fmla="*/ 0 60000 65536"/>
                <a:gd name="T7" fmla="*/ 0 60000 65536"/>
                <a:gd name="T8" fmla="*/ 0 60000 65536"/>
                <a:gd name="T9" fmla="*/ 0 w 2"/>
                <a:gd name="T10" fmla="*/ 0 h 667"/>
                <a:gd name="T11" fmla="*/ 2 w 2"/>
                <a:gd name="T12" fmla="*/ 667 h 6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667">
                  <a:moveTo>
                    <a:pt x="0" y="0"/>
                  </a:moveTo>
                  <a:lnTo>
                    <a:pt x="0" y="667"/>
                  </a:lnTo>
                  <a:lnTo>
                    <a:pt x="2" y="66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14" name="Freeform 91"/>
            <p:cNvSpPr>
              <a:spLocks/>
            </p:cNvSpPr>
            <p:nvPr/>
          </p:nvSpPr>
          <p:spPr bwMode="auto">
            <a:xfrm>
              <a:off x="725" y="3455"/>
              <a:ext cx="1" cy="22"/>
            </a:xfrm>
            <a:custGeom>
              <a:avLst/>
              <a:gdLst>
                <a:gd name="T0" fmla="*/ 0 w 2"/>
                <a:gd name="T1" fmla="*/ 0 h 88"/>
                <a:gd name="T2" fmla="*/ 0 w 2"/>
                <a:gd name="T3" fmla="*/ 6 h 88"/>
                <a:gd name="T4" fmla="*/ 1 w 2"/>
                <a:gd name="T5" fmla="*/ 6 h 88"/>
                <a:gd name="T6" fmla="*/ 0 60000 65536"/>
                <a:gd name="T7" fmla="*/ 0 60000 65536"/>
                <a:gd name="T8" fmla="*/ 0 60000 65536"/>
                <a:gd name="T9" fmla="*/ 0 w 2"/>
                <a:gd name="T10" fmla="*/ 0 h 88"/>
                <a:gd name="T11" fmla="*/ 2 w 2"/>
                <a:gd name="T12" fmla="*/ 88 h 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88">
                  <a:moveTo>
                    <a:pt x="0" y="0"/>
                  </a:moveTo>
                  <a:lnTo>
                    <a:pt x="0" y="88"/>
                  </a:lnTo>
                  <a:lnTo>
                    <a:pt x="2" y="8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15" name="Freeform 92"/>
            <p:cNvSpPr>
              <a:spLocks/>
            </p:cNvSpPr>
            <p:nvPr/>
          </p:nvSpPr>
          <p:spPr bwMode="auto">
            <a:xfrm>
              <a:off x="1516" y="3528"/>
              <a:ext cx="1" cy="226"/>
            </a:xfrm>
            <a:custGeom>
              <a:avLst/>
              <a:gdLst>
                <a:gd name="T0" fmla="*/ 0 w 1"/>
                <a:gd name="T1" fmla="*/ 0 h 904"/>
                <a:gd name="T2" fmla="*/ 0 w 1"/>
                <a:gd name="T3" fmla="*/ 57 h 904"/>
                <a:gd name="T4" fmla="*/ 1 w 1"/>
                <a:gd name="T5" fmla="*/ 57 h 904"/>
                <a:gd name="T6" fmla="*/ 0 60000 65536"/>
                <a:gd name="T7" fmla="*/ 0 60000 65536"/>
                <a:gd name="T8" fmla="*/ 0 60000 65536"/>
                <a:gd name="T9" fmla="*/ 0 w 1"/>
                <a:gd name="T10" fmla="*/ 0 h 904"/>
                <a:gd name="T11" fmla="*/ 1 w 1"/>
                <a:gd name="T12" fmla="*/ 904 h 9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904">
                  <a:moveTo>
                    <a:pt x="0" y="0"/>
                  </a:moveTo>
                  <a:lnTo>
                    <a:pt x="0" y="904"/>
                  </a:lnTo>
                  <a:lnTo>
                    <a:pt x="1" y="90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16" name="Freeform 93"/>
            <p:cNvSpPr>
              <a:spLocks/>
            </p:cNvSpPr>
            <p:nvPr/>
          </p:nvSpPr>
          <p:spPr bwMode="auto">
            <a:xfrm>
              <a:off x="1516" y="3472"/>
              <a:ext cx="1" cy="24"/>
            </a:xfrm>
            <a:custGeom>
              <a:avLst/>
              <a:gdLst>
                <a:gd name="T0" fmla="*/ 0 w 1"/>
                <a:gd name="T1" fmla="*/ 0 h 94"/>
                <a:gd name="T2" fmla="*/ 0 w 1"/>
                <a:gd name="T3" fmla="*/ 6 h 94"/>
                <a:gd name="T4" fmla="*/ 1 w 1"/>
                <a:gd name="T5" fmla="*/ 6 h 94"/>
                <a:gd name="T6" fmla="*/ 0 60000 65536"/>
                <a:gd name="T7" fmla="*/ 0 60000 65536"/>
                <a:gd name="T8" fmla="*/ 0 60000 65536"/>
                <a:gd name="T9" fmla="*/ 0 w 1"/>
                <a:gd name="T10" fmla="*/ 0 h 94"/>
                <a:gd name="T11" fmla="*/ 1 w 1"/>
                <a:gd name="T12" fmla="*/ 94 h 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94">
                  <a:moveTo>
                    <a:pt x="0" y="0"/>
                  </a:moveTo>
                  <a:lnTo>
                    <a:pt x="0" y="94"/>
                  </a:lnTo>
                  <a:lnTo>
                    <a:pt x="1" y="9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17" name="Freeform 94"/>
            <p:cNvSpPr>
              <a:spLocks/>
            </p:cNvSpPr>
            <p:nvPr/>
          </p:nvSpPr>
          <p:spPr bwMode="auto">
            <a:xfrm>
              <a:off x="2308" y="3503"/>
              <a:ext cx="1" cy="174"/>
            </a:xfrm>
            <a:custGeom>
              <a:avLst/>
              <a:gdLst>
                <a:gd name="T0" fmla="*/ 0 w 2"/>
                <a:gd name="T1" fmla="*/ 0 h 694"/>
                <a:gd name="T2" fmla="*/ 0 w 2"/>
                <a:gd name="T3" fmla="*/ 44 h 694"/>
                <a:gd name="T4" fmla="*/ 1 w 2"/>
                <a:gd name="T5" fmla="*/ 44 h 694"/>
                <a:gd name="T6" fmla="*/ 0 60000 65536"/>
                <a:gd name="T7" fmla="*/ 0 60000 65536"/>
                <a:gd name="T8" fmla="*/ 0 60000 65536"/>
                <a:gd name="T9" fmla="*/ 0 w 2"/>
                <a:gd name="T10" fmla="*/ 0 h 694"/>
                <a:gd name="T11" fmla="*/ 2 w 2"/>
                <a:gd name="T12" fmla="*/ 694 h 6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694">
                  <a:moveTo>
                    <a:pt x="0" y="0"/>
                  </a:moveTo>
                  <a:lnTo>
                    <a:pt x="0" y="694"/>
                  </a:lnTo>
                  <a:lnTo>
                    <a:pt x="2" y="69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18" name="Freeform 95"/>
            <p:cNvSpPr>
              <a:spLocks/>
            </p:cNvSpPr>
            <p:nvPr/>
          </p:nvSpPr>
          <p:spPr bwMode="auto">
            <a:xfrm>
              <a:off x="2308" y="3451"/>
              <a:ext cx="1" cy="18"/>
            </a:xfrm>
            <a:custGeom>
              <a:avLst/>
              <a:gdLst>
                <a:gd name="T0" fmla="*/ 0 w 2"/>
                <a:gd name="T1" fmla="*/ 0 h 73"/>
                <a:gd name="T2" fmla="*/ 0 w 2"/>
                <a:gd name="T3" fmla="*/ 4 h 73"/>
                <a:gd name="T4" fmla="*/ 1 w 2"/>
                <a:gd name="T5" fmla="*/ 4 h 73"/>
                <a:gd name="T6" fmla="*/ 0 60000 65536"/>
                <a:gd name="T7" fmla="*/ 0 60000 65536"/>
                <a:gd name="T8" fmla="*/ 0 60000 65536"/>
                <a:gd name="T9" fmla="*/ 0 w 2"/>
                <a:gd name="T10" fmla="*/ 0 h 73"/>
                <a:gd name="T11" fmla="*/ 2 w 2"/>
                <a:gd name="T12" fmla="*/ 73 h 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" h="73">
                  <a:moveTo>
                    <a:pt x="0" y="0"/>
                  </a:moveTo>
                  <a:lnTo>
                    <a:pt x="0" y="73"/>
                  </a:lnTo>
                  <a:lnTo>
                    <a:pt x="2" y="7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19" name="Freeform 96"/>
            <p:cNvSpPr>
              <a:spLocks/>
            </p:cNvSpPr>
            <p:nvPr/>
          </p:nvSpPr>
          <p:spPr bwMode="auto">
            <a:xfrm>
              <a:off x="998" y="2730"/>
              <a:ext cx="38" cy="1"/>
            </a:xfrm>
            <a:custGeom>
              <a:avLst/>
              <a:gdLst>
                <a:gd name="T0" fmla="*/ 0 w 153"/>
                <a:gd name="T1" fmla="*/ 0 h 1"/>
                <a:gd name="T2" fmla="*/ 9 w 153"/>
                <a:gd name="T3" fmla="*/ 0 h 1"/>
                <a:gd name="T4" fmla="*/ 9 w 153"/>
                <a:gd name="T5" fmla="*/ 0 h 1"/>
                <a:gd name="T6" fmla="*/ 0 60000 65536"/>
                <a:gd name="T7" fmla="*/ 0 60000 65536"/>
                <a:gd name="T8" fmla="*/ 0 60000 65536"/>
                <a:gd name="T9" fmla="*/ 0 w 153"/>
                <a:gd name="T10" fmla="*/ 0 h 1"/>
                <a:gd name="T11" fmla="*/ 153 w 15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3" h="1">
                  <a:moveTo>
                    <a:pt x="0" y="0"/>
                  </a:moveTo>
                  <a:lnTo>
                    <a:pt x="152" y="0"/>
                  </a:lnTo>
                  <a:lnTo>
                    <a:pt x="15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20" name="Freeform 97"/>
            <p:cNvSpPr>
              <a:spLocks/>
            </p:cNvSpPr>
            <p:nvPr/>
          </p:nvSpPr>
          <p:spPr bwMode="auto">
            <a:xfrm>
              <a:off x="1068" y="2730"/>
              <a:ext cx="351" cy="1"/>
            </a:xfrm>
            <a:custGeom>
              <a:avLst/>
              <a:gdLst>
                <a:gd name="T0" fmla="*/ 0 w 1404"/>
                <a:gd name="T1" fmla="*/ 0 h 1"/>
                <a:gd name="T2" fmla="*/ 88 w 1404"/>
                <a:gd name="T3" fmla="*/ 0 h 1"/>
                <a:gd name="T4" fmla="*/ 88 w 1404"/>
                <a:gd name="T5" fmla="*/ 0 h 1"/>
                <a:gd name="T6" fmla="*/ 0 60000 65536"/>
                <a:gd name="T7" fmla="*/ 0 60000 65536"/>
                <a:gd name="T8" fmla="*/ 0 60000 65536"/>
                <a:gd name="T9" fmla="*/ 0 w 1404"/>
                <a:gd name="T10" fmla="*/ 0 h 1"/>
                <a:gd name="T11" fmla="*/ 1404 w 140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04" h="1">
                  <a:moveTo>
                    <a:pt x="0" y="0"/>
                  </a:moveTo>
                  <a:lnTo>
                    <a:pt x="1403" y="0"/>
                  </a:lnTo>
                  <a:lnTo>
                    <a:pt x="1404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21" name="Freeform 98"/>
            <p:cNvSpPr>
              <a:spLocks/>
            </p:cNvSpPr>
            <p:nvPr/>
          </p:nvSpPr>
          <p:spPr bwMode="auto">
            <a:xfrm>
              <a:off x="1452" y="2730"/>
              <a:ext cx="15" cy="1"/>
            </a:xfrm>
            <a:custGeom>
              <a:avLst/>
              <a:gdLst>
                <a:gd name="T0" fmla="*/ 0 w 60"/>
                <a:gd name="T1" fmla="*/ 0 h 1"/>
                <a:gd name="T2" fmla="*/ 4 w 60"/>
                <a:gd name="T3" fmla="*/ 0 h 1"/>
                <a:gd name="T4" fmla="*/ 4 w 60"/>
                <a:gd name="T5" fmla="*/ 0 h 1"/>
                <a:gd name="T6" fmla="*/ 0 60000 65536"/>
                <a:gd name="T7" fmla="*/ 0 60000 65536"/>
                <a:gd name="T8" fmla="*/ 0 60000 65536"/>
                <a:gd name="T9" fmla="*/ 0 w 60"/>
                <a:gd name="T10" fmla="*/ 0 h 1"/>
                <a:gd name="T11" fmla="*/ 60 w 6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0" h="1">
                  <a:moveTo>
                    <a:pt x="0" y="0"/>
                  </a:moveTo>
                  <a:lnTo>
                    <a:pt x="59" y="0"/>
                  </a:lnTo>
                  <a:lnTo>
                    <a:pt x="60" y="0"/>
                  </a:lnTo>
                </a:path>
              </a:pathLst>
            </a:custGeom>
            <a:noFill/>
            <a:ln w="0">
              <a:solidFill>
                <a:srgbClr val="0000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22" name="Freeform 99"/>
            <p:cNvSpPr>
              <a:spLocks/>
            </p:cNvSpPr>
            <p:nvPr/>
          </p:nvSpPr>
          <p:spPr bwMode="auto">
            <a:xfrm>
              <a:off x="1492" y="2723"/>
              <a:ext cx="439" cy="7"/>
            </a:xfrm>
            <a:custGeom>
              <a:avLst/>
              <a:gdLst>
                <a:gd name="T0" fmla="*/ 0 w 439"/>
                <a:gd name="T1" fmla="*/ 7 h 7"/>
                <a:gd name="T2" fmla="*/ 439 w 439"/>
                <a:gd name="T3" fmla="*/ 0 h 7"/>
                <a:gd name="T4" fmla="*/ 0 60000 65536"/>
                <a:gd name="T5" fmla="*/ 0 60000 65536"/>
                <a:gd name="T6" fmla="*/ 0 w 439"/>
                <a:gd name="T7" fmla="*/ 0 h 7"/>
                <a:gd name="T8" fmla="*/ 439 w 439"/>
                <a:gd name="T9" fmla="*/ 7 h 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439" h="7">
                  <a:moveTo>
                    <a:pt x="0" y="7"/>
                  </a:moveTo>
                  <a:lnTo>
                    <a:pt x="439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23" name="Freeform 100"/>
            <p:cNvSpPr>
              <a:spLocks/>
            </p:cNvSpPr>
            <p:nvPr/>
          </p:nvSpPr>
          <p:spPr bwMode="auto">
            <a:xfrm>
              <a:off x="1581" y="2373"/>
              <a:ext cx="292" cy="292"/>
            </a:xfrm>
            <a:custGeom>
              <a:avLst/>
              <a:gdLst>
                <a:gd name="T0" fmla="*/ 0 w 1166"/>
                <a:gd name="T1" fmla="*/ 73 h 1166"/>
                <a:gd name="T2" fmla="*/ 73 w 1166"/>
                <a:gd name="T3" fmla="*/ 0 h 1166"/>
                <a:gd name="T4" fmla="*/ 73 w 1166"/>
                <a:gd name="T5" fmla="*/ 0 h 1166"/>
                <a:gd name="T6" fmla="*/ 0 60000 65536"/>
                <a:gd name="T7" fmla="*/ 0 60000 65536"/>
                <a:gd name="T8" fmla="*/ 0 60000 65536"/>
                <a:gd name="T9" fmla="*/ 0 w 1166"/>
                <a:gd name="T10" fmla="*/ 0 h 1166"/>
                <a:gd name="T11" fmla="*/ 1166 w 1166"/>
                <a:gd name="T12" fmla="*/ 1166 h 11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66" h="1166">
                  <a:moveTo>
                    <a:pt x="0" y="1166"/>
                  </a:moveTo>
                  <a:lnTo>
                    <a:pt x="1165" y="0"/>
                  </a:lnTo>
                  <a:lnTo>
                    <a:pt x="116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24" name="Freeform 101"/>
            <p:cNvSpPr>
              <a:spLocks/>
            </p:cNvSpPr>
            <p:nvPr/>
          </p:nvSpPr>
          <p:spPr bwMode="auto">
            <a:xfrm>
              <a:off x="1942" y="2030"/>
              <a:ext cx="275" cy="274"/>
            </a:xfrm>
            <a:custGeom>
              <a:avLst/>
              <a:gdLst>
                <a:gd name="T0" fmla="*/ 0 w 1097"/>
                <a:gd name="T1" fmla="*/ 68 h 1097"/>
                <a:gd name="T2" fmla="*/ 69 w 1097"/>
                <a:gd name="T3" fmla="*/ 0 h 1097"/>
                <a:gd name="T4" fmla="*/ 69 w 1097"/>
                <a:gd name="T5" fmla="*/ 0 h 1097"/>
                <a:gd name="T6" fmla="*/ 0 60000 65536"/>
                <a:gd name="T7" fmla="*/ 0 60000 65536"/>
                <a:gd name="T8" fmla="*/ 0 60000 65536"/>
                <a:gd name="T9" fmla="*/ 0 w 1097"/>
                <a:gd name="T10" fmla="*/ 0 h 1097"/>
                <a:gd name="T11" fmla="*/ 1097 w 1097"/>
                <a:gd name="T12" fmla="*/ 1097 h 10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97" h="1097">
                  <a:moveTo>
                    <a:pt x="0" y="1097"/>
                  </a:moveTo>
                  <a:lnTo>
                    <a:pt x="1096" y="0"/>
                  </a:lnTo>
                  <a:lnTo>
                    <a:pt x="109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25" name="Rectangle 102"/>
            <p:cNvSpPr>
              <a:spLocks noChangeArrowheads="1"/>
            </p:cNvSpPr>
            <p:nvPr/>
          </p:nvSpPr>
          <p:spPr bwMode="auto">
            <a:xfrm>
              <a:off x="1826" y="2944"/>
              <a:ext cx="22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400" b="1">
                  <a:solidFill>
                    <a:srgbClr val="000000"/>
                  </a:solidFill>
                  <a:latin typeface="宋体" pitchFamily="2" charset="-122"/>
                </a:rPr>
                <a:t>油孔</a:t>
              </a:r>
              <a:endParaRPr lang="zh-CN" altLang="en-US" sz="2400" b="1"/>
            </a:p>
          </p:txBody>
        </p:sp>
        <p:sp>
          <p:nvSpPr>
            <p:cNvPr id="12526" name="Freeform 103"/>
            <p:cNvSpPr>
              <a:spLocks/>
            </p:cNvSpPr>
            <p:nvPr/>
          </p:nvSpPr>
          <p:spPr bwMode="auto">
            <a:xfrm>
              <a:off x="1516" y="2832"/>
              <a:ext cx="1" cy="196"/>
            </a:xfrm>
            <a:custGeom>
              <a:avLst/>
              <a:gdLst>
                <a:gd name="T0" fmla="*/ 0 w 1"/>
                <a:gd name="T1" fmla="*/ 0 h 787"/>
                <a:gd name="T2" fmla="*/ 0 w 1"/>
                <a:gd name="T3" fmla="*/ 49 h 787"/>
                <a:gd name="T4" fmla="*/ 1 w 1"/>
                <a:gd name="T5" fmla="*/ 49 h 787"/>
                <a:gd name="T6" fmla="*/ 0 60000 65536"/>
                <a:gd name="T7" fmla="*/ 0 60000 65536"/>
                <a:gd name="T8" fmla="*/ 0 60000 65536"/>
                <a:gd name="T9" fmla="*/ 0 w 1"/>
                <a:gd name="T10" fmla="*/ 0 h 787"/>
                <a:gd name="T11" fmla="*/ 1 w 1"/>
                <a:gd name="T12" fmla="*/ 787 h 7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87">
                  <a:moveTo>
                    <a:pt x="0" y="0"/>
                  </a:moveTo>
                  <a:lnTo>
                    <a:pt x="0" y="787"/>
                  </a:lnTo>
                  <a:lnTo>
                    <a:pt x="1" y="78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27" name="Freeform 104"/>
            <p:cNvSpPr>
              <a:spLocks/>
            </p:cNvSpPr>
            <p:nvPr/>
          </p:nvSpPr>
          <p:spPr bwMode="auto">
            <a:xfrm>
              <a:off x="1516" y="2800"/>
              <a:ext cx="1" cy="13"/>
            </a:xfrm>
            <a:custGeom>
              <a:avLst/>
              <a:gdLst>
                <a:gd name="T0" fmla="*/ 1 w 1"/>
                <a:gd name="T1" fmla="*/ 0 h 13"/>
                <a:gd name="T2" fmla="*/ 0 w 1"/>
                <a:gd name="T3" fmla="*/ 13 h 13"/>
                <a:gd name="T4" fmla="*/ 1 w 1"/>
                <a:gd name="T5" fmla="*/ 13 h 13"/>
                <a:gd name="T6" fmla="*/ 0 60000 65536"/>
                <a:gd name="T7" fmla="*/ 0 60000 65536"/>
                <a:gd name="T8" fmla="*/ 0 60000 65536"/>
                <a:gd name="T9" fmla="*/ 0 w 1"/>
                <a:gd name="T10" fmla="*/ 0 h 13"/>
                <a:gd name="T11" fmla="*/ 1 w 1"/>
                <a:gd name="T12" fmla="*/ 13 h 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3">
                  <a:moveTo>
                    <a:pt x="1" y="0"/>
                  </a:moveTo>
                  <a:lnTo>
                    <a:pt x="0" y="13"/>
                  </a:lnTo>
                  <a:lnTo>
                    <a:pt x="1" y="1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28" name="Freeform 105"/>
            <p:cNvSpPr>
              <a:spLocks/>
            </p:cNvSpPr>
            <p:nvPr/>
          </p:nvSpPr>
          <p:spPr bwMode="auto">
            <a:xfrm>
              <a:off x="1629" y="3079"/>
              <a:ext cx="172" cy="355"/>
            </a:xfrm>
            <a:custGeom>
              <a:avLst/>
              <a:gdLst>
                <a:gd name="T0" fmla="*/ 0 w 688"/>
                <a:gd name="T1" fmla="*/ 89 h 1423"/>
                <a:gd name="T2" fmla="*/ 43 w 688"/>
                <a:gd name="T3" fmla="*/ 0 h 1423"/>
                <a:gd name="T4" fmla="*/ 43 w 688"/>
                <a:gd name="T5" fmla="*/ 0 h 1423"/>
                <a:gd name="T6" fmla="*/ 0 60000 65536"/>
                <a:gd name="T7" fmla="*/ 0 60000 65536"/>
                <a:gd name="T8" fmla="*/ 0 60000 65536"/>
                <a:gd name="T9" fmla="*/ 0 w 688"/>
                <a:gd name="T10" fmla="*/ 0 h 1423"/>
                <a:gd name="T11" fmla="*/ 688 w 688"/>
                <a:gd name="T12" fmla="*/ 1423 h 14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8" h="1423">
                  <a:moveTo>
                    <a:pt x="0" y="1423"/>
                  </a:moveTo>
                  <a:lnTo>
                    <a:pt x="687" y="0"/>
                  </a:lnTo>
                  <a:lnTo>
                    <a:pt x="68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29" name="Freeform 106"/>
            <p:cNvSpPr>
              <a:spLocks/>
            </p:cNvSpPr>
            <p:nvPr/>
          </p:nvSpPr>
          <p:spPr bwMode="auto">
            <a:xfrm>
              <a:off x="1721" y="2901"/>
              <a:ext cx="80" cy="178"/>
            </a:xfrm>
            <a:custGeom>
              <a:avLst/>
              <a:gdLst>
                <a:gd name="T0" fmla="*/ 0 w 322"/>
                <a:gd name="T1" fmla="*/ 0 h 711"/>
                <a:gd name="T2" fmla="*/ 20 w 322"/>
                <a:gd name="T3" fmla="*/ 45 h 711"/>
                <a:gd name="T4" fmla="*/ 20 w 322"/>
                <a:gd name="T5" fmla="*/ 45 h 711"/>
                <a:gd name="T6" fmla="*/ 0 60000 65536"/>
                <a:gd name="T7" fmla="*/ 0 60000 65536"/>
                <a:gd name="T8" fmla="*/ 0 60000 65536"/>
                <a:gd name="T9" fmla="*/ 0 w 322"/>
                <a:gd name="T10" fmla="*/ 0 h 711"/>
                <a:gd name="T11" fmla="*/ 322 w 322"/>
                <a:gd name="T12" fmla="*/ 711 h 7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2" h="711">
                  <a:moveTo>
                    <a:pt x="0" y="0"/>
                  </a:moveTo>
                  <a:lnTo>
                    <a:pt x="321" y="711"/>
                  </a:lnTo>
                  <a:lnTo>
                    <a:pt x="322" y="71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30" name="Freeform 107"/>
            <p:cNvSpPr>
              <a:spLocks/>
            </p:cNvSpPr>
            <p:nvPr/>
          </p:nvSpPr>
          <p:spPr bwMode="auto">
            <a:xfrm>
              <a:off x="1801" y="3079"/>
              <a:ext cx="264" cy="1"/>
            </a:xfrm>
            <a:custGeom>
              <a:avLst/>
              <a:gdLst>
                <a:gd name="T0" fmla="*/ 0 w 1056"/>
                <a:gd name="T1" fmla="*/ 0 h 1"/>
                <a:gd name="T2" fmla="*/ 66 w 1056"/>
                <a:gd name="T3" fmla="*/ 0 h 1"/>
                <a:gd name="T4" fmla="*/ 66 w 1056"/>
                <a:gd name="T5" fmla="*/ 0 h 1"/>
                <a:gd name="T6" fmla="*/ 0 60000 65536"/>
                <a:gd name="T7" fmla="*/ 0 60000 65536"/>
                <a:gd name="T8" fmla="*/ 0 60000 65536"/>
                <a:gd name="T9" fmla="*/ 0 w 1056"/>
                <a:gd name="T10" fmla="*/ 0 h 1"/>
                <a:gd name="T11" fmla="*/ 1056 w 105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56" h="1">
                  <a:moveTo>
                    <a:pt x="0" y="0"/>
                  </a:moveTo>
                  <a:lnTo>
                    <a:pt x="1055" y="0"/>
                  </a:lnTo>
                  <a:lnTo>
                    <a:pt x="105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31" name="Freeform 108"/>
            <p:cNvSpPr>
              <a:spLocks/>
            </p:cNvSpPr>
            <p:nvPr/>
          </p:nvSpPr>
          <p:spPr bwMode="auto">
            <a:xfrm>
              <a:off x="1442" y="2730"/>
              <a:ext cx="74" cy="1"/>
            </a:xfrm>
            <a:custGeom>
              <a:avLst/>
              <a:gdLst>
                <a:gd name="T0" fmla="*/ 18 w 300"/>
                <a:gd name="T1" fmla="*/ 0 h 1"/>
                <a:gd name="T2" fmla="*/ 0 w 300"/>
                <a:gd name="T3" fmla="*/ 0 h 1"/>
                <a:gd name="T4" fmla="*/ 0 w 300"/>
                <a:gd name="T5" fmla="*/ 0 h 1"/>
                <a:gd name="T6" fmla="*/ 0 60000 65536"/>
                <a:gd name="T7" fmla="*/ 0 60000 65536"/>
                <a:gd name="T8" fmla="*/ 0 60000 65536"/>
                <a:gd name="T9" fmla="*/ 0 w 300"/>
                <a:gd name="T10" fmla="*/ 0 h 1"/>
                <a:gd name="T11" fmla="*/ 300 w 30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0" h="1">
                  <a:moveTo>
                    <a:pt x="300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32" name="Freeform 109"/>
            <p:cNvSpPr>
              <a:spLocks/>
            </p:cNvSpPr>
            <p:nvPr/>
          </p:nvSpPr>
          <p:spPr bwMode="auto">
            <a:xfrm>
              <a:off x="1516" y="2675"/>
              <a:ext cx="55" cy="55"/>
            </a:xfrm>
            <a:custGeom>
              <a:avLst/>
              <a:gdLst>
                <a:gd name="T0" fmla="*/ 0 w 220"/>
                <a:gd name="T1" fmla="*/ 14 h 218"/>
                <a:gd name="T2" fmla="*/ 14 w 220"/>
                <a:gd name="T3" fmla="*/ 0 h 218"/>
                <a:gd name="T4" fmla="*/ 14 w 220"/>
                <a:gd name="T5" fmla="*/ 0 h 218"/>
                <a:gd name="T6" fmla="*/ 0 60000 65536"/>
                <a:gd name="T7" fmla="*/ 0 60000 65536"/>
                <a:gd name="T8" fmla="*/ 0 60000 65536"/>
                <a:gd name="T9" fmla="*/ 0 w 220"/>
                <a:gd name="T10" fmla="*/ 0 h 218"/>
                <a:gd name="T11" fmla="*/ 220 w 220"/>
                <a:gd name="T12" fmla="*/ 218 h 2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0" h="218">
                  <a:moveTo>
                    <a:pt x="0" y="218"/>
                  </a:moveTo>
                  <a:lnTo>
                    <a:pt x="218" y="0"/>
                  </a:lnTo>
                  <a:lnTo>
                    <a:pt x="22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33" name="Freeform 110"/>
            <p:cNvSpPr>
              <a:spLocks/>
            </p:cNvSpPr>
            <p:nvPr/>
          </p:nvSpPr>
          <p:spPr bwMode="auto">
            <a:xfrm>
              <a:off x="2216" y="1964"/>
              <a:ext cx="66" cy="66"/>
            </a:xfrm>
            <a:custGeom>
              <a:avLst/>
              <a:gdLst>
                <a:gd name="T0" fmla="*/ 0 w 264"/>
                <a:gd name="T1" fmla="*/ 17 h 263"/>
                <a:gd name="T2" fmla="*/ 17 w 264"/>
                <a:gd name="T3" fmla="*/ 0 h 263"/>
                <a:gd name="T4" fmla="*/ 17 w 264"/>
                <a:gd name="T5" fmla="*/ 0 h 263"/>
                <a:gd name="T6" fmla="*/ 0 60000 65536"/>
                <a:gd name="T7" fmla="*/ 0 60000 65536"/>
                <a:gd name="T8" fmla="*/ 0 60000 65536"/>
                <a:gd name="T9" fmla="*/ 0 w 264"/>
                <a:gd name="T10" fmla="*/ 0 h 263"/>
                <a:gd name="T11" fmla="*/ 264 w 264"/>
                <a:gd name="T12" fmla="*/ 263 h 2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4" h="263">
                  <a:moveTo>
                    <a:pt x="0" y="263"/>
                  </a:moveTo>
                  <a:lnTo>
                    <a:pt x="263" y="0"/>
                  </a:lnTo>
                  <a:lnTo>
                    <a:pt x="26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34" name="Rectangle 111"/>
            <p:cNvSpPr>
              <a:spLocks noChangeArrowheads="1"/>
            </p:cNvSpPr>
            <p:nvPr/>
          </p:nvSpPr>
          <p:spPr bwMode="auto">
            <a:xfrm>
              <a:off x="392" y="2555"/>
              <a:ext cx="7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i="1">
                  <a:latin typeface="宋体" pitchFamily="2" charset="-122"/>
                </a:rPr>
                <a:t>A</a:t>
              </a:r>
              <a:endParaRPr lang="en-US" altLang="zh-CN" sz="1800" b="1"/>
            </a:p>
          </p:txBody>
        </p:sp>
        <p:sp>
          <p:nvSpPr>
            <p:cNvPr id="12535" name="Rectangle 112"/>
            <p:cNvSpPr>
              <a:spLocks noChangeArrowheads="1"/>
            </p:cNvSpPr>
            <p:nvPr/>
          </p:nvSpPr>
          <p:spPr bwMode="auto">
            <a:xfrm>
              <a:off x="2340" y="1840"/>
              <a:ext cx="7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i="1">
                  <a:latin typeface="宋体" pitchFamily="2" charset="-122"/>
                </a:rPr>
                <a:t>A</a:t>
              </a:r>
              <a:endParaRPr lang="en-US" altLang="zh-CN" sz="1800" b="1" i="1"/>
            </a:p>
          </p:txBody>
        </p:sp>
        <p:sp>
          <p:nvSpPr>
            <p:cNvPr id="12536" name="Rectangle 113"/>
            <p:cNvSpPr>
              <a:spLocks noChangeArrowheads="1"/>
            </p:cNvSpPr>
            <p:nvPr/>
          </p:nvSpPr>
          <p:spPr bwMode="auto">
            <a:xfrm>
              <a:off x="1371" y="3067"/>
              <a:ext cx="29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i="1">
                  <a:latin typeface="宋体" pitchFamily="2" charset="-122"/>
                </a:rPr>
                <a:t>A</a:t>
              </a:r>
              <a:r>
                <a:rPr lang="zh-CN" altLang="en-US" sz="1800" b="1">
                  <a:latin typeface="宋体" pitchFamily="2" charset="-122"/>
                </a:rPr>
                <a:t>－</a:t>
              </a:r>
              <a:r>
                <a:rPr lang="en-US" altLang="zh-CN" sz="1800" b="1" i="1">
                  <a:latin typeface="宋体" pitchFamily="2" charset="-122"/>
                </a:rPr>
                <a:t>A</a:t>
              </a:r>
              <a:endParaRPr lang="en-US" altLang="zh-CN" sz="1800" b="1"/>
            </a:p>
          </p:txBody>
        </p:sp>
        <p:sp>
          <p:nvSpPr>
            <p:cNvPr id="12537" name="Freeform 114"/>
            <p:cNvSpPr>
              <a:spLocks/>
            </p:cNvSpPr>
            <p:nvPr/>
          </p:nvSpPr>
          <p:spPr bwMode="auto">
            <a:xfrm>
              <a:off x="370" y="2730"/>
              <a:ext cx="1" cy="154"/>
            </a:xfrm>
            <a:custGeom>
              <a:avLst/>
              <a:gdLst>
                <a:gd name="T0" fmla="*/ 0 w 1"/>
                <a:gd name="T1" fmla="*/ 0 h 614"/>
                <a:gd name="T2" fmla="*/ 0 w 1"/>
                <a:gd name="T3" fmla="*/ 39 h 614"/>
                <a:gd name="T4" fmla="*/ 1 w 1"/>
                <a:gd name="T5" fmla="*/ 39 h 614"/>
                <a:gd name="T6" fmla="*/ 0 60000 65536"/>
                <a:gd name="T7" fmla="*/ 0 60000 65536"/>
                <a:gd name="T8" fmla="*/ 0 60000 65536"/>
                <a:gd name="T9" fmla="*/ 0 w 1"/>
                <a:gd name="T10" fmla="*/ 0 h 614"/>
                <a:gd name="T11" fmla="*/ 1 w 1"/>
                <a:gd name="T12" fmla="*/ 614 h 6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14">
                  <a:moveTo>
                    <a:pt x="0" y="0"/>
                  </a:moveTo>
                  <a:lnTo>
                    <a:pt x="0" y="614"/>
                  </a:lnTo>
                  <a:lnTo>
                    <a:pt x="1" y="61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38" name="Freeform 115"/>
            <p:cNvSpPr>
              <a:spLocks/>
            </p:cNvSpPr>
            <p:nvPr/>
          </p:nvSpPr>
          <p:spPr bwMode="auto">
            <a:xfrm>
              <a:off x="2282" y="1964"/>
              <a:ext cx="110" cy="109"/>
            </a:xfrm>
            <a:custGeom>
              <a:avLst/>
              <a:gdLst>
                <a:gd name="T0" fmla="*/ 0 w 438"/>
                <a:gd name="T1" fmla="*/ 0 h 438"/>
                <a:gd name="T2" fmla="*/ 28 w 438"/>
                <a:gd name="T3" fmla="*/ 27 h 438"/>
                <a:gd name="T4" fmla="*/ 28 w 438"/>
                <a:gd name="T5" fmla="*/ 27 h 438"/>
                <a:gd name="T6" fmla="*/ 0 60000 65536"/>
                <a:gd name="T7" fmla="*/ 0 60000 65536"/>
                <a:gd name="T8" fmla="*/ 0 60000 65536"/>
                <a:gd name="T9" fmla="*/ 0 w 438"/>
                <a:gd name="T10" fmla="*/ 0 h 438"/>
                <a:gd name="T11" fmla="*/ 438 w 438"/>
                <a:gd name="T12" fmla="*/ 438 h 4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8" h="438">
                  <a:moveTo>
                    <a:pt x="0" y="0"/>
                  </a:moveTo>
                  <a:lnTo>
                    <a:pt x="437" y="438"/>
                  </a:lnTo>
                  <a:lnTo>
                    <a:pt x="438" y="43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39" name="Freeform 116"/>
            <p:cNvSpPr>
              <a:spLocks/>
            </p:cNvSpPr>
            <p:nvPr/>
          </p:nvSpPr>
          <p:spPr bwMode="auto">
            <a:xfrm>
              <a:off x="370" y="2730"/>
              <a:ext cx="86" cy="1"/>
            </a:xfrm>
            <a:custGeom>
              <a:avLst/>
              <a:gdLst>
                <a:gd name="T0" fmla="*/ 22 w 343"/>
                <a:gd name="T1" fmla="*/ 0 h 1"/>
                <a:gd name="T2" fmla="*/ 0 w 343"/>
                <a:gd name="T3" fmla="*/ 0 h 1"/>
                <a:gd name="T4" fmla="*/ 0 w 343"/>
                <a:gd name="T5" fmla="*/ 0 h 1"/>
                <a:gd name="T6" fmla="*/ 0 60000 65536"/>
                <a:gd name="T7" fmla="*/ 0 60000 65536"/>
                <a:gd name="T8" fmla="*/ 0 60000 65536"/>
                <a:gd name="T9" fmla="*/ 0 w 343"/>
                <a:gd name="T10" fmla="*/ 0 h 1"/>
                <a:gd name="T11" fmla="*/ 343 w 34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3" h="1">
                  <a:moveTo>
                    <a:pt x="343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40" name="Freeform 117"/>
            <p:cNvSpPr>
              <a:spLocks/>
            </p:cNvSpPr>
            <p:nvPr/>
          </p:nvSpPr>
          <p:spPr bwMode="auto">
            <a:xfrm>
              <a:off x="857" y="2684"/>
              <a:ext cx="412" cy="2"/>
            </a:xfrm>
            <a:custGeom>
              <a:avLst/>
              <a:gdLst>
                <a:gd name="T0" fmla="*/ 0 w 412"/>
                <a:gd name="T1" fmla="*/ 2 h 2"/>
                <a:gd name="T2" fmla="*/ 412 w 412"/>
                <a:gd name="T3" fmla="*/ 0 h 2"/>
                <a:gd name="T4" fmla="*/ 412 w 412"/>
                <a:gd name="T5" fmla="*/ 0 h 2"/>
                <a:gd name="T6" fmla="*/ 0 60000 65536"/>
                <a:gd name="T7" fmla="*/ 0 60000 65536"/>
                <a:gd name="T8" fmla="*/ 0 60000 65536"/>
                <a:gd name="T9" fmla="*/ 0 w 412"/>
                <a:gd name="T10" fmla="*/ 0 h 2"/>
                <a:gd name="T11" fmla="*/ 412 w 412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2" h="2">
                  <a:moveTo>
                    <a:pt x="0" y="2"/>
                  </a:moveTo>
                  <a:lnTo>
                    <a:pt x="41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41" name="Freeform 118"/>
            <p:cNvSpPr>
              <a:spLocks/>
            </p:cNvSpPr>
            <p:nvPr/>
          </p:nvSpPr>
          <p:spPr bwMode="auto">
            <a:xfrm>
              <a:off x="869" y="2776"/>
              <a:ext cx="400" cy="1"/>
            </a:xfrm>
            <a:custGeom>
              <a:avLst/>
              <a:gdLst>
                <a:gd name="T0" fmla="*/ 0 w 400"/>
                <a:gd name="T1" fmla="*/ 0 h 1"/>
                <a:gd name="T2" fmla="*/ 400 w 400"/>
                <a:gd name="T3" fmla="*/ 0 h 1"/>
                <a:gd name="T4" fmla="*/ 400 w 400"/>
                <a:gd name="T5" fmla="*/ 0 h 1"/>
                <a:gd name="T6" fmla="*/ 0 60000 65536"/>
                <a:gd name="T7" fmla="*/ 0 60000 65536"/>
                <a:gd name="T8" fmla="*/ 0 60000 65536"/>
                <a:gd name="T9" fmla="*/ 0 w 400"/>
                <a:gd name="T10" fmla="*/ 0 h 1"/>
                <a:gd name="T11" fmla="*/ 400 w 40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0" h="1">
                  <a:moveTo>
                    <a:pt x="0" y="0"/>
                  </a:moveTo>
                  <a:lnTo>
                    <a:pt x="40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42" name="Freeform 119"/>
            <p:cNvSpPr>
              <a:spLocks/>
            </p:cNvSpPr>
            <p:nvPr/>
          </p:nvSpPr>
          <p:spPr bwMode="auto">
            <a:xfrm>
              <a:off x="1649" y="2242"/>
              <a:ext cx="294" cy="294"/>
            </a:xfrm>
            <a:custGeom>
              <a:avLst/>
              <a:gdLst>
                <a:gd name="T0" fmla="*/ 0 w 294"/>
                <a:gd name="T1" fmla="*/ 294 h 294"/>
                <a:gd name="T2" fmla="*/ 294 w 294"/>
                <a:gd name="T3" fmla="*/ 0 h 294"/>
                <a:gd name="T4" fmla="*/ 285 w 294"/>
                <a:gd name="T5" fmla="*/ 5 h 294"/>
                <a:gd name="T6" fmla="*/ 0 60000 65536"/>
                <a:gd name="T7" fmla="*/ 0 60000 65536"/>
                <a:gd name="T8" fmla="*/ 0 60000 65536"/>
                <a:gd name="T9" fmla="*/ 0 w 294"/>
                <a:gd name="T10" fmla="*/ 0 h 294"/>
                <a:gd name="T11" fmla="*/ 294 w 294"/>
                <a:gd name="T12" fmla="*/ 294 h 2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4" h="294">
                  <a:moveTo>
                    <a:pt x="0" y="294"/>
                  </a:moveTo>
                  <a:lnTo>
                    <a:pt x="294" y="0"/>
                  </a:lnTo>
                  <a:lnTo>
                    <a:pt x="285" y="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43" name="Freeform 120"/>
            <p:cNvSpPr>
              <a:spLocks/>
            </p:cNvSpPr>
            <p:nvPr/>
          </p:nvSpPr>
          <p:spPr bwMode="auto">
            <a:xfrm>
              <a:off x="1715" y="2301"/>
              <a:ext cx="296" cy="295"/>
            </a:xfrm>
            <a:custGeom>
              <a:avLst/>
              <a:gdLst>
                <a:gd name="T0" fmla="*/ 0 w 296"/>
                <a:gd name="T1" fmla="*/ 295 h 295"/>
                <a:gd name="T2" fmla="*/ 296 w 296"/>
                <a:gd name="T3" fmla="*/ 0 h 295"/>
                <a:gd name="T4" fmla="*/ 296 w 296"/>
                <a:gd name="T5" fmla="*/ 0 h 295"/>
                <a:gd name="T6" fmla="*/ 0 60000 65536"/>
                <a:gd name="T7" fmla="*/ 0 60000 65536"/>
                <a:gd name="T8" fmla="*/ 0 60000 65536"/>
                <a:gd name="T9" fmla="*/ 0 w 296"/>
                <a:gd name="T10" fmla="*/ 0 h 295"/>
                <a:gd name="T11" fmla="*/ 296 w 296"/>
                <a:gd name="T12" fmla="*/ 295 h 29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6" h="295">
                  <a:moveTo>
                    <a:pt x="0" y="295"/>
                  </a:moveTo>
                  <a:lnTo>
                    <a:pt x="29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544" name="Line 121"/>
            <p:cNvSpPr>
              <a:spLocks noChangeShapeType="1"/>
            </p:cNvSpPr>
            <p:nvPr/>
          </p:nvSpPr>
          <p:spPr bwMode="auto">
            <a:xfrm flipV="1">
              <a:off x="1883" y="2320"/>
              <a:ext cx="41" cy="4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45" name="Line 122"/>
            <p:cNvSpPr>
              <a:spLocks noChangeShapeType="1"/>
            </p:cNvSpPr>
            <p:nvPr/>
          </p:nvSpPr>
          <p:spPr bwMode="auto">
            <a:xfrm>
              <a:off x="877" y="3320"/>
              <a:ext cx="0" cy="10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46" name="Line 123"/>
            <p:cNvSpPr>
              <a:spLocks noChangeShapeType="1"/>
            </p:cNvSpPr>
            <p:nvPr/>
          </p:nvSpPr>
          <p:spPr bwMode="auto">
            <a:xfrm flipV="1">
              <a:off x="871" y="3520"/>
              <a:ext cx="0" cy="9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47" name="Line 124"/>
            <p:cNvSpPr>
              <a:spLocks noChangeShapeType="1"/>
            </p:cNvSpPr>
            <p:nvPr/>
          </p:nvSpPr>
          <p:spPr bwMode="auto">
            <a:xfrm>
              <a:off x="1277" y="3261"/>
              <a:ext cx="0" cy="16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48" name="Line 125"/>
            <p:cNvSpPr>
              <a:spLocks noChangeShapeType="1"/>
            </p:cNvSpPr>
            <p:nvPr/>
          </p:nvSpPr>
          <p:spPr bwMode="auto">
            <a:xfrm flipV="1">
              <a:off x="1277" y="3519"/>
              <a:ext cx="0" cy="17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49" name="Freeform 126"/>
            <p:cNvSpPr>
              <a:spLocks/>
            </p:cNvSpPr>
            <p:nvPr/>
          </p:nvSpPr>
          <p:spPr bwMode="auto">
            <a:xfrm>
              <a:off x="1757" y="3256"/>
              <a:ext cx="1" cy="172"/>
            </a:xfrm>
            <a:custGeom>
              <a:avLst/>
              <a:gdLst>
                <a:gd name="T0" fmla="*/ 0 w 1"/>
                <a:gd name="T1" fmla="*/ 0 h 172"/>
                <a:gd name="T2" fmla="*/ 0 w 1"/>
                <a:gd name="T3" fmla="*/ 172 h 172"/>
                <a:gd name="T4" fmla="*/ 0 60000 65536"/>
                <a:gd name="T5" fmla="*/ 0 60000 65536"/>
                <a:gd name="T6" fmla="*/ 0 w 1"/>
                <a:gd name="T7" fmla="*/ 0 h 172"/>
                <a:gd name="T8" fmla="*/ 1 w 1"/>
                <a:gd name="T9" fmla="*/ 172 h 17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172">
                  <a:moveTo>
                    <a:pt x="0" y="0"/>
                  </a:moveTo>
                  <a:lnTo>
                    <a:pt x="0" y="172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50" name="Freeform 127"/>
            <p:cNvSpPr>
              <a:spLocks/>
            </p:cNvSpPr>
            <p:nvPr/>
          </p:nvSpPr>
          <p:spPr bwMode="auto">
            <a:xfrm>
              <a:off x="1753" y="3524"/>
              <a:ext cx="2" cy="166"/>
            </a:xfrm>
            <a:custGeom>
              <a:avLst/>
              <a:gdLst>
                <a:gd name="T0" fmla="*/ 2 w 2"/>
                <a:gd name="T1" fmla="*/ 166 h 166"/>
                <a:gd name="T2" fmla="*/ 0 w 2"/>
                <a:gd name="T3" fmla="*/ 0 h 166"/>
                <a:gd name="T4" fmla="*/ 0 60000 65536"/>
                <a:gd name="T5" fmla="*/ 0 60000 65536"/>
                <a:gd name="T6" fmla="*/ 0 w 2"/>
                <a:gd name="T7" fmla="*/ 0 h 166"/>
                <a:gd name="T8" fmla="*/ 2 w 2"/>
                <a:gd name="T9" fmla="*/ 166 h 16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166">
                  <a:moveTo>
                    <a:pt x="2" y="166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51" name="Line 128"/>
            <p:cNvSpPr>
              <a:spLocks noChangeShapeType="1"/>
            </p:cNvSpPr>
            <p:nvPr/>
          </p:nvSpPr>
          <p:spPr bwMode="auto">
            <a:xfrm>
              <a:off x="2156" y="3318"/>
              <a:ext cx="0" cy="10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552" name="Freeform 129"/>
            <p:cNvSpPr>
              <a:spLocks/>
            </p:cNvSpPr>
            <p:nvPr/>
          </p:nvSpPr>
          <p:spPr bwMode="auto">
            <a:xfrm>
              <a:off x="2157" y="3512"/>
              <a:ext cx="2" cy="113"/>
            </a:xfrm>
            <a:custGeom>
              <a:avLst/>
              <a:gdLst>
                <a:gd name="T0" fmla="*/ 2 w 2"/>
                <a:gd name="T1" fmla="*/ 113 h 113"/>
                <a:gd name="T2" fmla="*/ 0 w 2"/>
                <a:gd name="T3" fmla="*/ 0 h 113"/>
                <a:gd name="T4" fmla="*/ 0 60000 65536"/>
                <a:gd name="T5" fmla="*/ 0 60000 65536"/>
                <a:gd name="T6" fmla="*/ 0 w 2"/>
                <a:gd name="T7" fmla="*/ 0 h 113"/>
                <a:gd name="T8" fmla="*/ 2 w 2"/>
                <a:gd name="T9" fmla="*/ 113 h 11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113">
                  <a:moveTo>
                    <a:pt x="2" y="113"/>
                  </a:moveTo>
                  <a:lnTo>
                    <a:pt x="0" y="0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30"/>
          <p:cNvGrpSpPr>
            <a:grpSpLocks/>
          </p:cNvGrpSpPr>
          <p:nvPr/>
        </p:nvGrpSpPr>
        <p:grpSpPr bwMode="auto">
          <a:xfrm>
            <a:off x="4881563" y="2651125"/>
            <a:ext cx="3319462" cy="3009900"/>
            <a:chOff x="3081" y="1896"/>
            <a:chExt cx="2091" cy="1896"/>
          </a:xfrm>
        </p:grpSpPr>
        <p:sp>
          <p:nvSpPr>
            <p:cNvPr id="12297" name="Oval 131"/>
            <p:cNvSpPr>
              <a:spLocks noChangeArrowheads="1"/>
            </p:cNvSpPr>
            <p:nvPr/>
          </p:nvSpPr>
          <p:spPr bwMode="auto">
            <a:xfrm>
              <a:off x="4087" y="2635"/>
              <a:ext cx="277" cy="26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2298" name="Oval 132"/>
            <p:cNvSpPr>
              <a:spLocks noChangeArrowheads="1"/>
            </p:cNvSpPr>
            <p:nvPr/>
          </p:nvSpPr>
          <p:spPr bwMode="auto">
            <a:xfrm>
              <a:off x="3988" y="2532"/>
              <a:ext cx="479" cy="47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2299" name="Oval 133"/>
            <p:cNvSpPr>
              <a:spLocks noChangeArrowheads="1"/>
            </p:cNvSpPr>
            <p:nvPr/>
          </p:nvSpPr>
          <p:spPr bwMode="auto">
            <a:xfrm>
              <a:off x="3284" y="2616"/>
              <a:ext cx="303" cy="30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2300" name="Oval 134"/>
            <p:cNvSpPr>
              <a:spLocks noChangeArrowheads="1"/>
            </p:cNvSpPr>
            <p:nvPr/>
          </p:nvSpPr>
          <p:spPr bwMode="auto">
            <a:xfrm>
              <a:off x="3351" y="2688"/>
              <a:ext cx="170" cy="16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2301" name="Arc 135"/>
            <p:cNvSpPr>
              <a:spLocks/>
            </p:cNvSpPr>
            <p:nvPr/>
          </p:nvSpPr>
          <p:spPr bwMode="auto">
            <a:xfrm rot="10800000">
              <a:off x="4543" y="2304"/>
              <a:ext cx="147" cy="147"/>
            </a:xfrm>
            <a:custGeom>
              <a:avLst/>
              <a:gdLst>
                <a:gd name="T0" fmla="*/ 0 w 36373"/>
                <a:gd name="T1" fmla="*/ 0 h 36497"/>
                <a:gd name="T2" fmla="*/ 0 w 36373"/>
                <a:gd name="T3" fmla="*/ 0 h 36497"/>
                <a:gd name="T4" fmla="*/ 0 w 36373"/>
                <a:gd name="T5" fmla="*/ 0 h 36497"/>
                <a:gd name="T6" fmla="*/ 0 60000 65536"/>
                <a:gd name="T7" fmla="*/ 0 60000 65536"/>
                <a:gd name="T8" fmla="*/ 0 60000 65536"/>
                <a:gd name="T9" fmla="*/ 0 w 36373"/>
                <a:gd name="T10" fmla="*/ 0 h 36497"/>
                <a:gd name="T11" fmla="*/ 36373 w 36373"/>
                <a:gd name="T12" fmla="*/ 36497 h 364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373" h="36497" fill="none" extrusionOk="0">
                  <a:moveTo>
                    <a:pt x="-1" y="5841"/>
                  </a:moveTo>
                  <a:cubicBezTo>
                    <a:pt x="4003" y="2088"/>
                    <a:pt x="9285" y="-1"/>
                    <a:pt x="14773" y="0"/>
                  </a:cubicBezTo>
                  <a:cubicBezTo>
                    <a:pt x="26702" y="0"/>
                    <a:pt x="36373" y="9670"/>
                    <a:pt x="36373" y="21600"/>
                  </a:cubicBezTo>
                  <a:cubicBezTo>
                    <a:pt x="36373" y="27146"/>
                    <a:pt x="34239" y="32480"/>
                    <a:pt x="30413" y="36496"/>
                  </a:cubicBezTo>
                </a:path>
                <a:path w="36373" h="36497" stroke="0" extrusionOk="0">
                  <a:moveTo>
                    <a:pt x="-1" y="5841"/>
                  </a:moveTo>
                  <a:cubicBezTo>
                    <a:pt x="4003" y="2088"/>
                    <a:pt x="9285" y="-1"/>
                    <a:pt x="14773" y="0"/>
                  </a:cubicBezTo>
                  <a:cubicBezTo>
                    <a:pt x="26702" y="0"/>
                    <a:pt x="36373" y="9670"/>
                    <a:pt x="36373" y="21600"/>
                  </a:cubicBezTo>
                  <a:cubicBezTo>
                    <a:pt x="36373" y="27146"/>
                    <a:pt x="34239" y="32480"/>
                    <a:pt x="30413" y="36496"/>
                  </a:cubicBezTo>
                  <a:lnTo>
                    <a:pt x="14773" y="21600"/>
                  </a:lnTo>
                  <a:lnTo>
                    <a:pt x="-1" y="584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2" name="Arc 136"/>
            <p:cNvSpPr>
              <a:spLocks/>
            </p:cNvSpPr>
            <p:nvPr/>
          </p:nvSpPr>
          <p:spPr bwMode="auto">
            <a:xfrm flipH="1" flipV="1">
              <a:off x="4477" y="2259"/>
              <a:ext cx="257" cy="262"/>
            </a:xfrm>
            <a:custGeom>
              <a:avLst/>
              <a:gdLst>
                <a:gd name="T0" fmla="*/ 0 w 36807"/>
                <a:gd name="T1" fmla="*/ 0 h 37412"/>
                <a:gd name="T2" fmla="*/ 0 w 36807"/>
                <a:gd name="T3" fmla="*/ 0 h 37412"/>
                <a:gd name="T4" fmla="*/ 0 w 36807"/>
                <a:gd name="T5" fmla="*/ 0 h 37412"/>
                <a:gd name="T6" fmla="*/ 0 60000 65536"/>
                <a:gd name="T7" fmla="*/ 0 60000 65536"/>
                <a:gd name="T8" fmla="*/ 0 60000 65536"/>
                <a:gd name="T9" fmla="*/ 0 w 36807"/>
                <a:gd name="T10" fmla="*/ 0 h 37412"/>
                <a:gd name="T11" fmla="*/ 36807 w 36807"/>
                <a:gd name="T12" fmla="*/ 37412 h 3741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807" h="37412" fill="none" extrusionOk="0">
                  <a:moveTo>
                    <a:pt x="-1" y="6260"/>
                  </a:moveTo>
                  <a:cubicBezTo>
                    <a:pt x="4044" y="2250"/>
                    <a:pt x="9510" y="-1"/>
                    <a:pt x="15207" y="0"/>
                  </a:cubicBezTo>
                  <a:cubicBezTo>
                    <a:pt x="27136" y="0"/>
                    <a:pt x="36807" y="9670"/>
                    <a:pt x="36807" y="21600"/>
                  </a:cubicBezTo>
                  <a:cubicBezTo>
                    <a:pt x="36807" y="27598"/>
                    <a:pt x="34312" y="33325"/>
                    <a:pt x="29922" y="37412"/>
                  </a:cubicBezTo>
                </a:path>
                <a:path w="36807" h="37412" stroke="0" extrusionOk="0">
                  <a:moveTo>
                    <a:pt x="-1" y="6260"/>
                  </a:moveTo>
                  <a:cubicBezTo>
                    <a:pt x="4044" y="2250"/>
                    <a:pt x="9510" y="-1"/>
                    <a:pt x="15207" y="0"/>
                  </a:cubicBezTo>
                  <a:cubicBezTo>
                    <a:pt x="27136" y="0"/>
                    <a:pt x="36807" y="9670"/>
                    <a:pt x="36807" y="21600"/>
                  </a:cubicBezTo>
                  <a:cubicBezTo>
                    <a:pt x="36807" y="27598"/>
                    <a:pt x="34312" y="33325"/>
                    <a:pt x="29922" y="37412"/>
                  </a:cubicBezTo>
                  <a:lnTo>
                    <a:pt x="15207" y="21600"/>
                  </a:lnTo>
                  <a:lnTo>
                    <a:pt x="-1" y="626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3" name="Arc 137"/>
            <p:cNvSpPr>
              <a:spLocks/>
            </p:cNvSpPr>
            <p:nvPr/>
          </p:nvSpPr>
          <p:spPr bwMode="auto">
            <a:xfrm>
              <a:off x="4726" y="2117"/>
              <a:ext cx="147" cy="147"/>
            </a:xfrm>
            <a:custGeom>
              <a:avLst/>
              <a:gdLst>
                <a:gd name="T0" fmla="*/ 0 w 36373"/>
                <a:gd name="T1" fmla="*/ 0 h 36497"/>
                <a:gd name="T2" fmla="*/ 0 w 36373"/>
                <a:gd name="T3" fmla="*/ 0 h 36497"/>
                <a:gd name="T4" fmla="*/ 0 w 36373"/>
                <a:gd name="T5" fmla="*/ 0 h 36497"/>
                <a:gd name="T6" fmla="*/ 0 60000 65536"/>
                <a:gd name="T7" fmla="*/ 0 60000 65536"/>
                <a:gd name="T8" fmla="*/ 0 60000 65536"/>
                <a:gd name="T9" fmla="*/ 0 w 36373"/>
                <a:gd name="T10" fmla="*/ 0 h 36497"/>
                <a:gd name="T11" fmla="*/ 36373 w 36373"/>
                <a:gd name="T12" fmla="*/ 36497 h 364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373" h="36497" fill="none" extrusionOk="0">
                  <a:moveTo>
                    <a:pt x="-1" y="5841"/>
                  </a:moveTo>
                  <a:cubicBezTo>
                    <a:pt x="4003" y="2088"/>
                    <a:pt x="9285" y="-1"/>
                    <a:pt x="14773" y="0"/>
                  </a:cubicBezTo>
                  <a:cubicBezTo>
                    <a:pt x="26702" y="0"/>
                    <a:pt x="36373" y="9670"/>
                    <a:pt x="36373" y="21600"/>
                  </a:cubicBezTo>
                  <a:cubicBezTo>
                    <a:pt x="36373" y="27146"/>
                    <a:pt x="34239" y="32480"/>
                    <a:pt x="30413" y="36496"/>
                  </a:cubicBezTo>
                </a:path>
                <a:path w="36373" h="36497" stroke="0" extrusionOk="0">
                  <a:moveTo>
                    <a:pt x="-1" y="5841"/>
                  </a:moveTo>
                  <a:cubicBezTo>
                    <a:pt x="4003" y="2088"/>
                    <a:pt x="9285" y="-1"/>
                    <a:pt x="14773" y="0"/>
                  </a:cubicBezTo>
                  <a:cubicBezTo>
                    <a:pt x="26702" y="0"/>
                    <a:pt x="36373" y="9670"/>
                    <a:pt x="36373" y="21600"/>
                  </a:cubicBezTo>
                  <a:cubicBezTo>
                    <a:pt x="36373" y="27146"/>
                    <a:pt x="34239" y="32480"/>
                    <a:pt x="30413" y="36496"/>
                  </a:cubicBezTo>
                  <a:lnTo>
                    <a:pt x="14773" y="21600"/>
                  </a:lnTo>
                  <a:lnTo>
                    <a:pt x="-1" y="5841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4" name="Arc 138"/>
            <p:cNvSpPr>
              <a:spLocks/>
            </p:cNvSpPr>
            <p:nvPr/>
          </p:nvSpPr>
          <p:spPr bwMode="auto">
            <a:xfrm>
              <a:off x="4679" y="2055"/>
              <a:ext cx="260" cy="254"/>
            </a:xfrm>
            <a:custGeom>
              <a:avLst/>
              <a:gdLst>
                <a:gd name="T0" fmla="*/ 0 w 36935"/>
                <a:gd name="T1" fmla="*/ 0 h 37829"/>
                <a:gd name="T2" fmla="*/ 0 w 36935"/>
                <a:gd name="T3" fmla="*/ 0 h 37829"/>
                <a:gd name="T4" fmla="*/ 0 w 36935"/>
                <a:gd name="T5" fmla="*/ 0 h 37829"/>
                <a:gd name="T6" fmla="*/ 0 60000 65536"/>
                <a:gd name="T7" fmla="*/ 0 60000 65536"/>
                <a:gd name="T8" fmla="*/ 0 60000 65536"/>
                <a:gd name="T9" fmla="*/ 0 w 36935"/>
                <a:gd name="T10" fmla="*/ 0 h 37829"/>
                <a:gd name="T11" fmla="*/ 36935 w 36935"/>
                <a:gd name="T12" fmla="*/ 37829 h 378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935" h="37829" fill="none" extrusionOk="0">
                  <a:moveTo>
                    <a:pt x="-1" y="6388"/>
                  </a:moveTo>
                  <a:cubicBezTo>
                    <a:pt x="4055" y="2299"/>
                    <a:pt x="9575" y="-1"/>
                    <a:pt x="15335" y="0"/>
                  </a:cubicBezTo>
                  <a:cubicBezTo>
                    <a:pt x="27264" y="0"/>
                    <a:pt x="36935" y="9670"/>
                    <a:pt x="36935" y="21600"/>
                  </a:cubicBezTo>
                  <a:cubicBezTo>
                    <a:pt x="36935" y="27814"/>
                    <a:pt x="34258" y="33728"/>
                    <a:pt x="29589" y="37829"/>
                  </a:cubicBezTo>
                </a:path>
                <a:path w="36935" h="37829" stroke="0" extrusionOk="0">
                  <a:moveTo>
                    <a:pt x="-1" y="6388"/>
                  </a:moveTo>
                  <a:cubicBezTo>
                    <a:pt x="4055" y="2299"/>
                    <a:pt x="9575" y="-1"/>
                    <a:pt x="15335" y="0"/>
                  </a:cubicBezTo>
                  <a:cubicBezTo>
                    <a:pt x="27264" y="0"/>
                    <a:pt x="36935" y="9670"/>
                    <a:pt x="36935" y="21600"/>
                  </a:cubicBezTo>
                  <a:cubicBezTo>
                    <a:pt x="36935" y="27814"/>
                    <a:pt x="34258" y="33728"/>
                    <a:pt x="29589" y="37829"/>
                  </a:cubicBezTo>
                  <a:lnTo>
                    <a:pt x="15335" y="21600"/>
                  </a:lnTo>
                  <a:lnTo>
                    <a:pt x="-1" y="6388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05" name="Freeform 139"/>
            <p:cNvSpPr>
              <a:spLocks/>
            </p:cNvSpPr>
            <p:nvPr/>
          </p:nvSpPr>
          <p:spPr bwMode="auto">
            <a:xfrm>
              <a:off x="4134" y="2768"/>
              <a:ext cx="93" cy="1"/>
            </a:xfrm>
            <a:custGeom>
              <a:avLst/>
              <a:gdLst>
                <a:gd name="T0" fmla="*/ 93 w 93"/>
                <a:gd name="T1" fmla="*/ 0 h 1"/>
                <a:gd name="T2" fmla="*/ 0 w 93"/>
                <a:gd name="T3" fmla="*/ 1 h 1"/>
                <a:gd name="T4" fmla="*/ 0 60000 65536"/>
                <a:gd name="T5" fmla="*/ 0 60000 65536"/>
                <a:gd name="T6" fmla="*/ 0 w 93"/>
                <a:gd name="T7" fmla="*/ 0 h 1"/>
                <a:gd name="T8" fmla="*/ 93 w 93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3" h="1">
                  <a:moveTo>
                    <a:pt x="93" y="0"/>
                  </a:moveTo>
                  <a:lnTo>
                    <a:pt x="0" y="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6" name="Freeform 140"/>
            <p:cNvSpPr>
              <a:spLocks/>
            </p:cNvSpPr>
            <p:nvPr/>
          </p:nvSpPr>
          <p:spPr bwMode="auto">
            <a:xfrm>
              <a:off x="3779" y="2768"/>
              <a:ext cx="351" cy="1"/>
            </a:xfrm>
            <a:custGeom>
              <a:avLst/>
              <a:gdLst>
                <a:gd name="T0" fmla="*/ 0 w 1404"/>
                <a:gd name="T1" fmla="*/ 0 h 1"/>
                <a:gd name="T2" fmla="*/ 88 w 1404"/>
                <a:gd name="T3" fmla="*/ 0 h 1"/>
                <a:gd name="T4" fmla="*/ 88 w 1404"/>
                <a:gd name="T5" fmla="*/ 0 h 1"/>
                <a:gd name="T6" fmla="*/ 0 60000 65536"/>
                <a:gd name="T7" fmla="*/ 0 60000 65536"/>
                <a:gd name="T8" fmla="*/ 0 60000 65536"/>
                <a:gd name="T9" fmla="*/ 0 w 1404"/>
                <a:gd name="T10" fmla="*/ 0 h 1"/>
                <a:gd name="T11" fmla="*/ 1404 w 140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04" h="1">
                  <a:moveTo>
                    <a:pt x="0" y="0"/>
                  </a:moveTo>
                  <a:lnTo>
                    <a:pt x="1403" y="0"/>
                  </a:lnTo>
                  <a:lnTo>
                    <a:pt x="140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7" name="Freeform 141"/>
            <p:cNvSpPr>
              <a:spLocks/>
            </p:cNvSpPr>
            <p:nvPr/>
          </p:nvSpPr>
          <p:spPr bwMode="auto">
            <a:xfrm>
              <a:off x="3587" y="3462"/>
              <a:ext cx="399" cy="2"/>
            </a:xfrm>
            <a:custGeom>
              <a:avLst/>
              <a:gdLst>
                <a:gd name="T0" fmla="*/ 0 w 399"/>
                <a:gd name="T1" fmla="*/ 2 h 2"/>
                <a:gd name="T2" fmla="*/ 399 w 399"/>
                <a:gd name="T3" fmla="*/ 0 h 2"/>
                <a:gd name="T4" fmla="*/ 0 60000 65536"/>
                <a:gd name="T5" fmla="*/ 0 60000 65536"/>
                <a:gd name="T6" fmla="*/ 0 w 399"/>
                <a:gd name="T7" fmla="*/ 0 h 2"/>
                <a:gd name="T8" fmla="*/ 399 w 399"/>
                <a:gd name="T9" fmla="*/ 2 h 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9" h="2">
                  <a:moveTo>
                    <a:pt x="0" y="2"/>
                  </a:moveTo>
                  <a:lnTo>
                    <a:pt x="39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8" name="Freeform 142"/>
            <p:cNvSpPr>
              <a:spLocks/>
            </p:cNvSpPr>
            <p:nvPr/>
          </p:nvSpPr>
          <p:spPr bwMode="auto">
            <a:xfrm>
              <a:off x="3587" y="3562"/>
              <a:ext cx="399" cy="1"/>
            </a:xfrm>
            <a:custGeom>
              <a:avLst/>
              <a:gdLst>
                <a:gd name="T0" fmla="*/ 0 w 399"/>
                <a:gd name="T1" fmla="*/ 0 h 1"/>
                <a:gd name="T2" fmla="*/ 399 w 399"/>
                <a:gd name="T3" fmla="*/ 0 h 1"/>
                <a:gd name="T4" fmla="*/ 0 60000 65536"/>
                <a:gd name="T5" fmla="*/ 0 60000 65536"/>
                <a:gd name="T6" fmla="*/ 0 w 399"/>
                <a:gd name="T7" fmla="*/ 0 h 1"/>
                <a:gd name="T8" fmla="*/ 399 w 399"/>
                <a:gd name="T9" fmla="*/ 1 h 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99" h="1">
                  <a:moveTo>
                    <a:pt x="0" y="0"/>
                  </a:moveTo>
                  <a:lnTo>
                    <a:pt x="39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09" name="Freeform 143"/>
            <p:cNvSpPr>
              <a:spLocks/>
            </p:cNvSpPr>
            <p:nvPr/>
          </p:nvSpPr>
          <p:spPr bwMode="auto">
            <a:xfrm>
              <a:off x="3418" y="2919"/>
              <a:ext cx="782" cy="88"/>
            </a:xfrm>
            <a:custGeom>
              <a:avLst/>
              <a:gdLst>
                <a:gd name="T0" fmla="*/ 0 w 3128"/>
                <a:gd name="T1" fmla="*/ 0 h 351"/>
                <a:gd name="T2" fmla="*/ 196 w 3128"/>
                <a:gd name="T3" fmla="*/ 22 h 351"/>
                <a:gd name="T4" fmla="*/ 196 w 3128"/>
                <a:gd name="T5" fmla="*/ 22 h 351"/>
                <a:gd name="T6" fmla="*/ 0 60000 65536"/>
                <a:gd name="T7" fmla="*/ 0 60000 65536"/>
                <a:gd name="T8" fmla="*/ 0 60000 65536"/>
                <a:gd name="T9" fmla="*/ 0 w 3128"/>
                <a:gd name="T10" fmla="*/ 0 h 351"/>
                <a:gd name="T11" fmla="*/ 3128 w 3128"/>
                <a:gd name="T12" fmla="*/ 351 h 3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28" h="351">
                  <a:moveTo>
                    <a:pt x="0" y="0"/>
                  </a:moveTo>
                  <a:lnTo>
                    <a:pt x="3127" y="351"/>
                  </a:lnTo>
                  <a:lnTo>
                    <a:pt x="3128" y="35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0" name="Freeform 144"/>
            <p:cNvSpPr>
              <a:spLocks/>
            </p:cNvSpPr>
            <p:nvPr/>
          </p:nvSpPr>
          <p:spPr bwMode="auto">
            <a:xfrm>
              <a:off x="3435" y="2563"/>
              <a:ext cx="1" cy="431"/>
            </a:xfrm>
            <a:custGeom>
              <a:avLst/>
              <a:gdLst>
                <a:gd name="T0" fmla="*/ 0 w 1"/>
                <a:gd name="T1" fmla="*/ 0 h 1724"/>
                <a:gd name="T2" fmla="*/ 0 w 1"/>
                <a:gd name="T3" fmla="*/ 108 h 1724"/>
                <a:gd name="T4" fmla="*/ 1 w 1"/>
                <a:gd name="T5" fmla="*/ 108 h 1724"/>
                <a:gd name="T6" fmla="*/ 0 60000 65536"/>
                <a:gd name="T7" fmla="*/ 0 60000 65536"/>
                <a:gd name="T8" fmla="*/ 0 60000 65536"/>
                <a:gd name="T9" fmla="*/ 0 w 1"/>
                <a:gd name="T10" fmla="*/ 0 h 1724"/>
                <a:gd name="T11" fmla="*/ 1 w 1"/>
                <a:gd name="T12" fmla="*/ 1724 h 17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724">
                  <a:moveTo>
                    <a:pt x="0" y="0"/>
                  </a:moveTo>
                  <a:lnTo>
                    <a:pt x="0" y="1724"/>
                  </a:lnTo>
                  <a:lnTo>
                    <a:pt x="1" y="172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1" name="Freeform 145"/>
            <p:cNvSpPr>
              <a:spLocks/>
            </p:cNvSpPr>
            <p:nvPr/>
          </p:nvSpPr>
          <p:spPr bwMode="auto">
            <a:xfrm>
              <a:off x="3435" y="3375"/>
              <a:ext cx="1" cy="97"/>
            </a:xfrm>
            <a:custGeom>
              <a:avLst/>
              <a:gdLst>
                <a:gd name="T0" fmla="*/ 0 w 1"/>
                <a:gd name="T1" fmla="*/ 0 h 388"/>
                <a:gd name="T2" fmla="*/ 0 w 1"/>
                <a:gd name="T3" fmla="*/ 24 h 388"/>
                <a:gd name="T4" fmla="*/ 1 w 1"/>
                <a:gd name="T5" fmla="*/ 24 h 388"/>
                <a:gd name="T6" fmla="*/ 0 60000 65536"/>
                <a:gd name="T7" fmla="*/ 0 60000 65536"/>
                <a:gd name="T8" fmla="*/ 0 60000 65536"/>
                <a:gd name="T9" fmla="*/ 0 w 1"/>
                <a:gd name="T10" fmla="*/ 0 h 388"/>
                <a:gd name="T11" fmla="*/ 1 w 1"/>
                <a:gd name="T12" fmla="*/ 388 h 3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88">
                  <a:moveTo>
                    <a:pt x="0" y="0"/>
                  </a:moveTo>
                  <a:lnTo>
                    <a:pt x="0" y="388"/>
                  </a:lnTo>
                  <a:lnTo>
                    <a:pt x="1" y="38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2" name="Freeform 146"/>
            <p:cNvSpPr>
              <a:spLocks/>
            </p:cNvSpPr>
            <p:nvPr/>
          </p:nvSpPr>
          <p:spPr bwMode="auto">
            <a:xfrm>
              <a:off x="3283" y="3409"/>
              <a:ext cx="1" cy="204"/>
            </a:xfrm>
            <a:custGeom>
              <a:avLst/>
              <a:gdLst>
                <a:gd name="T0" fmla="*/ 0 w 1"/>
                <a:gd name="T1" fmla="*/ 0 h 815"/>
                <a:gd name="T2" fmla="*/ 0 w 1"/>
                <a:gd name="T3" fmla="*/ 51 h 815"/>
                <a:gd name="T4" fmla="*/ 1 w 1"/>
                <a:gd name="T5" fmla="*/ 51 h 815"/>
                <a:gd name="T6" fmla="*/ 0 60000 65536"/>
                <a:gd name="T7" fmla="*/ 0 60000 65536"/>
                <a:gd name="T8" fmla="*/ 0 60000 65536"/>
                <a:gd name="T9" fmla="*/ 0 w 1"/>
                <a:gd name="T10" fmla="*/ 0 h 815"/>
                <a:gd name="T11" fmla="*/ 1 w 1"/>
                <a:gd name="T12" fmla="*/ 815 h 8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15">
                  <a:moveTo>
                    <a:pt x="0" y="0"/>
                  </a:moveTo>
                  <a:lnTo>
                    <a:pt x="0" y="815"/>
                  </a:lnTo>
                  <a:lnTo>
                    <a:pt x="1" y="81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3" name="Freeform 147"/>
            <p:cNvSpPr>
              <a:spLocks/>
            </p:cNvSpPr>
            <p:nvPr/>
          </p:nvSpPr>
          <p:spPr bwMode="auto">
            <a:xfrm>
              <a:off x="3350" y="3409"/>
              <a:ext cx="1" cy="204"/>
            </a:xfrm>
            <a:custGeom>
              <a:avLst/>
              <a:gdLst>
                <a:gd name="T0" fmla="*/ 0 w 1"/>
                <a:gd name="T1" fmla="*/ 0 h 815"/>
                <a:gd name="T2" fmla="*/ 0 w 1"/>
                <a:gd name="T3" fmla="*/ 51 h 815"/>
                <a:gd name="T4" fmla="*/ 1 w 1"/>
                <a:gd name="T5" fmla="*/ 51 h 815"/>
                <a:gd name="T6" fmla="*/ 0 60000 65536"/>
                <a:gd name="T7" fmla="*/ 0 60000 65536"/>
                <a:gd name="T8" fmla="*/ 0 60000 65536"/>
                <a:gd name="T9" fmla="*/ 0 w 1"/>
                <a:gd name="T10" fmla="*/ 0 h 815"/>
                <a:gd name="T11" fmla="*/ 1 w 1"/>
                <a:gd name="T12" fmla="*/ 815 h 8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15">
                  <a:moveTo>
                    <a:pt x="0" y="0"/>
                  </a:moveTo>
                  <a:lnTo>
                    <a:pt x="0" y="815"/>
                  </a:lnTo>
                  <a:lnTo>
                    <a:pt x="1" y="81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4" name="Freeform 148"/>
            <p:cNvSpPr>
              <a:spLocks/>
            </p:cNvSpPr>
            <p:nvPr/>
          </p:nvSpPr>
          <p:spPr bwMode="auto">
            <a:xfrm>
              <a:off x="3521" y="3409"/>
              <a:ext cx="1" cy="204"/>
            </a:xfrm>
            <a:custGeom>
              <a:avLst/>
              <a:gdLst>
                <a:gd name="T0" fmla="*/ 0 w 1"/>
                <a:gd name="T1" fmla="*/ 0 h 815"/>
                <a:gd name="T2" fmla="*/ 0 w 1"/>
                <a:gd name="T3" fmla="*/ 51 h 815"/>
                <a:gd name="T4" fmla="*/ 1 w 1"/>
                <a:gd name="T5" fmla="*/ 51 h 815"/>
                <a:gd name="T6" fmla="*/ 0 60000 65536"/>
                <a:gd name="T7" fmla="*/ 0 60000 65536"/>
                <a:gd name="T8" fmla="*/ 0 60000 65536"/>
                <a:gd name="T9" fmla="*/ 0 w 1"/>
                <a:gd name="T10" fmla="*/ 0 h 815"/>
                <a:gd name="T11" fmla="*/ 1 w 1"/>
                <a:gd name="T12" fmla="*/ 815 h 8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15">
                  <a:moveTo>
                    <a:pt x="0" y="0"/>
                  </a:moveTo>
                  <a:lnTo>
                    <a:pt x="0" y="815"/>
                  </a:lnTo>
                  <a:lnTo>
                    <a:pt x="1" y="81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5" name="Freeform 149"/>
            <p:cNvSpPr>
              <a:spLocks/>
            </p:cNvSpPr>
            <p:nvPr/>
          </p:nvSpPr>
          <p:spPr bwMode="auto">
            <a:xfrm>
              <a:off x="3435" y="3558"/>
              <a:ext cx="1" cy="101"/>
            </a:xfrm>
            <a:custGeom>
              <a:avLst/>
              <a:gdLst>
                <a:gd name="T0" fmla="*/ 0 w 1"/>
                <a:gd name="T1" fmla="*/ 0 h 400"/>
                <a:gd name="T2" fmla="*/ 0 w 1"/>
                <a:gd name="T3" fmla="*/ 26 h 400"/>
                <a:gd name="T4" fmla="*/ 1 w 1"/>
                <a:gd name="T5" fmla="*/ 26 h 400"/>
                <a:gd name="T6" fmla="*/ 0 60000 65536"/>
                <a:gd name="T7" fmla="*/ 0 60000 65536"/>
                <a:gd name="T8" fmla="*/ 0 60000 65536"/>
                <a:gd name="T9" fmla="*/ 0 w 1"/>
                <a:gd name="T10" fmla="*/ 0 h 400"/>
                <a:gd name="T11" fmla="*/ 1 w 1"/>
                <a:gd name="T12" fmla="*/ 400 h 4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00">
                  <a:moveTo>
                    <a:pt x="0" y="0"/>
                  </a:moveTo>
                  <a:lnTo>
                    <a:pt x="0" y="400"/>
                  </a:lnTo>
                  <a:lnTo>
                    <a:pt x="1" y="40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6" name="Freeform 150"/>
            <p:cNvSpPr>
              <a:spLocks/>
            </p:cNvSpPr>
            <p:nvPr/>
          </p:nvSpPr>
          <p:spPr bwMode="auto">
            <a:xfrm>
              <a:off x="3435" y="3503"/>
              <a:ext cx="1" cy="22"/>
            </a:xfrm>
            <a:custGeom>
              <a:avLst/>
              <a:gdLst>
                <a:gd name="T0" fmla="*/ 0 w 1"/>
                <a:gd name="T1" fmla="*/ 0 h 87"/>
                <a:gd name="T2" fmla="*/ 0 w 1"/>
                <a:gd name="T3" fmla="*/ 6 h 87"/>
                <a:gd name="T4" fmla="*/ 1 w 1"/>
                <a:gd name="T5" fmla="*/ 6 h 87"/>
                <a:gd name="T6" fmla="*/ 0 60000 65536"/>
                <a:gd name="T7" fmla="*/ 0 60000 65536"/>
                <a:gd name="T8" fmla="*/ 0 60000 65536"/>
                <a:gd name="T9" fmla="*/ 0 w 1"/>
                <a:gd name="T10" fmla="*/ 0 h 87"/>
                <a:gd name="T11" fmla="*/ 1 w 1"/>
                <a:gd name="T12" fmla="*/ 87 h 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7">
                  <a:moveTo>
                    <a:pt x="0" y="0"/>
                  </a:moveTo>
                  <a:lnTo>
                    <a:pt x="0" y="87"/>
                  </a:lnTo>
                  <a:lnTo>
                    <a:pt x="1" y="8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7" name="Freeform 151"/>
            <p:cNvSpPr>
              <a:spLocks/>
            </p:cNvSpPr>
            <p:nvPr/>
          </p:nvSpPr>
          <p:spPr bwMode="auto">
            <a:xfrm>
              <a:off x="3229" y="2768"/>
              <a:ext cx="448" cy="1"/>
            </a:xfrm>
            <a:custGeom>
              <a:avLst/>
              <a:gdLst>
                <a:gd name="T0" fmla="*/ 0 w 1793"/>
                <a:gd name="T1" fmla="*/ 0 h 1"/>
                <a:gd name="T2" fmla="*/ 112 w 1793"/>
                <a:gd name="T3" fmla="*/ 0 h 1"/>
                <a:gd name="T4" fmla="*/ 112 w 1793"/>
                <a:gd name="T5" fmla="*/ 0 h 1"/>
                <a:gd name="T6" fmla="*/ 0 60000 65536"/>
                <a:gd name="T7" fmla="*/ 0 60000 65536"/>
                <a:gd name="T8" fmla="*/ 0 60000 65536"/>
                <a:gd name="T9" fmla="*/ 0 w 1793"/>
                <a:gd name="T10" fmla="*/ 0 h 1"/>
                <a:gd name="T11" fmla="*/ 1793 w 179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93" h="1">
                  <a:moveTo>
                    <a:pt x="0" y="0"/>
                  </a:moveTo>
                  <a:lnTo>
                    <a:pt x="1792" y="0"/>
                  </a:lnTo>
                  <a:lnTo>
                    <a:pt x="179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8" name="Freeform 152"/>
            <p:cNvSpPr>
              <a:spLocks/>
            </p:cNvSpPr>
            <p:nvPr/>
          </p:nvSpPr>
          <p:spPr bwMode="auto">
            <a:xfrm>
              <a:off x="3720" y="2768"/>
              <a:ext cx="19" cy="1"/>
            </a:xfrm>
            <a:custGeom>
              <a:avLst/>
              <a:gdLst>
                <a:gd name="T0" fmla="*/ 0 w 74"/>
                <a:gd name="T1" fmla="*/ 0 h 1"/>
                <a:gd name="T2" fmla="*/ 5 w 74"/>
                <a:gd name="T3" fmla="*/ 0 h 1"/>
                <a:gd name="T4" fmla="*/ 5 w 74"/>
                <a:gd name="T5" fmla="*/ 0 h 1"/>
                <a:gd name="T6" fmla="*/ 0 60000 65536"/>
                <a:gd name="T7" fmla="*/ 0 60000 65536"/>
                <a:gd name="T8" fmla="*/ 0 60000 65536"/>
                <a:gd name="T9" fmla="*/ 0 w 74"/>
                <a:gd name="T10" fmla="*/ 0 h 1"/>
                <a:gd name="T11" fmla="*/ 74 w 7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4" h="1">
                  <a:moveTo>
                    <a:pt x="0" y="0"/>
                  </a:moveTo>
                  <a:lnTo>
                    <a:pt x="73" y="0"/>
                  </a:lnTo>
                  <a:lnTo>
                    <a:pt x="7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19" name="Freeform 153"/>
            <p:cNvSpPr>
              <a:spLocks/>
            </p:cNvSpPr>
            <p:nvPr/>
          </p:nvSpPr>
          <p:spPr bwMode="auto">
            <a:xfrm>
              <a:off x="4227" y="2497"/>
              <a:ext cx="1" cy="315"/>
            </a:xfrm>
            <a:custGeom>
              <a:avLst/>
              <a:gdLst>
                <a:gd name="T0" fmla="*/ 0 w 1"/>
                <a:gd name="T1" fmla="*/ 0 h 1260"/>
                <a:gd name="T2" fmla="*/ 0 w 1"/>
                <a:gd name="T3" fmla="*/ 79 h 1260"/>
                <a:gd name="T4" fmla="*/ 1 w 1"/>
                <a:gd name="T5" fmla="*/ 79 h 1260"/>
                <a:gd name="T6" fmla="*/ 0 60000 65536"/>
                <a:gd name="T7" fmla="*/ 0 60000 65536"/>
                <a:gd name="T8" fmla="*/ 0 60000 65536"/>
                <a:gd name="T9" fmla="*/ 0 w 1"/>
                <a:gd name="T10" fmla="*/ 0 h 1260"/>
                <a:gd name="T11" fmla="*/ 1 w 1"/>
                <a:gd name="T12" fmla="*/ 1260 h 12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260">
                  <a:moveTo>
                    <a:pt x="0" y="0"/>
                  </a:moveTo>
                  <a:lnTo>
                    <a:pt x="0" y="1260"/>
                  </a:lnTo>
                  <a:lnTo>
                    <a:pt x="1" y="126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0" name="Freeform 154"/>
            <p:cNvSpPr>
              <a:spLocks/>
            </p:cNvSpPr>
            <p:nvPr/>
          </p:nvSpPr>
          <p:spPr bwMode="auto">
            <a:xfrm>
              <a:off x="4467" y="3458"/>
              <a:ext cx="167" cy="2"/>
            </a:xfrm>
            <a:custGeom>
              <a:avLst/>
              <a:gdLst>
                <a:gd name="T0" fmla="*/ 167 w 167"/>
                <a:gd name="T1" fmla="*/ 0 h 2"/>
                <a:gd name="T2" fmla="*/ 0 w 167"/>
                <a:gd name="T3" fmla="*/ 2 h 2"/>
                <a:gd name="T4" fmla="*/ 0 w 167"/>
                <a:gd name="T5" fmla="*/ 2 h 2"/>
                <a:gd name="T6" fmla="*/ 0 60000 65536"/>
                <a:gd name="T7" fmla="*/ 0 60000 65536"/>
                <a:gd name="T8" fmla="*/ 0 60000 65536"/>
                <a:gd name="T9" fmla="*/ 0 w 167"/>
                <a:gd name="T10" fmla="*/ 0 h 2"/>
                <a:gd name="T11" fmla="*/ 167 w 167"/>
                <a:gd name="T12" fmla="*/ 2 h 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7" h="2">
                  <a:moveTo>
                    <a:pt x="167" y="0"/>
                  </a:moveTo>
                  <a:lnTo>
                    <a:pt x="0" y="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1" name="Freeform 155"/>
            <p:cNvSpPr>
              <a:spLocks/>
            </p:cNvSpPr>
            <p:nvPr/>
          </p:nvSpPr>
          <p:spPr bwMode="auto">
            <a:xfrm>
              <a:off x="4467" y="3558"/>
              <a:ext cx="167" cy="4"/>
            </a:xfrm>
            <a:custGeom>
              <a:avLst/>
              <a:gdLst>
                <a:gd name="T0" fmla="*/ 167 w 167"/>
                <a:gd name="T1" fmla="*/ 0 h 4"/>
                <a:gd name="T2" fmla="*/ 0 w 167"/>
                <a:gd name="T3" fmla="*/ 4 h 4"/>
                <a:gd name="T4" fmla="*/ 0 w 167"/>
                <a:gd name="T5" fmla="*/ 4 h 4"/>
                <a:gd name="T6" fmla="*/ 0 60000 65536"/>
                <a:gd name="T7" fmla="*/ 0 60000 65536"/>
                <a:gd name="T8" fmla="*/ 0 60000 65536"/>
                <a:gd name="T9" fmla="*/ 0 w 167"/>
                <a:gd name="T10" fmla="*/ 0 h 4"/>
                <a:gd name="T11" fmla="*/ 167 w 167"/>
                <a:gd name="T12" fmla="*/ 4 h 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7" h="4">
                  <a:moveTo>
                    <a:pt x="167" y="0"/>
                  </a:moveTo>
                  <a:lnTo>
                    <a:pt x="0" y="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2" name="Freeform 156"/>
            <p:cNvSpPr>
              <a:spLocks/>
            </p:cNvSpPr>
            <p:nvPr/>
          </p:nvSpPr>
          <p:spPr bwMode="auto">
            <a:xfrm>
              <a:off x="4227" y="3236"/>
              <a:ext cx="1" cy="242"/>
            </a:xfrm>
            <a:custGeom>
              <a:avLst/>
              <a:gdLst>
                <a:gd name="T0" fmla="*/ 0 w 1"/>
                <a:gd name="T1" fmla="*/ 0 h 968"/>
                <a:gd name="T2" fmla="*/ 0 w 1"/>
                <a:gd name="T3" fmla="*/ 61 h 968"/>
                <a:gd name="T4" fmla="*/ 1 w 1"/>
                <a:gd name="T5" fmla="*/ 61 h 968"/>
                <a:gd name="T6" fmla="*/ 0 60000 65536"/>
                <a:gd name="T7" fmla="*/ 0 60000 65536"/>
                <a:gd name="T8" fmla="*/ 0 60000 65536"/>
                <a:gd name="T9" fmla="*/ 0 w 1"/>
                <a:gd name="T10" fmla="*/ 0 h 968"/>
                <a:gd name="T11" fmla="*/ 1 w 1"/>
                <a:gd name="T12" fmla="*/ 968 h 9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968">
                  <a:moveTo>
                    <a:pt x="0" y="0"/>
                  </a:moveTo>
                  <a:lnTo>
                    <a:pt x="0" y="968"/>
                  </a:lnTo>
                  <a:lnTo>
                    <a:pt x="1" y="96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3" name="Freeform 157"/>
            <p:cNvSpPr>
              <a:spLocks/>
            </p:cNvSpPr>
            <p:nvPr/>
          </p:nvSpPr>
          <p:spPr bwMode="auto">
            <a:xfrm>
              <a:off x="4070" y="3296"/>
              <a:ext cx="1" cy="430"/>
            </a:xfrm>
            <a:custGeom>
              <a:avLst/>
              <a:gdLst>
                <a:gd name="T0" fmla="*/ 0 w 1"/>
                <a:gd name="T1" fmla="*/ 0 h 1719"/>
                <a:gd name="T2" fmla="*/ 0 w 1"/>
                <a:gd name="T3" fmla="*/ 108 h 1719"/>
                <a:gd name="T4" fmla="*/ 1 w 1"/>
                <a:gd name="T5" fmla="*/ 108 h 1719"/>
                <a:gd name="T6" fmla="*/ 0 60000 65536"/>
                <a:gd name="T7" fmla="*/ 0 60000 65536"/>
                <a:gd name="T8" fmla="*/ 0 60000 65536"/>
                <a:gd name="T9" fmla="*/ 0 w 1"/>
                <a:gd name="T10" fmla="*/ 0 h 1719"/>
                <a:gd name="T11" fmla="*/ 1 w 1"/>
                <a:gd name="T12" fmla="*/ 1719 h 171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719">
                  <a:moveTo>
                    <a:pt x="0" y="0"/>
                  </a:moveTo>
                  <a:lnTo>
                    <a:pt x="0" y="1719"/>
                  </a:lnTo>
                  <a:lnTo>
                    <a:pt x="1" y="171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4" name="Freeform 158"/>
            <p:cNvSpPr>
              <a:spLocks/>
            </p:cNvSpPr>
            <p:nvPr/>
          </p:nvSpPr>
          <p:spPr bwMode="auto">
            <a:xfrm>
              <a:off x="4387" y="3296"/>
              <a:ext cx="1" cy="430"/>
            </a:xfrm>
            <a:custGeom>
              <a:avLst/>
              <a:gdLst>
                <a:gd name="T0" fmla="*/ 0 w 1"/>
                <a:gd name="T1" fmla="*/ 0 h 1719"/>
                <a:gd name="T2" fmla="*/ 0 w 1"/>
                <a:gd name="T3" fmla="*/ 108 h 1719"/>
                <a:gd name="T4" fmla="*/ 1 w 1"/>
                <a:gd name="T5" fmla="*/ 108 h 1719"/>
                <a:gd name="T6" fmla="*/ 0 60000 65536"/>
                <a:gd name="T7" fmla="*/ 0 60000 65536"/>
                <a:gd name="T8" fmla="*/ 0 60000 65536"/>
                <a:gd name="T9" fmla="*/ 0 w 1"/>
                <a:gd name="T10" fmla="*/ 0 h 1719"/>
                <a:gd name="T11" fmla="*/ 1 w 1"/>
                <a:gd name="T12" fmla="*/ 1719 h 171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719">
                  <a:moveTo>
                    <a:pt x="0" y="0"/>
                  </a:moveTo>
                  <a:lnTo>
                    <a:pt x="0" y="1719"/>
                  </a:lnTo>
                  <a:lnTo>
                    <a:pt x="1" y="171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5" name="Freeform 159"/>
            <p:cNvSpPr>
              <a:spLocks/>
            </p:cNvSpPr>
            <p:nvPr/>
          </p:nvSpPr>
          <p:spPr bwMode="auto">
            <a:xfrm>
              <a:off x="3987" y="3726"/>
              <a:ext cx="480" cy="1"/>
            </a:xfrm>
            <a:custGeom>
              <a:avLst/>
              <a:gdLst>
                <a:gd name="T0" fmla="*/ 0 w 1923"/>
                <a:gd name="T1" fmla="*/ 0 h 1"/>
                <a:gd name="T2" fmla="*/ 120 w 1923"/>
                <a:gd name="T3" fmla="*/ 0 h 1"/>
                <a:gd name="T4" fmla="*/ 120 w 1923"/>
                <a:gd name="T5" fmla="*/ 0 h 1"/>
                <a:gd name="T6" fmla="*/ 0 60000 65536"/>
                <a:gd name="T7" fmla="*/ 0 60000 65536"/>
                <a:gd name="T8" fmla="*/ 0 60000 65536"/>
                <a:gd name="T9" fmla="*/ 0 w 1923"/>
                <a:gd name="T10" fmla="*/ 0 h 1"/>
                <a:gd name="T11" fmla="*/ 1923 w 192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3" h="1">
                  <a:moveTo>
                    <a:pt x="0" y="0"/>
                  </a:moveTo>
                  <a:lnTo>
                    <a:pt x="1922" y="0"/>
                  </a:lnTo>
                  <a:lnTo>
                    <a:pt x="192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6" name="Freeform 160"/>
            <p:cNvSpPr>
              <a:spLocks/>
            </p:cNvSpPr>
            <p:nvPr/>
          </p:nvSpPr>
          <p:spPr bwMode="auto">
            <a:xfrm>
              <a:off x="4227" y="3566"/>
              <a:ext cx="1" cy="226"/>
            </a:xfrm>
            <a:custGeom>
              <a:avLst/>
              <a:gdLst>
                <a:gd name="T0" fmla="*/ 0 w 1"/>
                <a:gd name="T1" fmla="*/ 0 h 904"/>
                <a:gd name="T2" fmla="*/ 0 w 1"/>
                <a:gd name="T3" fmla="*/ 57 h 904"/>
                <a:gd name="T4" fmla="*/ 1 w 1"/>
                <a:gd name="T5" fmla="*/ 57 h 904"/>
                <a:gd name="T6" fmla="*/ 0 60000 65536"/>
                <a:gd name="T7" fmla="*/ 0 60000 65536"/>
                <a:gd name="T8" fmla="*/ 0 60000 65536"/>
                <a:gd name="T9" fmla="*/ 0 w 1"/>
                <a:gd name="T10" fmla="*/ 0 h 904"/>
                <a:gd name="T11" fmla="*/ 1 w 1"/>
                <a:gd name="T12" fmla="*/ 904 h 90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904">
                  <a:moveTo>
                    <a:pt x="0" y="0"/>
                  </a:moveTo>
                  <a:lnTo>
                    <a:pt x="0" y="904"/>
                  </a:lnTo>
                  <a:lnTo>
                    <a:pt x="1" y="90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7" name="Freeform 161"/>
            <p:cNvSpPr>
              <a:spLocks/>
            </p:cNvSpPr>
            <p:nvPr/>
          </p:nvSpPr>
          <p:spPr bwMode="auto">
            <a:xfrm>
              <a:off x="4227" y="3515"/>
              <a:ext cx="1" cy="14"/>
            </a:xfrm>
            <a:custGeom>
              <a:avLst/>
              <a:gdLst>
                <a:gd name="T0" fmla="*/ 0 w 1"/>
                <a:gd name="T1" fmla="*/ 0 h 58"/>
                <a:gd name="T2" fmla="*/ 0 w 1"/>
                <a:gd name="T3" fmla="*/ 3 h 58"/>
                <a:gd name="T4" fmla="*/ 1 w 1"/>
                <a:gd name="T5" fmla="*/ 3 h 58"/>
                <a:gd name="T6" fmla="*/ 0 60000 65536"/>
                <a:gd name="T7" fmla="*/ 0 60000 65536"/>
                <a:gd name="T8" fmla="*/ 0 60000 65536"/>
                <a:gd name="T9" fmla="*/ 0 w 1"/>
                <a:gd name="T10" fmla="*/ 0 h 58"/>
                <a:gd name="T11" fmla="*/ 1 w 1"/>
                <a:gd name="T12" fmla="*/ 58 h 5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8">
                  <a:moveTo>
                    <a:pt x="0" y="0"/>
                  </a:moveTo>
                  <a:lnTo>
                    <a:pt x="0" y="58"/>
                  </a:lnTo>
                  <a:lnTo>
                    <a:pt x="1" y="5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8" name="Freeform 162"/>
            <p:cNvSpPr>
              <a:spLocks/>
            </p:cNvSpPr>
            <p:nvPr/>
          </p:nvSpPr>
          <p:spPr bwMode="auto">
            <a:xfrm>
              <a:off x="3987" y="3296"/>
              <a:ext cx="480" cy="1"/>
            </a:xfrm>
            <a:custGeom>
              <a:avLst/>
              <a:gdLst>
                <a:gd name="T0" fmla="*/ 0 w 1923"/>
                <a:gd name="T1" fmla="*/ 0 h 1"/>
                <a:gd name="T2" fmla="*/ 120 w 1923"/>
                <a:gd name="T3" fmla="*/ 0 h 1"/>
                <a:gd name="T4" fmla="*/ 120 w 1923"/>
                <a:gd name="T5" fmla="*/ 0 h 1"/>
                <a:gd name="T6" fmla="*/ 0 60000 65536"/>
                <a:gd name="T7" fmla="*/ 0 60000 65536"/>
                <a:gd name="T8" fmla="*/ 0 60000 65536"/>
                <a:gd name="T9" fmla="*/ 0 w 1923"/>
                <a:gd name="T10" fmla="*/ 0 h 1"/>
                <a:gd name="T11" fmla="*/ 1923 w 192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23" h="1">
                  <a:moveTo>
                    <a:pt x="0" y="0"/>
                  </a:moveTo>
                  <a:lnTo>
                    <a:pt x="1922" y="0"/>
                  </a:lnTo>
                  <a:lnTo>
                    <a:pt x="192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9" name="Freeform 163"/>
            <p:cNvSpPr>
              <a:spLocks/>
            </p:cNvSpPr>
            <p:nvPr/>
          </p:nvSpPr>
          <p:spPr bwMode="auto">
            <a:xfrm>
              <a:off x="5019" y="3364"/>
              <a:ext cx="1" cy="95"/>
            </a:xfrm>
            <a:custGeom>
              <a:avLst/>
              <a:gdLst>
                <a:gd name="T0" fmla="*/ 0 w 1"/>
                <a:gd name="T1" fmla="*/ 0 h 381"/>
                <a:gd name="T2" fmla="*/ 0 w 1"/>
                <a:gd name="T3" fmla="*/ 24 h 381"/>
                <a:gd name="T4" fmla="*/ 1 w 1"/>
                <a:gd name="T5" fmla="*/ 24 h 381"/>
                <a:gd name="T6" fmla="*/ 0 60000 65536"/>
                <a:gd name="T7" fmla="*/ 0 60000 65536"/>
                <a:gd name="T8" fmla="*/ 0 60000 65536"/>
                <a:gd name="T9" fmla="*/ 0 w 1"/>
                <a:gd name="T10" fmla="*/ 0 h 381"/>
                <a:gd name="T11" fmla="*/ 1 w 1"/>
                <a:gd name="T12" fmla="*/ 381 h 3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381">
                  <a:moveTo>
                    <a:pt x="0" y="0"/>
                  </a:moveTo>
                  <a:lnTo>
                    <a:pt x="0" y="381"/>
                  </a:lnTo>
                  <a:lnTo>
                    <a:pt x="1" y="38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0" name="Freeform 164"/>
            <p:cNvSpPr>
              <a:spLocks/>
            </p:cNvSpPr>
            <p:nvPr/>
          </p:nvSpPr>
          <p:spPr bwMode="auto">
            <a:xfrm>
              <a:off x="5104" y="3409"/>
              <a:ext cx="1" cy="204"/>
            </a:xfrm>
            <a:custGeom>
              <a:avLst/>
              <a:gdLst>
                <a:gd name="T0" fmla="*/ 0 w 1"/>
                <a:gd name="T1" fmla="*/ 0 h 815"/>
                <a:gd name="T2" fmla="*/ 0 w 1"/>
                <a:gd name="T3" fmla="*/ 51 h 815"/>
                <a:gd name="T4" fmla="*/ 1 w 1"/>
                <a:gd name="T5" fmla="*/ 51 h 815"/>
                <a:gd name="T6" fmla="*/ 0 60000 65536"/>
                <a:gd name="T7" fmla="*/ 0 60000 65536"/>
                <a:gd name="T8" fmla="*/ 0 60000 65536"/>
                <a:gd name="T9" fmla="*/ 0 w 1"/>
                <a:gd name="T10" fmla="*/ 0 h 815"/>
                <a:gd name="T11" fmla="*/ 1 w 1"/>
                <a:gd name="T12" fmla="*/ 815 h 8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15">
                  <a:moveTo>
                    <a:pt x="0" y="0"/>
                  </a:moveTo>
                  <a:lnTo>
                    <a:pt x="0" y="815"/>
                  </a:lnTo>
                  <a:lnTo>
                    <a:pt x="1" y="81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1" name="Freeform 165"/>
            <p:cNvSpPr>
              <a:spLocks/>
            </p:cNvSpPr>
            <p:nvPr/>
          </p:nvSpPr>
          <p:spPr bwMode="auto">
            <a:xfrm>
              <a:off x="5171" y="3409"/>
              <a:ext cx="1" cy="204"/>
            </a:xfrm>
            <a:custGeom>
              <a:avLst/>
              <a:gdLst>
                <a:gd name="T0" fmla="*/ 0 w 1"/>
                <a:gd name="T1" fmla="*/ 0 h 815"/>
                <a:gd name="T2" fmla="*/ 0 w 1"/>
                <a:gd name="T3" fmla="*/ 51 h 815"/>
                <a:gd name="T4" fmla="*/ 1 w 1"/>
                <a:gd name="T5" fmla="*/ 51 h 815"/>
                <a:gd name="T6" fmla="*/ 0 60000 65536"/>
                <a:gd name="T7" fmla="*/ 0 60000 65536"/>
                <a:gd name="T8" fmla="*/ 0 60000 65536"/>
                <a:gd name="T9" fmla="*/ 0 w 1"/>
                <a:gd name="T10" fmla="*/ 0 h 815"/>
                <a:gd name="T11" fmla="*/ 1 w 1"/>
                <a:gd name="T12" fmla="*/ 815 h 8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15">
                  <a:moveTo>
                    <a:pt x="0" y="0"/>
                  </a:moveTo>
                  <a:lnTo>
                    <a:pt x="0" y="815"/>
                  </a:lnTo>
                  <a:lnTo>
                    <a:pt x="1" y="81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2" name="Freeform 166"/>
            <p:cNvSpPr>
              <a:spLocks/>
            </p:cNvSpPr>
            <p:nvPr/>
          </p:nvSpPr>
          <p:spPr bwMode="auto">
            <a:xfrm>
              <a:off x="5019" y="3539"/>
              <a:ext cx="1" cy="116"/>
            </a:xfrm>
            <a:custGeom>
              <a:avLst/>
              <a:gdLst>
                <a:gd name="T0" fmla="*/ 0 w 1"/>
                <a:gd name="T1" fmla="*/ 0 h 465"/>
                <a:gd name="T2" fmla="*/ 0 w 1"/>
                <a:gd name="T3" fmla="*/ 29 h 465"/>
                <a:gd name="T4" fmla="*/ 1 w 1"/>
                <a:gd name="T5" fmla="*/ 29 h 465"/>
                <a:gd name="T6" fmla="*/ 0 60000 65536"/>
                <a:gd name="T7" fmla="*/ 0 60000 65536"/>
                <a:gd name="T8" fmla="*/ 0 60000 65536"/>
                <a:gd name="T9" fmla="*/ 0 w 1"/>
                <a:gd name="T10" fmla="*/ 0 h 465"/>
                <a:gd name="T11" fmla="*/ 1 w 1"/>
                <a:gd name="T12" fmla="*/ 465 h 4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65">
                  <a:moveTo>
                    <a:pt x="0" y="0"/>
                  </a:moveTo>
                  <a:lnTo>
                    <a:pt x="0" y="465"/>
                  </a:lnTo>
                  <a:lnTo>
                    <a:pt x="1" y="46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3" name="Freeform 167"/>
            <p:cNvSpPr>
              <a:spLocks/>
            </p:cNvSpPr>
            <p:nvPr/>
          </p:nvSpPr>
          <p:spPr bwMode="auto">
            <a:xfrm>
              <a:off x="5019" y="3489"/>
              <a:ext cx="1" cy="18"/>
            </a:xfrm>
            <a:custGeom>
              <a:avLst/>
              <a:gdLst>
                <a:gd name="T0" fmla="*/ 0 w 1"/>
                <a:gd name="T1" fmla="*/ 0 h 73"/>
                <a:gd name="T2" fmla="*/ 0 w 1"/>
                <a:gd name="T3" fmla="*/ 4 h 73"/>
                <a:gd name="T4" fmla="*/ 1 w 1"/>
                <a:gd name="T5" fmla="*/ 4 h 73"/>
                <a:gd name="T6" fmla="*/ 0 60000 65536"/>
                <a:gd name="T7" fmla="*/ 0 60000 65536"/>
                <a:gd name="T8" fmla="*/ 0 60000 65536"/>
                <a:gd name="T9" fmla="*/ 0 w 1"/>
                <a:gd name="T10" fmla="*/ 0 h 73"/>
                <a:gd name="T11" fmla="*/ 1 w 1"/>
                <a:gd name="T12" fmla="*/ 73 h 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3">
                  <a:moveTo>
                    <a:pt x="0" y="0"/>
                  </a:moveTo>
                  <a:lnTo>
                    <a:pt x="0" y="73"/>
                  </a:lnTo>
                  <a:lnTo>
                    <a:pt x="1" y="7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4" name="Freeform 168"/>
            <p:cNvSpPr>
              <a:spLocks/>
            </p:cNvSpPr>
            <p:nvPr/>
          </p:nvSpPr>
          <p:spPr bwMode="auto">
            <a:xfrm>
              <a:off x="4202" y="2768"/>
              <a:ext cx="343" cy="1"/>
            </a:xfrm>
            <a:custGeom>
              <a:avLst/>
              <a:gdLst>
                <a:gd name="T0" fmla="*/ 0 w 1370"/>
                <a:gd name="T1" fmla="*/ 0 h 1"/>
                <a:gd name="T2" fmla="*/ 86 w 1370"/>
                <a:gd name="T3" fmla="*/ 0 h 1"/>
                <a:gd name="T4" fmla="*/ 86 w 1370"/>
                <a:gd name="T5" fmla="*/ 0 h 1"/>
                <a:gd name="T6" fmla="*/ 0 60000 65536"/>
                <a:gd name="T7" fmla="*/ 0 60000 65536"/>
                <a:gd name="T8" fmla="*/ 0 60000 65536"/>
                <a:gd name="T9" fmla="*/ 0 w 1370"/>
                <a:gd name="T10" fmla="*/ 0 h 1"/>
                <a:gd name="T11" fmla="*/ 1370 w 137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70" h="1">
                  <a:moveTo>
                    <a:pt x="0" y="0"/>
                  </a:moveTo>
                  <a:lnTo>
                    <a:pt x="1368" y="0"/>
                  </a:lnTo>
                  <a:lnTo>
                    <a:pt x="137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5" name="Freeform 169"/>
            <p:cNvSpPr>
              <a:spLocks/>
            </p:cNvSpPr>
            <p:nvPr/>
          </p:nvSpPr>
          <p:spPr bwMode="auto">
            <a:xfrm>
              <a:off x="4162" y="2768"/>
              <a:ext cx="15" cy="1"/>
            </a:xfrm>
            <a:custGeom>
              <a:avLst/>
              <a:gdLst>
                <a:gd name="T0" fmla="*/ 0 w 60"/>
                <a:gd name="T1" fmla="*/ 0 h 1"/>
                <a:gd name="T2" fmla="*/ 4 w 60"/>
                <a:gd name="T3" fmla="*/ 0 h 1"/>
                <a:gd name="T4" fmla="*/ 4 w 60"/>
                <a:gd name="T5" fmla="*/ 0 h 1"/>
                <a:gd name="T6" fmla="*/ 0 60000 65536"/>
                <a:gd name="T7" fmla="*/ 0 60000 65536"/>
                <a:gd name="T8" fmla="*/ 0 60000 65536"/>
                <a:gd name="T9" fmla="*/ 0 w 60"/>
                <a:gd name="T10" fmla="*/ 0 h 1"/>
                <a:gd name="T11" fmla="*/ 60 w 6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0" h="1">
                  <a:moveTo>
                    <a:pt x="0" y="0"/>
                  </a:moveTo>
                  <a:lnTo>
                    <a:pt x="59" y="0"/>
                  </a:lnTo>
                  <a:lnTo>
                    <a:pt x="6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6" name="Freeform 170"/>
            <p:cNvSpPr>
              <a:spLocks/>
            </p:cNvSpPr>
            <p:nvPr/>
          </p:nvSpPr>
          <p:spPr bwMode="auto">
            <a:xfrm>
              <a:off x="4308" y="2577"/>
              <a:ext cx="111" cy="110"/>
            </a:xfrm>
            <a:custGeom>
              <a:avLst/>
              <a:gdLst>
                <a:gd name="T0" fmla="*/ 0 w 443"/>
                <a:gd name="T1" fmla="*/ 27 h 441"/>
                <a:gd name="T2" fmla="*/ 28 w 443"/>
                <a:gd name="T3" fmla="*/ 0 h 441"/>
                <a:gd name="T4" fmla="*/ 28 w 443"/>
                <a:gd name="T5" fmla="*/ 0 h 441"/>
                <a:gd name="T6" fmla="*/ 0 60000 65536"/>
                <a:gd name="T7" fmla="*/ 0 60000 65536"/>
                <a:gd name="T8" fmla="*/ 0 60000 65536"/>
                <a:gd name="T9" fmla="*/ 0 w 443"/>
                <a:gd name="T10" fmla="*/ 0 h 441"/>
                <a:gd name="T11" fmla="*/ 443 w 443"/>
                <a:gd name="T12" fmla="*/ 441 h 44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43" h="441">
                  <a:moveTo>
                    <a:pt x="0" y="441"/>
                  </a:moveTo>
                  <a:lnTo>
                    <a:pt x="442" y="0"/>
                  </a:lnTo>
                  <a:lnTo>
                    <a:pt x="44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7" name="Freeform 171"/>
            <p:cNvSpPr>
              <a:spLocks/>
            </p:cNvSpPr>
            <p:nvPr/>
          </p:nvSpPr>
          <p:spPr bwMode="auto">
            <a:xfrm>
              <a:off x="4654" y="2075"/>
              <a:ext cx="276" cy="267"/>
            </a:xfrm>
            <a:custGeom>
              <a:avLst/>
              <a:gdLst>
                <a:gd name="T0" fmla="*/ 0 w 276"/>
                <a:gd name="T1" fmla="*/ 0 h 267"/>
                <a:gd name="T2" fmla="*/ 276 w 276"/>
                <a:gd name="T3" fmla="*/ 267 h 267"/>
                <a:gd name="T4" fmla="*/ 0 60000 65536"/>
                <a:gd name="T5" fmla="*/ 0 60000 65536"/>
                <a:gd name="T6" fmla="*/ 0 w 276"/>
                <a:gd name="T7" fmla="*/ 0 h 267"/>
                <a:gd name="T8" fmla="*/ 276 w 276"/>
                <a:gd name="T9" fmla="*/ 267 h 2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6" h="267">
                  <a:moveTo>
                    <a:pt x="0" y="0"/>
                  </a:moveTo>
                  <a:lnTo>
                    <a:pt x="276" y="26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8" name="Freeform 172"/>
            <p:cNvSpPr>
              <a:spLocks/>
            </p:cNvSpPr>
            <p:nvPr/>
          </p:nvSpPr>
          <p:spPr bwMode="auto">
            <a:xfrm>
              <a:off x="3418" y="2529"/>
              <a:ext cx="782" cy="88"/>
            </a:xfrm>
            <a:custGeom>
              <a:avLst/>
              <a:gdLst>
                <a:gd name="T0" fmla="*/ 0 w 3128"/>
                <a:gd name="T1" fmla="*/ 22 h 351"/>
                <a:gd name="T2" fmla="*/ 196 w 3128"/>
                <a:gd name="T3" fmla="*/ 0 h 351"/>
                <a:gd name="T4" fmla="*/ 196 w 3128"/>
                <a:gd name="T5" fmla="*/ 0 h 351"/>
                <a:gd name="T6" fmla="*/ 0 60000 65536"/>
                <a:gd name="T7" fmla="*/ 0 60000 65536"/>
                <a:gd name="T8" fmla="*/ 0 60000 65536"/>
                <a:gd name="T9" fmla="*/ 0 w 3128"/>
                <a:gd name="T10" fmla="*/ 0 h 351"/>
                <a:gd name="T11" fmla="*/ 3128 w 3128"/>
                <a:gd name="T12" fmla="*/ 351 h 35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28" h="351">
                  <a:moveTo>
                    <a:pt x="0" y="351"/>
                  </a:moveTo>
                  <a:lnTo>
                    <a:pt x="3127" y="0"/>
                  </a:lnTo>
                  <a:lnTo>
                    <a:pt x="312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9" name="Freeform 173"/>
            <p:cNvSpPr>
              <a:spLocks/>
            </p:cNvSpPr>
            <p:nvPr/>
          </p:nvSpPr>
          <p:spPr bwMode="auto">
            <a:xfrm>
              <a:off x="4251" y="2100"/>
              <a:ext cx="428" cy="429"/>
            </a:xfrm>
            <a:custGeom>
              <a:avLst/>
              <a:gdLst>
                <a:gd name="T0" fmla="*/ 107 w 1713"/>
                <a:gd name="T1" fmla="*/ 0 h 1714"/>
                <a:gd name="T2" fmla="*/ 0 w 1713"/>
                <a:gd name="T3" fmla="*/ 107 h 1714"/>
                <a:gd name="T4" fmla="*/ 0 w 1713"/>
                <a:gd name="T5" fmla="*/ 107 h 1714"/>
                <a:gd name="T6" fmla="*/ 0 60000 65536"/>
                <a:gd name="T7" fmla="*/ 0 60000 65536"/>
                <a:gd name="T8" fmla="*/ 0 60000 65536"/>
                <a:gd name="T9" fmla="*/ 0 w 1713"/>
                <a:gd name="T10" fmla="*/ 0 h 1714"/>
                <a:gd name="T11" fmla="*/ 1713 w 1713"/>
                <a:gd name="T12" fmla="*/ 1714 h 17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13" h="1714">
                  <a:moveTo>
                    <a:pt x="1713" y="0"/>
                  </a:moveTo>
                  <a:lnTo>
                    <a:pt x="0" y="1714"/>
                  </a:lnTo>
                  <a:lnTo>
                    <a:pt x="1" y="1714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0" name="Freeform 174"/>
            <p:cNvSpPr>
              <a:spLocks/>
            </p:cNvSpPr>
            <p:nvPr/>
          </p:nvSpPr>
          <p:spPr bwMode="auto">
            <a:xfrm>
              <a:off x="4466" y="2315"/>
              <a:ext cx="428" cy="429"/>
            </a:xfrm>
            <a:custGeom>
              <a:avLst/>
              <a:gdLst>
                <a:gd name="T0" fmla="*/ 107 w 1714"/>
                <a:gd name="T1" fmla="*/ 0 h 1715"/>
                <a:gd name="T2" fmla="*/ 0 w 1714"/>
                <a:gd name="T3" fmla="*/ 107 h 1715"/>
                <a:gd name="T4" fmla="*/ 0 w 1714"/>
                <a:gd name="T5" fmla="*/ 107 h 1715"/>
                <a:gd name="T6" fmla="*/ 0 60000 65536"/>
                <a:gd name="T7" fmla="*/ 0 60000 65536"/>
                <a:gd name="T8" fmla="*/ 0 60000 65536"/>
                <a:gd name="T9" fmla="*/ 0 w 1714"/>
                <a:gd name="T10" fmla="*/ 0 h 1715"/>
                <a:gd name="T11" fmla="*/ 1714 w 1714"/>
                <a:gd name="T12" fmla="*/ 1715 h 17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14" h="1715">
                  <a:moveTo>
                    <a:pt x="1714" y="0"/>
                  </a:moveTo>
                  <a:lnTo>
                    <a:pt x="0" y="1715"/>
                  </a:lnTo>
                  <a:lnTo>
                    <a:pt x="1" y="171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1" name="Freeform 175"/>
            <p:cNvSpPr>
              <a:spLocks/>
            </p:cNvSpPr>
            <p:nvPr/>
          </p:nvSpPr>
          <p:spPr bwMode="auto">
            <a:xfrm>
              <a:off x="4491" y="2231"/>
              <a:ext cx="275" cy="275"/>
            </a:xfrm>
            <a:custGeom>
              <a:avLst/>
              <a:gdLst>
                <a:gd name="T0" fmla="*/ 0 w 275"/>
                <a:gd name="T1" fmla="*/ 0 h 275"/>
                <a:gd name="T2" fmla="*/ 275 w 275"/>
                <a:gd name="T3" fmla="*/ 275 h 275"/>
                <a:gd name="T4" fmla="*/ 0 60000 65536"/>
                <a:gd name="T5" fmla="*/ 0 60000 65536"/>
                <a:gd name="T6" fmla="*/ 0 w 275"/>
                <a:gd name="T7" fmla="*/ 0 h 275"/>
                <a:gd name="T8" fmla="*/ 275 w 275"/>
                <a:gd name="T9" fmla="*/ 275 h 27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75" h="275">
                  <a:moveTo>
                    <a:pt x="0" y="0"/>
                  </a:moveTo>
                  <a:lnTo>
                    <a:pt x="275" y="275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2" name="Freeform 176"/>
            <p:cNvSpPr>
              <a:spLocks/>
            </p:cNvSpPr>
            <p:nvPr/>
          </p:nvSpPr>
          <p:spPr bwMode="auto">
            <a:xfrm>
              <a:off x="4688" y="2268"/>
              <a:ext cx="159" cy="160"/>
            </a:xfrm>
            <a:custGeom>
              <a:avLst/>
              <a:gdLst>
                <a:gd name="T0" fmla="*/ 40 w 638"/>
                <a:gd name="T1" fmla="*/ 0 h 639"/>
                <a:gd name="T2" fmla="*/ 0 w 638"/>
                <a:gd name="T3" fmla="*/ 40 h 639"/>
                <a:gd name="T4" fmla="*/ 0 w 638"/>
                <a:gd name="T5" fmla="*/ 40 h 639"/>
                <a:gd name="T6" fmla="*/ 0 60000 65536"/>
                <a:gd name="T7" fmla="*/ 0 60000 65536"/>
                <a:gd name="T8" fmla="*/ 0 60000 65536"/>
                <a:gd name="T9" fmla="*/ 0 w 638"/>
                <a:gd name="T10" fmla="*/ 0 h 639"/>
                <a:gd name="T11" fmla="*/ 638 w 638"/>
                <a:gd name="T12" fmla="*/ 639 h 6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38" h="639">
                  <a:moveTo>
                    <a:pt x="638" y="0"/>
                  </a:moveTo>
                  <a:lnTo>
                    <a:pt x="0" y="639"/>
                  </a:lnTo>
                  <a:lnTo>
                    <a:pt x="1" y="63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3" name="Freeform 177"/>
            <p:cNvSpPr>
              <a:spLocks/>
            </p:cNvSpPr>
            <p:nvPr/>
          </p:nvSpPr>
          <p:spPr bwMode="auto">
            <a:xfrm>
              <a:off x="4567" y="2147"/>
              <a:ext cx="159" cy="160"/>
            </a:xfrm>
            <a:custGeom>
              <a:avLst/>
              <a:gdLst>
                <a:gd name="T0" fmla="*/ 40 w 638"/>
                <a:gd name="T1" fmla="*/ 0 h 640"/>
                <a:gd name="T2" fmla="*/ 0 w 638"/>
                <a:gd name="T3" fmla="*/ 40 h 640"/>
                <a:gd name="T4" fmla="*/ 0 w 638"/>
                <a:gd name="T5" fmla="*/ 40 h 640"/>
                <a:gd name="T6" fmla="*/ 0 60000 65536"/>
                <a:gd name="T7" fmla="*/ 0 60000 65536"/>
                <a:gd name="T8" fmla="*/ 0 60000 65536"/>
                <a:gd name="T9" fmla="*/ 0 w 638"/>
                <a:gd name="T10" fmla="*/ 0 h 640"/>
                <a:gd name="T11" fmla="*/ 638 w 638"/>
                <a:gd name="T12" fmla="*/ 640 h 6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38" h="640">
                  <a:moveTo>
                    <a:pt x="638" y="0"/>
                  </a:moveTo>
                  <a:lnTo>
                    <a:pt x="0" y="640"/>
                  </a:lnTo>
                  <a:lnTo>
                    <a:pt x="1" y="64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4" name="Freeform 178"/>
            <p:cNvSpPr>
              <a:spLocks/>
            </p:cNvSpPr>
            <p:nvPr/>
          </p:nvSpPr>
          <p:spPr bwMode="auto">
            <a:xfrm>
              <a:off x="4726" y="2309"/>
              <a:ext cx="123" cy="124"/>
            </a:xfrm>
            <a:custGeom>
              <a:avLst/>
              <a:gdLst>
                <a:gd name="T0" fmla="*/ 0 w 494"/>
                <a:gd name="T1" fmla="*/ 0 h 494"/>
                <a:gd name="T2" fmla="*/ 31 w 494"/>
                <a:gd name="T3" fmla="*/ 31 h 494"/>
                <a:gd name="T4" fmla="*/ 31 w 494"/>
                <a:gd name="T5" fmla="*/ 31 h 494"/>
                <a:gd name="T6" fmla="*/ 0 60000 65536"/>
                <a:gd name="T7" fmla="*/ 0 60000 65536"/>
                <a:gd name="T8" fmla="*/ 0 60000 65536"/>
                <a:gd name="T9" fmla="*/ 0 w 494"/>
                <a:gd name="T10" fmla="*/ 0 h 494"/>
                <a:gd name="T11" fmla="*/ 494 w 494"/>
                <a:gd name="T12" fmla="*/ 494 h 4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94" h="494">
                  <a:moveTo>
                    <a:pt x="0" y="0"/>
                  </a:moveTo>
                  <a:lnTo>
                    <a:pt x="493" y="494"/>
                  </a:lnTo>
                  <a:lnTo>
                    <a:pt x="494" y="494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5" name="Freeform 179"/>
            <p:cNvSpPr>
              <a:spLocks/>
            </p:cNvSpPr>
            <p:nvPr/>
          </p:nvSpPr>
          <p:spPr bwMode="auto">
            <a:xfrm>
              <a:off x="4782" y="2333"/>
              <a:ext cx="47" cy="47"/>
            </a:xfrm>
            <a:custGeom>
              <a:avLst/>
              <a:gdLst>
                <a:gd name="T0" fmla="*/ 0 w 189"/>
                <a:gd name="T1" fmla="*/ 0 h 188"/>
                <a:gd name="T2" fmla="*/ 12 w 189"/>
                <a:gd name="T3" fmla="*/ 12 h 188"/>
                <a:gd name="T4" fmla="*/ 12 w 189"/>
                <a:gd name="T5" fmla="*/ 12 h 188"/>
                <a:gd name="T6" fmla="*/ 0 60000 65536"/>
                <a:gd name="T7" fmla="*/ 0 60000 65536"/>
                <a:gd name="T8" fmla="*/ 0 60000 65536"/>
                <a:gd name="T9" fmla="*/ 0 w 189"/>
                <a:gd name="T10" fmla="*/ 0 h 188"/>
                <a:gd name="T11" fmla="*/ 189 w 189"/>
                <a:gd name="T12" fmla="*/ 188 h 1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9" h="188">
                  <a:moveTo>
                    <a:pt x="0" y="0"/>
                  </a:moveTo>
                  <a:lnTo>
                    <a:pt x="188" y="188"/>
                  </a:lnTo>
                  <a:lnTo>
                    <a:pt x="189" y="188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6" name="Freeform 180"/>
            <p:cNvSpPr>
              <a:spLocks/>
            </p:cNvSpPr>
            <p:nvPr/>
          </p:nvSpPr>
          <p:spPr bwMode="auto">
            <a:xfrm>
              <a:off x="4749" y="2366"/>
              <a:ext cx="48" cy="47"/>
            </a:xfrm>
            <a:custGeom>
              <a:avLst/>
              <a:gdLst>
                <a:gd name="T0" fmla="*/ 0 w 190"/>
                <a:gd name="T1" fmla="*/ 0 h 189"/>
                <a:gd name="T2" fmla="*/ 12 w 190"/>
                <a:gd name="T3" fmla="*/ 12 h 189"/>
                <a:gd name="T4" fmla="*/ 12 w 190"/>
                <a:gd name="T5" fmla="*/ 12 h 189"/>
                <a:gd name="T6" fmla="*/ 0 60000 65536"/>
                <a:gd name="T7" fmla="*/ 0 60000 65536"/>
                <a:gd name="T8" fmla="*/ 0 60000 65536"/>
                <a:gd name="T9" fmla="*/ 0 w 190"/>
                <a:gd name="T10" fmla="*/ 0 h 189"/>
                <a:gd name="T11" fmla="*/ 190 w 190"/>
                <a:gd name="T12" fmla="*/ 189 h 1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" h="189">
                  <a:moveTo>
                    <a:pt x="0" y="0"/>
                  </a:moveTo>
                  <a:lnTo>
                    <a:pt x="188" y="189"/>
                  </a:lnTo>
                  <a:lnTo>
                    <a:pt x="190" y="189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7" name="Freeform 181"/>
            <p:cNvSpPr>
              <a:spLocks/>
            </p:cNvSpPr>
            <p:nvPr/>
          </p:nvSpPr>
          <p:spPr bwMode="auto">
            <a:xfrm>
              <a:off x="4784" y="3369"/>
              <a:ext cx="1" cy="106"/>
            </a:xfrm>
            <a:custGeom>
              <a:avLst/>
              <a:gdLst>
                <a:gd name="T0" fmla="*/ 0 w 1"/>
                <a:gd name="T1" fmla="*/ 0 h 424"/>
                <a:gd name="T2" fmla="*/ 0 w 1"/>
                <a:gd name="T3" fmla="*/ 27 h 424"/>
                <a:gd name="T4" fmla="*/ 1 w 1"/>
                <a:gd name="T5" fmla="*/ 27 h 424"/>
                <a:gd name="T6" fmla="*/ 0 60000 65536"/>
                <a:gd name="T7" fmla="*/ 0 60000 65536"/>
                <a:gd name="T8" fmla="*/ 0 60000 65536"/>
                <a:gd name="T9" fmla="*/ 0 w 1"/>
                <a:gd name="T10" fmla="*/ 0 h 424"/>
                <a:gd name="T11" fmla="*/ 1 w 1"/>
                <a:gd name="T12" fmla="*/ 424 h 4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24">
                  <a:moveTo>
                    <a:pt x="0" y="0"/>
                  </a:moveTo>
                  <a:lnTo>
                    <a:pt x="0" y="424"/>
                  </a:lnTo>
                  <a:lnTo>
                    <a:pt x="1" y="42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8" name="Freeform 182"/>
            <p:cNvSpPr>
              <a:spLocks/>
            </p:cNvSpPr>
            <p:nvPr/>
          </p:nvSpPr>
          <p:spPr bwMode="auto">
            <a:xfrm>
              <a:off x="4904" y="3358"/>
              <a:ext cx="1" cy="303"/>
            </a:xfrm>
            <a:custGeom>
              <a:avLst/>
              <a:gdLst>
                <a:gd name="T0" fmla="*/ 0 w 1"/>
                <a:gd name="T1" fmla="*/ 0 h 1214"/>
                <a:gd name="T2" fmla="*/ 0 w 1"/>
                <a:gd name="T3" fmla="*/ 76 h 1214"/>
                <a:gd name="T4" fmla="*/ 1 w 1"/>
                <a:gd name="T5" fmla="*/ 76 h 1214"/>
                <a:gd name="T6" fmla="*/ 0 60000 65536"/>
                <a:gd name="T7" fmla="*/ 0 60000 65536"/>
                <a:gd name="T8" fmla="*/ 0 60000 65536"/>
                <a:gd name="T9" fmla="*/ 0 w 1"/>
                <a:gd name="T10" fmla="*/ 0 h 1214"/>
                <a:gd name="T11" fmla="*/ 1 w 1"/>
                <a:gd name="T12" fmla="*/ 1214 h 12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214">
                  <a:moveTo>
                    <a:pt x="0" y="0"/>
                  </a:moveTo>
                  <a:lnTo>
                    <a:pt x="0" y="1214"/>
                  </a:lnTo>
                  <a:lnTo>
                    <a:pt x="1" y="121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49" name="Freeform 183"/>
            <p:cNvSpPr>
              <a:spLocks/>
            </p:cNvSpPr>
            <p:nvPr/>
          </p:nvSpPr>
          <p:spPr bwMode="auto">
            <a:xfrm>
              <a:off x="4636" y="3409"/>
              <a:ext cx="535" cy="1"/>
            </a:xfrm>
            <a:custGeom>
              <a:avLst/>
              <a:gdLst>
                <a:gd name="T0" fmla="*/ 134 w 2138"/>
                <a:gd name="T1" fmla="*/ 0 h 1"/>
                <a:gd name="T2" fmla="*/ 0 w 2138"/>
                <a:gd name="T3" fmla="*/ 0 h 1"/>
                <a:gd name="T4" fmla="*/ 0 w 2138"/>
                <a:gd name="T5" fmla="*/ 0 h 1"/>
                <a:gd name="T6" fmla="*/ 0 60000 65536"/>
                <a:gd name="T7" fmla="*/ 0 60000 65536"/>
                <a:gd name="T8" fmla="*/ 0 60000 65536"/>
                <a:gd name="T9" fmla="*/ 0 w 2138"/>
                <a:gd name="T10" fmla="*/ 0 h 1"/>
                <a:gd name="T11" fmla="*/ 2138 w 2138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38" h="1">
                  <a:moveTo>
                    <a:pt x="2138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0" name="Freeform 184"/>
            <p:cNvSpPr>
              <a:spLocks/>
            </p:cNvSpPr>
            <p:nvPr/>
          </p:nvSpPr>
          <p:spPr bwMode="auto">
            <a:xfrm>
              <a:off x="4636" y="3613"/>
              <a:ext cx="535" cy="1"/>
            </a:xfrm>
            <a:custGeom>
              <a:avLst/>
              <a:gdLst>
                <a:gd name="T0" fmla="*/ 134 w 2138"/>
                <a:gd name="T1" fmla="*/ 0 h 1"/>
                <a:gd name="T2" fmla="*/ 0 w 2138"/>
                <a:gd name="T3" fmla="*/ 0 h 1"/>
                <a:gd name="T4" fmla="*/ 0 w 2138"/>
                <a:gd name="T5" fmla="*/ 0 h 1"/>
                <a:gd name="T6" fmla="*/ 0 60000 65536"/>
                <a:gd name="T7" fmla="*/ 0 60000 65536"/>
                <a:gd name="T8" fmla="*/ 0 60000 65536"/>
                <a:gd name="T9" fmla="*/ 0 w 2138"/>
                <a:gd name="T10" fmla="*/ 0 h 1"/>
                <a:gd name="T11" fmla="*/ 2138 w 2138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38" h="1">
                  <a:moveTo>
                    <a:pt x="2138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1" name="Freeform 185"/>
            <p:cNvSpPr>
              <a:spLocks/>
            </p:cNvSpPr>
            <p:nvPr/>
          </p:nvSpPr>
          <p:spPr bwMode="auto">
            <a:xfrm>
              <a:off x="4703" y="3409"/>
              <a:ext cx="1" cy="204"/>
            </a:xfrm>
            <a:custGeom>
              <a:avLst/>
              <a:gdLst>
                <a:gd name="T0" fmla="*/ 0 w 1"/>
                <a:gd name="T1" fmla="*/ 0 h 815"/>
                <a:gd name="T2" fmla="*/ 0 w 1"/>
                <a:gd name="T3" fmla="*/ 51 h 815"/>
                <a:gd name="T4" fmla="*/ 1 w 1"/>
                <a:gd name="T5" fmla="*/ 51 h 815"/>
                <a:gd name="T6" fmla="*/ 0 60000 65536"/>
                <a:gd name="T7" fmla="*/ 0 60000 65536"/>
                <a:gd name="T8" fmla="*/ 0 60000 65536"/>
                <a:gd name="T9" fmla="*/ 0 w 1"/>
                <a:gd name="T10" fmla="*/ 0 h 815"/>
                <a:gd name="T11" fmla="*/ 1 w 1"/>
                <a:gd name="T12" fmla="*/ 815 h 81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15">
                  <a:moveTo>
                    <a:pt x="0" y="0"/>
                  </a:moveTo>
                  <a:lnTo>
                    <a:pt x="0" y="815"/>
                  </a:lnTo>
                  <a:lnTo>
                    <a:pt x="1" y="81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2" name="Freeform 186"/>
            <p:cNvSpPr>
              <a:spLocks/>
            </p:cNvSpPr>
            <p:nvPr/>
          </p:nvSpPr>
          <p:spPr bwMode="auto">
            <a:xfrm>
              <a:off x="4817" y="3511"/>
              <a:ext cx="158" cy="1"/>
            </a:xfrm>
            <a:custGeom>
              <a:avLst/>
              <a:gdLst>
                <a:gd name="T0" fmla="*/ 0 w 632"/>
                <a:gd name="T1" fmla="*/ 0 h 1"/>
                <a:gd name="T2" fmla="*/ 40 w 632"/>
                <a:gd name="T3" fmla="*/ 0 h 1"/>
                <a:gd name="T4" fmla="*/ 40 w 632"/>
                <a:gd name="T5" fmla="*/ 0 h 1"/>
                <a:gd name="T6" fmla="*/ 0 60000 65536"/>
                <a:gd name="T7" fmla="*/ 0 60000 65536"/>
                <a:gd name="T8" fmla="*/ 0 60000 65536"/>
                <a:gd name="T9" fmla="*/ 0 w 632"/>
                <a:gd name="T10" fmla="*/ 0 h 1"/>
                <a:gd name="T11" fmla="*/ 632 w 63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32" h="1">
                  <a:moveTo>
                    <a:pt x="0" y="0"/>
                  </a:moveTo>
                  <a:lnTo>
                    <a:pt x="631" y="0"/>
                  </a:lnTo>
                  <a:lnTo>
                    <a:pt x="63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3" name="Freeform 187"/>
            <p:cNvSpPr>
              <a:spLocks/>
            </p:cNvSpPr>
            <p:nvPr/>
          </p:nvSpPr>
          <p:spPr bwMode="auto">
            <a:xfrm>
              <a:off x="4857" y="3464"/>
              <a:ext cx="93" cy="93"/>
            </a:xfrm>
            <a:custGeom>
              <a:avLst/>
              <a:gdLst>
                <a:gd name="T0" fmla="*/ 12 w 371"/>
                <a:gd name="T1" fmla="*/ 23 h 371"/>
                <a:gd name="T2" fmla="*/ 20 w 371"/>
                <a:gd name="T3" fmla="*/ 20 h 371"/>
                <a:gd name="T4" fmla="*/ 23 w 371"/>
                <a:gd name="T5" fmla="*/ 12 h 371"/>
                <a:gd name="T6" fmla="*/ 20 w 371"/>
                <a:gd name="T7" fmla="*/ 4 h 371"/>
                <a:gd name="T8" fmla="*/ 12 w 371"/>
                <a:gd name="T9" fmla="*/ 0 h 371"/>
                <a:gd name="T10" fmla="*/ 4 w 371"/>
                <a:gd name="T11" fmla="*/ 4 h 371"/>
                <a:gd name="T12" fmla="*/ 0 w 371"/>
                <a:gd name="T13" fmla="*/ 12 h 371"/>
                <a:gd name="T14" fmla="*/ 0 w 371"/>
                <a:gd name="T15" fmla="*/ 12 h 37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371"/>
                <a:gd name="T25" fmla="*/ 0 h 371"/>
                <a:gd name="T26" fmla="*/ 371 w 371"/>
                <a:gd name="T27" fmla="*/ 371 h 371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371" h="371">
                  <a:moveTo>
                    <a:pt x="185" y="371"/>
                  </a:moveTo>
                  <a:lnTo>
                    <a:pt x="317" y="318"/>
                  </a:lnTo>
                  <a:lnTo>
                    <a:pt x="371" y="186"/>
                  </a:lnTo>
                  <a:lnTo>
                    <a:pt x="317" y="55"/>
                  </a:lnTo>
                  <a:lnTo>
                    <a:pt x="185" y="0"/>
                  </a:lnTo>
                  <a:lnTo>
                    <a:pt x="54" y="55"/>
                  </a:lnTo>
                  <a:lnTo>
                    <a:pt x="0" y="186"/>
                  </a:lnTo>
                  <a:lnTo>
                    <a:pt x="1" y="186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4" name="Freeform 188"/>
            <p:cNvSpPr>
              <a:spLocks/>
            </p:cNvSpPr>
            <p:nvPr/>
          </p:nvSpPr>
          <p:spPr bwMode="auto">
            <a:xfrm>
              <a:off x="4880" y="3488"/>
              <a:ext cx="47" cy="46"/>
            </a:xfrm>
            <a:custGeom>
              <a:avLst/>
              <a:gdLst>
                <a:gd name="T0" fmla="*/ 12 w 186"/>
                <a:gd name="T1" fmla="*/ 6 h 185"/>
                <a:gd name="T2" fmla="*/ 10 w 186"/>
                <a:gd name="T3" fmla="*/ 1 h 185"/>
                <a:gd name="T4" fmla="*/ 6 w 186"/>
                <a:gd name="T5" fmla="*/ 0 h 185"/>
                <a:gd name="T6" fmla="*/ 2 w 186"/>
                <a:gd name="T7" fmla="*/ 1 h 185"/>
                <a:gd name="T8" fmla="*/ 0 w 186"/>
                <a:gd name="T9" fmla="*/ 6 h 185"/>
                <a:gd name="T10" fmla="*/ 2 w 186"/>
                <a:gd name="T11" fmla="*/ 10 h 185"/>
                <a:gd name="T12" fmla="*/ 6 w 186"/>
                <a:gd name="T13" fmla="*/ 11 h 185"/>
                <a:gd name="T14" fmla="*/ 10 w 186"/>
                <a:gd name="T15" fmla="*/ 10 h 185"/>
                <a:gd name="T16" fmla="*/ 12 w 186"/>
                <a:gd name="T17" fmla="*/ 6 h 185"/>
                <a:gd name="T18" fmla="*/ 12 w 186"/>
                <a:gd name="T19" fmla="*/ 6 h 18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86"/>
                <a:gd name="T31" fmla="*/ 0 h 185"/>
                <a:gd name="T32" fmla="*/ 186 w 186"/>
                <a:gd name="T33" fmla="*/ 185 h 185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86" h="185">
                  <a:moveTo>
                    <a:pt x="185" y="92"/>
                  </a:moveTo>
                  <a:lnTo>
                    <a:pt x="157" y="26"/>
                  </a:lnTo>
                  <a:lnTo>
                    <a:pt x="92" y="0"/>
                  </a:lnTo>
                  <a:lnTo>
                    <a:pt x="27" y="26"/>
                  </a:lnTo>
                  <a:lnTo>
                    <a:pt x="0" y="92"/>
                  </a:lnTo>
                  <a:lnTo>
                    <a:pt x="27" y="157"/>
                  </a:lnTo>
                  <a:lnTo>
                    <a:pt x="92" y="185"/>
                  </a:lnTo>
                  <a:lnTo>
                    <a:pt x="157" y="157"/>
                  </a:lnTo>
                  <a:lnTo>
                    <a:pt x="185" y="92"/>
                  </a:lnTo>
                  <a:lnTo>
                    <a:pt x="186" y="92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5" name="Freeform 189"/>
            <p:cNvSpPr>
              <a:spLocks/>
            </p:cNvSpPr>
            <p:nvPr/>
          </p:nvSpPr>
          <p:spPr bwMode="auto">
            <a:xfrm>
              <a:off x="4784" y="3538"/>
              <a:ext cx="1" cy="115"/>
            </a:xfrm>
            <a:custGeom>
              <a:avLst/>
              <a:gdLst>
                <a:gd name="T0" fmla="*/ 0 w 1"/>
                <a:gd name="T1" fmla="*/ 0 h 456"/>
                <a:gd name="T2" fmla="*/ 0 w 1"/>
                <a:gd name="T3" fmla="*/ 29 h 456"/>
                <a:gd name="T4" fmla="*/ 1 w 1"/>
                <a:gd name="T5" fmla="*/ 29 h 456"/>
                <a:gd name="T6" fmla="*/ 0 60000 65536"/>
                <a:gd name="T7" fmla="*/ 0 60000 65536"/>
                <a:gd name="T8" fmla="*/ 0 60000 65536"/>
                <a:gd name="T9" fmla="*/ 0 w 1"/>
                <a:gd name="T10" fmla="*/ 0 h 456"/>
                <a:gd name="T11" fmla="*/ 1 w 1"/>
                <a:gd name="T12" fmla="*/ 456 h 45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56">
                  <a:moveTo>
                    <a:pt x="0" y="0"/>
                  </a:moveTo>
                  <a:lnTo>
                    <a:pt x="0" y="456"/>
                  </a:lnTo>
                  <a:lnTo>
                    <a:pt x="1" y="45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6" name="Freeform 190"/>
            <p:cNvSpPr>
              <a:spLocks/>
            </p:cNvSpPr>
            <p:nvPr/>
          </p:nvSpPr>
          <p:spPr bwMode="auto">
            <a:xfrm>
              <a:off x="4784" y="3501"/>
              <a:ext cx="1" cy="11"/>
            </a:xfrm>
            <a:custGeom>
              <a:avLst/>
              <a:gdLst>
                <a:gd name="T0" fmla="*/ 0 w 1"/>
                <a:gd name="T1" fmla="*/ 0 h 46"/>
                <a:gd name="T2" fmla="*/ 0 w 1"/>
                <a:gd name="T3" fmla="*/ 3 h 46"/>
                <a:gd name="T4" fmla="*/ 1 w 1"/>
                <a:gd name="T5" fmla="*/ 3 h 46"/>
                <a:gd name="T6" fmla="*/ 0 60000 65536"/>
                <a:gd name="T7" fmla="*/ 0 60000 65536"/>
                <a:gd name="T8" fmla="*/ 0 60000 65536"/>
                <a:gd name="T9" fmla="*/ 0 w 1"/>
                <a:gd name="T10" fmla="*/ 0 h 46"/>
                <a:gd name="T11" fmla="*/ 1 w 1"/>
                <a:gd name="T12" fmla="*/ 46 h 4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6">
                  <a:moveTo>
                    <a:pt x="0" y="0"/>
                  </a:moveTo>
                  <a:lnTo>
                    <a:pt x="0" y="46"/>
                  </a:lnTo>
                  <a:lnTo>
                    <a:pt x="1" y="4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7" name="Freeform 191"/>
            <p:cNvSpPr>
              <a:spLocks/>
            </p:cNvSpPr>
            <p:nvPr/>
          </p:nvSpPr>
          <p:spPr bwMode="auto">
            <a:xfrm>
              <a:off x="3283" y="3409"/>
              <a:ext cx="304" cy="1"/>
            </a:xfrm>
            <a:custGeom>
              <a:avLst/>
              <a:gdLst>
                <a:gd name="T0" fmla="*/ 76 w 1217"/>
                <a:gd name="T1" fmla="*/ 0 h 1"/>
                <a:gd name="T2" fmla="*/ 0 w 1217"/>
                <a:gd name="T3" fmla="*/ 0 h 1"/>
                <a:gd name="T4" fmla="*/ 0 w 1217"/>
                <a:gd name="T5" fmla="*/ 0 h 1"/>
                <a:gd name="T6" fmla="*/ 0 60000 65536"/>
                <a:gd name="T7" fmla="*/ 0 60000 65536"/>
                <a:gd name="T8" fmla="*/ 0 60000 65536"/>
                <a:gd name="T9" fmla="*/ 0 w 1217"/>
                <a:gd name="T10" fmla="*/ 0 h 1"/>
                <a:gd name="T11" fmla="*/ 1217 w 121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17" h="1">
                  <a:moveTo>
                    <a:pt x="1217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8" name="Freeform 192"/>
            <p:cNvSpPr>
              <a:spLocks/>
            </p:cNvSpPr>
            <p:nvPr/>
          </p:nvSpPr>
          <p:spPr bwMode="auto">
            <a:xfrm>
              <a:off x="3283" y="3609"/>
              <a:ext cx="304" cy="1"/>
            </a:xfrm>
            <a:custGeom>
              <a:avLst/>
              <a:gdLst>
                <a:gd name="T0" fmla="*/ 76 w 1217"/>
                <a:gd name="T1" fmla="*/ 0 h 1"/>
                <a:gd name="T2" fmla="*/ 0 w 1217"/>
                <a:gd name="T3" fmla="*/ 0 h 1"/>
                <a:gd name="T4" fmla="*/ 0 w 1217"/>
                <a:gd name="T5" fmla="*/ 0 h 1"/>
                <a:gd name="T6" fmla="*/ 0 60000 65536"/>
                <a:gd name="T7" fmla="*/ 0 60000 65536"/>
                <a:gd name="T8" fmla="*/ 0 60000 65536"/>
                <a:gd name="T9" fmla="*/ 0 w 1217"/>
                <a:gd name="T10" fmla="*/ 0 h 1"/>
                <a:gd name="T11" fmla="*/ 1217 w 121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17" h="1">
                  <a:moveTo>
                    <a:pt x="1217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59" name="Rectangle 193"/>
            <p:cNvSpPr>
              <a:spLocks noChangeArrowheads="1"/>
            </p:cNvSpPr>
            <p:nvPr/>
          </p:nvSpPr>
          <p:spPr bwMode="auto">
            <a:xfrm>
              <a:off x="4722" y="2839"/>
              <a:ext cx="226" cy="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400" b="1">
                  <a:solidFill>
                    <a:srgbClr val="000000"/>
                  </a:solidFill>
                  <a:latin typeface="宋体" pitchFamily="2" charset="-122"/>
                </a:rPr>
                <a:t>螺孔</a:t>
              </a:r>
              <a:endParaRPr lang="zh-CN" altLang="en-US" sz="2400" b="1"/>
            </a:p>
          </p:txBody>
        </p:sp>
        <p:sp>
          <p:nvSpPr>
            <p:cNvPr id="12360" name="Freeform 194"/>
            <p:cNvSpPr>
              <a:spLocks/>
            </p:cNvSpPr>
            <p:nvPr/>
          </p:nvSpPr>
          <p:spPr bwMode="auto">
            <a:xfrm>
              <a:off x="4840" y="2275"/>
              <a:ext cx="50" cy="45"/>
            </a:xfrm>
            <a:custGeom>
              <a:avLst/>
              <a:gdLst>
                <a:gd name="T0" fmla="*/ 0 w 202"/>
                <a:gd name="T1" fmla="*/ 0 h 177"/>
                <a:gd name="T2" fmla="*/ 4 w 202"/>
                <a:gd name="T3" fmla="*/ 8 h 177"/>
                <a:gd name="T4" fmla="*/ 12 w 202"/>
                <a:gd name="T5" fmla="*/ 11 h 177"/>
                <a:gd name="T6" fmla="*/ 12 w 202"/>
                <a:gd name="T7" fmla="*/ 11 h 17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2"/>
                <a:gd name="T13" fmla="*/ 0 h 177"/>
                <a:gd name="T14" fmla="*/ 202 w 202"/>
                <a:gd name="T15" fmla="*/ 177 h 17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2" h="177">
                  <a:moveTo>
                    <a:pt x="0" y="0"/>
                  </a:moveTo>
                  <a:lnTo>
                    <a:pt x="69" y="120"/>
                  </a:lnTo>
                  <a:lnTo>
                    <a:pt x="200" y="177"/>
                  </a:lnTo>
                  <a:lnTo>
                    <a:pt x="202" y="177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1" name="Freeform 195"/>
            <p:cNvSpPr>
              <a:spLocks/>
            </p:cNvSpPr>
            <p:nvPr/>
          </p:nvSpPr>
          <p:spPr bwMode="auto">
            <a:xfrm>
              <a:off x="4700" y="2416"/>
              <a:ext cx="59" cy="35"/>
            </a:xfrm>
            <a:custGeom>
              <a:avLst/>
              <a:gdLst>
                <a:gd name="T0" fmla="*/ 0 w 238"/>
                <a:gd name="T1" fmla="*/ 0 h 140"/>
                <a:gd name="T2" fmla="*/ 15 w 238"/>
                <a:gd name="T3" fmla="*/ 9 h 140"/>
                <a:gd name="T4" fmla="*/ 15 w 238"/>
                <a:gd name="T5" fmla="*/ 9 h 140"/>
                <a:gd name="T6" fmla="*/ 0 60000 65536"/>
                <a:gd name="T7" fmla="*/ 0 60000 65536"/>
                <a:gd name="T8" fmla="*/ 0 60000 65536"/>
                <a:gd name="T9" fmla="*/ 0 w 238"/>
                <a:gd name="T10" fmla="*/ 0 h 140"/>
                <a:gd name="T11" fmla="*/ 238 w 238"/>
                <a:gd name="T12" fmla="*/ 140 h 14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8" h="140">
                  <a:moveTo>
                    <a:pt x="0" y="0"/>
                  </a:moveTo>
                  <a:lnTo>
                    <a:pt x="237" y="140"/>
                  </a:lnTo>
                  <a:lnTo>
                    <a:pt x="238" y="140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2" name="Freeform 196"/>
            <p:cNvSpPr>
              <a:spLocks/>
            </p:cNvSpPr>
            <p:nvPr/>
          </p:nvSpPr>
          <p:spPr bwMode="auto">
            <a:xfrm>
              <a:off x="4227" y="2687"/>
              <a:ext cx="81" cy="81"/>
            </a:xfrm>
            <a:custGeom>
              <a:avLst/>
              <a:gdLst>
                <a:gd name="T0" fmla="*/ 20 w 323"/>
                <a:gd name="T1" fmla="*/ 0 h 324"/>
                <a:gd name="T2" fmla="*/ 0 w 323"/>
                <a:gd name="T3" fmla="*/ 20 h 324"/>
                <a:gd name="T4" fmla="*/ 0 w 323"/>
                <a:gd name="T5" fmla="*/ 20 h 324"/>
                <a:gd name="T6" fmla="*/ 0 60000 65536"/>
                <a:gd name="T7" fmla="*/ 0 60000 65536"/>
                <a:gd name="T8" fmla="*/ 0 60000 65536"/>
                <a:gd name="T9" fmla="*/ 0 w 323"/>
                <a:gd name="T10" fmla="*/ 0 h 324"/>
                <a:gd name="T11" fmla="*/ 323 w 323"/>
                <a:gd name="T12" fmla="*/ 324 h 32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3" h="324">
                  <a:moveTo>
                    <a:pt x="323" y="0"/>
                  </a:moveTo>
                  <a:lnTo>
                    <a:pt x="0" y="324"/>
                  </a:lnTo>
                  <a:lnTo>
                    <a:pt x="1" y="324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3" name="Freeform 197"/>
            <p:cNvSpPr>
              <a:spLocks/>
            </p:cNvSpPr>
            <p:nvPr/>
          </p:nvSpPr>
          <p:spPr bwMode="auto">
            <a:xfrm>
              <a:off x="4737" y="2068"/>
              <a:ext cx="190" cy="189"/>
            </a:xfrm>
            <a:custGeom>
              <a:avLst/>
              <a:gdLst>
                <a:gd name="T0" fmla="*/ 0 w 760"/>
                <a:gd name="T1" fmla="*/ 47 h 760"/>
                <a:gd name="T2" fmla="*/ 48 w 760"/>
                <a:gd name="T3" fmla="*/ 0 h 760"/>
                <a:gd name="T4" fmla="*/ 48 w 760"/>
                <a:gd name="T5" fmla="*/ 0 h 760"/>
                <a:gd name="T6" fmla="*/ 0 60000 65536"/>
                <a:gd name="T7" fmla="*/ 0 60000 65536"/>
                <a:gd name="T8" fmla="*/ 0 60000 65536"/>
                <a:gd name="T9" fmla="*/ 0 w 760"/>
                <a:gd name="T10" fmla="*/ 0 h 760"/>
                <a:gd name="T11" fmla="*/ 760 w 760"/>
                <a:gd name="T12" fmla="*/ 760 h 7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60" h="760">
                  <a:moveTo>
                    <a:pt x="0" y="760"/>
                  </a:moveTo>
                  <a:lnTo>
                    <a:pt x="759" y="0"/>
                  </a:lnTo>
                  <a:lnTo>
                    <a:pt x="76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4" name="Freeform 198"/>
            <p:cNvSpPr>
              <a:spLocks/>
            </p:cNvSpPr>
            <p:nvPr/>
          </p:nvSpPr>
          <p:spPr bwMode="auto">
            <a:xfrm>
              <a:off x="4704" y="2400"/>
              <a:ext cx="12" cy="20"/>
            </a:xfrm>
            <a:custGeom>
              <a:avLst/>
              <a:gdLst>
                <a:gd name="T0" fmla="*/ 0 w 46"/>
                <a:gd name="T1" fmla="*/ 5 h 76"/>
                <a:gd name="T2" fmla="*/ 3 w 46"/>
                <a:gd name="T3" fmla="*/ 0 h 76"/>
                <a:gd name="T4" fmla="*/ 3 w 46"/>
                <a:gd name="T5" fmla="*/ 0 h 76"/>
                <a:gd name="T6" fmla="*/ 0 60000 65536"/>
                <a:gd name="T7" fmla="*/ 0 60000 65536"/>
                <a:gd name="T8" fmla="*/ 0 60000 65536"/>
                <a:gd name="T9" fmla="*/ 0 w 46"/>
                <a:gd name="T10" fmla="*/ 0 h 76"/>
                <a:gd name="T11" fmla="*/ 46 w 46"/>
                <a:gd name="T12" fmla="*/ 76 h 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6" h="76">
                  <a:moveTo>
                    <a:pt x="0" y="76"/>
                  </a:moveTo>
                  <a:lnTo>
                    <a:pt x="45" y="0"/>
                  </a:lnTo>
                  <a:lnTo>
                    <a:pt x="4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5" name="Freeform 199"/>
            <p:cNvSpPr>
              <a:spLocks/>
            </p:cNvSpPr>
            <p:nvPr/>
          </p:nvSpPr>
          <p:spPr bwMode="auto">
            <a:xfrm>
              <a:off x="4748" y="2393"/>
              <a:ext cx="29" cy="49"/>
            </a:xfrm>
            <a:custGeom>
              <a:avLst/>
              <a:gdLst>
                <a:gd name="T0" fmla="*/ 0 w 114"/>
                <a:gd name="T1" fmla="*/ 12 h 195"/>
                <a:gd name="T2" fmla="*/ 7 w 114"/>
                <a:gd name="T3" fmla="*/ 0 h 195"/>
                <a:gd name="T4" fmla="*/ 7 w 114"/>
                <a:gd name="T5" fmla="*/ 0 h 195"/>
                <a:gd name="T6" fmla="*/ 0 60000 65536"/>
                <a:gd name="T7" fmla="*/ 0 60000 65536"/>
                <a:gd name="T8" fmla="*/ 0 60000 65536"/>
                <a:gd name="T9" fmla="*/ 0 w 114"/>
                <a:gd name="T10" fmla="*/ 0 h 195"/>
                <a:gd name="T11" fmla="*/ 114 w 114"/>
                <a:gd name="T12" fmla="*/ 195 h 19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4" h="195">
                  <a:moveTo>
                    <a:pt x="0" y="195"/>
                  </a:moveTo>
                  <a:lnTo>
                    <a:pt x="113" y="0"/>
                  </a:lnTo>
                  <a:lnTo>
                    <a:pt x="11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6" name="Freeform 200"/>
            <p:cNvSpPr>
              <a:spLocks/>
            </p:cNvSpPr>
            <p:nvPr/>
          </p:nvSpPr>
          <p:spPr bwMode="auto">
            <a:xfrm>
              <a:off x="4800" y="2278"/>
              <a:ext cx="43" cy="73"/>
            </a:xfrm>
            <a:custGeom>
              <a:avLst/>
              <a:gdLst>
                <a:gd name="T0" fmla="*/ 0 w 171"/>
                <a:gd name="T1" fmla="*/ 18 h 293"/>
                <a:gd name="T2" fmla="*/ 11 w 171"/>
                <a:gd name="T3" fmla="*/ 0 h 293"/>
                <a:gd name="T4" fmla="*/ 11 w 171"/>
                <a:gd name="T5" fmla="*/ 0 h 293"/>
                <a:gd name="T6" fmla="*/ 0 60000 65536"/>
                <a:gd name="T7" fmla="*/ 0 60000 65536"/>
                <a:gd name="T8" fmla="*/ 0 60000 65536"/>
                <a:gd name="T9" fmla="*/ 0 w 171"/>
                <a:gd name="T10" fmla="*/ 0 h 293"/>
                <a:gd name="T11" fmla="*/ 171 w 171"/>
                <a:gd name="T12" fmla="*/ 293 h 2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1" h="293">
                  <a:moveTo>
                    <a:pt x="0" y="293"/>
                  </a:moveTo>
                  <a:lnTo>
                    <a:pt x="170" y="0"/>
                  </a:lnTo>
                  <a:lnTo>
                    <a:pt x="17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7" name="Freeform 201"/>
            <p:cNvSpPr>
              <a:spLocks/>
            </p:cNvSpPr>
            <p:nvPr/>
          </p:nvSpPr>
          <p:spPr bwMode="auto">
            <a:xfrm>
              <a:off x="4855" y="2312"/>
              <a:ext cx="25" cy="43"/>
            </a:xfrm>
            <a:custGeom>
              <a:avLst/>
              <a:gdLst>
                <a:gd name="T0" fmla="*/ 0 w 99"/>
                <a:gd name="T1" fmla="*/ 11 h 171"/>
                <a:gd name="T2" fmla="*/ 6 w 99"/>
                <a:gd name="T3" fmla="*/ 0 h 171"/>
                <a:gd name="T4" fmla="*/ 6 w 99"/>
                <a:gd name="T5" fmla="*/ 0 h 171"/>
                <a:gd name="T6" fmla="*/ 0 60000 65536"/>
                <a:gd name="T7" fmla="*/ 0 60000 65536"/>
                <a:gd name="T8" fmla="*/ 0 60000 65536"/>
                <a:gd name="T9" fmla="*/ 0 w 99"/>
                <a:gd name="T10" fmla="*/ 0 h 171"/>
                <a:gd name="T11" fmla="*/ 99 w 99"/>
                <a:gd name="T12" fmla="*/ 171 h 17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9" h="171">
                  <a:moveTo>
                    <a:pt x="0" y="171"/>
                  </a:moveTo>
                  <a:lnTo>
                    <a:pt x="98" y="0"/>
                  </a:lnTo>
                  <a:lnTo>
                    <a:pt x="9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8" name="Freeform 202"/>
            <p:cNvSpPr>
              <a:spLocks/>
            </p:cNvSpPr>
            <p:nvPr/>
          </p:nvSpPr>
          <p:spPr bwMode="auto">
            <a:xfrm>
              <a:off x="4733" y="2383"/>
              <a:ext cx="47" cy="47"/>
            </a:xfrm>
            <a:custGeom>
              <a:avLst/>
              <a:gdLst>
                <a:gd name="T0" fmla="*/ 0 w 189"/>
                <a:gd name="T1" fmla="*/ 0 h 187"/>
                <a:gd name="T2" fmla="*/ 12 w 189"/>
                <a:gd name="T3" fmla="*/ 12 h 187"/>
                <a:gd name="T4" fmla="*/ 12 w 189"/>
                <a:gd name="T5" fmla="*/ 12 h 187"/>
                <a:gd name="T6" fmla="*/ 0 60000 65536"/>
                <a:gd name="T7" fmla="*/ 0 60000 65536"/>
                <a:gd name="T8" fmla="*/ 0 60000 65536"/>
                <a:gd name="T9" fmla="*/ 0 w 189"/>
                <a:gd name="T10" fmla="*/ 0 h 187"/>
                <a:gd name="T11" fmla="*/ 189 w 189"/>
                <a:gd name="T12" fmla="*/ 187 h 1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9" h="187">
                  <a:moveTo>
                    <a:pt x="0" y="0"/>
                  </a:moveTo>
                  <a:lnTo>
                    <a:pt x="188" y="187"/>
                  </a:lnTo>
                  <a:lnTo>
                    <a:pt x="189" y="187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69" name="Freeform 203"/>
            <p:cNvSpPr>
              <a:spLocks/>
            </p:cNvSpPr>
            <p:nvPr/>
          </p:nvSpPr>
          <p:spPr bwMode="auto">
            <a:xfrm>
              <a:off x="4799" y="2317"/>
              <a:ext cx="47" cy="47"/>
            </a:xfrm>
            <a:custGeom>
              <a:avLst/>
              <a:gdLst>
                <a:gd name="T0" fmla="*/ 0 w 190"/>
                <a:gd name="T1" fmla="*/ 0 h 188"/>
                <a:gd name="T2" fmla="*/ 12 w 190"/>
                <a:gd name="T3" fmla="*/ 12 h 188"/>
                <a:gd name="T4" fmla="*/ 12 w 190"/>
                <a:gd name="T5" fmla="*/ 12 h 188"/>
                <a:gd name="T6" fmla="*/ 0 60000 65536"/>
                <a:gd name="T7" fmla="*/ 0 60000 65536"/>
                <a:gd name="T8" fmla="*/ 0 60000 65536"/>
                <a:gd name="T9" fmla="*/ 0 w 190"/>
                <a:gd name="T10" fmla="*/ 0 h 188"/>
                <a:gd name="T11" fmla="*/ 190 w 190"/>
                <a:gd name="T12" fmla="*/ 188 h 1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0" h="188">
                  <a:moveTo>
                    <a:pt x="0" y="0"/>
                  </a:moveTo>
                  <a:lnTo>
                    <a:pt x="189" y="188"/>
                  </a:lnTo>
                  <a:lnTo>
                    <a:pt x="190" y="188"/>
                  </a:lnTo>
                </a:path>
              </a:pathLst>
            </a:custGeom>
            <a:noFill/>
            <a:ln w="127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70" name="Freeform 204"/>
            <p:cNvSpPr>
              <a:spLocks/>
            </p:cNvSpPr>
            <p:nvPr/>
          </p:nvSpPr>
          <p:spPr bwMode="auto">
            <a:xfrm>
              <a:off x="4658" y="2398"/>
              <a:ext cx="2" cy="2"/>
            </a:xfrm>
            <a:custGeom>
              <a:avLst/>
              <a:gdLst>
                <a:gd name="T0" fmla="*/ 0 w 10"/>
                <a:gd name="T1" fmla="*/ 0 h 8"/>
                <a:gd name="T2" fmla="*/ 0 w 10"/>
                <a:gd name="T3" fmla="*/ 1 h 8"/>
                <a:gd name="T4" fmla="*/ 0 w 10"/>
                <a:gd name="T5" fmla="*/ 1 h 8"/>
                <a:gd name="T6" fmla="*/ 0 60000 65536"/>
                <a:gd name="T7" fmla="*/ 0 60000 65536"/>
                <a:gd name="T8" fmla="*/ 0 60000 65536"/>
                <a:gd name="T9" fmla="*/ 0 w 10"/>
                <a:gd name="T10" fmla="*/ 0 h 8"/>
                <a:gd name="T11" fmla="*/ 10 w 10"/>
                <a:gd name="T12" fmla="*/ 8 h 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" h="8">
                  <a:moveTo>
                    <a:pt x="0" y="0"/>
                  </a:moveTo>
                  <a:lnTo>
                    <a:pt x="8" y="8"/>
                  </a:lnTo>
                  <a:lnTo>
                    <a:pt x="10" y="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71" name="Freeform 205"/>
            <p:cNvSpPr>
              <a:spLocks/>
            </p:cNvSpPr>
            <p:nvPr/>
          </p:nvSpPr>
          <p:spPr bwMode="auto">
            <a:xfrm>
              <a:off x="4227" y="2880"/>
              <a:ext cx="1" cy="198"/>
            </a:xfrm>
            <a:custGeom>
              <a:avLst/>
              <a:gdLst>
                <a:gd name="T0" fmla="*/ 0 w 1"/>
                <a:gd name="T1" fmla="*/ 0 h 791"/>
                <a:gd name="T2" fmla="*/ 0 w 1"/>
                <a:gd name="T3" fmla="*/ 50 h 791"/>
                <a:gd name="T4" fmla="*/ 1 w 1"/>
                <a:gd name="T5" fmla="*/ 50 h 791"/>
                <a:gd name="T6" fmla="*/ 0 60000 65536"/>
                <a:gd name="T7" fmla="*/ 0 60000 65536"/>
                <a:gd name="T8" fmla="*/ 0 60000 65536"/>
                <a:gd name="T9" fmla="*/ 0 w 1"/>
                <a:gd name="T10" fmla="*/ 0 h 791"/>
                <a:gd name="T11" fmla="*/ 1 w 1"/>
                <a:gd name="T12" fmla="*/ 791 h 79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91">
                  <a:moveTo>
                    <a:pt x="0" y="0"/>
                  </a:moveTo>
                  <a:lnTo>
                    <a:pt x="0" y="791"/>
                  </a:lnTo>
                  <a:lnTo>
                    <a:pt x="1" y="79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72" name="Freeform 206"/>
            <p:cNvSpPr>
              <a:spLocks/>
            </p:cNvSpPr>
            <p:nvPr/>
          </p:nvSpPr>
          <p:spPr bwMode="auto">
            <a:xfrm>
              <a:off x="3283" y="3421"/>
              <a:ext cx="67" cy="67"/>
            </a:xfrm>
            <a:custGeom>
              <a:avLst/>
              <a:gdLst>
                <a:gd name="T0" fmla="*/ 0 w 267"/>
                <a:gd name="T1" fmla="*/ 17 h 267"/>
                <a:gd name="T2" fmla="*/ 17 w 267"/>
                <a:gd name="T3" fmla="*/ 0 h 267"/>
                <a:gd name="T4" fmla="*/ 17 w 267"/>
                <a:gd name="T5" fmla="*/ 0 h 267"/>
                <a:gd name="T6" fmla="*/ 0 60000 65536"/>
                <a:gd name="T7" fmla="*/ 0 60000 65536"/>
                <a:gd name="T8" fmla="*/ 0 60000 65536"/>
                <a:gd name="T9" fmla="*/ 0 w 267"/>
                <a:gd name="T10" fmla="*/ 0 h 267"/>
                <a:gd name="T11" fmla="*/ 267 w 267"/>
                <a:gd name="T12" fmla="*/ 267 h 2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7" h="267">
                  <a:moveTo>
                    <a:pt x="0" y="267"/>
                  </a:moveTo>
                  <a:lnTo>
                    <a:pt x="266" y="0"/>
                  </a:lnTo>
                  <a:lnTo>
                    <a:pt x="26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73" name="Freeform 207"/>
            <p:cNvSpPr>
              <a:spLocks/>
            </p:cNvSpPr>
            <p:nvPr/>
          </p:nvSpPr>
          <p:spPr bwMode="auto">
            <a:xfrm>
              <a:off x="3283" y="3491"/>
              <a:ext cx="67" cy="66"/>
            </a:xfrm>
            <a:custGeom>
              <a:avLst/>
              <a:gdLst>
                <a:gd name="T0" fmla="*/ 0 w 267"/>
                <a:gd name="T1" fmla="*/ 16 h 266"/>
                <a:gd name="T2" fmla="*/ 17 w 267"/>
                <a:gd name="T3" fmla="*/ 0 h 266"/>
                <a:gd name="T4" fmla="*/ 17 w 267"/>
                <a:gd name="T5" fmla="*/ 0 h 266"/>
                <a:gd name="T6" fmla="*/ 0 60000 65536"/>
                <a:gd name="T7" fmla="*/ 0 60000 65536"/>
                <a:gd name="T8" fmla="*/ 0 60000 65536"/>
                <a:gd name="T9" fmla="*/ 0 w 267"/>
                <a:gd name="T10" fmla="*/ 0 h 266"/>
                <a:gd name="T11" fmla="*/ 267 w 267"/>
                <a:gd name="T12" fmla="*/ 266 h 2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7" h="266">
                  <a:moveTo>
                    <a:pt x="0" y="266"/>
                  </a:moveTo>
                  <a:lnTo>
                    <a:pt x="266" y="0"/>
                  </a:lnTo>
                  <a:lnTo>
                    <a:pt x="26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74" name="Freeform 208"/>
            <p:cNvSpPr>
              <a:spLocks/>
            </p:cNvSpPr>
            <p:nvPr/>
          </p:nvSpPr>
          <p:spPr bwMode="auto">
            <a:xfrm>
              <a:off x="3297" y="3560"/>
              <a:ext cx="53" cy="53"/>
            </a:xfrm>
            <a:custGeom>
              <a:avLst/>
              <a:gdLst>
                <a:gd name="T0" fmla="*/ 0 w 211"/>
                <a:gd name="T1" fmla="*/ 13 h 210"/>
                <a:gd name="T2" fmla="*/ 13 w 211"/>
                <a:gd name="T3" fmla="*/ 0 h 210"/>
                <a:gd name="T4" fmla="*/ 13 w 211"/>
                <a:gd name="T5" fmla="*/ 0 h 210"/>
                <a:gd name="T6" fmla="*/ 0 60000 65536"/>
                <a:gd name="T7" fmla="*/ 0 60000 65536"/>
                <a:gd name="T8" fmla="*/ 0 60000 65536"/>
                <a:gd name="T9" fmla="*/ 0 w 211"/>
                <a:gd name="T10" fmla="*/ 0 h 210"/>
                <a:gd name="T11" fmla="*/ 211 w 211"/>
                <a:gd name="T12" fmla="*/ 210 h 2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1" h="210">
                  <a:moveTo>
                    <a:pt x="0" y="210"/>
                  </a:moveTo>
                  <a:lnTo>
                    <a:pt x="210" y="0"/>
                  </a:lnTo>
                  <a:lnTo>
                    <a:pt x="21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75" name="Freeform 209"/>
            <p:cNvSpPr>
              <a:spLocks/>
            </p:cNvSpPr>
            <p:nvPr/>
          </p:nvSpPr>
          <p:spPr bwMode="auto">
            <a:xfrm>
              <a:off x="3521" y="3409"/>
              <a:ext cx="50" cy="50"/>
            </a:xfrm>
            <a:custGeom>
              <a:avLst/>
              <a:gdLst>
                <a:gd name="T0" fmla="*/ 0 w 200"/>
                <a:gd name="T1" fmla="*/ 13 h 199"/>
                <a:gd name="T2" fmla="*/ 13 w 200"/>
                <a:gd name="T3" fmla="*/ 0 h 199"/>
                <a:gd name="T4" fmla="*/ 13 w 200"/>
                <a:gd name="T5" fmla="*/ 0 h 199"/>
                <a:gd name="T6" fmla="*/ 0 60000 65536"/>
                <a:gd name="T7" fmla="*/ 0 60000 65536"/>
                <a:gd name="T8" fmla="*/ 0 60000 65536"/>
                <a:gd name="T9" fmla="*/ 0 w 200"/>
                <a:gd name="T10" fmla="*/ 0 h 199"/>
                <a:gd name="T11" fmla="*/ 200 w 200"/>
                <a:gd name="T12" fmla="*/ 199 h 19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0" h="199">
                  <a:moveTo>
                    <a:pt x="0" y="199"/>
                  </a:moveTo>
                  <a:lnTo>
                    <a:pt x="199" y="0"/>
                  </a:lnTo>
                  <a:lnTo>
                    <a:pt x="20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76" name="Freeform 210"/>
            <p:cNvSpPr>
              <a:spLocks/>
            </p:cNvSpPr>
            <p:nvPr/>
          </p:nvSpPr>
          <p:spPr bwMode="auto">
            <a:xfrm>
              <a:off x="3521" y="3455"/>
              <a:ext cx="73" cy="73"/>
            </a:xfrm>
            <a:custGeom>
              <a:avLst/>
              <a:gdLst>
                <a:gd name="T0" fmla="*/ 0 w 294"/>
                <a:gd name="T1" fmla="*/ 18 h 294"/>
                <a:gd name="T2" fmla="*/ 18 w 294"/>
                <a:gd name="T3" fmla="*/ 0 h 294"/>
                <a:gd name="T4" fmla="*/ 18 w 294"/>
                <a:gd name="T5" fmla="*/ 0 h 294"/>
                <a:gd name="T6" fmla="*/ 0 60000 65536"/>
                <a:gd name="T7" fmla="*/ 0 60000 65536"/>
                <a:gd name="T8" fmla="*/ 0 60000 65536"/>
                <a:gd name="T9" fmla="*/ 0 w 294"/>
                <a:gd name="T10" fmla="*/ 0 h 294"/>
                <a:gd name="T11" fmla="*/ 294 w 294"/>
                <a:gd name="T12" fmla="*/ 294 h 29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4" h="294">
                  <a:moveTo>
                    <a:pt x="0" y="294"/>
                  </a:moveTo>
                  <a:lnTo>
                    <a:pt x="293" y="0"/>
                  </a:lnTo>
                  <a:lnTo>
                    <a:pt x="29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77" name="Freeform 211"/>
            <p:cNvSpPr>
              <a:spLocks/>
            </p:cNvSpPr>
            <p:nvPr/>
          </p:nvSpPr>
          <p:spPr bwMode="auto">
            <a:xfrm>
              <a:off x="3521" y="3460"/>
              <a:ext cx="138" cy="138"/>
            </a:xfrm>
            <a:custGeom>
              <a:avLst/>
              <a:gdLst>
                <a:gd name="T0" fmla="*/ 0 w 553"/>
                <a:gd name="T1" fmla="*/ 35 h 552"/>
                <a:gd name="T2" fmla="*/ 34 w 553"/>
                <a:gd name="T3" fmla="*/ 0 h 552"/>
                <a:gd name="T4" fmla="*/ 34 w 553"/>
                <a:gd name="T5" fmla="*/ 0 h 552"/>
                <a:gd name="T6" fmla="*/ 0 60000 65536"/>
                <a:gd name="T7" fmla="*/ 0 60000 65536"/>
                <a:gd name="T8" fmla="*/ 0 60000 65536"/>
                <a:gd name="T9" fmla="*/ 0 w 553"/>
                <a:gd name="T10" fmla="*/ 0 h 552"/>
                <a:gd name="T11" fmla="*/ 553 w 553"/>
                <a:gd name="T12" fmla="*/ 552 h 5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53" h="552">
                  <a:moveTo>
                    <a:pt x="0" y="552"/>
                  </a:moveTo>
                  <a:lnTo>
                    <a:pt x="552" y="0"/>
                  </a:lnTo>
                  <a:lnTo>
                    <a:pt x="55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78" name="Freeform 212"/>
            <p:cNvSpPr>
              <a:spLocks/>
            </p:cNvSpPr>
            <p:nvPr/>
          </p:nvSpPr>
          <p:spPr bwMode="auto">
            <a:xfrm>
              <a:off x="3626" y="3460"/>
              <a:ext cx="102" cy="102"/>
            </a:xfrm>
            <a:custGeom>
              <a:avLst/>
              <a:gdLst>
                <a:gd name="T0" fmla="*/ 0 w 411"/>
                <a:gd name="T1" fmla="*/ 25 h 410"/>
                <a:gd name="T2" fmla="*/ 25 w 411"/>
                <a:gd name="T3" fmla="*/ 0 h 410"/>
                <a:gd name="T4" fmla="*/ 25 w 411"/>
                <a:gd name="T5" fmla="*/ 0 h 410"/>
                <a:gd name="T6" fmla="*/ 0 60000 65536"/>
                <a:gd name="T7" fmla="*/ 0 60000 65536"/>
                <a:gd name="T8" fmla="*/ 0 60000 65536"/>
                <a:gd name="T9" fmla="*/ 0 w 411"/>
                <a:gd name="T10" fmla="*/ 0 h 410"/>
                <a:gd name="T11" fmla="*/ 411 w 411"/>
                <a:gd name="T12" fmla="*/ 410 h 4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1" h="410">
                  <a:moveTo>
                    <a:pt x="0" y="410"/>
                  </a:moveTo>
                  <a:lnTo>
                    <a:pt x="410" y="0"/>
                  </a:lnTo>
                  <a:lnTo>
                    <a:pt x="41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79" name="Freeform 213"/>
            <p:cNvSpPr>
              <a:spLocks/>
            </p:cNvSpPr>
            <p:nvPr/>
          </p:nvSpPr>
          <p:spPr bwMode="auto">
            <a:xfrm>
              <a:off x="3695" y="3460"/>
              <a:ext cx="102" cy="102"/>
            </a:xfrm>
            <a:custGeom>
              <a:avLst/>
              <a:gdLst>
                <a:gd name="T0" fmla="*/ 0 w 410"/>
                <a:gd name="T1" fmla="*/ 25 h 410"/>
                <a:gd name="T2" fmla="*/ 25 w 410"/>
                <a:gd name="T3" fmla="*/ 0 h 410"/>
                <a:gd name="T4" fmla="*/ 25 w 410"/>
                <a:gd name="T5" fmla="*/ 0 h 410"/>
                <a:gd name="T6" fmla="*/ 0 60000 65536"/>
                <a:gd name="T7" fmla="*/ 0 60000 65536"/>
                <a:gd name="T8" fmla="*/ 0 60000 65536"/>
                <a:gd name="T9" fmla="*/ 0 w 410"/>
                <a:gd name="T10" fmla="*/ 0 h 410"/>
                <a:gd name="T11" fmla="*/ 410 w 410"/>
                <a:gd name="T12" fmla="*/ 410 h 4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0" h="410">
                  <a:moveTo>
                    <a:pt x="0" y="410"/>
                  </a:moveTo>
                  <a:lnTo>
                    <a:pt x="408" y="0"/>
                  </a:lnTo>
                  <a:lnTo>
                    <a:pt x="41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80" name="Freeform 214"/>
            <p:cNvSpPr>
              <a:spLocks/>
            </p:cNvSpPr>
            <p:nvPr/>
          </p:nvSpPr>
          <p:spPr bwMode="auto">
            <a:xfrm>
              <a:off x="3765" y="3460"/>
              <a:ext cx="102" cy="102"/>
            </a:xfrm>
            <a:custGeom>
              <a:avLst/>
              <a:gdLst>
                <a:gd name="T0" fmla="*/ 0 w 410"/>
                <a:gd name="T1" fmla="*/ 25 h 410"/>
                <a:gd name="T2" fmla="*/ 25 w 410"/>
                <a:gd name="T3" fmla="*/ 0 h 410"/>
                <a:gd name="T4" fmla="*/ 25 w 410"/>
                <a:gd name="T5" fmla="*/ 0 h 410"/>
                <a:gd name="T6" fmla="*/ 0 60000 65536"/>
                <a:gd name="T7" fmla="*/ 0 60000 65536"/>
                <a:gd name="T8" fmla="*/ 0 60000 65536"/>
                <a:gd name="T9" fmla="*/ 0 w 410"/>
                <a:gd name="T10" fmla="*/ 0 h 410"/>
                <a:gd name="T11" fmla="*/ 410 w 410"/>
                <a:gd name="T12" fmla="*/ 410 h 4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0" h="410">
                  <a:moveTo>
                    <a:pt x="0" y="410"/>
                  </a:moveTo>
                  <a:lnTo>
                    <a:pt x="408" y="0"/>
                  </a:lnTo>
                  <a:lnTo>
                    <a:pt x="41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81" name="Freeform 215"/>
            <p:cNvSpPr>
              <a:spLocks/>
            </p:cNvSpPr>
            <p:nvPr/>
          </p:nvSpPr>
          <p:spPr bwMode="auto">
            <a:xfrm>
              <a:off x="3987" y="3296"/>
              <a:ext cx="43" cy="44"/>
            </a:xfrm>
            <a:custGeom>
              <a:avLst/>
              <a:gdLst>
                <a:gd name="T0" fmla="*/ 0 w 175"/>
                <a:gd name="T1" fmla="*/ 11 h 175"/>
                <a:gd name="T2" fmla="*/ 11 w 175"/>
                <a:gd name="T3" fmla="*/ 0 h 175"/>
                <a:gd name="T4" fmla="*/ 11 w 175"/>
                <a:gd name="T5" fmla="*/ 0 h 175"/>
                <a:gd name="T6" fmla="*/ 0 60000 65536"/>
                <a:gd name="T7" fmla="*/ 0 60000 65536"/>
                <a:gd name="T8" fmla="*/ 0 60000 65536"/>
                <a:gd name="T9" fmla="*/ 0 w 175"/>
                <a:gd name="T10" fmla="*/ 0 h 175"/>
                <a:gd name="T11" fmla="*/ 175 w 175"/>
                <a:gd name="T12" fmla="*/ 175 h 1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5" h="175">
                  <a:moveTo>
                    <a:pt x="0" y="175"/>
                  </a:moveTo>
                  <a:lnTo>
                    <a:pt x="174" y="0"/>
                  </a:lnTo>
                  <a:lnTo>
                    <a:pt x="17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82" name="Freeform 216"/>
            <p:cNvSpPr>
              <a:spLocks/>
            </p:cNvSpPr>
            <p:nvPr/>
          </p:nvSpPr>
          <p:spPr bwMode="auto">
            <a:xfrm>
              <a:off x="3834" y="3460"/>
              <a:ext cx="102" cy="102"/>
            </a:xfrm>
            <a:custGeom>
              <a:avLst/>
              <a:gdLst>
                <a:gd name="T0" fmla="*/ 0 w 411"/>
                <a:gd name="T1" fmla="*/ 25 h 410"/>
                <a:gd name="T2" fmla="*/ 25 w 411"/>
                <a:gd name="T3" fmla="*/ 0 h 410"/>
                <a:gd name="T4" fmla="*/ 25 w 411"/>
                <a:gd name="T5" fmla="*/ 0 h 410"/>
                <a:gd name="T6" fmla="*/ 0 60000 65536"/>
                <a:gd name="T7" fmla="*/ 0 60000 65536"/>
                <a:gd name="T8" fmla="*/ 0 60000 65536"/>
                <a:gd name="T9" fmla="*/ 0 w 411"/>
                <a:gd name="T10" fmla="*/ 0 h 410"/>
                <a:gd name="T11" fmla="*/ 411 w 411"/>
                <a:gd name="T12" fmla="*/ 410 h 4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1" h="410">
                  <a:moveTo>
                    <a:pt x="0" y="410"/>
                  </a:moveTo>
                  <a:lnTo>
                    <a:pt x="409" y="0"/>
                  </a:lnTo>
                  <a:lnTo>
                    <a:pt x="41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83" name="Freeform 217"/>
            <p:cNvSpPr>
              <a:spLocks/>
            </p:cNvSpPr>
            <p:nvPr/>
          </p:nvSpPr>
          <p:spPr bwMode="auto">
            <a:xfrm>
              <a:off x="3987" y="3326"/>
              <a:ext cx="83" cy="83"/>
            </a:xfrm>
            <a:custGeom>
              <a:avLst/>
              <a:gdLst>
                <a:gd name="T0" fmla="*/ 0 w 334"/>
                <a:gd name="T1" fmla="*/ 21 h 334"/>
                <a:gd name="T2" fmla="*/ 21 w 334"/>
                <a:gd name="T3" fmla="*/ 0 h 334"/>
                <a:gd name="T4" fmla="*/ 21 w 334"/>
                <a:gd name="T5" fmla="*/ 0 h 334"/>
                <a:gd name="T6" fmla="*/ 0 60000 65536"/>
                <a:gd name="T7" fmla="*/ 0 60000 65536"/>
                <a:gd name="T8" fmla="*/ 0 60000 65536"/>
                <a:gd name="T9" fmla="*/ 0 w 334"/>
                <a:gd name="T10" fmla="*/ 0 h 334"/>
                <a:gd name="T11" fmla="*/ 334 w 334"/>
                <a:gd name="T12" fmla="*/ 334 h 3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4" h="334">
                  <a:moveTo>
                    <a:pt x="0" y="334"/>
                  </a:moveTo>
                  <a:lnTo>
                    <a:pt x="333" y="0"/>
                  </a:lnTo>
                  <a:lnTo>
                    <a:pt x="33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84" name="Freeform 218"/>
            <p:cNvSpPr>
              <a:spLocks/>
            </p:cNvSpPr>
            <p:nvPr/>
          </p:nvSpPr>
          <p:spPr bwMode="auto">
            <a:xfrm>
              <a:off x="3903" y="3395"/>
              <a:ext cx="167" cy="167"/>
            </a:xfrm>
            <a:custGeom>
              <a:avLst/>
              <a:gdLst>
                <a:gd name="T0" fmla="*/ 0 w 668"/>
                <a:gd name="T1" fmla="*/ 42 h 668"/>
                <a:gd name="T2" fmla="*/ 42 w 668"/>
                <a:gd name="T3" fmla="*/ 0 h 668"/>
                <a:gd name="T4" fmla="*/ 42 w 668"/>
                <a:gd name="T5" fmla="*/ 0 h 668"/>
                <a:gd name="T6" fmla="*/ 0 60000 65536"/>
                <a:gd name="T7" fmla="*/ 0 60000 65536"/>
                <a:gd name="T8" fmla="*/ 0 60000 65536"/>
                <a:gd name="T9" fmla="*/ 0 w 668"/>
                <a:gd name="T10" fmla="*/ 0 h 668"/>
                <a:gd name="T11" fmla="*/ 668 w 668"/>
                <a:gd name="T12" fmla="*/ 668 h 6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68" h="668">
                  <a:moveTo>
                    <a:pt x="0" y="668"/>
                  </a:moveTo>
                  <a:lnTo>
                    <a:pt x="667" y="0"/>
                  </a:lnTo>
                  <a:lnTo>
                    <a:pt x="66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85" name="Freeform 219"/>
            <p:cNvSpPr>
              <a:spLocks/>
            </p:cNvSpPr>
            <p:nvPr/>
          </p:nvSpPr>
          <p:spPr bwMode="auto">
            <a:xfrm>
              <a:off x="3972" y="3465"/>
              <a:ext cx="98" cy="98"/>
            </a:xfrm>
            <a:custGeom>
              <a:avLst/>
              <a:gdLst>
                <a:gd name="T0" fmla="*/ 0 w 392"/>
                <a:gd name="T1" fmla="*/ 25 h 392"/>
                <a:gd name="T2" fmla="*/ 25 w 392"/>
                <a:gd name="T3" fmla="*/ 0 h 392"/>
                <a:gd name="T4" fmla="*/ 25 w 392"/>
                <a:gd name="T5" fmla="*/ 0 h 392"/>
                <a:gd name="T6" fmla="*/ 0 60000 65536"/>
                <a:gd name="T7" fmla="*/ 0 60000 65536"/>
                <a:gd name="T8" fmla="*/ 0 60000 65536"/>
                <a:gd name="T9" fmla="*/ 0 w 392"/>
                <a:gd name="T10" fmla="*/ 0 h 392"/>
                <a:gd name="T11" fmla="*/ 392 w 392"/>
                <a:gd name="T12" fmla="*/ 392 h 3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92" h="392">
                  <a:moveTo>
                    <a:pt x="0" y="392"/>
                  </a:moveTo>
                  <a:lnTo>
                    <a:pt x="391" y="0"/>
                  </a:lnTo>
                  <a:lnTo>
                    <a:pt x="39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86" name="Freeform 220"/>
            <p:cNvSpPr>
              <a:spLocks/>
            </p:cNvSpPr>
            <p:nvPr/>
          </p:nvSpPr>
          <p:spPr bwMode="auto">
            <a:xfrm>
              <a:off x="3987" y="3534"/>
              <a:ext cx="83" cy="84"/>
            </a:xfrm>
            <a:custGeom>
              <a:avLst/>
              <a:gdLst>
                <a:gd name="T0" fmla="*/ 0 w 334"/>
                <a:gd name="T1" fmla="*/ 21 h 334"/>
                <a:gd name="T2" fmla="*/ 21 w 334"/>
                <a:gd name="T3" fmla="*/ 0 h 334"/>
                <a:gd name="T4" fmla="*/ 21 w 334"/>
                <a:gd name="T5" fmla="*/ 0 h 334"/>
                <a:gd name="T6" fmla="*/ 0 60000 65536"/>
                <a:gd name="T7" fmla="*/ 0 60000 65536"/>
                <a:gd name="T8" fmla="*/ 0 60000 65536"/>
                <a:gd name="T9" fmla="*/ 0 w 334"/>
                <a:gd name="T10" fmla="*/ 0 h 334"/>
                <a:gd name="T11" fmla="*/ 334 w 334"/>
                <a:gd name="T12" fmla="*/ 334 h 3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4" h="334">
                  <a:moveTo>
                    <a:pt x="0" y="334"/>
                  </a:moveTo>
                  <a:lnTo>
                    <a:pt x="333" y="0"/>
                  </a:lnTo>
                  <a:lnTo>
                    <a:pt x="33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87" name="Freeform 221"/>
            <p:cNvSpPr>
              <a:spLocks/>
            </p:cNvSpPr>
            <p:nvPr/>
          </p:nvSpPr>
          <p:spPr bwMode="auto">
            <a:xfrm>
              <a:off x="3987" y="3604"/>
              <a:ext cx="83" cy="83"/>
            </a:xfrm>
            <a:custGeom>
              <a:avLst/>
              <a:gdLst>
                <a:gd name="T0" fmla="*/ 0 w 334"/>
                <a:gd name="T1" fmla="*/ 21 h 334"/>
                <a:gd name="T2" fmla="*/ 21 w 334"/>
                <a:gd name="T3" fmla="*/ 0 h 334"/>
                <a:gd name="T4" fmla="*/ 21 w 334"/>
                <a:gd name="T5" fmla="*/ 0 h 334"/>
                <a:gd name="T6" fmla="*/ 0 60000 65536"/>
                <a:gd name="T7" fmla="*/ 0 60000 65536"/>
                <a:gd name="T8" fmla="*/ 0 60000 65536"/>
                <a:gd name="T9" fmla="*/ 0 w 334"/>
                <a:gd name="T10" fmla="*/ 0 h 334"/>
                <a:gd name="T11" fmla="*/ 334 w 334"/>
                <a:gd name="T12" fmla="*/ 334 h 33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4" h="334">
                  <a:moveTo>
                    <a:pt x="0" y="334"/>
                  </a:moveTo>
                  <a:lnTo>
                    <a:pt x="333" y="0"/>
                  </a:lnTo>
                  <a:lnTo>
                    <a:pt x="33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88" name="Freeform 222"/>
            <p:cNvSpPr>
              <a:spLocks/>
            </p:cNvSpPr>
            <p:nvPr/>
          </p:nvSpPr>
          <p:spPr bwMode="auto">
            <a:xfrm>
              <a:off x="4018" y="3673"/>
              <a:ext cx="52" cy="53"/>
            </a:xfrm>
            <a:custGeom>
              <a:avLst/>
              <a:gdLst>
                <a:gd name="T0" fmla="*/ 0 w 211"/>
                <a:gd name="T1" fmla="*/ 13 h 210"/>
                <a:gd name="T2" fmla="*/ 13 w 211"/>
                <a:gd name="T3" fmla="*/ 0 h 210"/>
                <a:gd name="T4" fmla="*/ 13 w 211"/>
                <a:gd name="T5" fmla="*/ 0 h 210"/>
                <a:gd name="T6" fmla="*/ 0 60000 65536"/>
                <a:gd name="T7" fmla="*/ 0 60000 65536"/>
                <a:gd name="T8" fmla="*/ 0 60000 65536"/>
                <a:gd name="T9" fmla="*/ 0 w 211"/>
                <a:gd name="T10" fmla="*/ 0 h 210"/>
                <a:gd name="T11" fmla="*/ 211 w 211"/>
                <a:gd name="T12" fmla="*/ 210 h 21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1" h="210">
                  <a:moveTo>
                    <a:pt x="0" y="210"/>
                  </a:moveTo>
                  <a:lnTo>
                    <a:pt x="210" y="0"/>
                  </a:lnTo>
                  <a:lnTo>
                    <a:pt x="21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89" name="Freeform 223"/>
            <p:cNvSpPr>
              <a:spLocks/>
            </p:cNvSpPr>
            <p:nvPr/>
          </p:nvSpPr>
          <p:spPr bwMode="auto">
            <a:xfrm>
              <a:off x="4387" y="3296"/>
              <a:ext cx="60" cy="60"/>
            </a:xfrm>
            <a:custGeom>
              <a:avLst/>
              <a:gdLst>
                <a:gd name="T0" fmla="*/ 0 w 242"/>
                <a:gd name="T1" fmla="*/ 15 h 242"/>
                <a:gd name="T2" fmla="*/ 15 w 242"/>
                <a:gd name="T3" fmla="*/ 0 h 242"/>
                <a:gd name="T4" fmla="*/ 15 w 242"/>
                <a:gd name="T5" fmla="*/ 0 h 242"/>
                <a:gd name="T6" fmla="*/ 0 60000 65536"/>
                <a:gd name="T7" fmla="*/ 0 60000 65536"/>
                <a:gd name="T8" fmla="*/ 0 60000 65536"/>
                <a:gd name="T9" fmla="*/ 0 w 242"/>
                <a:gd name="T10" fmla="*/ 0 h 242"/>
                <a:gd name="T11" fmla="*/ 242 w 242"/>
                <a:gd name="T12" fmla="*/ 242 h 2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2" h="242">
                  <a:moveTo>
                    <a:pt x="0" y="242"/>
                  </a:moveTo>
                  <a:lnTo>
                    <a:pt x="240" y="0"/>
                  </a:lnTo>
                  <a:lnTo>
                    <a:pt x="24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0" name="Freeform 224"/>
            <p:cNvSpPr>
              <a:spLocks/>
            </p:cNvSpPr>
            <p:nvPr/>
          </p:nvSpPr>
          <p:spPr bwMode="auto">
            <a:xfrm>
              <a:off x="4387" y="3345"/>
              <a:ext cx="80" cy="81"/>
            </a:xfrm>
            <a:custGeom>
              <a:avLst/>
              <a:gdLst>
                <a:gd name="T0" fmla="*/ 0 w 323"/>
                <a:gd name="T1" fmla="*/ 20 h 322"/>
                <a:gd name="T2" fmla="*/ 20 w 323"/>
                <a:gd name="T3" fmla="*/ 0 h 322"/>
                <a:gd name="T4" fmla="*/ 20 w 323"/>
                <a:gd name="T5" fmla="*/ 0 h 322"/>
                <a:gd name="T6" fmla="*/ 0 60000 65536"/>
                <a:gd name="T7" fmla="*/ 0 60000 65536"/>
                <a:gd name="T8" fmla="*/ 0 60000 65536"/>
                <a:gd name="T9" fmla="*/ 0 w 323"/>
                <a:gd name="T10" fmla="*/ 0 h 322"/>
                <a:gd name="T11" fmla="*/ 323 w 323"/>
                <a:gd name="T12" fmla="*/ 322 h 3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3" h="322">
                  <a:moveTo>
                    <a:pt x="0" y="322"/>
                  </a:moveTo>
                  <a:lnTo>
                    <a:pt x="322" y="0"/>
                  </a:lnTo>
                  <a:lnTo>
                    <a:pt x="32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1" name="Freeform 225"/>
            <p:cNvSpPr>
              <a:spLocks/>
            </p:cNvSpPr>
            <p:nvPr/>
          </p:nvSpPr>
          <p:spPr bwMode="auto">
            <a:xfrm>
              <a:off x="4387" y="3415"/>
              <a:ext cx="80" cy="80"/>
            </a:xfrm>
            <a:custGeom>
              <a:avLst/>
              <a:gdLst>
                <a:gd name="T0" fmla="*/ 0 w 323"/>
                <a:gd name="T1" fmla="*/ 20 h 322"/>
                <a:gd name="T2" fmla="*/ 20 w 323"/>
                <a:gd name="T3" fmla="*/ 0 h 322"/>
                <a:gd name="T4" fmla="*/ 20 w 323"/>
                <a:gd name="T5" fmla="*/ 0 h 322"/>
                <a:gd name="T6" fmla="*/ 0 60000 65536"/>
                <a:gd name="T7" fmla="*/ 0 60000 65536"/>
                <a:gd name="T8" fmla="*/ 0 60000 65536"/>
                <a:gd name="T9" fmla="*/ 0 w 323"/>
                <a:gd name="T10" fmla="*/ 0 h 322"/>
                <a:gd name="T11" fmla="*/ 323 w 323"/>
                <a:gd name="T12" fmla="*/ 322 h 32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3" h="322">
                  <a:moveTo>
                    <a:pt x="0" y="322"/>
                  </a:moveTo>
                  <a:lnTo>
                    <a:pt x="322" y="0"/>
                  </a:lnTo>
                  <a:lnTo>
                    <a:pt x="32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2" name="Freeform 226"/>
            <p:cNvSpPr>
              <a:spLocks/>
            </p:cNvSpPr>
            <p:nvPr/>
          </p:nvSpPr>
          <p:spPr bwMode="auto">
            <a:xfrm>
              <a:off x="4387" y="3460"/>
              <a:ext cx="105" cy="105"/>
            </a:xfrm>
            <a:custGeom>
              <a:avLst/>
              <a:gdLst>
                <a:gd name="T0" fmla="*/ 0 w 421"/>
                <a:gd name="T1" fmla="*/ 26 h 420"/>
                <a:gd name="T2" fmla="*/ 26 w 421"/>
                <a:gd name="T3" fmla="*/ 0 h 420"/>
                <a:gd name="T4" fmla="*/ 26 w 421"/>
                <a:gd name="T5" fmla="*/ 0 h 420"/>
                <a:gd name="T6" fmla="*/ 0 60000 65536"/>
                <a:gd name="T7" fmla="*/ 0 60000 65536"/>
                <a:gd name="T8" fmla="*/ 0 60000 65536"/>
                <a:gd name="T9" fmla="*/ 0 w 421"/>
                <a:gd name="T10" fmla="*/ 0 h 420"/>
                <a:gd name="T11" fmla="*/ 421 w 421"/>
                <a:gd name="T12" fmla="*/ 420 h 42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1" h="420">
                  <a:moveTo>
                    <a:pt x="0" y="420"/>
                  </a:moveTo>
                  <a:lnTo>
                    <a:pt x="420" y="0"/>
                  </a:lnTo>
                  <a:lnTo>
                    <a:pt x="42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3" name="Freeform 227"/>
            <p:cNvSpPr>
              <a:spLocks/>
            </p:cNvSpPr>
            <p:nvPr/>
          </p:nvSpPr>
          <p:spPr bwMode="auto">
            <a:xfrm>
              <a:off x="4387" y="3460"/>
              <a:ext cx="174" cy="174"/>
            </a:xfrm>
            <a:custGeom>
              <a:avLst/>
              <a:gdLst>
                <a:gd name="T0" fmla="*/ 0 w 698"/>
                <a:gd name="T1" fmla="*/ 43 h 698"/>
                <a:gd name="T2" fmla="*/ 43 w 698"/>
                <a:gd name="T3" fmla="*/ 0 h 698"/>
                <a:gd name="T4" fmla="*/ 43 w 698"/>
                <a:gd name="T5" fmla="*/ 0 h 698"/>
                <a:gd name="T6" fmla="*/ 0 60000 65536"/>
                <a:gd name="T7" fmla="*/ 0 60000 65536"/>
                <a:gd name="T8" fmla="*/ 0 60000 65536"/>
                <a:gd name="T9" fmla="*/ 0 w 698"/>
                <a:gd name="T10" fmla="*/ 0 h 698"/>
                <a:gd name="T11" fmla="*/ 698 w 698"/>
                <a:gd name="T12" fmla="*/ 698 h 69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8" h="698">
                  <a:moveTo>
                    <a:pt x="0" y="698"/>
                  </a:moveTo>
                  <a:lnTo>
                    <a:pt x="697" y="0"/>
                  </a:lnTo>
                  <a:lnTo>
                    <a:pt x="69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4" name="Freeform 228"/>
            <p:cNvSpPr>
              <a:spLocks/>
            </p:cNvSpPr>
            <p:nvPr/>
          </p:nvSpPr>
          <p:spPr bwMode="auto">
            <a:xfrm>
              <a:off x="4387" y="3623"/>
              <a:ext cx="80" cy="81"/>
            </a:xfrm>
            <a:custGeom>
              <a:avLst/>
              <a:gdLst>
                <a:gd name="T0" fmla="*/ 0 w 323"/>
                <a:gd name="T1" fmla="*/ 20 h 323"/>
                <a:gd name="T2" fmla="*/ 20 w 323"/>
                <a:gd name="T3" fmla="*/ 0 h 323"/>
                <a:gd name="T4" fmla="*/ 20 w 323"/>
                <a:gd name="T5" fmla="*/ 0 h 323"/>
                <a:gd name="T6" fmla="*/ 0 60000 65536"/>
                <a:gd name="T7" fmla="*/ 0 60000 65536"/>
                <a:gd name="T8" fmla="*/ 0 60000 65536"/>
                <a:gd name="T9" fmla="*/ 0 w 323"/>
                <a:gd name="T10" fmla="*/ 0 h 323"/>
                <a:gd name="T11" fmla="*/ 323 w 323"/>
                <a:gd name="T12" fmla="*/ 323 h 3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3" h="323">
                  <a:moveTo>
                    <a:pt x="0" y="323"/>
                  </a:moveTo>
                  <a:lnTo>
                    <a:pt x="322" y="0"/>
                  </a:lnTo>
                  <a:lnTo>
                    <a:pt x="32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5" name="Freeform 229"/>
            <p:cNvSpPr>
              <a:spLocks/>
            </p:cNvSpPr>
            <p:nvPr/>
          </p:nvSpPr>
          <p:spPr bwMode="auto">
            <a:xfrm>
              <a:off x="4528" y="3409"/>
              <a:ext cx="154" cy="153"/>
            </a:xfrm>
            <a:custGeom>
              <a:avLst/>
              <a:gdLst>
                <a:gd name="T0" fmla="*/ 0 w 614"/>
                <a:gd name="T1" fmla="*/ 38 h 613"/>
                <a:gd name="T2" fmla="*/ 38 w 614"/>
                <a:gd name="T3" fmla="*/ 0 h 613"/>
                <a:gd name="T4" fmla="*/ 39 w 614"/>
                <a:gd name="T5" fmla="*/ 0 h 613"/>
                <a:gd name="T6" fmla="*/ 0 60000 65536"/>
                <a:gd name="T7" fmla="*/ 0 60000 65536"/>
                <a:gd name="T8" fmla="*/ 0 60000 65536"/>
                <a:gd name="T9" fmla="*/ 0 w 614"/>
                <a:gd name="T10" fmla="*/ 0 h 613"/>
                <a:gd name="T11" fmla="*/ 614 w 614"/>
                <a:gd name="T12" fmla="*/ 613 h 6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14" h="613">
                  <a:moveTo>
                    <a:pt x="0" y="613"/>
                  </a:moveTo>
                  <a:lnTo>
                    <a:pt x="612" y="0"/>
                  </a:lnTo>
                  <a:lnTo>
                    <a:pt x="61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6" name="Freeform 230"/>
            <p:cNvSpPr>
              <a:spLocks/>
            </p:cNvSpPr>
            <p:nvPr/>
          </p:nvSpPr>
          <p:spPr bwMode="auto">
            <a:xfrm>
              <a:off x="4434" y="3689"/>
              <a:ext cx="33" cy="33"/>
            </a:xfrm>
            <a:custGeom>
              <a:avLst/>
              <a:gdLst>
                <a:gd name="T0" fmla="*/ 0 w 134"/>
                <a:gd name="T1" fmla="*/ 8 h 132"/>
                <a:gd name="T2" fmla="*/ 8 w 134"/>
                <a:gd name="T3" fmla="*/ 0 h 132"/>
                <a:gd name="T4" fmla="*/ 8 w 134"/>
                <a:gd name="T5" fmla="*/ 0 h 132"/>
                <a:gd name="T6" fmla="*/ 0 60000 65536"/>
                <a:gd name="T7" fmla="*/ 0 60000 65536"/>
                <a:gd name="T8" fmla="*/ 0 60000 65536"/>
                <a:gd name="T9" fmla="*/ 0 w 134"/>
                <a:gd name="T10" fmla="*/ 0 h 132"/>
                <a:gd name="T11" fmla="*/ 134 w 134"/>
                <a:gd name="T12" fmla="*/ 132 h 1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4" h="132">
                  <a:moveTo>
                    <a:pt x="0" y="132"/>
                  </a:moveTo>
                  <a:lnTo>
                    <a:pt x="133" y="0"/>
                  </a:lnTo>
                  <a:lnTo>
                    <a:pt x="13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7" name="Freeform 231"/>
            <p:cNvSpPr>
              <a:spLocks/>
            </p:cNvSpPr>
            <p:nvPr/>
          </p:nvSpPr>
          <p:spPr bwMode="auto">
            <a:xfrm>
              <a:off x="4598" y="3457"/>
              <a:ext cx="105" cy="105"/>
            </a:xfrm>
            <a:custGeom>
              <a:avLst/>
              <a:gdLst>
                <a:gd name="T0" fmla="*/ 0 w 421"/>
                <a:gd name="T1" fmla="*/ 26 h 421"/>
                <a:gd name="T2" fmla="*/ 26 w 421"/>
                <a:gd name="T3" fmla="*/ 0 h 421"/>
                <a:gd name="T4" fmla="*/ 26 w 421"/>
                <a:gd name="T5" fmla="*/ 0 h 421"/>
                <a:gd name="T6" fmla="*/ 0 60000 65536"/>
                <a:gd name="T7" fmla="*/ 0 60000 65536"/>
                <a:gd name="T8" fmla="*/ 0 60000 65536"/>
                <a:gd name="T9" fmla="*/ 0 w 421"/>
                <a:gd name="T10" fmla="*/ 0 h 421"/>
                <a:gd name="T11" fmla="*/ 421 w 421"/>
                <a:gd name="T12" fmla="*/ 421 h 4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1" h="421">
                  <a:moveTo>
                    <a:pt x="0" y="421"/>
                  </a:moveTo>
                  <a:lnTo>
                    <a:pt x="420" y="0"/>
                  </a:lnTo>
                  <a:lnTo>
                    <a:pt x="42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8" name="Freeform 232"/>
            <p:cNvSpPr>
              <a:spLocks/>
            </p:cNvSpPr>
            <p:nvPr/>
          </p:nvSpPr>
          <p:spPr bwMode="auto">
            <a:xfrm>
              <a:off x="4636" y="3526"/>
              <a:ext cx="67" cy="67"/>
            </a:xfrm>
            <a:custGeom>
              <a:avLst/>
              <a:gdLst>
                <a:gd name="T0" fmla="*/ 0 w 266"/>
                <a:gd name="T1" fmla="*/ 17 h 266"/>
                <a:gd name="T2" fmla="*/ 17 w 266"/>
                <a:gd name="T3" fmla="*/ 0 h 266"/>
                <a:gd name="T4" fmla="*/ 17 w 266"/>
                <a:gd name="T5" fmla="*/ 0 h 266"/>
                <a:gd name="T6" fmla="*/ 0 60000 65536"/>
                <a:gd name="T7" fmla="*/ 0 60000 65536"/>
                <a:gd name="T8" fmla="*/ 0 60000 65536"/>
                <a:gd name="T9" fmla="*/ 0 w 266"/>
                <a:gd name="T10" fmla="*/ 0 h 266"/>
                <a:gd name="T11" fmla="*/ 266 w 266"/>
                <a:gd name="T12" fmla="*/ 266 h 2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6" h="266">
                  <a:moveTo>
                    <a:pt x="0" y="266"/>
                  </a:moveTo>
                  <a:lnTo>
                    <a:pt x="265" y="0"/>
                  </a:lnTo>
                  <a:lnTo>
                    <a:pt x="26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99" name="Freeform 233"/>
            <p:cNvSpPr>
              <a:spLocks/>
            </p:cNvSpPr>
            <p:nvPr/>
          </p:nvSpPr>
          <p:spPr bwMode="auto">
            <a:xfrm>
              <a:off x="4686" y="3596"/>
              <a:ext cx="17" cy="17"/>
            </a:xfrm>
            <a:custGeom>
              <a:avLst/>
              <a:gdLst>
                <a:gd name="T0" fmla="*/ 0 w 68"/>
                <a:gd name="T1" fmla="*/ 4 h 67"/>
                <a:gd name="T2" fmla="*/ 4 w 68"/>
                <a:gd name="T3" fmla="*/ 0 h 67"/>
                <a:gd name="T4" fmla="*/ 4 w 68"/>
                <a:gd name="T5" fmla="*/ 0 h 67"/>
                <a:gd name="T6" fmla="*/ 0 60000 65536"/>
                <a:gd name="T7" fmla="*/ 0 60000 65536"/>
                <a:gd name="T8" fmla="*/ 0 60000 65536"/>
                <a:gd name="T9" fmla="*/ 0 w 68"/>
                <a:gd name="T10" fmla="*/ 0 h 67"/>
                <a:gd name="T11" fmla="*/ 68 w 68"/>
                <a:gd name="T12" fmla="*/ 67 h 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" h="67">
                  <a:moveTo>
                    <a:pt x="0" y="67"/>
                  </a:moveTo>
                  <a:lnTo>
                    <a:pt x="67" y="0"/>
                  </a:lnTo>
                  <a:lnTo>
                    <a:pt x="6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00" name="Freeform 234"/>
            <p:cNvSpPr>
              <a:spLocks/>
            </p:cNvSpPr>
            <p:nvPr/>
          </p:nvSpPr>
          <p:spPr bwMode="auto">
            <a:xfrm>
              <a:off x="5104" y="3409"/>
              <a:ext cx="64" cy="63"/>
            </a:xfrm>
            <a:custGeom>
              <a:avLst/>
              <a:gdLst>
                <a:gd name="T0" fmla="*/ 0 w 253"/>
                <a:gd name="T1" fmla="*/ 16 h 253"/>
                <a:gd name="T2" fmla="*/ 16 w 253"/>
                <a:gd name="T3" fmla="*/ 0 h 253"/>
                <a:gd name="T4" fmla="*/ 16 w 253"/>
                <a:gd name="T5" fmla="*/ 0 h 253"/>
                <a:gd name="T6" fmla="*/ 0 60000 65536"/>
                <a:gd name="T7" fmla="*/ 0 60000 65536"/>
                <a:gd name="T8" fmla="*/ 0 60000 65536"/>
                <a:gd name="T9" fmla="*/ 0 w 253"/>
                <a:gd name="T10" fmla="*/ 0 h 253"/>
                <a:gd name="T11" fmla="*/ 253 w 253"/>
                <a:gd name="T12" fmla="*/ 253 h 25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3" h="253">
                  <a:moveTo>
                    <a:pt x="0" y="253"/>
                  </a:moveTo>
                  <a:lnTo>
                    <a:pt x="252" y="0"/>
                  </a:lnTo>
                  <a:lnTo>
                    <a:pt x="25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01" name="Freeform 235"/>
            <p:cNvSpPr>
              <a:spLocks/>
            </p:cNvSpPr>
            <p:nvPr/>
          </p:nvSpPr>
          <p:spPr bwMode="auto">
            <a:xfrm>
              <a:off x="5104" y="3475"/>
              <a:ext cx="67" cy="67"/>
            </a:xfrm>
            <a:custGeom>
              <a:avLst/>
              <a:gdLst>
                <a:gd name="T0" fmla="*/ 0 w 268"/>
                <a:gd name="T1" fmla="*/ 17 h 267"/>
                <a:gd name="T2" fmla="*/ 17 w 268"/>
                <a:gd name="T3" fmla="*/ 0 h 267"/>
                <a:gd name="T4" fmla="*/ 17 w 268"/>
                <a:gd name="T5" fmla="*/ 0 h 267"/>
                <a:gd name="T6" fmla="*/ 0 60000 65536"/>
                <a:gd name="T7" fmla="*/ 0 60000 65536"/>
                <a:gd name="T8" fmla="*/ 0 60000 65536"/>
                <a:gd name="T9" fmla="*/ 0 w 268"/>
                <a:gd name="T10" fmla="*/ 0 h 267"/>
                <a:gd name="T11" fmla="*/ 268 w 268"/>
                <a:gd name="T12" fmla="*/ 267 h 26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8" h="267">
                  <a:moveTo>
                    <a:pt x="0" y="267"/>
                  </a:moveTo>
                  <a:lnTo>
                    <a:pt x="267" y="0"/>
                  </a:lnTo>
                  <a:lnTo>
                    <a:pt x="26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02" name="Freeform 236"/>
            <p:cNvSpPr>
              <a:spLocks/>
            </p:cNvSpPr>
            <p:nvPr/>
          </p:nvSpPr>
          <p:spPr bwMode="auto">
            <a:xfrm>
              <a:off x="5104" y="3544"/>
              <a:ext cx="67" cy="67"/>
            </a:xfrm>
            <a:custGeom>
              <a:avLst/>
              <a:gdLst>
                <a:gd name="T0" fmla="*/ 0 w 268"/>
                <a:gd name="T1" fmla="*/ 17 h 266"/>
                <a:gd name="T2" fmla="*/ 17 w 268"/>
                <a:gd name="T3" fmla="*/ 0 h 266"/>
                <a:gd name="T4" fmla="*/ 17 w 268"/>
                <a:gd name="T5" fmla="*/ 0 h 266"/>
                <a:gd name="T6" fmla="*/ 0 60000 65536"/>
                <a:gd name="T7" fmla="*/ 0 60000 65536"/>
                <a:gd name="T8" fmla="*/ 0 60000 65536"/>
                <a:gd name="T9" fmla="*/ 0 w 268"/>
                <a:gd name="T10" fmla="*/ 0 h 266"/>
                <a:gd name="T11" fmla="*/ 268 w 268"/>
                <a:gd name="T12" fmla="*/ 266 h 2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8" h="266">
                  <a:moveTo>
                    <a:pt x="0" y="266"/>
                  </a:moveTo>
                  <a:lnTo>
                    <a:pt x="267" y="0"/>
                  </a:lnTo>
                  <a:lnTo>
                    <a:pt x="26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03" name="Freeform 237"/>
            <p:cNvSpPr>
              <a:spLocks/>
            </p:cNvSpPr>
            <p:nvPr/>
          </p:nvSpPr>
          <p:spPr bwMode="auto">
            <a:xfrm>
              <a:off x="4639" y="2434"/>
              <a:ext cx="178" cy="545"/>
            </a:xfrm>
            <a:custGeom>
              <a:avLst/>
              <a:gdLst>
                <a:gd name="T0" fmla="*/ 45 w 712"/>
                <a:gd name="T1" fmla="*/ 0 h 2180"/>
                <a:gd name="T2" fmla="*/ 0 w 712"/>
                <a:gd name="T3" fmla="*/ 136 h 2180"/>
                <a:gd name="T4" fmla="*/ 0 w 712"/>
                <a:gd name="T5" fmla="*/ 136 h 2180"/>
                <a:gd name="T6" fmla="*/ 0 60000 65536"/>
                <a:gd name="T7" fmla="*/ 0 60000 65536"/>
                <a:gd name="T8" fmla="*/ 0 60000 65536"/>
                <a:gd name="T9" fmla="*/ 0 w 712"/>
                <a:gd name="T10" fmla="*/ 0 h 2180"/>
                <a:gd name="T11" fmla="*/ 712 w 712"/>
                <a:gd name="T12" fmla="*/ 2180 h 218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12" h="2180">
                  <a:moveTo>
                    <a:pt x="712" y="0"/>
                  </a:moveTo>
                  <a:lnTo>
                    <a:pt x="0" y="2180"/>
                  </a:lnTo>
                  <a:lnTo>
                    <a:pt x="1" y="218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04" name="Freeform 238"/>
            <p:cNvSpPr>
              <a:spLocks/>
            </p:cNvSpPr>
            <p:nvPr/>
          </p:nvSpPr>
          <p:spPr bwMode="auto">
            <a:xfrm>
              <a:off x="4639" y="2979"/>
              <a:ext cx="218" cy="475"/>
            </a:xfrm>
            <a:custGeom>
              <a:avLst/>
              <a:gdLst>
                <a:gd name="T0" fmla="*/ 0 w 873"/>
                <a:gd name="T1" fmla="*/ 0 h 1903"/>
                <a:gd name="T2" fmla="*/ 54 w 873"/>
                <a:gd name="T3" fmla="*/ 119 h 1903"/>
                <a:gd name="T4" fmla="*/ 54 w 873"/>
                <a:gd name="T5" fmla="*/ 119 h 1903"/>
                <a:gd name="T6" fmla="*/ 0 60000 65536"/>
                <a:gd name="T7" fmla="*/ 0 60000 65536"/>
                <a:gd name="T8" fmla="*/ 0 60000 65536"/>
                <a:gd name="T9" fmla="*/ 0 w 873"/>
                <a:gd name="T10" fmla="*/ 0 h 1903"/>
                <a:gd name="T11" fmla="*/ 873 w 873"/>
                <a:gd name="T12" fmla="*/ 1903 h 19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73" h="1903">
                  <a:moveTo>
                    <a:pt x="0" y="0"/>
                  </a:moveTo>
                  <a:lnTo>
                    <a:pt x="872" y="1903"/>
                  </a:lnTo>
                  <a:lnTo>
                    <a:pt x="873" y="1903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05" name="Freeform 239"/>
            <p:cNvSpPr>
              <a:spLocks/>
            </p:cNvSpPr>
            <p:nvPr/>
          </p:nvSpPr>
          <p:spPr bwMode="auto">
            <a:xfrm>
              <a:off x="4639" y="2979"/>
              <a:ext cx="339" cy="1"/>
            </a:xfrm>
            <a:custGeom>
              <a:avLst/>
              <a:gdLst>
                <a:gd name="T0" fmla="*/ 0 w 1355"/>
                <a:gd name="T1" fmla="*/ 0 h 1"/>
                <a:gd name="T2" fmla="*/ 85 w 1355"/>
                <a:gd name="T3" fmla="*/ 0 h 1"/>
                <a:gd name="T4" fmla="*/ 85 w 1355"/>
                <a:gd name="T5" fmla="*/ 0 h 1"/>
                <a:gd name="T6" fmla="*/ 0 60000 65536"/>
                <a:gd name="T7" fmla="*/ 0 60000 65536"/>
                <a:gd name="T8" fmla="*/ 0 60000 65536"/>
                <a:gd name="T9" fmla="*/ 0 w 1355"/>
                <a:gd name="T10" fmla="*/ 0 h 1"/>
                <a:gd name="T11" fmla="*/ 1355 w 135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55" h="1">
                  <a:moveTo>
                    <a:pt x="0" y="0"/>
                  </a:moveTo>
                  <a:lnTo>
                    <a:pt x="1353" y="0"/>
                  </a:lnTo>
                  <a:lnTo>
                    <a:pt x="135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06" name="Rectangle 240"/>
            <p:cNvSpPr>
              <a:spLocks noChangeArrowheads="1"/>
            </p:cNvSpPr>
            <p:nvPr/>
          </p:nvSpPr>
          <p:spPr bwMode="auto">
            <a:xfrm>
              <a:off x="3094" y="2585"/>
              <a:ext cx="7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i="1">
                  <a:latin typeface="宋体" pitchFamily="2" charset="-122"/>
                </a:rPr>
                <a:t>A</a:t>
              </a:r>
              <a:endParaRPr lang="en-US" altLang="zh-CN" sz="1800" b="1"/>
            </a:p>
          </p:txBody>
        </p:sp>
        <p:sp>
          <p:nvSpPr>
            <p:cNvPr id="12407" name="Freeform 241"/>
            <p:cNvSpPr>
              <a:spLocks/>
            </p:cNvSpPr>
            <p:nvPr/>
          </p:nvSpPr>
          <p:spPr bwMode="auto">
            <a:xfrm>
              <a:off x="3081" y="2767"/>
              <a:ext cx="100" cy="1"/>
            </a:xfrm>
            <a:custGeom>
              <a:avLst/>
              <a:gdLst>
                <a:gd name="T0" fmla="*/ 25 w 400"/>
                <a:gd name="T1" fmla="*/ 0 h 4"/>
                <a:gd name="T2" fmla="*/ 0 w 400"/>
                <a:gd name="T3" fmla="*/ 0 h 4"/>
                <a:gd name="T4" fmla="*/ 0 w 400"/>
                <a:gd name="T5" fmla="*/ 0 h 4"/>
                <a:gd name="T6" fmla="*/ 0 60000 65536"/>
                <a:gd name="T7" fmla="*/ 0 60000 65536"/>
                <a:gd name="T8" fmla="*/ 0 60000 65536"/>
                <a:gd name="T9" fmla="*/ 0 w 400"/>
                <a:gd name="T10" fmla="*/ 0 h 4"/>
                <a:gd name="T11" fmla="*/ 400 w 400"/>
                <a:gd name="T12" fmla="*/ 4 h 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0" h="4">
                  <a:moveTo>
                    <a:pt x="400" y="4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08" name="Rectangle 242"/>
            <p:cNvSpPr>
              <a:spLocks noChangeArrowheads="1"/>
            </p:cNvSpPr>
            <p:nvPr/>
          </p:nvSpPr>
          <p:spPr bwMode="auto">
            <a:xfrm>
              <a:off x="4131" y="2606"/>
              <a:ext cx="7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i="1">
                  <a:latin typeface="宋体" pitchFamily="2" charset="-122"/>
                </a:rPr>
                <a:t>A</a:t>
              </a:r>
              <a:endParaRPr lang="en-US" altLang="zh-CN" sz="1800" b="1"/>
            </a:p>
          </p:txBody>
        </p:sp>
        <p:sp>
          <p:nvSpPr>
            <p:cNvPr id="12409" name="Rectangle 243"/>
            <p:cNvSpPr>
              <a:spLocks noChangeArrowheads="1"/>
            </p:cNvSpPr>
            <p:nvPr/>
          </p:nvSpPr>
          <p:spPr bwMode="auto">
            <a:xfrm>
              <a:off x="5045" y="1896"/>
              <a:ext cx="73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i="1">
                  <a:latin typeface="宋体" pitchFamily="2" charset="-122"/>
                </a:rPr>
                <a:t>A</a:t>
              </a:r>
              <a:endParaRPr lang="en-US" altLang="zh-CN" sz="1800" b="1"/>
            </a:p>
          </p:txBody>
        </p:sp>
        <p:sp>
          <p:nvSpPr>
            <p:cNvPr id="12410" name="Freeform 244"/>
            <p:cNvSpPr>
              <a:spLocks/>
            </p:cNvSpPr>
            <p:nvPr/>
          </p:nvSpPr>
          <p:spPr bwMode="auto">
            <a:xfrm>
              <a:off x="4227" y="2709"/>
              <a:ext cx="60" cy="59"/>
            </a:xfrm>
            <a:custGeom>
              <a:avLst/>
              <a:gdLst>
                <a:gd name="T0" fmla="*/ 0 w 60"/>
                <a:gd name="T1" fmla="*/ 59 h 59"/>
                <a:gd name="T2" fmla="*/ 60 w 60"/>
                <a:gd name="T3" fmla="*/ 0 h 59"/>
                <a:gd name="T4" fmla="*/ 0 60000 65536"/>
                <a:gd name="T5" fmla="*/ 0 60000 65536"/>
                <a:gd name="T6" fmla="*/ 0 w 60"/>
                <a:gd name="T7" fmla="*/ 0 h 59"/>
                <a:gd name="T8" fmla="*/ 60 w 60"/>
                <a:gd name="T9" fmla="*/ 59 h 5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0" h="59">
                  <a:moveTo>
                    <a:pt x="0" y="59"/>
                  </a:moveTo>
                  <a:lnTo>
                    <a:pt x="6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11" name="Freeform 245"/>
            <p:cNvSpPr>
              <a:spLocks/>
            </p:cNvSpPr>
            <p:nvPr/>
          </p:nvSpPr>
          <p:spPr bwMode="auto">
            <a:xfrm>
              <a:off x="4927" y="2002"/>
              <a:ext cx="66" cy="66"/>
            </a:xfrm>
            <a:custGeom>
              <a:avLst/>
              <a:gdLst>
                <a:gd name="T0" fmla="*/ 0 w 264"/>
                <a:gd name="T1" fmla="*/ 17 h 263"/>
                <a:gd name="T2" fmla="*/ 17 w 264"/>
                <a:gd name="T3" fmla="*/ 0 h 263"/>
                <a:gd name="T4" fmla="*/ 17 w 264"/>
                <a:gd name="T5" fmla="*/ 0 h 263"/>
                <a:gd name="T6" fmla="*/ 0 60000 65536"/>
                <a:gd name="T7" fmla="*/ 0 60000 65536"/>
                <a:gd name="T8" fmla="*/ 0 60000 65536"/>
                <a:gd name="T9" fmla="*/ 0 w 264"/>
                <a:gd name="T10" fmla="*/ 0 h 263"/>
                <a:gd name="T11" fmla="*/ 264 w 264"/>
                <a:gd name="T12" fmla="*/ 263 h 26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4" h="263">
                  <a:moveTo>
                    <a:pt x="0" y="263"/>
                  </a:moveTo>
                  <a:lnTo>
                    <a:pt x="263" y="0"/>
                  </a:lnTo>
                  <a:lnTo>
                    <a:pt x="26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12" name="Rectangle 246"/>
            <p:cNvSpPr>
              <a:spLocks noChangeArrowheads="1"/>
            </p:cNvSpPr>
            <p:nvPr/>
          </p:nvSpPr>
          <p:spPr bwMode="auto">
            <a:xfrm>
              <a:off x="4082" y="3105"/>
              <a:ext cx="291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i="1">
                  <a:latin typeface="宋体" pitchFamily="2" charset="-122"/>
                </a:rPr>
                <a:t>A</a:t>
              </a:r>
              <a:r>
                <a:rPr lang="zh-CN" altLang="en-US" sz="1800" b="1">
                  <a:latin typeface="宋体" pitchFamily="2" charset="-122"/>
                </a:rPr>
                <a:t>－</a:t>
              </a:r>
              <a:r>
                <a:rPr lang="en-US" altLang="zh-CN" sz="1800" b="1" i="1">
                  <a:latin typeface="宋体" pitchFamily="2" charset="-122"/>
                </a:rPr>
                <a:t>A</a:t>
              </a:r>
              <a:endParaRPr lang="en-US" altLang="zh-CN" sz="1800" b="1"/>
            </a:p>
          </p:txBody>
        </p:sp>
        <p:sp>
          <p:nvSpPr>
            <p:cNvPr id="12413" name="Freeform 247"/>
            <p:cNvSpPr>
              <a:spLocks/>
            </p:cNvSpPr>
            <p:nvPr/>
          </p:nvSpPr>
          <p:spPr bwMode="auto">
            <a:xfrm>
              <a:off x="4993" y="2002"/>
              <a:ext cx="109" cy="109"/>
            </a:xfrm>
            <a:custGeom>
              <a:avLst/>
              <a:gdLst>
                <a:gd name="T0" fmla="*/ 0 w 438"/>
                <a:gd name="T1" fmla="*/ 0 h 438"/>
                <a:gd name="T2" fmla="*/ 27 w 438"/>
                <a:gd name="T3" fmla="*/ 27 h 438"/>
                <a:gd name="T4" fmla="*/ 27 w 438"/>
                <a:gd name="T5" fmla="*/ 27 h 438"/>
                <a:gd name="T6" fmla="*/ 0 60000 65536"/>
                <a:gd name="T7" fmla="*/ 0 60000 65536"/>
                <a:gd name="T8" fmla="*/ 0 60000 65536"/>
                <a:gd name="T9" fmla="*/ 0 w 438"/>
                <a:gd name="T10" fmla="*/ 0 h 438"/>
                <a:gd name="T11" fmla="*/ 438 w 438"/>
                <a:gd name="T12" fmla="*/ 438 h 4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8" h="438">
                  <a:moveTo>
                    <a:pt x="0" y="0"/>
                  </a:moveTo>
                  <a:lnTo>
                    <a:pt x="437" y="438"/>
                  </a:lnTo>
                  <a:lnTo>
                    <a:pt x="438" y="43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14" name="Freeform 248"/>
            <p:cNvSpPr>
              <a:spLocks/>
            </p:cNvSpPr>
            <p:nvPr/>
          </p:nvSpPr>
          <p:spPr bwMode="auto">
            <a:xfrm>
              <a:off x="3081" y="2767"/>
              <a:ext cx="1" cy="155"/>
            </a:xfrm>
            <a:custGeom>
              <a:avLst/>
              <a:gdLst>
                <a:gd name="T0" fmla="*/ 0 w 1"/>
                <a:gd name="T1" fmla="*/ 0 h 618"/>
                <a:gd name="T2" fmla="*/ 0 w 1"/>
                <a:gd name="T3" fmla="*/ 39 h 618"/>
                <a:gd name="T4" fmla="*/ 1 w 1"/>
                <a:gd name="T5" fmla="*/ 39 h 618"/>
                <a:gd name="T6" fmla="*/ 0 60000 65536"/>
                <a:gd name="T7" fmla="*/ 0 60000 65536"/>
                <a:gd name="T8" fmla="*/ 0 60000 65536"/>
                <a:gd name="T9" fmla="*/ 0 w 1"/>
                <a:gd name="T10" fmla="*/ 0 h 618"/>
                <a:gd name="T11" fmla="*/ 1 w 1"/>
                <a:gd name="T12" fmla="*/ 618 h 61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618">
                  <a:moveTo>
                    <a:pt x="0" y="0"/>
                  </a:moveTo>
                  <a:lnTo>
                    <a:pt x="0" y="618"/>
                  </a:lnTo>
                  <a:lnTo>
                    <a:pt x="1" y="618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415" name="Line 249"/>
            <p:cNvSpPr>
              <a:spLocks noChangeShapeType="1"/>
            </p:cNvSpPr>
            <p:nvPr/>
          </p:nvSpPr>
          <p:spPr bwMode="auto">
            <a:xfrm flipV="1">
              <a:off x="4227" y="2830"/>
              <a:ext cx="0" cy="2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16" name="Line 250"/>
            <p:cNvSpPr>
              <a:spLocks noChangeShapeType="1"/>
            </p:cNvSpPr>
            <p:nvPr/>
          </p:nvSpPr>
          <p:spPr bwMode="auto">
            <a:xfrm flipV="1">
              <a:off x="4431" y="2537"/>
              <a:ext cx="28" cy="2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17" name="Line 251"/>
            <p:cNvSpPr>
              <a:spLocks noChangeShapeType="1"/>
            </p:cNvSpPr>
            <p:nvPr/>
          </p:nvSpPr>
          <p:spPr bwMode="auto">
            <a:xfrm flipV="1">
              <a:off x="4471" y="2299"/>
              <a:ext cx="229" cy="22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18" name="Line 252"/>
            <p:cNvSpPr>
              <a:spLocks noChangeShapeType="1"/>
            </p:cNvSpPr>
            <p:nvPr/>
          </p:nvSpPr>
          <p:spPr bwMode="auto">
            <a:xfrm flipV="1">
              <a:off x="4709" y="2266"/>
              <a:ext cx="22" cy="2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19" name="Line 253"/>
            <p:cNvSpPr>
              <a:spLocks noChangeShapeType="1"/>
            </p:cNvSpPr>
            <p:nvPr/>
          </p:nvSpPr>
          <p:spPr bwMode="auto">
            <a:xfrm>
              <a:off x="3587" y="3399"/>
              <a:ext cx="0" cy="6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20" name="Line 254"/>
            <p:cNvSpPr>
              <a:spLocks noChangeShapeType="1"/>
            </p:cNvSpPr>
            <p:nvPr/>
          </p:nvSpPr>
          <p:spPr bwMode="auto">
            <a:xfrm flipV="1">
              <a:off x="3587" y="3550"/>
              <a:ext cx="0" cy="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21" name="Line 255"/>
            <p:cNvSpPr>
              <a:spLocks noChangeShapeType="1"/>
            </p:cNvSpPr>
            <p:nvPr/>
          </p:nvSpPr>
          <p:spPr bwMode="auto">
            <a:xfrm flipV="1">
              <a:off x="3987" y="3558"/>
              <a:ext cx="0" cy="16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22" name="Line 256"/>
            <p:cNvSpPr>
              <a:spLocks noChangeShapeType="1"/>
            </p:cNvSpPr>
            <p:nvPr/>
          </p:nvSpPr>
          <p:spPr bwMode="auto">
            <a:xfrm>
              <a:off x="3986" y="3294"/>
              <a:ext cx="0" cy="1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23" name="Line 257"/>
            <p:cNvSpPr>
              <a:spLocks noChangeShapeType="1"/>
            </p:cNvSpPr>
            <p:nvPr/>
          </p:nvSpPr>
          <p:spPr bwMode="auto">
            <a:xfrm>
              <a:off x="4466" y="3294"/>
              <a:ext cx="0" cy="17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24" name="Line 258"/>
            <p:cNvSpPr>
              <a:spLocks noChangeShapeType="1"/>
            </p:cNvSpPr>
            <p:nvPr/>
          </p:nvSpPr>
          <p:spPr bwMode="auto">
            <a:xfrm flipV="1">
              <a:off x="4466" y="3557"/>
              <a:ext cx="0" cy="16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25" name="Line 259"/>
            <p:cNvSpPr>
              <a:spLocks noChangeShapeType="1"/>
            </p:cNvSpPr>
            <p:nvPr/>
          </p:nvSpPr>
          <p:spPr bwMode="auto">
            <a:xfrm>
              <a:off x="4639" y="3405"/>
              <a:ext cx="0" cy="6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426" name="Line 260"/>
            <p:cNvSpPr>
              <a:spLocks noChangeShapeType="1"/>
            </p:cNvSpPr>
            <p:nvPr/>
          </p:nvSpPr>
          <p:spPr bwMode="auto">
            <a:xfrm flipV="1">
              <a:off x="4636" y="3561"/>
              <a:ext cx="0" cy="61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6021" name="Text Box 261"/>
          <p:cNvSpPr txBox="1">
            <a:spLocks noChangeArrowheads="1"/>
          </p:cNvSpPr>
          <p:nvPr/>
        </p:nvSpPr>
        <p:spPr bwMode="auto">
          <a:xfrm>
            <a:off x="4633913" y="331788"/>
            <a:ext cx="4316412" cy="191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④ </a:t>
            </a:r>
            <a:r>
              <a:rPr lang="zh-CN" altLang="en-US" sz="24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位于剖切平面后，与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   被切结构密切相关的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   结构，或不一起旋转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   难以表达的结构，应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en-US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先旋转后投射</a:t>
            </a:r>
            <a:r>
              <a:rPr lang="zh-CN" altLang="en-US" sz="24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sp>
        <p:nvSpPr>
          <p:cNvPr id="246022" name="AutoShape 262"/>
          <p:cNvSpPr>
            <a:spLocks noChangeArrowheads="1"/>
          </p:cNvSpPr>
          <p:nvPr/>
        </p:nvSpPr>
        <p:spPr bwMode="auto">
          <a:xfrm rot="-3319508">
            <a:off x="7989887" y="5149851"/>
            <a:ext cx="174625" cy="565150"/>
          </a:xfrm>
          <a:prstGeom prst="upArrow">
            <a:avLst>
              <a:gd name="adj1" fmla="val 50000"/>
              <a:gd name="adj2" fmla="val 80909"/>
            </a:avLst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246023" name="AutoShape 263"/>
          <p:cNvSpPr>
            <a:spLocks noChangeArrowheads="1"/>
          </p:cNvSpPr>
          <p:nvPr/>
        </p:nvSpPr>
        <p:spPr bwMode="auto">
          <a:xfrm rot="2549321">
            <a:off x="2209800" y="5127625"/>
            <a:ext cx="157163" cy="565150"/>
          </a:xfrm>
          <a:prstGeom prst="upArrow">
            <a:avLst>
              <a:gd name="adj1" fmla="val 50000"/>
              <a:gd name="adj2" fmla="val 89899"/>
            </a:avLst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60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60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500"/>
                                        <p:tgtEl>
                                          <p:spTgt spid="246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460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460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021" grpId="0" autoUpdateAnimBg="0"/>
      <p:bldP spid="246022" grpId="0" animBg="1"/>
      <p:bldP spid="2460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F730CE-7640-4B6E-995D-0148FFAD4EB3}" type="slidenum">
              <a:rPr lang="en-US" altLang="zh-CN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245000" name="Rectangle 264"/>
          <p:cNvSpPr>
            <a:spLocks noChangeArrowheads="1"/>
          </p:cNvSpPr>
          <p:nvPr/>
        </p:nvSpPr>
        <p:spPr bwMode="auto">
          <a:xfrm>
            <a:off x="6275388" y="5418138"/>
            <a:ext cx="1125537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正 确</a:t>
            </a:r>
          </a:p>
        </p:txBody>
      </p:sp>
      <p:sp>
        <p:nvSpPr>
          <p:cNvPr id="245001" name="Rectangle 265"/>
          <p:cNvSpPr>
            <a:spLocks noChangeArrowheads="1"/>
          </p:cNvSpPr>
          <p:nvPr/>
        </p:nvSpPr>
        <p:spPr bwMode="auto">
          <a:xfrm>
            <a:off x="1471613" y="5418138"/>
            <a:ext cx="20732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4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错 误</a:t>
            </a:r>
          </a:p>
        </p:txBody>
      </p:sp>
      <p:grpSp>
        <p:nvGrpSpPr>
          <p:cNvPr id="2" name="Group 266"/>
          <p:cNvGrpSpPr>
            <a:grpSpLocks/>
          </p:cNvGrpSpPr>
          <p:nvPr/>
        </p:nvGrpSpPr>
        <p:grpSpPr bwMode="auto">
          <a:xfrm>
            <a:off x="357188" y="1200150"/>
            <a:ext cx="4119562" cy="4095750"/>
            <a:chOff x="412" y="756"/>
            <a:chExt cx="2595" cy="2580"/>
          </a:xfrm>
        </p:grpSpPr>
        <p:grpSp>
          <p:nvGrpSpPr>
            <p:cNvPr id="13473" name="Group 267"/>
            <p:cNvGrpSpPr>
              <a:grpSpLocks/>
            </p:cNvGrpSpPr>
            <p:nvPr/>
          </p:nvGrpSpPr>
          <p:grpSpPr bwMode="auto">
            <a:xfrm>
              <a:off x="646" y="756"/>
              <a:ext cx="2120" cy="1290"/>
              <a:chOff x="646" y="756"/>
              <a:chExt cx="2120" cy="1290"/>
            </a:xfrm>
          </p:grpSpPr>
          <p:sp>
            <p:nvSpPr>
              <p:cNvPr id="13540" name="Arc 268"/>
              <p:cNvSpPr>
                <a:spLocks/>
              </p:cNvSpPr>
              <p:nvPr/>
            </p:nvSpPr>
            <p:spPr bwMode="auto">
              <a:xfrm flipH="1">
                <a:off x="729" y="1430"/>
                <a:ext cx="183" cy="364"/>
              </a:xfrm>
              <a:custGeom>
                <a:avLst/>
                <a:gdLst>
                  <a:gd name="T0" fmla="*/ 0 w 21712"/>
                  <a:gd name="T1" fmla="*/ 0 h 43200"/>
                  <a:gd name="T2" fmla="*/ 0 w 21712"/>
                  <a:gd name="T3" fmla="*/ 0 h 43200"/>
                  <a:gd name="T4" fmla="*/ 0 w 21712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712"/>
                  <a:gd name="T10" fmla="*/ 0 h 43200"/>
                  <a:gd name="T11" fmla="*/ 21712 w 21712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12" h="43200" fill="none" extrusionOk="0">
                    <a:moveTo>
                      <a:pt x="111" y="0"/>
                    </a:moveTo>
                    <a:cubicBezTo>
                      <a:pt x="12041" y="0"/>
                      <a:pt x="21712" y="9670"/>
                      <a:pt x="21712" y="21600"/>
                    </a:cubicBezTo>
                    <a:cubicBezTo>
                      <a:pt x="21712" y="33529"/>
                      <a:pt x="12041" y="43200"/>
                      <a:pt x="112" y="43200"/>
                    </a:cubicBezTo>
                    <a:cubicBezTo>
                      <a:pt x="74" y="43200"/>
                      <a:pt x="37" y="43199"/>
                      <a:pt x="0" y="43199"/>
                    </a:cubicBezTo>
                  </a:path>
                  <a:path w="21712" h="43200" stroke="0" extrusionOk="0">
                    <a:moveTo>
                      <a:pt x="111" y="0"/>
                    </a:moveTo>
                    <a:cubicBezTo>
                      <a:pt x="12041" y="0"/>
                      <a:pt x="21712" y="9670"/>
                      <a:pt x="21712" y="21600"/>
                    </a:cubicBezTo>
                    <a:cubicBezTo>
                      <a:pt x="21712" y="33529"/>
                      <a:pt x="12041" y="43200"/>
                      <a:pt x="112" y="43200"/>
                    </a:cubicBezTo>
                    <a:cubicBezTo>
                      <a:pt x="74" y="43200"/>
                      <a:pt x="37" y="43199"/>
                      <a:pt x="0" y="43199"/>
                    </a:cubicBezTo>
                    <a:lnTo>
                      <a:pt x="112" y="21600"/>
                    </a:lnTo>
                    <a:lnTo>
                      <a:pt x="111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41" name="Oval 269"/>
              <p:cNvSpPr>
                <a:spLocks noChangeArrowheads="1"/>
              </p:cNvSpPr>
              <p:nvPr/>
            </p:nvSpPr>
            <p:spPr bwMode="auto">
              <a:xfrm>
                <a:off x="821" y="1528"/>
                <a:ext cx="174" cy="17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13542" name="Freeform 270"/>
              <p:cNvSpPr>
                <a:spLocks/>
              </p:cNvSpPr>
              <p:nvPr/>
            </p:nvSpPr>
            <p:spPr bwMode="auto">
              <a:xfrm>
                <a:off x="1039" y="1004"/>
                <a:ext cx="756" cy="1"/>
              </a:xfrm>
              <a:custGeom>
                <a:avLst/>
                <a:gdLst>
                  <a:gd name="T0" fmla="*/ 0 w 2270"/>
                  <a:gd name="T1" fmla="*/ 0 h 1"/>
                  <a:gd name="T2" fmla="*/ 252 w 2270"/>
                  <a:gd name="T3" fmla="*/ 0 h 1"/>
                  <a:gd name="T4" fmla="*/ 252 w 227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270"/>
                  <a:gd name="T10" fmla="*/ 0 h 1"/>
                  <a:gd name="T11" fmla="*/ 2270 w 227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70" h="1">
                    <a:moveTo>
                      <a:pt x="0" y="0"/>
                    </a:moveTo>
                    <a:lnTo>
                      <a:pt x="2269" y="0"/>
                    </a:lnTo>
                    <a:lnTo>
                      <a:pt x="227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43" name="Freeform 271"/>
              <p:cNvSpPr>
                <a:spLocks/>
              </p:cNvSpPr>
              <p:nvPr/>
            </p:nvSpPr>
            <p:spPr bwMode="auto">
              <a:xfrm>
                <a:off x="1029" y="1971"/>
                <a:ext cx="772" cy="4"/>
              </a:xfrm>
              <a:custGeom>
                <a:avLst/>
                <a:gdLst>
                  <a:gd name="T0" fmla="*/ 0 w 772"/>
                  <a:gd name="T1" fmla="*/ 0 h 4"/>
                  <a:gd name="T2" fmla="*/ 772 w 772"/>
                  <a:gd name="T3" fmla="*/ 4 h 4"/>
                  <a:gd name="T4" fmla="*/ 772 w 772"/>
                  <a:gd name="T5" fmla="*/ 4 h 4"/>
                  <a:gd name="T6" fmla="*/ 0 60000 65536"/>
                  <a:gd name="T7" fmla="*/ 0 60000 65536"/>
                  <a:gd name="T8" fmla="*/ 0 60000 65536"/>
                  <a:gd name="T9" fmla="*/ 0 w 772"/>
                  <a:gd name="T10" fmla="*/ 0 h 4"/>
                  <a:gd name="T11" fmla="*/ 772 w 772"/>
                  <a:gd name="T12" fmla="*/ 4 h 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72" h="4">
                    <a:moveTo>
                      <a:pt x="0" y="0"/>
                    </a:moveTo>
                    <a:lnTo>
                      <a:pt x="772" y="4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44" name="Freeform 272"/>
              <p:cNvSpPr>
                <a:spLocks/>
              </p:cNvSpPr>
              <p:nvPr/>
            </p:nvSpPr>
            <p:spPr bwMode="auto">
              <a:xfrm>
                <a:off x="1194" y="1004"/>
                <a:ext cx="1" cy="971"/>
              </a:xfrm>
              <a:custGeom>
                <a:avLst/>
                <a:gdLst>
                  <a:gd name="T0" fmla="*/ 0 w 1"/>
                  <a:gd name="T1" fmla="*/ 323 h 2915"/>
                  <a:gd name="T2" fmla="*/ 0 w 1"/>
                  <a:gd name="T3" fmla="*/ 0 h 2915"/>
                  <a:gd name="T4" fmla="*/ 1 w 1"/>
                  <a:gd name="T5" fmla="*/ 0 h 291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915"/>
                  <a:gd name="T11" fmla="*/ 1 w 1"/>
                  <a:gd name="T12" fmla="*/ 2915 h 291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915">
                    <a:moveTo>
                      <a:pt x="0" y="291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45" name="Freeform 273"/>
              <p:cNvSpPr>
                <a:spLocks/>
              </p:cNvSpPr>
              <p:nvPr/>
            </p:nvSpPr>
            <p:spPr bwMode="auto">
              <a:xfrm>
                <a:off x="1417" y="1252"/>
                <a:ext cx="1" cy="467"/>
              </a:xfrm>
              <a:custGeom>
                <a:avLst/>
                <a:gdLst>
                  <a:gd name="T0" fmla="*/ 0 w 2"/>
                  <a:gd name="T1" fmla="*/ 0 h 1403"/>
                  <a:gd name="T2" fmla="*/ 0 w 2"/>
                  <a:gd name="T3" fmla="*/ 155 h 1403"/>
                  <a:gd name="T4" fmla="*/ 1 w 2"/>
                  <a:gd name="T5" fmla="*/ 155 h 1403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403"/>
                  <a:gd name="T11" fmla="*/ 2 w 2"/>
                  <a:gd name="T12" fmla="*/ 1403 h 14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403">
                    <a:moveTo>
                      <a:pt x="0" y="0"/>
                    </a:moveTo>
                    <a:lnTo>
                      <a:pt x="0" y="1403"/>
                    </a:lnTo>
                    <a:lnTo>
                      <a:pt x="2" y="140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46" name="Freeform 274"/>
              <p:cNvSpPr>
                <a:spLocks/>
              </p:cNvSpPr>
              <p:nvPr/>
            </p:nvSpPr>
            <p:spPr bwMode="auto">
              <a:xfrm>
                <a:off x="912" y="1363"/>
                <a:ext cx="1" cy="525"/>
              </a:xfrm>
              <a:custGeom>
                <a:avLst/>
                <a:gdLst>
                  <a:gd name="T0" fmla="*/ 0 w 1"/>
                  <a:gd name="T1" fmla="*/ 0 h 1573"/>
                  <a:gd name="T2" fmla="*/ 0 w 1"/>
                  <a:gd name="T3" fmla="*/ 175 h 1573"/>
                  <a:gd name="T4" fmla="*/ 1 w 1"/>
                  <a:gd name="T5" fmla="*/ 175 h 157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573"/>
                  <a:gd name="T11" fmla="*/ 1 w 1"/>
                  <a:gd name="T12" fmla="*/ 1573 h 157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573">
                    <a:moveTo>
                      <a:pt x="0" y="0"/>
                    </a:moveTo>
                    <a:lnTo>
                      <a:pt x="0" y="1573"/>
                    </a:lnTo>
                    <a:lnTo>
                      <a:pt x="1" y="157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47" name="Freeform 275"/>
              <p:cNvSpPr>
                <a:spLocks/>
              </p:cNvSpPr>
              <p:nvPr/>
            </p:nvSpPr>
            <p:spPr bwMode="auto">
              <a:xfrm>
                <a:off x="1640" y="1004"/>
                <a:ext cx="1" cy="971"/>
              </a:xfrm>
              <a:custGeom>
                <a:avLst/>
                <a:gdLst>
                  <a:gd name="T0" fmla="*/ 0 w 2"/>
                  <a:gd name="T1" fmla="*/ 323 h 2915"/>
                  <a:gd name="T2" fmla="*/ 0 w 2"/>
                  <a:gd name="T3" fmla="*/ 0 h 2915"/>
                  <a:gd name="T4" fmla="*/ 1 w 2"/>
                  <a:gd name="T5" fmla="*/ 0 h 2915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2915"/>
                  <a:gd name="T11" fmla="*/ 2 w 2"/>
                  <a:gd name="T12" fmla="*/ 2915 h 291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2915">
                    <a:moveTo>
                      <a:pt x="0" y="2915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48" name="Freeform 276"/>
              <p:cNvSpPr>
                <a:spLocks/>
              </p:cNvSpPr>
              <p:nvPr/>
            </p:nvSpPr>
            <p:spPr bwMode="auto">
              <a:xfrm>
                <a:off x="646" y="1614"/>
                <a:ext cx="464" cy="1"/>
              </a:xfrm>
              <a:custGeom>
                <a:avLst/>
                <a:gdLst>
                  <a:gd name="T0" fmla="*/ 0 w 1393"/>
                  <a:gd name="T1" fmla="*/ 0 h 1"/>
                  <a:gd name="T2" fmla="*/ 154 w 1393"/>
                  <a:gd name="T3" fmla="*/ 0 h 1"/>
                  <a:gd name="T4" fmla="*/ 155 w 139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393"/>
                  <a:gd name="T10" fmla="*/ 0 h 1"/>
                  <a:gd name="T11" fmla="*/ 1393 w 139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93" h="1">
                    <a:moveTo>
                      <a:pt x="0" y="0"/>
                    </a:moveTo>
                    <a:lnTo>
                      <a:pt x="1391" y="0"/>
                    </a:lnTo>
                    <a:lnTo>
                      <a:pt x="139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49" name="Freeform 277"/>
              <p:cNvSpPr>
                <a:spLocks/>
              </p:cNvSpPr>
              <p:nvPr/>
            </p:nvSpPr>
            <p:spPr bwMode="auto">
              <a:xfrm>
                <a:off x="1038" y="1788"/>
                <a:ext cx="1" cy="187"/>
              </a:xfrm>
              <a:custGeom>
                <a:avLst/>
                <a:gdLst>
                  <a:gd name="T0" fmla="*/ 1 w 1"/>
                  <a:gd name="T1" fmla="*/ 187 h 187"/>
                  <a:gd name="T2" fmla="*/ 0 w 1"/>
                  <a:gd name="T3" fmla="*/ 0 h 187"/>
                  <a:gd name="T4" fmla="*/ 0 60000 65536"/>
                  <a:gd name="T5" fmla="*/ 0 60000 65536"/>
                  <a:gd name="T6" fmla="*/ 0 w 1"/>
                  <a:gd name="T7" fmla="*/ 0 h 187"/>
                  <a:gd name="T8" fmla="*/ 1 w 1"/>
                  <a:gd name="T9" fmla="*/ 187 h 18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87">
                    <a:moveTo>
                      <a:pt x="1" y="187"/>
                    </a:move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50" name="Freeform 278"/>
              <p:cNvSpPr>
                <a:spLocks/>
              </p:cNvSpPr>
              <p:nvPr/>
            </p:nvSpPr>
            <p:spPr bwMode="auto">
              <a:xfrm>
                <a:off x="912" y="1791"/>
                <a:ext cx="123" cy="4"/>
              </a:xfrm>
              <a:custGeom>
                <a:avLst/>
                <a:gdLst>
                  <a:gd name="T0" fmla="*/ 0 w 123"/>
                  <a:gd name="T1" fmla="*/ 4 h 4"/>
                  <a:gd name="T2" fmla="*/ 123 w 123"/>
                  <a:gd name="T3" fmla="*/ 0 h 4"/>
                  <a:gd name="T4" fmla="*/ 0 60000 65536"/>
                  <a:gd name="T5" fmla="*/ 0 60000 65536"/>
                  <a:gd name="T6" fmla="*/ 0 w 123"/>
                  <a:gd name="T7" fmla="*/ 0 h 4"/>
                  <a:gd name="T8" fmla="*/ 123 w 123"/>
                  <a:gd name="T9" fmla="*/ 4 h 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3" h="4">
                    <a:moveTo>
                      <a:pt x="0" y="4"/>
                    </a:moveTo>
                    <a:lnTo>
                      <a:pt x="123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51" name="Freeform 279"/>
              <p:cNvSpPr>
                <a:spLocks/>
              </p:cNvSpPr>
              <p:nvPr/>
            </p:nvSpPr>
            <p:spPr bwMode="auto">
              <a:xfrm>
                <a:off x="1417" y="1822"/>
                <a:ext cx="1" cy="224"/>
              </a:xfrm>
              <a:custGeom>
                <a:avLst/>
                <a:gdLst>
                  <a:gd name="T0" fmla="*/ 0 w 2"/>
                  <a:gd name="T1" fmla="*/ 0 h 672"/>
                  <a:gd name="T2" fmla="*/ 0 w 2"/>
                  <a:gd name="T3" fmla="*/ 75 h 672"/>
                  <a:gd name="T4" fmla="*/ 1 w 2"/>
                  <a:gd name="T5" fmla="*/ 75 h 672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672"/>
                  <a:gd name="T11" fmla="*/ 2 w 2"/>
                  <a:gd name="T12" fmla="*/ 672 h 67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672">
                    <a:moveTo>
                      <a:pt x="0" y="0"/>
                    </a:moveTo>
                    <a:lnTo>
                      <a:pt x="0" y="672"/>
                    </a:lnTo>
                    <a:lnTo>
                      <a:pt x="2" y="672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52" name="Freeform 280"/>
              <p:cNvSpPr>
                <a:spLocks/>
              </p:cNvSpPr>
              <p:nvPr/>
            </p:nvSpPr>
            <p:spPr bwMode="auto">
              <a:xfrm>
                <a:off x="1417" y="1744"/>
                <a:ext cx="1" cy="23"/>
              </a:xfrm>
              <a:custGeom>
                <a:avLst/>
                <a:gdLst>
                  <a:gd name="T0" fmla="*/ 0 w 2"/>
                  <a:gd name="T1" fmla="*/ 0 h 70"/>
                  <a:gd name="T2" fmla="*/ 0 w 2"/>
                  <a:gd name="T3" fmla="*/ 8 h 70"/>
                  <a:gd name="T4" fmla="*/ 1 w 2"/>
                  <a:gd name="T5" fmla="*/ 8 h 70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70"/>
                  <a:gd name="T11" fmla="*/ 2 w 2"/>
                  <a:gd name="T12" fmla="*/ 70 h 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70">
                    <a:moveTo>
                      <a:pt x="0" y="0"/>
                    </a:moveTo>
                    <a:lnTo>
                      <a:pt x="0" y="70"/>
                    </a:lnTo>
                    <a:lnTo>
                      <a:pt x="2" y="7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53" name="Freeform 281"/>
              <p:cNvSpPr>
                <a:spLocks/>
              </p:cNvSpPr>
              <p:nvPr/>
            </p:nvSpPr>
            <p:spPr bwMode="auto">
              <a:xfrm>
                <a:off x="1038" y="1004"/>
                <a:ext cx="2" cy="430"/>
              </a:xfrm>
              <a:custGeom>
                <a:avLst/>
                <a:gdLst>
                  <a:gd name="T0" fmla="*/ 0 w 2"/>
                  <a:gd name="T1" fmla="*/ 430 h 430"/>
                  <a:gd name="T2" fmla="*/ 1 w 2"/>
                  <a:gd name="T3" fmla="*/ 0 h 430"/>
                  <a:gd name="T4" fmla="*/ 2 w 2"/>
                  <a:gd name="T5" fmla="*/ 0 h 430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430"/>
                  <a:gd name="T11" fmla="*/ 2 w 2"/>
                  <a:gd name="T12" fmla="*/ 430 h 43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430">
                    <a:moveTo>
                      <a:pt x="0" y="430"/>
                    </a:moveTo>
                    <a:lnTo>
                      <a:pt x="1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54" name="Freeform 282"/>
              <p:cNvSpPr>
                <a:spLocks/>
              </p:cNvSpPr>
              <p:nvPr/>
            </p:nvSpPr>
            <p:spPr bwMode="auto">
              <a:xfrm>
                <a:off x="912" y="1431"/>
                <a:ext cx="123" cy="3"/>
              </a:xfrm>
              <a:custGeom>
                <a:avLst/>
                <a:gdLst>
                  <a:gd name="T0" fmla="*/ 0 w 123"/>
                  <a:gd name="T1" fmla="*/ 0 h 3"/>
                  <a:gd name="T2" fmla="*/ 123 w 123"/>
                  <a:gd name="T3" fmla="*/ 3 h 3"/>
                  <a:gd name="T4" fmla="*/ 0 60000 65536"/>
                  <a:gd name="T5" fmla="*/ 0 60000 65536"/>
                  <a:gd name="T6" fmla="*/ 0 w 123"/>
                  <a:gd name="T7" fmla="*/ 0 h 3"/>
                  <a:gd name="T8" fmla="*/ 123 w 123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3" h="3">
                    <a:moveTo>
                      <a:pt x="0" y="0"/>
                    </a:moveTo>
                    <a:lnTo>
                      <a:pt x="123" y="3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55" name="Freeform 283"/>
              <p:cNvSpPr>
                <a:spLocks/>
              </p:cNvSpPr>
              <p:nvPr/>
            </p:nvSpPr>
            <p:spPr bwMode="auto">
              <a:xfrm>
                <a:off x="1417" y="1204"/>
                <a:ext cx="1" cy="15"/>
              </a:xfrm>
              <a:custGeom>
                <a:avLst/>
                <a:gdLst>
                  <a:gd name="T0" fmla="*/ 0 w 2"/>
                  <a:gd name="T1" fmla="*/ 0 h 46"/>
                  <a:gd name="T2" fmla="*/ 0 w 2"/>
                  <a:gd name="T3" fmla="*/ 5 h 46"/>
                  <a:gd name="T4" fmla="*/ 1 w 2"/>
                  <a:gd name="T5" fmla="*/ 5 h 46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46"/>
                  <a:gd name="T11" fmla="*/ 2 w 2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46">
                    <a:moveTo>
                      <a:pt x="0" y="0"/>
                    </a:moveTo>
                    <a:lnTo>
                      <a:pt x="0" y="46"/>
                    </a:lnTo>
                    <a:lnTo>
                      <a:pt x="2" y="4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56" name="Freeform 284"/>
              <p:cNvSpPr>
                <a:spLocks/>
              </p:cNvSpPr>
              <p:nvPr/>
            </p:nvSpPr>
            <p:spPr bwMode="auto">
              <a:xfrm>
                <a:off x="1417" y="953"/>
                <a:ext cx="1" cy="211"/>
              </a:xfrm>
              <a:custGeom>
                <a:avLst/>
                <a:gdLst>
                  <a:gd name="T0" fmla="*/ 0 w 2"/>
                  <a:gd name="T1" fmla="*/ 0 h 631"/>
                  <a:gd name="T2" fmla="*/ 0 w 2"/>
                  <a:gd name="T3" fmla="*/ 71 h 631"/>
                  <a:gd name="T4" fmla="*/ 1 w 2"/>
                  <a:gd name="T5" fmla="*/ 71 h 631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631"/>
                  <a:gd name="T11" fmla="*/ 2 w 2"/>
                  <a:gd name="T12" fmla="*/ 631 h 63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631">
                    <a:moveTo>
                      <a:pt x="0" y="0"/>
                    </a:moveTo>
                    <a:lnTo>
                      <a:pt x="0" y="631"/>
                    </a:lnTo>
                    <a:lnTo>
                      <a:pt x="2" y="63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57" name="Freeform 285"/>
              <p:cNvSpPr>
                <a:spLocks/>
              </p:cNvSpPr>
              <p:nvPr/>
            </p:nvSpPr>
            <p:spPr bwMode="auto">
              <a:xfrm>
                <a:off x="2735" y="1416"/>
                <a:ext cx="1" cy="138"/>
              </a:xfrm>
              <a:custGeom>
                <a:avLst/>
                <a:gdLst>
                  <a:gd name="T0" fmla="*/ 0 w 1"/>
                  <a:gd name="T1" fmla="*/ 46 h 412"/>
                  <a:gd name="T2" fmla="*/ 0 w 1"/>
                  <a:gd name="T3" fmla="*/ 0 h 412"/>
                  <a:gd name="T4" fmla="*/ 1 w 1"/>
                  <a:gd name="T5" fmla="*/ 0 h 41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12"/>
                  <a:gd name="T11" fmla="*/ 1 w 1"/>
                  <a:gd name="T12" fmla="*/ 412 h 4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12">
                    <a:moveTo>
                      <a:pt x="0" y="41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58" name="Freeform 286"/>
              <p:cNvSpPr>
                <a:spLocks/>
              </p:cNvSpPr>
              <p:nvPr/>
            </p:nvSpPr>
            <p:spPr bwMode="auto">
              <a:xfrm>
                <a:off x="1794" y="1554"/>
                <a:ext cx="2" cy="162"/>
              </a:xfrm>
              <a:custGeom>
                <a:avLst/>
                <a:gdLst>
                  <a:gd name="T0" fmla="*/ 0 w 2"/>
                  <a:gd name="T1" fmla="*/ 162 h 162"/>
                  <a:gd name="T2" fmla="*/ 1 w 2"/>
                  <a:gd name="T3" fmla="*/ 0 h 162"/>
                  <a:gd name="T4" fmla="*/ 2 w 2"/>
                  <a:gd name="T5" fmla="*/ 0 h 162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62"/>
                  <a:gd name="T11" fmla="*/ 2 w 2"/>
                  <a:gd name="T12" fmla="*/ 162 h 16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62">
                    <a:moveTo>
                      <a:pt x="0" y="162"/>
                    </a:moveTo>
                    <a:lnTo>
                      <a:pt x="1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59" name="Freeform 287"/>
              <p:cNvSpPr>
                <a:spLocks/>
              </p:cNvSpPr>
              <p:nvPr/>
            </p:nvSpPr>
            <p:spPr bwMode="auto">
              <a:xfrm>
                <a:off x="2439" y="1670"/>
                <a:ext cx="327" cy="1"/>
              </a:xfrm>
              <a:custGeom>
                <a:avLst/>
                <a:gdLst>
                  <a:gd name="T0" fmla="*/ 0 w 980"/>
                  <a:gd name="T1" fmla="*/ 0 h 1"/>
                  <a:gd name="T2" fmla="*/ 109 w 980"/>
                  <a:gd name="T3" fmla="*/ 0 h 1"/>
                  <a:gd name="T4" fmla="*/ 109 w 98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80"/>
                  <a:gd name="T10" fmla="*/ 0 h 1"/>
                  <a:gd name="T11" fmla="*/ 980 w 98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80" h="1">
                    <a:moveTo>
                      <a:pt x="0" y="0"/>
                    </a:moveTo>
                    <a:lnTo>
                      <a:pt x="979" y="0"/>
                    </a:lnTo>
                    <a:lnTo>
                      <a:pt x="98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60" name="Freeform 288"/>
              <p:cNvSpPr>
                <a:spLocks/>
              </p:cNvSpPr>
              <p:nvPr/>
            </p:nvSpPr>
            <p:spPr bwMode="auto">
              <a:xfrm>
                <a:off x="2439" y="1902"/>
                <a:ext cx="327" cy="1"/>
              </a:xfrm>
              <a:custGeom>
                <a:avLst/>
                <a:gdLst>
                  <a:gd name="T0" fmla="*/ 0 w 980"/>
                  <a:gd name="T1" fmla="*/ 0 h 1"/>
                  <a:gd name="T2" fmla="*/ 109 w 980"/>
                  <a:gd name="T3" fmla="*/ 0 h 1"/>
                  <a:gd name="T4" fmla="*/ 109 w 98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80"/>
                  <a:gd name="T10" fmla="*/ 0 h 1"/>
                  <a:gd name="T11" fmla="*/ 980 w 98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80" h="1">
                    <a:moveTo>
                      <a:pt x="0" y="0"/>
                    </a:moveTo>
                    <a:lnTo>
                      <a:pt x="979" y="0"/>
                    </a:lnTo>
                    <a:lnTo>
                      <a:pt x="98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61" name="Freeform 289"/>
              <p:cNvSpPr>
                <a:spLocks/>
              </p:cNvSpPr>
              <p:nvPr/>
            </p:nvSpPr>
            <p:spPr bwMode="auto">
              <a:xfrm>
                <a:off x="1795" y="1554"/>
                <a:ext cx="941" cy="1"/>
              </a:xfrm>
              <a:custGeom>
                <a:avLst/>
                <a:gdLst>
                  <a:gd name="T0" fmla="*/ 0 w 2822"/>
                  <a:gd name="T1" fmla="*/ 0 h 1"/>
                  <a:gd name="T2" fmla="*/ 314 w 2822"/>
                  <a:gd name="T3" fmla="*/ 0 h 1"/>
                  <a:gd name="T4" fmla="*/ 314 w 282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822"/>
                  <a:gd name="T10" fmla="*/ 0 h 1"/>
                  <a:gd name="T11" fmla="*/ 2822 w 282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22" h="1">
                    <a:moveTo>
                      <a:pt x="0" y="0"/>
                    </a:moveTo>
                    <a:lnTo>
                      <a:pt x="2821" y="0"/>
                    </a:lnTo>
                    <a:lnTo>
                      <a:pt x="282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62" name="Freeform 290"/>
              <p:cNvSpPr>
                <a:spLocks/>
              </p:cNvSpPr>
              <p:nvPr/>
            </p:nvSpPr>
            <p:spPr bwMode="auto">
              <a:xfrm>
                <a:off x="1797" y="1709"/>
                <a:ext cx="638" cy="1"/>
              </a:xfrm>
              <a:custGeom>
                <a:avLst/>
                <a:gdLst>
                  <a:gd name="T0" fmla="*/ 0 w 638"/>
                  <a:gd name="T1" fmla="*/ 1 h 1"/>
                  <a:gd name="T2" fmla="*/ 638 w 638"/>
                  <a:gd name="T3" fmla="*/ 0 h 1"/>
                  <a:gd name="T4" fmla="*/ 638 w 63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38"/>
                  <a:gd name="T10" fmla="*/ 0 h 1"/>
                  <a:gd name="T11" fmla="*/ 638 w 63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38" h="1">
                    <a:moveTo>
                      <a:pt x="0" y="1"/>
                    </a:moveTo>
                    <a:lnTo>
                      <a:pt x="638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63" name="Freeform 291"/>
              <p:cNvSpPr>
                <a:spLocks/>
              </p:cNvSpPr>
              <p:nvPr/>
            </p:nvSpPr>
            <p:spPr bwMode="auto">
              <a:xfrm>
                <a:off x="1797" y="1863"/>
                <a:ext cx="638" cy="1"/>
              </a:xfrm>
              <a:custGeom>
                <a:avLst/>
                <a:gdLst>
                  <a:gd name="T0" fmla="*/ 0 w 638"/>
                  <a:gd name="T1" fmla="*/ 0 h 1"/>
                  <a:gd name="T2" fmla="*/ 638 w 638"/>
                  <a:gd name="T3" fmla="*/ 1 h 1"/>
                  <a:gd name="T4" fmla="*/ 638 w 638"/>
                  <a:gd name="T5" fmla="*/ 1 h 1"/>
                  <a:gd name="T6" fmla="*/ 0 60000 65536"/>
                  <a:gd name="T7" fmla="*/ 0 60000 65536"/>
                  <a:gd name="T8" fmla="*/ 0 60000 65536"/>
                  <a:gd name="T9" fmla="*/ 0 w 638"/>
                  <a:gd name="T10" fmla="*/ 0 h 1"/>
                  <a:gd name="T11" fmla="*/ 638 w 63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38" h="1">
                    <a:moveTo>
                      <a:pt x="0" y="0"/>
                    </a:moveTo>
                    <a:lnTo>
                      <a:pt x="638" y="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64" name="Freeform 292"/>
              <p:cNvSpPr>
                <a:spLocks/>
              </p:cNvSpPr>
              <p:nvPr/>
            </p:nvSpPr>
            <p:spPr bwMode="auto">
              <a:xfrm>
                <a:off x="1794" y="1863"/>
                <a:ext cx="1" cy="112"/>
              </a:xfrm>
              <a:custGeom>
                <a:avLst/>
                <a:gdLst>
                  <a:gd name="T0" fmla="*/ 1 w 1"/>
                  <a:gd name="T1" fmla="*/ 112 h 112"/>
                  <a:gd name="T2" fmla="*/ 0 w 1"/>
                  <a:gd name="T3" fmla="*/ 0 h 112"/>
                  <a:gd name="T4" fmla="*/ 0 60000 65536"/>
                  <a:gd name="T5" fmla="*/ 0 60000 65536"/>
                  <a:gd name="T6" fmla="*/ 0 w 1"/>
                  <a:gd name="T7" fmla="*/ 0 h 112"/>
                  <a:gd name="T8" fmla="*/ 1 w 1"/>
                  <a:gd name="T9" fmla="*/ 112 h 11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12">
                    <a:moveTo>
                      <a:pt x="1" y="112"/>
                    </a:move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65" name="Freeform 293"/>
              <p:cNvSpPr>
                <a:spLocks/>
              </p:cNvSpPr>
              <p:nvPr/>
            </p:nvSpPr>
            <p:spPr bwMode="auto">
              <a:xfrm>
                <a:off x="2525" y="1670"/>
                <a:ext cx="1" cy="232"/>
              </a:xfrm>
              <a:custGeom>
                <a:avLst/>
                <a:gdLst>
                  <a:gd name="T0" fmla="*/ 0 w 1"/>
                  <a:gd name="T1" fmla="*/ 77 h 698"/>
                  <a:gd name="T2" fmla="*/ 0 w 1"/>
                  <a:gd name="T3" fmla="*/ 0 h 698"/>
                  <a:gd name="T4" fmla="*/ 1 w 1"/>
                  <a:gd name="T5" fmla="*/ 0 h 6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98"/>
                  <a:gd name="T11" fmla="*/ 1 w 1"/>
                  <a:gd name="T12" fmla="*/ 698 h 6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66" name="Freeform 294"/>
              <p:cNvSpPr>
                <a:spLocks/>
              </p:cNvSpPr>
              <p:nvPr/>
            </p:nvSpPr>
            <p:spPr bwMode="auto">
              <a:xfrm>
                <a:off x="2602" y="1822"/>
                <a:ext cx="1" cy="152"/>
              </a:xfrm>
              <a:custGeom>
                <a:avLst/>
                <a:gdLst>
                  <a:gd name="T0" fmla="*/ 0 w 1"/>
                  <a:gd name="T1" fmla="*/ 51 h 457"/>
                  <a:gd name="T2" fmla="*/ 0 w 1"/>
                  <a:gd name="T3" fmla="*/ 0 h 457"/>
                  <a:gd name="T4" fmla="*/ 1 w 1"/>
                  <a:gd name="T5" fmla="*/ 0 h 45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57"/>
                  <a:gd name="T11" fmla="*/ 1 w 1"/>
                  <a:gd name="T12" fmla="*/ 457 h 4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57">
                    <a:moveTo>
                      <a:pt x="0" y="45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67" name="Freeform 295"/>
              <p:cNvSpPr>
                <a:spLocks/>
              </p:cNvSpPr>
              <p:nvPr/>
            </p:nvSpPr>
            <p:spPr bwMode="auto">
              <a:xfrm>
                <a:off x="2602" y="1612"/>
                <a:ext cx="1" cy="107"/>
              </a:xfrm>
              <a:custGeom>
                <a:avLst/>
                <a:gdLst>
                  <a:gd name="T0" fmla="*/ 0 w 1"/>
                  <a:gd name="T1" fmla="*/ 35 h 323"/>
                  <a:gd name="T2" fmla="*/ 0 w 1"/>
                  <a:gd name="T3" fmla="*/ 0 h 323"/>
                  <a:gd name="T4" fmla="*/ 1 w 1"/>
                  <a:gd name="T5" fmla="*/ 0 h 32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23"/>
                  <a:gd name="T11" fmla="*/ 1 w 1"/>
                  <a:gd name="T12" fmla="*/ 323 h 32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23">
                    <a:moveTo>
                      <a:pt x="0" y="32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68" name="Freeform 296"/>
              <p:cNvSpPr>
                <a:spLocks/>
              </p:cNvSpPr>
              <p:nvPr/>
            </p:nvSpPr>
            <p:spPr bwMode="auto">
              <a:xfrm>
                <a:off x="2602" y="1759"/>
                <a:ext cx="1" cy="23"/>
              </a:xfrm>
              <a:custGeom>
                <a:avLst/>
                <a:gdLst>
                  <a:gd name="T0" fmla="*/ 0 w 1"/>
                  <a:gd name="T1" fmla="*/ 8 h 70"/>
                  <a:gd name="T2" fmla="*/ 0 w 1"/>
                  <a:gd name="T3" fmla="*/ 0 h 70"/>
                  <a:gd name="T4" fmla="*/ 1 w 1"/>
                  <a:gd name="T5" fmla="*/ 0 h 7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0"/>
                  <a:gd name="T11" fmla="*/ 1 w 1"/>
                  <a:gd name="T12" fmla="*/ 70 h 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0">
                    <a:moveTo>
                      <a:pt x="0" y="7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69" name="Freeform 297"/>
              <p:cNvSpPr>
                <a:spLocks/>
              </p:cNvSpPr>
              <p:nvPr/>
            </p:nvSpPr>
            <p:spPr bwMode="auto">
              <a:xfrm>
                <a:off x="2765" y="1670"/>
                <a:ext cx="1" cy="232"/>
              </a:xfrm>
              <a:custGeom>
                <a:avLst/>
                <a:gdLst>
                  <a:gd name="T0" fmla="*/ 0 w 1"/>
                  <a:gd name="T1" fmla="*/ 77 h 698"/>
                  <a:gd name="T2" fmla="*/ 0 w 1"/>
                  <a:gd name="T3" fmla="*/ 0 h 698"/>
                  <a:gd name="T4" fmla="*/ 1 w 1"/>
                  <a:gd name="T5" fmla="*/ 0 h 6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98"/>
                  <a:gd name="T11" fmla="*/ 1 w 1"/>
                  <a:gd name="T12" fmla="*/ 698 h 6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70" name="Freeform 298"/>
              <p:cNvSpPr>
                <a:spLocks/>
              </p:cNvSpPr>
              <p:nvPr/>
            </p:nvSpPr>
            <p:spPr bwMode="auto">
              <a:xfrm>
                <a:off x="2679" y="1670"/>
                <a:ext cx="1" cy="232"/>
              </a:xfrm>
              <a:custGeom>
                <a:avLst/>
                <a:gdLst>
                  <a:gd name="T0" fmla="*/ 0 w 1"/>
                  <a:gd name="T1" fmla="*/ 77 h 698"/>
                  <a:gd name="T2" fmla="*/ 0 w 1"/>
                  <a:gd name="T3" fmla="*/ 0 h 698"/>
                  <a:gd name="T4" fmla="*/ 1 w 1"/>
                  <a:gd name="T5" fmla="*/ 0 h 6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98"/>
                  <a:gd name="T11" fmla="*/ 1 w 1"/>
                  <a:gd name="T12" fmla="*/ 698 h 6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71" name="Freeform 299"/>
              <p:cNvSpPr>
                <a:spLocks/>
              </p:cNvSpPr>
              <p:nvPr/>
            </p:nvSpPr>
            <p:spPr bwMode="auto">
              <a:xfrm>
                <a:off x="2439" y="1076"/>
                <a:ext cx="327" cy="1"/>
              </a:xfrm>
              <a:custGeom>
                <a:avLst/>
                <a:gdLst>
                  <a:gd name="T0" fmla="*/ 0 w 980"/>
                  <a:gd name="T1" fmla="*/ 0 h 1"/>
                  <a:gd name="T2" fmla="*/ 109 w 980"/>
                  <a:gd name="T3" fmla="*/ 0 h 1"/>
                  <a:gd name="T4" fmla="*/ 109 w 98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80"/>
                  <a:gd name="T10" fmla="*/ 0 h 1"/>
                  <a:gd name="T11" fmla="*/ 980 w 98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80" h="1">
                    <a:moveTo>
                      <a:pt x="0" y="0"/>
                    </a:moveTo>
                    <a:lnTo>
                      <a:pt x="979" y="0"/>
                    </a:lnTo>
                    <a:lnTo>
                      <a:pt x="98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72" name="Freeform 300"/>
              <p:cNvSpPr>
                <a:spLocks/>
              </p:cNvSpPr>
              <p:nvPr/>
            </p:nvSpPr>
            <p:spPr bwMode="auto">
              <a:xfrm>
                <a:off x="2439" y="1309"/>
                <a:ext cx="327" cy="1"/>
              </a:xfrm>
              <a:custGeom>
                <a:avLst/>
                <a:gdLst>
                  <a:gd name="T0" fmla="*/ 0 w 980"/>
                  <a:gd name="T1" fmla="*/ 0 h 1"/>
                  <a:gd name="T2" fmla="*/ 109 w 980"/>
                  <a:gd name="T3" fmla="*/ 0 h 1"/>
                  <a:gd name="T4" fmla="*/ 109 w 98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80"/>
                  <a:gd name="T10" fmla="*/ 0 h 1"/>
                  <a:gd name="T11" fmla="*/ 980 w 98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80" h="1">
                    <a:moveTo>
                      <a:pt x="0" y="0"/>
                    </a:moveTo>
                    <a:lnTo>
                      <a:pt x="979" y="0"/>
                    </a:lnTo>
                    <a:lnTo>
                      <a:pt x="98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73" name="Freeform 301"/>
              <p:cNvSpPr>
                <a:spLocks/>
              </p:cNvSpPr>
              <p:nvPr/>
            </p:nvSpPr>
            <p:spPr bwMode="auto">
              <a:xfrm>
                <a:off x="1795" y="1416"/>
                <a:ext cx="941" cy="1"/>
              </a:xfrm>
              <a:custGeom>
                <a:avLst/>
                <a:gdLst>
                  <a:gd name="T0" fmla="*/ 0 w 2822"/>
                  <a:gd name="T1" fmla="*/ 0 h 1"/>
                  <a:gd name="T2" fmla="*/ 314 w 2822"/>
                  <a:gd name="T3" fmla="*/ 0 h 1"/>
                  <a:gd name="T4" fmla="*/ 314 w 282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822"/>
                  <a:gd name="T10" fmla="*/ 0 h 1"/>
                  <a:gd name="T11" fmla="*/ 2822 w 282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22" h="1">
                    <a:moveTo>
                      <a:pt x="0" y="0"/>
                    </a:moveTo>
                    <a:lnTo>
                      <a:pt x="2821" y="0"/>
                    </a:lnTo>
                    <a:lnTo>
                      <a:pt x="282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74" name="Freeform 302"/>
              <p:cNvSpPr>
                <a:spLocks/>
              </p:cNvSpPr>
              <p:nvPr/>
            </p:nvSpPr>
            <p:spPr bwMode="auto">
              <a:xfrm>
                <a:off x="1800" y="1266"/>
                <a:ext cx="636" cy="1"/>
              </a:xfrm>
              <a:custGeom>
                <a:avLst/>
                <a:gdLst>
                  <a:gd name="T0" fmla="*/ 0 w 636"/>
                  <a:gd name="T1" fmla="*/ 0 h 1"/>
                  <a:gd name="T2" fmla="*/ 636 w 636"/>
                  <a:gd name="T3" fmla="*/ 0 h 1"/>
                  <a:gd name="T4" fmla="*/ 0 60000 65536"/>
                  <a:gd name="T5" fmla="*/ 0 60000 65536"/>
                  <a:gd name="T6" fmla="*/ 0 w 636"/>
                  <a:gd name="T7" fmla="*/ 0 h 1"/>
                  <a:gd name="T8" fmla="*/ 636 w 636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36" h="1">
                    <a:moveTo>
                      <a:pt x="0" y="0"/>
                    </a:moveTo>
                    <a:lnTo>
                      <a:pt x="636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75" name="Freeform 303"/>
              <p:cNvSpPr>
                <a:spLocks/>
              </p:cNvSpPr>
              <p:nvPr/>
            </p:nvSpPr>
            <p:spPr bwMode="auto">
              <a:xfrm>
                <a:off x="1791" y="1110"/>
                <a:ext cx="648" cy="6"/>
              </a:xfrm>
              <a:custGeom>
                <a:avLst/>
                <a:gdLst>
                  <a:gd name="T0" fmla="*/ 0 w 648"/>
                  <a:gd name="T1" fmla="*/ 0 h 6"/>
                  <a:gd name="T2" fmla="*/ 648 w 648"/>
                  <a:gd name="T3" fmla="*/ 6 h 6"/>
                  <a:gd name="T4" fmla="*/ 0 60000 65536"/>
                  <a:gd name="T5" fmla="*/ 0 60000 65536"/>
                  <a:gd name="T6" fmla="*/ 0 w 648"/>
                  <a:gd name="T7" fmla="*/ 0 h 6"/>
                  <a:gd name="T8" fmla="*/ 648 w 648"/>
                  <a:gd name="T9" fmla="*/ 6 h 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48" h="6">
                    <a:moveTo>
                      <a:pt x="0" y="0"/>
                    </a:moveTo>
                    <a:lnTo>
                      <a:pt x="648" y="6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76" name="Freeform 304"/>
              <p:cNvSpPr>
                <a:spLocks/>
              </p:cNvSpPr>
              <p:nvPr/>
            </p:nvSpPr>
            <p:spPr bwMode="auto">
              <a:xfrm>
                <a:off x="1794" y="1004"/>
                <a:ext cx="2" cy="106"/>
              </a:xfrm>
              <a:custGeom>
                <a:avLst/>
                <a:gdLst>
                  <a:gd name="T0" fmla="*/ 0 w 2"/>
                  <a:gd name="T1" fmla="*/ 106 h 106"/>
                  <a:gd name="T2" fmla="*/ 1 w 2"/>
                  <a:gd name="T3" fmla="*/ 0 h 106"/>
                  <a:gd name="T4" fmla="*/ 2 w 2"/>
                  <a:gd name="T5" fmla="*/ 0 h 106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06"/>
                  <a:gd name="T11" fmla="*/ 2 w 2"/>
                  <a:gd name="T12" fmla="*/ 106 h 10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06">
                    <a:moveTo>
                      <a:pt x="0" y="106"/>
                    </a:moveTo>
                    <a:lnTo>
                      <a:pt x="1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77" name="Freeform 305"/>
              <p:cNvSpPr>
                <a:spLocks/>
              </p:cNvSpPr>
              <p:nvPr/>
            </p:nvSpPr>
            <p:spPr bwMode="auto">
              <a:xfrm>
                <a:off x="2525" y="1076"/>
                <a:ext cx="1" cy="233"/>
              </a:xfrm>
              <a:custGeom>
                <a:avLst/>
                <a:gdLst>
                  <a:gd name="T0" fmla="*/ 0 w 1"/>
                  <a:gd name="T1" fmla="*/ 78 h 698"/>
                  <a:gd name="T2" fmla="*/ 0 w 1"/>
                  <a:gd name="T3" fmla="*/ 0 h 698"/>
                  <a:gd name="T4" fmla="*/ 1 w 1"/>
                  <a:gd name="T5" fmla="*/ 0 h 6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98"/>
                  <a:gd name="T11" fmla="*/ 1 w 1"/>
                  <a:gd name="T12" fmla="*/ 698 h 6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78" name="Freeform 306"/>
              <p:cNvSpPr>
                <a:spLocks/>
              </p:cNvSpPr>
              <p:nvPr/>
            </p:nvSpPr>
            <p:spPr bwMode="auto">
              <a:xfrm>
                <a:off x="2602" y="1229"/>
                <a:ext cx="1" cy="161"/>
              </a:xfrm>
              <a:custGeom>
                <a:avLst/>
                <a:gdLst>
                  <a:gd name="T0" fmla="*/ 0 w 1"/>
                  <a:gd name="T1" fmla="*/ 54 h 482"/>
                  <a:gd name="T2" fmla="*/ 0 w 1"/>
                  <a:gd name="T3" fmla="*/ 0 h 482"/>
                  <a:gd name="T4" fmla="*/ 1 w 1"/>
                  <a:gd name="T5" fmla="*/ 0 h 48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82"/>
                  <a:gd name="T11" fmla="*/ 1 w 1"/>
                  <a:gd name="T12" fmla="*/ 482 h 4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82">
                    <a:moveTo>
                      <a:pt x="0" y="48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79" name="Freeform 307"/>
              <p:cNvSpPr>
                <a:spLocks/>
              </p:cNvSpPr>
              <p:nvPr/>
            </p:nvSpPr>
            <p:spPr bwMode="auto">
              <a:xfrm>
                <a:off x="2602" y="1189"/>
                <a:ext cx="1" cy="16"/>
              </a:xfrm>
              <a:custGeom>
                <a:avLst/>
                <a:gdLst>
                  <a:gd name="T0" fmla="*/ 0 w 1"/>
                  <a:gd name="T1" fmla="*/ 5 h 47"/>
                  <a:gd name="T2" fmla="*/ 0 w 1"/>
                  <a:gd name="T3" fmla="*/ 0 h 47"/>
                  <a:gd name="T4" fmla="*/ 1 w 1"/>
                  <a:gd name="T5" fmla="*/ 0 h 4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7"/>
                  <a:gd name="T11" fmla="*/ 1 w 1"/>
                  <a:gd name="T12" fmla="*/ 47 h 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7">
                    <a:moveTo>
                      <a:pt x="0" y="4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80" name="Freeform 308"/>
              <p:cNvSpPr>
                <a:spLocks/>
              </p:cNvSpPr>
              <p:nvPr/>
            </p:nvSpPr>
            <p:spPr bwMode="auto">
              <a:xfrm>
                <a:off x="2602" y="979"/>
                <a:ext cx="1" cy="171"/>
              </a:xfrm>
              <a:custGeom>
                <a:avLst/>
                <a:gdLst>
                  <a:gd name="T0" fmla="*/ 0 w 1"/>
                  <a:gd name="T1" fmla="*/ 57 h 513"/>
                  <a:gd name="T2" fmla="*/ 0 w 1"/>
                  <a:gd name="T3" fmla="*/ 0 h 513"/>
                  <a:gd name="T4" fmla="*/ 1 w 1"/>
                  <a:gd name="T5" fmla="*/ 0 h 51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13"/>
                  <a:gd name="T11" fmla="*/ 1 w 1"/>
                  <a:gd name="T12" fmla="*/ 513 h 5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13">
                    <a:moveTo>
                      <a:pt x="0" y="51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81" name="Freeform 309"/>
              <p:cNvSpPr>
                <a:spLocks/>
              </p:cNvSpPr>
              <p:nvPr/>
            </p:nvSpPr>
            <p:spPr bwMode="auto">
              <a:xfrm>
                <a:off x="2765" y="1076"/>
                <a:ext cx="1" cy="233"/>
              </a:xfrm>
              <a:custGeom>
                <a:avLst/>
                <a:gdLst>
                  <a:gd name="T0" fmla="*/ 0 w 1"/>
                  <a:gd name="T1" fmla="*/ 78 h 698"/>
                  <a:gd name="T2" fmla="*/ 0 w 1"/>
                  <a:gd name="T3" fmla="*/ 0 h 698"/>
                  <a:gd name="T4" fmla="*/ 1 w 1"/>
                  <a:gd name="T5" fmla="*/ 0 h 6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98"/>
                  <a:gd name="T11" fmla="*/ 1 w 1"/>
                  <a:gd name="T12" fmla="*/ 698 h 6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82" name="Freeform 310"/>
              <p:cNvSpPr>
                <a:spLocks/>
              </p:cNvSpPr>
              <p:nvPr/>
            </p:nvSpPr>
            <p:spPr bwMode="auto">
              <a:xfrm>
                <a:off x="2679" y="1076"/>
                <a:ext cx="1" cy="233"/>
              </a:xfrm>
              <a:custGeom>
                <a:avLst/>
                <a:gdLst>
                  <a:gd name="T0" fmla="*/ 0 w 1"/>
                  <a:gd name="T1" fmla="*/ 78 h 698"/>
                  <a:gd name="T2" fmla="*/ 0 w 1"/>
                  <a:gd name="T3" fmla="*/ 0 h 698"/>
                  <a:gd name="T4" fmla="*/ 1 w 1"/>
                  <a:gd name="T5" fmla="*/ 0 h 6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98"/>
                  <a:gd name="T11" fmla="*/ 1 w 1"/>
                  <a:gd name="T12" fmla="*/ 698 h 6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83" name="Freeform 311"/>
              <p:cNvSpPr>
                <a:spLocks/>
              </p:cNvSpPr>
              <p:nvPr/>
            </p:nvSpPr>
            <p:spPr bwMode="auto">
              <a:xfrm>
                <a:off x="1935" y="1416"/>
                <a:ext cx="1" cy="138"/>
              </a:xfrm>
              <a:custGeom>
                <a:avLst/>
                <a:gdLst>
                  <a:gd name="T0" fmla="*/ 0 w 1"/>
                  <a:gd name="T1" fmla="*/ 46 h 412"/>
                  <a:gd name="T2" fmla="*/ 0 w 1"/>
                  <a:gd name="T3" fmla="*/ 0 h 412"/>
                  <a:gd name="T4" fmla="*/ 1 w 1"/>
                  <a:gd name="T5" fmla="*/ 0 h 41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12"/>
                  <a:gd name="T11" fmla="*/ 1 w 1"/>
                  <a:gd name="T12" fmla="*/ 412 h 4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12">
                    <a:moveTo>
                      <a:pt x="0" y="41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84" name="Freeform 312"/>
              <p:cNvSpPr>
                <a:spLocks/>
              </p:cNvSpPr>
              <p:nvPr/>
            </p:nvSpPr>
            <p:spPr bwMode="auto">
              <a:xfrm>
                <a:off x="1794" y="1263"/>
                <a:ext cx="1" cy="153"/>
              </a:xfrm>
              <a:custGeom>
                <a:avLst/>
                <a:gdLst>
                  <a:gd name="T0" fmla="*/ 1 w 1"/>
                  <a:gd name="T1" fmla="*/ 153 h 153"/>
                  <a:gd name="T2" fmla="*/ 0 w 1"/>
                  <a:gd name="T3" fmla="*/ 0 h 153"/>
                  <a:gd name="T4" fmla="*/ 0 60000 65536"/>
                  <a:gd name="T5" fmla="*/ 0 60000 65536"/>
                  <a:gd name="T6" fmla="*/ 0 w 1"/>
                  <a:gd name="T7" fmla="*/ 0 h 153"/>
                  <a:gd name="T8" fmla="*/ 1 w 1"/>
                  <a:gd name="T9" fmla="*/ 153 h 15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53">
                    <a:moveTo>
                      <a:pt x="1" y="153"/>
                    </a:move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85" name="Freeform 313"/>
              <p:cNvSpPr>
                <a:spLocks/>
              </p:cNvSpPr>
              <p:nvPr/>
            </p:nvSpPr>
            <p:spPr bwMode="auto">
              <a:xfrm>
                <a:off x="1640" y="1004"/>
                <a:ext cx="43" cy="42"/>
              </a:xfrm>
              <a:custGeom>
                <a:avLst/>
                <a:gdLst>
                  <a:gd name="T0" fmla="*/ 0 w 129"/>
                  <a:gd name="T1" fmla="*/ 14 h 127"/>
                  <a:gd name="T2" fmla="*/ 14 w 129"/>
                  <a:gd name="T3" fmla="*/ 0 h 127"/>
                  <a:gd name="T4" fmla="*/ 14 w 129"/>
                  <a:gd name="T5" fmla="*/ 0 h 127"/>
                  <a:gd name="T6" fmla="*/ 0 60000 65536"/>
                  <a:gd name="T7" fmla="*/ 0 60000 65536"/>
                  <a:gd name="T8" fmla="*/ 0 60000 65536"/>
                  <a:gd name="T9" fmla="*/ 0 w 129"/>
                  <a:gd name="T10" fmla="*/ 0 h 127"/>
                  <a:gd name="T11" fmla="*/ 129 w 129"/>
                  <a:gd name="T12" fmla="*/ 127 h 1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9" h="127">
                    <a:moveTo>
                      <a:pt x="0" y="127"/>
                    </a:moveTo>
                    <a:lnTo>
                      <a:pt x="128" y="0"/>
                    </a:lnTo>
                    <a:lnTo>
                      <a:pt x="12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86" name="Freeform 314"/>
              <p:cNvSpPr>
                <a:spLocks/>
              </p:cNvSpPr>
              <p:nvPr/>
            </p:nvSpPr>
            <p:spPr bwMode="auto">
              <a:xfrm>
                <a:off x="1640" y="1004"/>
                <a:ext cx="130" cy="129"/>
              </a:xfrm>
              <a:custGeom>
                <a:avLst/>
                <a:gdLst>
                  <a:gd name="T0" fmla="*/ 0 w 389"/>
                  <a:gd name="T1" fmla="*/ 43 h 389"/>
                  <a:gd name="T2" fmla="*/ 43 w 389"/>
                  <a:gd name="T3" fmla="*/ 0 h 389"/>
                  <a:gd name="T4" fmla="*/ 43 w 389"/>
                  <a:gd name="T5" fmla="*/ 0 h 389"/>
                  <a:gd name="T6" fmla="*/ 0 60000 65536"/>
                  <a:gd name="T7" fmla="*/ 0 60000 65536"/>
                  <a:gd name="T8" fmla="*/ 0 60000 65536"/>
                  <a:gd name="T9" fmla="*/ 0 w 389"/>
                  <a:gd name="T10" fmla="*/ 0 h 389"/>
                  <a:gd name="T11" fmla="*/ 389 w 389"/>
                  <a:gd name="T12" fmla="*/ 389 h 38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9" h="389">
                    <a:moveTo>
                      <a:pt x="0" y="389"/>
                    </a:moveTo>
                    <a:lnTo>
                      <a:pt x="388" y="0"/>
                    </a:lnTo>
                    <a:lnTo>
                      <a:pt x="38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87" name="Freeform 315"/>
              <p:cNvSpPr>
                <a:spLocks/>
              </p:cNvSpPr>
              <p:nvPr/>
            </p:nvSpPr>
            <p:spPr bwMode="auto">
              <a:xfrm>
                <a:off x="1640" y="1066"/>
                <a:ext cx="155" cy="154"/>
              </a:xfrm>
              <a:custGeom>
                <a:avLst/>
                <a:gdLst>
                  <a:gd name="T0" fmla="*/ 0 w 466"/>
                  <a:gd name="T1" fmla="*/ 51 h 464"/>
                  <a:gd name="T2" fmla="*/ 52 w 466"/>
                  <a:gd name="T3" fmla="*/ 0 h 464"/>
                  <a:gd name="T4" fmla="*/ 52 w 466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6"/>
                  <a:gd name="T10" fmla="*/ 0 h 464"/>
                  <a:gd name="T11" fmla="*/ 466 w 466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6" h="464">
                    <a:moveTo>
                      <a:pt x="0" y="464"/>
                    </a:moveTo>
                    <a:lnTo>
                      <a:pt x="465" y="0"/>
                    </a:lnTo>
                    <a:lnTo>
                      <a:pt x="46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88" name="Freeform 316"/>
              <p:cNvSpPr>
                <a:spLocks/>
              </p:cNvSpPr>
              <p:nvPr/>
            </p:nvSpPr>
            <p:spPr bwMode="auto">
              <a:xfrm>
                <a:off x="1640" y="1116"/>
                <a:ext cx="193" cy="192"/>
              </a:xfrm>
              <a:custGeom>
                <a:avLst/>
                <a:gdLst>
                  <a:gd name="T0" fmla="*/ 0 w 578"/>
                  <a:gd name="T1" fmla="*/ 64 h 576"/>
                  <a:gd name="T2" fmla="*/ 64 w 578"/>
                  <a:gd name="T3" fmla="*/ 0 h 576"/>
                  <a:gd name="T4" fmla="*/ 64 w 578"/>
                  <a:gd name="T5" fmla="*/ 0 h 576"/>
                  <a:gd name="T6" fmla="*/ 0 60000 65536"/>
                  <a:gd name="T7" fmla="*/ 0 60000 65536"/>
                  <a:gd name="T8" fmla="*/ 0 60000 65536"/>
                  <a:gd name="T9" fmla="*/ 0 w 578"/>
                  <a:gd name="T10" fmla="*/ 0 h 576"/>
                  <a:gd name="T11" fmla="*/ 578 w 578"/>
                  <a:gd name="T12" fmla="*/ 576 h 57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8" h="576">
                    <a:moveTo>
                      <a:pt x="0" y="576"/>
                    </a:moveTo>
                    <a:lnTo>
                      <a:pt x="577" y="0"/>
                    </a:lnTo>
                    <a:lnTo>
                      <a:pt x="57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89" name="Freeform 317"/>
              <p:cNvSpPr>
                <a:spLocks/>
              </p:cNvSpPr>
              <p:nvPr/>
            </p:nvSpPr>
            <p:spPr bwMode="auto">
              <a:xfrm>
                <a:off x="1640" y="1116"/>
                <a:ext cx="280" cy="279"/>
              </a:xfrm>
              <a:custGeom>
                <a:avLst/>
                <a:gdLst>
                  <a:gd name="T0" fmla="*/ 0 w 840"/>
                  <a:gd name="T1" fmla="*/ 93 h 837"/>
                  <a:gd name="T2" fmla="*/ 93 w 840"/>
                  <a:gd name="T3" fmla="*/ 0 h 837"/>
                  <a:gd name="T4" fmla="*/ 93 w 840"/>
                  <a:gd name="T5" fmla="*/ 0 h 837"/>
                  <a:gd name="T6" fmla="*/ 0 60000 65536"/>
                  <a:gd name="T7" fmla="*/ 0 60000 65536"/>
                  <a:gd name="T8" fmla="*/ 0 60000 65536"/>
                  <a:gd name="T9" fmla="*/ 0 w 840"/>
                  <a:gd name="T10" fmla="*/ 0 h 837"/>
                  <a:gd name="T11" fmla="*/ 840 w 840"/>
                  <a:gd name="T12" fmla="*/ 837 h 83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40" h="837">
                    <a:moveTo>
                      <a:pt x="0" y="837"/>
                    </a:moveTo>
                    <a:lnTo>
                      <a:pt x="838" y="0"/>
                    </a:lnTo>
                    <a:lnTo>
                      <a:pt x="84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90" name="Freeform 318"/>
              <p:cNvSpPr>
                <a:spLocks/>
              </p:cNvSpPr>
              <p:nvPr/>
            </p:nvSpPr>
            <p:spPr bwMode="auto">
              <a:xfrm>
                <a:off x="1640" y="1328"/>
                <a:ext cx="155" cy="154"/>
              </a:xfrm>
              <a:custGeom>
                <a:avLst/>
                <a:gdLst>
                  <a:gd name="T0" fmla="*/ 0 w 466"/>
                  <a:gd name="T1" fmla="*/ 51 h 464"/>
                  <a:gd name="T2" fmla="*/ 52 w 466"/>
                  <a:gd name="T3" fmla="*/ 0 h 464"/>
                  <a:gd name="T4" fmla="*/ 52 w 466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6"/>
                  <a:gd name="T10" fmla="*/ 0 h 464"/>
                  <a:gd name="T11" fmla="*/ 466 w 466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6" h="464">
                    <a:moveTo>
                      <a:pt x="0" y="464"/>
                    </a:moveTo>
                    <a:lnTo>
                      <a:pt x="465" y="0"/>
                    </a:lnTo>
                    <a:lnTo>
                      <a:pt x="46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91" name="Freeform 319"/>
              <p:cNvSpPr>
                <a:spLocks/>
              </p:cNvSpPr>
              <p:nvPr/>
            </p:nvSpPr>
            <p:spPr bwMode="auto">
              <a:xfrm>
                <a:off x="1852" y="1116"/>
                <a:ext cx="155" cy="154"/>
              </a:xfrm>
              <a:custGeom>
                <a:avLst/>
                <a:gdLst>
                  <a:gd name="T0" fmla="*/ 0 w 465"/>
                  <a:gd name="T1" fmla="*/ 51 h 464"/>
                  <a:gd name="T2" fmla="*/ 52 w 465"/>
                  <a:gd name="T3" fmla="*/ 0 h 464"/>
                  <a:gd name="T4" fmla="*/ 52 w 465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5"/>
                  <a:gd name="T10" fmla="*/ 0 h 464"/>
                  <a:gd name="T11" fmla="*/ 465 w 465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5" h="464">
                    <a:moveTo>
                      <a:pt x="0" y="464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92" name="Freeform 320"/>
              <p:cNvSpPr>
                <a:spLocks/>
              </p:cNvSpPr>
              <p:nvPr/>
            </p:nvSpPr>
            <p:spPr bwMode="auto">
              <a:xfrm>
                <a:off x="1640" y="1415"/>
                <a:ext cx="155" cy="155"/>
              </a:xfrm>
              <a:custGeom>
                <a:avLst/>
                <a:gdLst>
                  <a:gd name="T0" fmla="*/ 0 w 466"/>
                  <a:gd name="T1" fmla="*/ 52 h 464"/>
                  <a:gd name="T2" fmla="*/ 52 w 466"/>
                  <a:gd name="T3" fmla="*/ 0 h 464"/>
                  <a:gd name="T4" fmla="*/ 52 w 466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6"/>
                  <a:gd name="T10" fmla="*/ 0 h 464"/>
                  <a:gd name="T11" fmla="*/ 466 w 466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6" h="464">
                    <a:moveTo>
                      <a:pt x="0" y="464"/>
                    </a:moveTo>
                    <a:lnTo>
                      <a:pt x="465" y="0"/>
                    </a:lnTo>
                    <a:lnTo>
                      <a:pt x="46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93" name="Freeform 321"/>
              <p:cNvSpPr>
                <a:spLocks/>
              </p:cNvSpPr>
              <p:nvPr/>
            </p:nvSpPr>
            <p:spPr bwMode="auto">
              <a:xfrm>
                <a:off x="1939" y="1116"/>
                <a:ext cx="155" cy="154"/>
              </a:xfrm>
              <a:custGeom>
                <a:avLst/>
                <a:gdLst>
                  <a:gd name="T0" fmla="*/ 0 w 464"/>
                  <a:gd name="T1" fmla="*/ 51 h 464"/>
                  <a:gd name="T2" fmla="*/ 52 w 464"/>
                  <a:gd name="T3" fmla="*/ 0 h 464"/>
                  <a:gd name="T4" fmla="*/ 52 w 464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4"/>
                  <a:gd name="T10" fmla="*/ 0 h 464"/>
                  <a:gd name="T11" fmla="*/ 464 w 464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4" h="464">
                    <a:moveTo>
                      <a:pt x="0" y="464"/>
                    </a:moveTo>
                    <a:lnTo>
                      <a:pt x="463" y="0"/>
                    </a:lnTo>
                    <a:lnTo>
                      <a:pt x="46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94" name="Freeform 322"/>
              <p:cNvSpPr>
                <a:spLocks/>
              </p:cNvSpPr>
              <p:nvPr/>
            </p:nvSpPr>
            <p:spPr bwMode="auto">
              <a:xfrm>
                <a:off x="1640" y="1416"/>
                <a:ext cx="241" cy="241"/>
              </a:xfrm>
              <a:custGeom>
                <a:avLst/>
                <a:gdLst>
                  <a:gd name="T0" fmla="*/ 0 w 722"/>
                  <a:gd name="T1" fmla="*/ 81 h 721"/>
                  <a:gd name="T2" fmla="*/ 80 w 722"/>
                  <a:gd name="T3" fmla="*/ 0 h 721"/>
                  <a:gd name="T4" fmla="*/ 80 w 722"/>
                  <a:gd name="T5" fmla="*/ 0 h 721"/>
                  <a:gd name="T6" fmla="*/ 0 60000 65536"/>
                  <a:gd name="T7" fmla="*/ 0 60000 65536"/>
                  <a:gd name="T8" fmla="*/ 0 60000 65536"/>
                  <a:gd name="T9" fmla="*/ 0 w 722"/>
                  <a:gd name="T10" fmla="*/ 0 h 721"/>
                  <a:gd name="T11" fmla="*/ 722 w 722"/>
                  <a:gd name="T12" fmla="*/ 721 h 72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22" h="721">
                    <a:moveTo>
                      <a:pt x="0" y="721"/>
                    </a:moveTo>
                    <a:lnTo>
                      <a:pt x="721" y="0"/>
                    </a:lnTo>
                    <a:lnTo>
                      <a:pt x="72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95" name="Freeform 323"/>
              <p:cNvSpPr>
                <a:spLocks/>
              </p:cNvSpPr>
              <p:nvPr/>
            </p:nvSpPr>
            <p:spPr bwMode="auto">
              <a:xfrm>
                <a:off x="2026" y="1116"/>
                <a:ext cx="155" cy="154"/>
              </a:xfrm>
              <a:custGeom>
                <a:avLst/>
                <a:gdLst>
                  <a:gd name="T0" fmla="*/ 0 w 465"/>
                  <a:gd name="T1" fmla="*/ 51 h 464"/>
                  <a:gd name="T2" fmla="*/ 52 w 465"/>
                  <a:gd name="T3" fmla="*/ 0 h 464"/>
                  <a:gd name="T4" fmla="*/ 52 w 465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5"/>
                  <a:gd name="T10" fmla="*/ 0 h 464"/>
                  <a:gd name="T11" fmla="*/ 465 w 465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5" h="464">
                    <a:moveTo>
                      <a:pt x="0" y="464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96" name="Freeform 324"/>
              <p:cNvSpPr>
                <a:spLocks/>
              </p:cNvSpPr>
              <p:nvPr/>
            </p:nvSpPr>
            <p:spPr bwMode="auto">
              <a:xfrm>
                <a:off x="1640" y="1589"/>
                <a:ext cx="155" cy="155"/>
              </a:xfrm>
              <a:custGeom>
                <a:avLst/>
                <a:gdLst>
                  <a:gd name="T0" fmla="*/ 0 w 466"/>
                  <a:gd name="T1" fmla="*/ 52 h 464"/>
                  <a:gd name="T2" fmla="*/ 52 w 466"/>
                  <a:gd name="T3" fmla="*/ 0 h 464"/>
                  <a:gd name="T4" fmla="*/ 52 w 466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6"/>
                  <a:gd name="T10" fmla="*/ 0 h 464"/>
                  <a:gd name="T11" fmla="*/ 466 w 466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6" h="464">
                    <a:moveTo>
                      <a:pt x="0" y="464"/>
                    </a:moveTo>
                    <a:lnTo>
                      <a:pt x="465" y="0"/>
                    </a:lnTo>
                    <a:lnTo>
                      <a:pt x="46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97" name="Freeform 325"/>
              <p:cNvSpPr>
                <a:spLocks/>
              </p:cNvSpPr>
              <p:nvPr/>
            </p:nvSpPr>
            <p:spPr bwMode="auto">
              <a:xfrm>
                <a:off x="2113" y="1116"/>
                <a:ext cx="155" cy="154"/>
              </a:xfrm>
              <a:custGeom>
                <a:avLst/>
                <a:gdLst>
                  <a:gd name="T0" fmla="*/ 0 w 465"/>
                  <a:gd name="T1" fmla="*/ 51 h 464"/>
                  <a:gd name="T2" fmla="*/ 52 w 465"/>
                  <a:gd name="T3" fmla="*/ 0 h 464"/>
                  <a:gd name="T4" fmla="*/ 52 w 465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5"/>
                  <a:gd name="T10" fmla="*/ 0 h 464"/>
                  <a:gd name="T11" fmla="*/ 465 w 465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5" h="464">
                    <a:moveTo>
                      <a:pt x="0" y="464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98" name="Freeform 326"/>
              <p:cNvSpPr>
                <a:spLocks/>
              </p:cNvSpPr>
              <p:nvPr/>
            </p:nvSpPr>
            <p:spPr bwMode="auto">
              <a:xfrm>
                <a:off x="1830" y="1449"/>
                <a:ext cx="106" cy="105"/>
              </a:xfrm>
              <a:custGeom>
                <a:avLst/>
                <a:gdLst>
                  <a:gd name="T0" fmla="*/ 0 w 317"/>
                  <a:gd name="T1" fmla="*/ 35 h 315"/>
                  <a:gd name="T2" fmla="*/ 35 w 317"/>
                  <a:gd name="T3" fmla="*/ 0 h 315"/>
                  <a:gd name="T4" fmla="*/ 35 w 317"/>
                  <a:gd name="T5" fmla="*/ 0 h 315"/>
                  <a:gd name="T6" fmla="*/ 0 60000 65536"/>
                  <a:gd name="T7" fmla="*/ 0 60000 65536"/>
                  <a:gd name="T8" fmla="*/ 0 60000 65536"/>
                  <a:gd name="T9" fmla="*/ 0 w 317"/>
                  <a:gd name="T10" fmla="*/ 0 h 315"/>
                  <a:gd name="T11" fmla="*/ 317 w 317"/>
                  <a:gd name="T12" fmla="*/ 315 h 31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7" h="315">
                    <a:moveTo>
                      <a:pt x="0" y="315"/>
                    </a:moveTo>
                    <a:lnTo>
                      <a:pt x="316" y="0"/>
                    </a:lnTo>
                    <a:lnTo>
                      <a:pt x="31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99" name="Freeform 327"/>
              <p:cNvSpPr>
                <a:spLocks/>
              </p:cNvSpPr>
              <p:nvPr/>
            </p:nvSpPr>
            <p:spPr bwMode="auto">
              <a:xfrm>
                <a:off x="1640" y="1677"/>
                <a:ext cx="155" cy="154"/>
              </a:xfrm>
              <a:custGeom>
                <a:avLst/>
                <a:gdLst>
                  <a:gd name="T0" fmla="*/ 0 w 466"/>
                  <a:gd name="T1" fmla="*/ 51 h 464"/>
                  <a:gd name="T2" fmla="*/ 52 w 466"/>
                  <a:gd name="T3" fmla="*/ 0 h 464"/>
                  <a:gd name="T4" fmla="*/ 52 w 466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6"/>
                  <a:gd name="T10" fmla="*/ 0 h 464"/>
                  <a:gd name="T11" fmla="*/ 466 w 466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6" h="464">
                    <a:moveTo>
                      <a:pt x="0" y="464"/>
                    </a:moveTo>
                    <a:lnTo>
                      <a:pt x="465" y="0"/>
                    </a:lnTo>
                    <a:lnTo>
                      <a:pt x="46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00" name="Freeform 328"/>
              <p:cNvSpPr>
                <a:spLocks/>
              </p:cNvSpPr>
              <p:nvPr/>
            </p:nvSpPr>
            <p:spPr bwMode="auto">
              <a:xfrm>
                <a:off x="2201" y="1116"/>
                <a:ext cx="155" cy="154"/>
              </a:xfrm>
              <a:custGeom>
                <a:avLst/>
                <a:gdLst>
                  <a:gd name="T0" fmla="*/ 0 w 465"/>
                  <a:gd name="T1" fmla="*/ 51 h 464"/>
                  <a:gd name="T2" fmla="*/ 52 w 465"/>
                  <a:gd name="T3" fmla="*/ 0 h 464"/>
                  <a:gd name="T4" fmla="*/ 52 w 465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5"/>
                  <a:gd name="T10" fmla="*/ 0 h 464"/>
                  <a:gd name="T11" fmla="*/ 465 w 465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5" h="464">
                    <a:moveTo>
                      <a:pt x="0" y="464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01" name="Freeform 329"/>
              <p:cNvSpPr>
                <a:spLocks/>
              </p:cNvSpPr>
              <p:nvPr/>
            </p:nvSpPr>
            <p:spPr bwMode="auto">
              <a:xfrm>
                <a:off x="1917" y="1536"/>
                <a:ext cx="19" cy="18"/>
              </a:xfrm>
              <a:custGeom>
                <a:avLst/>
                <a:gdLst>
                  <a:gd name="T0" fmla="*/ 0 w 55"/>
                  <a:gd name="T1" fmla="*/ 6 h 53"/>
                  <a:gd name="T2" fmla="*/ 7 w 55"/>
                  <a:gd name="T3" fmla="*/ 0 h 53"/>
                  <a:gd name="T4" fmla="*/ 7 w 55"/>
                  <a:gd name="T5" fmla="*/ 0 h 53"/>
                  <a:gd name="T6" fmla="*/ 0 60000 65536"/>
                  <a:gd name="T7" fmla="*/ 0 60000 65536"/>
                  <a:gd name="T8" fmla="*/ 0 60000 65536"/>
                  <a:gd name="T9" fmla="*/ 0 w 55"/>
                  <a:gd name="T10" fmla="*/ 0 h 53"/>
                  <a:gd name="T11" fmla="*/ 55 w 55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5" h="53">
                    <a:moveTo>
                      <a:pt x="0" y="53"/>
                    </a:moveTo>
                    <a:lnTo>
                      <a:pt x="54" y="0"/>
                    </a:lnTo>
                    <a:lnTo>
                      <a:pt x="55" y="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02" name="Freeform 330"/>
              <p:cNvSpPr>
                <a:spLocks/>
              </p:cNvSpPr>
              <p:nvPr/>
            </p:nvSpPr>
            <p:spPr bwMode="auto">
              <a:xfrm>
                <a:off x="1640" y="1709"/>
                <a:ext cx="210" cy="209"/>
              </a:xfrm>
              <a:custGeom>
                <a:avLst/>
                <a:gdLst>
                  <a:gd name="T0" fmla="*/ 0 w 631"/>
                  <a:gd name="T1" fmla="*/ 69 h 629"/>
                  <a:gd name="T2" fmla="*/ 70 w 631"/>
                  <a:gd name="T3" fmla="*/ 0 h 629"/>
                  <a:gd name="T4" fmla="*/ 70 w 631"/>
                  <a:gd name="T5" fmla="*/ 0 h 629"/>
                  <a:gd name="T6" fmla="*/ 0 60000 65536"/>
                  <a:gd name="T7" fmla="*/ 0 60000 65536"/>
                  <a:gd name="T8" fmla="*/ 0 60000 65536"/>
                  <a:gd name="T9" fmla="*/ 0 w 631"/>
                  <a:gd name="T10" fmla="*/ 0 h 629"/>
                  <a:gd name="T11" fmla="*/ 631 w 631"/>
                  <a:gd name="T12" fmla="*/ 629 h 6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31" h="629">
                    <a:moveTo>
                      <a:pt x="0" y="629"/>
                    </a:moveTo>
                    <a:lnTo>
                      <a:pt x="630" y="0"/>
                    </a:lnTo>
                    <a:lnTo>
                      <a:pt x="63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03" name="Freeform 331"/>
              <p:cNvSpPr>
                <a:spLocks/>
              </p:cNvSpPr>
              <p:nvPr/>
            </p:nvSpPr>
            <p:spPr bwMode="auto">
              <a:xfrm>
                <a:off x="2288" y="1076"/>
                <a:ext cx="194" cy="194"/>
              </a:xfrm>
              <a:custGeom>
                <a:avLst/>
                <a:gdLst>
                  <a:gd name="T0" fmla="*/ 0 w 581"/>
                  <a:gd name="T1" fmla="*/ 65 h 582"/>
                  <a:gd name="T2" fmla="*/ 65 w 581"/>
                  <a:gd name="T3" fmla="*/ 0 h 582"/>
                  <a:gd name="T4" fmla="*/ 65 w 581"/>
                  <a:gd name="T5" fmla="*/ 0 h 582"/>
                  <a:gd name="T6" fmla="*/ 0 60000 65536"/>
                  <a:gd name="T7" fmla="*/ 0 60000 65536"/>
                  <a:gd name="T8" fmla="*/ 0 60000 65536"/>
                  <a:gd name="T9" fmla="*/ 0 w 581"/>
                  <a:gd name="T10" fmla="*/ 0 h 582"/>
                  <a:gd name="T11" fmla="*/ 581 w 581"/>
                  <a:gd name="T12" fmla="*/ 582 h 5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81" h="582">
                    <a:moveTo>
                      <a:pt x="0" y="582"/>
                    </a:moveTo>
                    <a:lnTo>
                      <a:pt x="580" y="0"/>
                    </a:lnTo>
                    <a:lnTo>
                      <a:pt x="58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04" name="Freeform 332"/>
              <p:cNvSpPr>
                <a:spLocks/>
              </p:cNvSpPr>
              <p:nvPr/>
            </p:nvSpPr>
            <p:spPr bwMode="auto">
              <a:xfrm>
                <a:off x="1671" y="1709"/>
                <a:ext cx="266" cy="266"/>
              </a:xfrm>
              <a:custGeom>
                <a:avLst/>
                <a:gdLst>
                  <a:gd name="T0" fmla="*/ 0 w 800"/>
                  <a:gd name="T1" fmla="*/ 88 h 800"/>
                  <a:gd name="T2" fmla="*/ 88 w 800"/>
                  <a:gd name="T3" fmla="*/ 0 h 800"/>
                  <a:gd name="T4" fmla="*/ 88 w 800"/>
                  <a:gd name="T5" fmla="*/ 0 h 800"/>
                  <a:gd name="T6" fmla="*/ 0 60000 65536"/>
                  <a:gd name="T7" fmla="*/ 0 60000 65536"/>
                  <a:gd name="T8" fmla="*/ 0 60000 65536"/>
                  <a:gd name="T9" fmla="*/ 0 w 800"/>
                  <a:gd name="T10" fmla="*/ 0 h 800"/>
                  <a:gd name="T11" fmla="*/ 800 w 800"/>
                  <a:gd name="T12" fmla="*/ 800 h 8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00" h="800">
                    <a:moveTo>
                      <a:pt x="0" y="800"/>
                    </a:moveTo>
                    <a:lnTo>
                      <a:pt x="799" y="0"/>
                    </a:lnTo>
                    <a:lnTo>
                      <a:pt x="80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05" name="Freeform 333"/>
              <p:cNvSpPr>
                <a:spLocks/>
              </p:cNvSpPr>
              <p:nvPr/>
            </p:nvSpPr>
            <p:spPr bwMode="auto">
              <a:xfrm>
                <a:off x="2375" y="1120"/>
                <a:ext cx="150" cy="150"/>
              </a:xfrm>
              <a:custGeom>
                <a:avLst/>
                <a:gdLst>
                  <a:gd name="T0" fmla="*/ 0 w 451"/>
                  <a:gd name="T1" fmla="*/ 50 h 450"/>
                  <a:gd name="T2" fmla="*/ 50 w 451"/>
                  <a:gd name="T3" fmla="*/ 0 h 450"/>
                  <a:gd name="T4" fmla="*/ 50 w 451"/>
                  <a:gd name="T5" fmla="*/ 0 h 450"/>
                  <a:gd name="T6" fmla="*/ 0 60000 65536"/>
                  <a:gd name="T7" fmla="*/ 0 60000 65536"/>
                  <a:gd name="T8" fmla="*/ 0 60000 65536"/>
                  <a:gd name="T9" fmla="*/ 0 w 451"/>
                  <a:gd name="T10" fmla="*/ 0 h 450"/>
                  <a:gd name="T11" fmla="*/ 451 w 451"/>
                  <a:gd name="T12" fmla="*/ 450 h 45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51" h="450">
                    <a:moveTo>
                      <a:pt x="0" y="450"/>
                    </a:moveTo>
                    <a:lnTo>
                      <a:pt x="450" y="0"/>
                    </a:lnTo>
                    <a:lnTo>
                      <a:pt x="45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06" name="Freeform 334"/>
              <p:cNvSpPr>
                <a:spLocks/>
              </p:cNvSpPr>
              <p:nvPr/>
            </p:nvSpPr>
            <p:spPr bwMode="auto">
              <a:xfrm>
                <a:off x="2439" y="1207"/>
                <a:ext cx="86" cy="87"/>
              </a:xfrm>
              <a:custGeom>
                <a:avLst/>
                <a:gdLst>
                  <a:gd name="T0" fmla="*/ 0 w 259"/>
                  <a:gd name="T1" fmla="*/ 29 h 259"/>
                  <a:gd name="T2" fmla="*/ 29 w 259"/>
                  <a:gd name="T3" fmla="*/ 0 h 259"/>
                  <a:gd name="T4" fmla="*/ 29 w 259"/>
                  <a:gd name="T5" fmla="*/ 0 h 259"/>
                  <a:gd name="T6" fmla="*/ 0 60000 65536"/>
                  <a:gd name="T7" fmla="*/ 0 60000 65536"/>
                  <a:gd name="T8" fmla="*/ 0 60000 65536"/>
                  <a:gd name="T9" fmla="*/ 0 w 259"/>
                  <a:gd name="T10" fmla="*/ 0 h 259"/>
                  <a:gd name="T11" fmla="*/ 259 w 259"/>
                  <a:gd name="T12" fmla="*/ 259 h 25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9" h="259">
                    <a:moveTo>
                      <a:pt x="0" y="259"/>
                    </a:moveTo>
                    <a:lnTo>
                      <a:pt x="258" y="0"/>
                    </a:lnTo>
                    <a:lnTo>
                      <a:pt x="25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07" name="Freeform 335"/>
              <p:cNvSpPr>
                <a:spLocks/>
              </p:cNvSpPr>
              <p:nvPr/>
            </p:nvSpPr>
            <p:spPr bwMode="auto">
              <a:xfrm>
                <a:off x="1870" y="1709"/>
                <a:ext cx="155" cy="155"/>
              </a:xfrm>
              <a:custGeom>
                <a:avLst/>
                <a:gdLst>
                  <a:gd name="T0" fmla="*/ 0 w 465"/>
                  <a:gd name="T1" fmla="*/ 52 h 465"/>
                  <a:gd name="T2" fmla="*/ 52 w 465"/>
                  <a:gd name="T3" fmla="*/ 0 h 465"/>
                  <a:gd name="T4" fmla="*/ 52 w 465"/>
                  <a:gd name="T5" fmla="*/ 0 h 465"/>
                  <a:gd name="T6" fmla="*/ 0 60000 65536"/>
                  <a:gd name="T7" fmla="*/ 0 60000 65536"/>
                  <a:gd name="T8" fmla="*/ 0 60000 65536"/>
                  <a:gd name="T9" fmla="*/ 0 w 465"/>
                  <a:gd name="T10" fmla="*/ 0 h 465"/>
                  <a:gd name="T11" fmla="*/ 465 w 465"/>
                  <a:gd name="T12" fmla="*/ 465 h 4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5" h="465">
                    <a:moveTo>
                      <a:pt x="0" y="465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08" name="Freeform 336"/>
              <p:cNvSpPr>
                <a:spLocks/>
              </p:cNvSpPr>
              <p:nvPr/>
            </p:nvSpPr>
            <p:spPr bwMode="auto">
              <a:xfrm>
                <a:off x="1957" y="1709"/>
                <a:ext cx="155" cy="155"/>
              </a:xfrm>
              <a:custGeom>
                <a:avLst/>
                <a:gdLst>
                  <a:gd name="T0" fmla="*/ 0 w 464"/>
                  <a:gd name="T1" fmla="*/ 52 h 465"/>
                  <a:gd name="T2" fmla="*/ 52 w 464"/>
                  <a:gd name="T3" fmla="*/ 0 h 465"/>
                  <a:gd name="T4" fmla="*/ 52 w 464"/>
                  <a:gd name="T5" fmla="*/ 0 h 465"/>
                  <a:gd name="T6" fmla="*/ 0 60000 65536"/>
                  <a:gd name="T7" fmla="*/ 0 60000 65536"/>
                  <a:gd name="T8" fmla="*/ 0 60000 65536"/>
                  <a:gd name="T9" fmla="*/ 0 w 464"/>
                  <a:gd name="T10" fmla="*/ 0 h 465"/>
                  <a:gd name="T11" fmla="*/ 464 w 464"/>
                  <a:gd name="T12" fmla="*/ 465 h 4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4" h="465">
                    <a:moveTo>
                      <a:pt x="0" y="465"/>
                    </a:moveTo>
                    <a:lnTo>
                      <a:pt x="463" y="0"/>
                    </a:lnTo>
                    <a:lnTo>
                      <a:pt x="46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09" name="Freeform 337"/>
              <p:cNvSpPr>
                <a:spLocks/>
              </p:cNvSpPr>
              <p:nvPr/>
            </p:nvSpPr>
            <p:spPr bwMode="auto">
              <a:xfrm>
                <a:off x="2679" y="1076"/>
                <a:ext cx="64" cy="64"/>
              </a:xfrm>
              <a:custGeom>
                <a:avLst/>
                <a:gdLst>
                  <a:gd name="T0" fmla="*/ 0 w 191"/>
                  <a:gd name="T1" fmla="*/ 21 h 192"/>
                  <a:gd name="T2" fmla="*/ 21 w 191"/>
                  <a:gd name="T3" fmla="*/ 0 h 192"/>
                  <a:gd name="T4" fmla="*/ 21 w 191"/>
                  <a:gd name="T5" fmla="*/ 0 h 192"/>
                  <a:gd name="T6" fmla="*/ 0 60000 65536"/>
                  <a:gd name="T7" fmla="*/ 0 60000 65536"/>
                  <a:gd name="T8" fmla="*/ 0 60000 65536"/>
                  <a:gd name="T9" fmla="*/ 0 w 191"/>
                  <a:gd name="T10" fmla="*/ 0 h 192"/>
                  <a:gd name="T11" fmla="*/ 191 w 191"/>
                  <a:gd name="T12" fmla="*/ 192 h 1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1" h="192">
                    <a:moveTo>
                      <a:pt x="0" y="192"/>
                    </a:moveTo>
                    <a:lnTo>
                      <a:pt x="190" y="0"/>
                    </a:lnTo>
                    <a:lnTo>
                      <a:pt x="19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10" name="Freeform 338"/>
              <p:cNvSpPr>
                <a:spLocks/>
              </p:cNvSpPr>
              <p:nvPr/>
            </p:nvSpPr>
            <p:spPr bwMode="auto">
              <a:xfrm>
                <a:off x="2510" y="1295"/>
                <a:ext cx="15" cy="14"/>
              </a:xfrm>
              <a:custGeom>
                <a:avLst/>
                <a:gdLst>
                  <a:gd name="T0" fmla="*/ 0 w 45"/>
                  <a:gd name="T1" fmla="*/ 5 h 43"/>
                  <a:gd name="T2" fmla="*/ 5 w 45"/>
                  <a:gd name="T3" fmla="*/ 0 h 43"/>
                  <a:gd name="T4" fmla="*/ 5 w 45"/>
                  <a:gd name="T5" fmla="*/ 0 h 43"/>
                  <a:gd name="T6" fmla="*/ 0 60000 65536"/>
                  <a:gd name="T7" fmla="*/ 0 60000 65536"/>
                  <a:gd name="T8" fmla="*/ 0 60000 65536"/>
                  <a:gd name="T9" fmla="*/ 0 w 45"/>
                  <a:gd name="T10" fmla="*/ 0 h 43"/>
                  <a:gd name="T11" fmla="*/ 45 w 45"/>
                  <a:gd name="T12" fmla="*/ 43 h 4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5" h="43">
                    <a:moveTo>
                      <a:pt x="0" y="43"/>
                    </a:moveTo>
                    <a:lnTo>
                      <a:pt x="44" y="0"/>
                    </a:lnTo>
                    <a:lnTo>
                      <a:pt x="4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11" name="Freeform 339"/>
              <p:cNvSpPr>
                <a:spLocks/>
              </p:cNvSpPr>
              <p:nvPr/>
            </p:nvSpPr>
            <p:spPr bwMode="auto">
              <a:xfrm>
                <a:off x="2044" y="1709"/>
                <a:ext cx="155" cy="155"/>
              </a:xfrm>
              <a:custGeom>
                <a:avLst/>
                <a:gdLst>
                  <a:gd name="T0" fmla="*/ 0 w 464"/>
                  <a:gd name="T1" fmla="*/ 52 h 465"/>
                  <a:gd name="T2" fmla="*/ 52 w 464"/>
                  <a:gd name="T3" fmla="*/ 0 h 465"/>
                  <a:gd name="T4" fmla="*/ 52 w 464"/>
                  <a:gd name="T5" fmla="*/ 0 h 465"/>
                  <a:gd name="T6" fmla="*/ 0 60000 65536"/>
                  <a:gd name="T7" fmla="*/ 0 60000 65536"/>
                  <a:gd name="T8" fmla="*/ 0 60000 65536"/>
                  <a:gd name="T9" fmla="*/ 0 w 464"/>
                  <a:gd name="T10" fmla="*/ 0 h 465"/>
                  <a:gd name="T11" fmla="*/ 464 w 464"/>
                  <a:gd name="T12" fmla="*/ 465 h 4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4" h="465">
                    <a:moveTo>
                      <a:pt x="0" y="465"/>
                    </a:moveTo>
                    <a:lnTo>
                      <a:pt x="463" y="0"/>
                    </a:lnTo>
                    <a:lnTo>
                      <a:pt x="46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12" name="Freeform 340"/>
              <p:cNvSpPr>
                <a:spLocks/>
              </p:cNvSpPr>
              <p:nvPr/>
            </p:nvSpPr>
            <p:spPr bwMode="auto">
              <a:xfrm>
                <a:off x="2679" y="1141"/>
                <a:ext cx="87" cy="87"/>
              </a:xfrm>
              <a:custGeom>
                <a:avLst/>
                <a:gdLst>
                  <a:gd name="T0" fmla="*/ 0 w 259"/>
                  <a:gd name="T1" fmla="*/ 29 h 259"/>
                  <a:gd name="T2" fmla="*/ 29 w 259"/>
                  <a:gd name="T3" fmla="*/ 0 h 259"/>
                  <a:gd name="T4" fmla="*/ 29 w 259"/>
                  <a:gd name="T5" fmla="*/ 0 h 259"/>
                  <a:gd name="T6" fmla="*/ 0 60000 65536"/>
                  <a:gd name="T7" fmla="*/ 0 60000 65536"/>
                  <a:gd name="T8" fmla="*/ 0 60000 65536"/>
                  <a:gd name="T9" fmla="*/ 0 w 259"/>
                  <a:gd name="T10" fmla="*/ 0 h 259"/>
                  <a:gd name="T11" fmla="*/ 259 w 259"/>
                  <a:gd name="T12" fmla="*/ 259 h 25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9" h="259">
                    <a:moveTo>
                      <a:pt x="0" y="259"/>
                    </a:moveTo>
                    <a:lnTo>
                      <a:pt x="258" y="0"/>
                    </a:lnTo>
                    <a:lnTo>
                      <a:pt x="25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13" name="Freeform 341"/>
              <p:cNvSpPr>
                <a:spLocks/>
              </p:cNvSpPr>
              <p:nvPr/>
            </p:nvSpPr>
            <p:spPr bwMode="auto">
              <a:xfrm>
                <a:off x="2131" y="1709"/>
                <a:ext cx="155" cy="155"/>
              </a:xfrm>
              <a:custGeom>
                <a:avLst/>
                <a:gdLst>
                  <a:gd name="T0" fmla="*/ 0 w 465"/>
                  <a:gd name="T1" fmla="*/ 52 h 465"/>
                  <a:gd name="T2" fmla="*/ 52 w 465"/>
                  <a:gd name="T3" fmla="*/ 0 h 465"/>
                  <a:gd name="T4" fmla="*/ 52 w 465"/>
                  <a:gd name="T5" fmla="*/ 0 h 465"/>
                  <a:gd name="T6" fmla="*/ 0 60000 65536"/>
                  <a:gd name="T7" fmla="*/ 0 60000 65536"/>
                  <a:gd name="T8" fmla="*/ 0 60000 65536"/>
                  <a:gd name="T9" fmla="*/ 0 w 465"/>
                  <a:gd name="T10" fmla="*/ 0 h 465"/>
                  <a:gd name="T11" fmla="*/ 465 w 465"/>
                  <a:gd name="T12" fmla="*/ 465 h 4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5" h="465">
                    <a:moveTo>
                      <a:pt x="0" y="465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14" name="Freeform 342"/>
              <p:cNvSpPr>
                <a:spLocks/>
              </p:cNvSpPr>
              <p:nvPr/>
            </p:nvSpPr>
            <p:spPr bwMode="auto">
              <a:xfrm>
                <a:off x="2685" y="1229"/>
                <a:ext cx="81" cy="80"/>
              </a:xfrm>
              <a:custGeom>
                <a:avLst/>
                <a:gdLst>
                  <a:gd name="T0" fmla="*/ 0 w 242"/>
                  <a:gd name="T1" fmla="*/ 27 h 241"/>
                  <a:gd name="T2" fmla="*/ 27 w 242"/>
                  <a:gd name="T3" fmla="*/ 0 h 241"/>
                  <a:gd name="T4" fmla="*/ 27 w 242"/>
                  <a:gd name="T5" fmla="*/ 0 h 241"/>
                  <a:gd name="T6" fmla="*/ 0 60000 65536"/>
                  <a:gd name="T7" fmla="*/ 0 60000 65536"/>
                  <a:gd name="T8" fmla="*/ 0 60000 65536"/>
                  <a:gd name="T9" fmla="*/ 0 w 242"/>
                  <a:gd name="T10" fmla="*/ 0 h 241"/>
                  <a:gd name="T11" fmla="*/ 242 w 242"/>
                  <a:gd name="T12" fmla="*/ 241 h 24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2" h="241">
                    <a:moveTo>
                      <a:pt x="0" y="241"/>
                    </a:moveTo>
                    <a:lnTo>
                      <a:pt x="241" y="0"/>
                    </a:lnTo>
                    <a:lnTo>
                      <a:pt x="24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15" name="Freeform 343"/>
              <p:cNvSpPr>
                <a:spLocks/>
              </p:cNvSpPr>
              <p:nvPr/>
            </p:nvSpPr>
            <p:spPr bwMode="auto">
              <a:xfrm>
                <a:off x="2218" y="1709"/>
                <a:ext cx="155" cy="155"/>
              </a:xfrm>
              <a:custGeom>
                <a:avLst/>
                <a:gdLst>
                  <a:gd name="T0" fmla="*/ 0 w 465"/>
                  <a:gd name="T1" fmla="*/ 52 h 465"/>
                  <a:gd name="T2" fmla="*/ 52 w 465"/>
                  <a:gd name="T3" fmla="*/ 0 h 465"/>
                  <a:gd name="T4" fmla="*/ 52 w 465"/>
                  <a:gd name="T5" fmla="*/ 0 h 465"/>
                  <a:gd name="T6" fmla="*/ 0 60000 65536"/>
                  <a:gd name="T7" fmla="*/ 0 60000 65536"/>
                  <a:gd name="T8" fmla="*/ 0 60000 65536"/>
                  <a:gd name="T9" fmla="*/ 0 w 465"/>
                  <a:gd name="T10" fmla="*/ 0 h 465"/>
                  <a:gd name="T11" fmla="*/ 465 w 465"/>
                  <a:gd name="T12" fmla="*/ 465 h 4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5" h="465">
                    <a:moveTo>
                      <a:pt x="0" y="465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16" name="Freeform 344"/>
              <p:cNvSpPr>
                <a:spLocks/>
              </p:cNvSpPr>
              <p:nvPr/>
            </p:nvSpPr>
            <p:spPr bwMode="auto">
              <a:xfrm>
                <a:off x="2305" y="1670"/>
                <a:ext cx="194" cy="194"/>
              </a:xfrm>
              <a:custGeom>
                <a:avLst/>
                <a:gdLst>
                  <a:gd name="T0" fmla="*/ 0 w 582"/>
                  <a:gd name="T1" fmla="*/ 65 h 582"/>
                  <a:gd name="T2" fmla="*/ 65 w 582"/>
                  <a:gd name="T3" fmla="*/ 0 h 582"/>
                  <a:gd name="T4" fmla="*/ 65 w 582"/>
                  <a:gd name="T5" fmla="*/ 0 h 582"/>
                  <a:gd name="T6" fmla="*/ 0 60000 65536"/>
                  <a:gd name="T7" fmla="*/ 0 60000 65536"/>
                  <a:gd name="T8" fmla="*/ 0 60000 65536"/>
                  <a:gd name="T9" fmla="*/ 0 w 582"/>
                  <a:gd name="T10" fmla="*/ 0 h 582"/>
                  <a:gd name="T11" fmla="*/ 582 w 582"/>
                  <a:gd name="T12" fmla="*/ 582 h 5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82" h="582">
                    <a:moveTo>
                      <a:pt x="0" y="582"/>
                    </a:moveTo>
                    <a:lnTo>
                      <a:pt x="581" y="0"/>
                    </a:lnTo>
                    <a:lnTo>
                      <a:pt x="58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17" name="Freeform 345"/>
              <p:cNvSpPr>
                <a:spLocks/>
              </p:cNvSpPr>
              <p:nvPr/>
            </p:nvSpPr>
            <p:spPr bwMode="auto">
              <a:xfrm>
                <a:off x="2393" y="1731"/>
                <a:ext cx="132" cy="133"/>
              </a:xfrm>
              <a:custGeom>
                <a:avLst/>
                <a:gdLst>
                  <a:gd name="T0" fmla="*/ 0 w 398"/>
                  <a:gd name="T1" fmla="*/ 44 h 398"/>
                  <a:gd name="T2" fmla="*/ 44 w 398"/>
                  <a:gd name="T3" fmla="*/ 0 h 398"/>
                  <a:gd name="T4" fmla="*/ 44 w 398"/>
                  <a:gd name="T5" fmla="*/ 0 h 398"/>
                  <a:gd name="T6" fmla="*/ 0 60000 65536"/>
                  <a:gd name="T7" fmla="*/ 0 60000 65536"/>
                  <a:gd name="T8" fmla="*/ 0 60000 65536"/>
                  <a:gd name="T9" fmla="*/ 0 w 398"/>
                  <a:gd name="T10" fmla="*/ 0 h 398"/>
                  <a:gd name="T11" fmla="*/ 398 w 398"/>
                  <a:gd name="T12" fmla="*/ 398 h 3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8" h="398">
                    <a:moveTo>
                      <a:pt x="0" y="398"/>
                    </a:moveTo>
                    <a:lnTo>
                      <a:pt x="397" y="0"/>
                    </a:lnTo>
                    <a:lnTo>
                      <a:pt x="39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18" name="Freeform 346"/>
              <p:cNvSpPr>
                <a:spLocks/>
              </p:cNvSpPr>
              <p:nvPr/>
            </p:nvSpPr>
            <p:spPr bwMode="auto">
              <a:xfrm>
                <a:off x="2441" y="1818"/>
                <a:ext cx="84" cy="84"/>
              </a:xfrm>
              <a:custGeom>
                <a:avLst/>
                <a:gdLst>
                  <a:gd name="T0" fmla="*/ 0 w 254"/>
                  <a:gd name="T1" fmla="*/ 28 h 252"/>
                  <a:gd name="T2" fmla="*/ 28 w 254"/>
                  <a:gd name="T3" fmla="*/ 0 h 252"/>
                  <a:gd name="T4" fmla="*/ 28 w 254"/>
                  <a:gd name="T5" fmla="*/ 0 h 252"/>
                  <a:gd name="T6" fmla="*/ 0 60000 65536"/>
                  <a:gd name="T7" fmla="*/ 0 60000 65536"/>
                  <a:gd name="T8" fmla="*/ 0 60000 65536"/>
                  <a:gd name="T9" fmla="*/ 0 w 254"/>
                  <a:gd name="T10" fmla="*/ 0 h 252"/>
                  <a:gd name="T11" fmla="*/ 254 w 254"/>
                  <a:gd name="T12" fmla="*/ 252 h 25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4" h="252">
                    <a:moveTo>
                      <a:pt x="0" y="252"/>
                    </a:moveTo>
                    <a:lnTo>
                      <a:pt x="253" y="0"/>
                    </a:lnTo>
                    <a:lnTo>
                      <a:pt x="25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19" name="Freeform 347"/>
              <p:cNvSpPr>
                <a:spLocks/>
              </p:cNvSpPr>
              <p:nvPr/>
            </p:nvSpPr>
            <p:spPr bwMode="auto">
              <a:xfrm>
                <a:off x="2679" y="1670"/>
                <a:ext cx="82" cy="81"/>
              </a:xfrm>
              <a:custGeom>
                <a:avLst/>
                <a:gdLst>
                  <a:gd name="T0" fmla="*/ 0 w 244"/>
                  <a:gd name="T1" fmla="*/ 27 h 245"/>
                  <a:gd name="T2" fmla="*/ 28 w 244"/>
                  <a:gd name="T3" fmla="*/ 0 h 245"/>
                  <a:gd name="T4" fmla="*/ 28 w 244"/>
                  <a:gd name="T5" fmla="*/ 0 h 245"/>
                  <a:gd name="T6" fmla="*/ 0 60000 65536"/>
                  <a:gd name="T7" fmla="*/ 0 60000 65536"/>
                  <a:gd name="T8" fmla="*/ 0 60000 65536"/>
                  <a:gd name="T9" fmla="*/ 0 w 244"/>
                  <a:gd name="T10" fmla="*/ 0 h 245"/>
                  <a:gd name="T11" fmla="*/ 244 w 244"/>
                  <a:gd name="T12" fmla="*/ 245 h 24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4" h="245">
                    <a:moveTo>
                      <a:pt x="0" y="245"/>
                    </a:moveTo>
                    <a:lnTo>
                      <a:pt x="243" y="0"/>
                    </a:lnTo>
                    <a:lnTo>
                      <a:pt x="24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20" name="Freeform 348"/>
              <p:cNvSpPr>
                <a:spLocks/>
              </p:cNvSpPr>
              <p:nvPr/>
            </p:nvSpPr>
            <p:spPr bwMode="auto">
              <a:xfrm>
                <a:off x="2679" y="1752"/>
                <a:ext cx="87" cy="86"/>
              </a:xfrm>
              <a:custGeom>
                <a:avLst/>
                <a:gdLst>
                  <a:gd name="T0" fmla="*/ 0 w 259"/>
                  <a:gd name="T1" fmla="*/ 29 h 258"/>
                  <a:gd name="T2" fmla="*/ 29 w 259"/>
                  <a:gd name="T3" fmla="*/ 0 h 258"/>
                  <a:gd name="T4" fmla="*/ 29 w 259"/>
                  <a:gd name="T5" fmla="*/ 0 h 258"/>
                  <a:gd name="T6" fmla="*/ 0 60000 65536"/>
                  <a:gd name="T7" fmla="*/ 0 60000 65536"/>
                  <a:gd name="T8" fmla="*/ 0 60000 65536"/>
                  <a:gd name="T9" fmla="*/ 0 w 259"/>
                  <a:gd name="T10" fmla="*/ 0 h 258"/>
                  <a:gd name="T11" fmla="*/ 259 w 259"/>
                  <a:gd name="T12" fmla="*/ 258 h 25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9" h="258">
                    <a:moveTo>
                      <a:pt x="0" y="258"/>
                    </a:moveTo>
                    <a:lnTo>
                      <a:pt x="258" y="0"/>
                    </a:lnTo>
                    <a:lnTo>
                      <a:pt x="25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21" name="Freeform 349"/>
              <p:cNvSpPr>
                <a:spLocks/>
              </p:cNvSpPr>
              <p:nvPr/>
            </p:nvSpPr>
            <p:spPr bwMode="auto">
              <a:xfrm>
                <a:off x="2703" y="1840"/>
                <a:ext cx="63" cy="62"/>
              </a:xfrm>
              <a:custGeom>
                <a:avLst/>
                <a:gdLst>
                  <a:gd name="T0" fmla="*/ 0 w 189"/>
                  <a:gd name="T1" fmla="*/ 20 h 188"/>
                  <a:gd name="T2" fmla="*/ 21 w 189"/>
                  <a:gd name="T3" fmla="*/ 0 h 188"/>
                  <a:gd name="T4" fmla="*/ 21 w 189"/>
                  <a:gd name="T5" fmla="*/ 0 h 188"/>
                  <a:gd name="T6" fmla="*/ 0 60000 65536"/>
                  <a:gd name="T7" fmla="*/ 0 60000 65536"/>
                  <a:gd name="T8" fmla="*/ 0 60000 65536"/>
                  <a:gd name="T9" fmla="*/ 0 w 189"/>
                  <a:gd name="T10" fmla="*/ 0 h 188"/>
                  <a:gd name="T11" fmla="*/ 189 w 189"/>
                  <a:gd name="T12" fmla="*/ 188 h 1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9" h="188">
                    <a:moveTo>
                      <a:pt x="0" y="188"/>
                    </a:moveTo>
                    <a:lnTo>
                      <a:pt x="188" y="0"/>
                    </a:lnTo>
                    <a:lnTo>
                      <a:pt x="18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622" name="Rectangle 350"/>
              <p:cNvSpPr>
                <a:spLocks noChangeArrowheads="1"/>
              </p:cNvSpPr>
              <p:nvPr/>
            </p:nvSpPr>
            <p:spPr bwMode="auto">
              <a:xfrm>
                <a:off x="1616" y="756"/>
                <a:ext cx="387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i="1">
                    <a:latin typeface="黑体" pitchFamily="2" charset="-122"/>
                    <a:ea typeface="黑体" pitchFamily="2" charset="-122"/>
                  </a:rPr>
                  <a:t>A</a:t>
                </a:r>
                <a:r>
                  <a:rPr lang="zh-CN" altLang="en-US" sz="2400" b="1">
                    <a:latin typeface="黑体" pitchFamily="2" charset="-122"/>
                    <a:ea typeface="黑体" pitchFamily="2" charset="-122"/>
                  </a:rPr>
                  <a:t>－</a:t>
                </a:r>
                <a:r>
                  <a:rPr lang="en-US" altLang="zh-CN" sz="2400" b="1" i="1">
                    <a:latin typeface="黑体" pitchFamily="2" charset="-122"/>
                    <a:ea typeface="黑体" pitchFamily="2" charset="-122"/>
                  </a:rPr>
                  <a:t>A</a:t>
                </a:r>
                <a:endParaRPr lang="en-US" altLang="zh-CN" sz="2400" b="1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3623" name="Line 351"/>
              <p:cNvSpPr>
                <a:spLocks noChangeShapeType="1"/>
              </p:cNvSpPr>
              <p:nvPr/>
            </p:nvSpPr>
            <p:spPr bwMode="auto">
              <a:xfrm>
                <a:off x="2443" y="1076"/>
                <a:ext cx="0" cy="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624" name="Line 352"/>
              <p:cNvSpPr>
                <a:spLocks noChangeShapeType="1"/>
              </p:cNvSpPr>
              <p:nvPr/>
            </p:nvSpPr>
            <p:spPr bwMode="auto">
              <a:xfrm>
                <a:off x="2439" y="1663"/>
                <a:ext cx="0" cy="4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625" name="Line 353"/>
              <p:cNvSpPr>
                <a:spLocks noChangeShapeType="1"/>
              </p:cNvSpPr>
              <p:nvPr/>
            </p:nvSpPr>
            <p:spPr bwMode="auto">
              <a:xfrm flipV="1">
                <a:off x="2439" y="1266"/>
                <a:ext cx="0" cy="4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626" name="Line 354"/>
              <p:cNvSpPr>
                <a:spLocks noChangeShapeType="1"/>
              </p:cNvSpPr>
              <p:nvPr/>
            </p:nvSpPr>
            <p:spPr bwMode="auto">
              <a:xfrm flipV="1">
                <a:off x="2439" y="1864"/>
                <a:ext cx="0" cy="4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474" name="Group 355"/>
            <p:cNvGrpSpPr>
              <a:grpSpLocks/>
            </p:cNvGrpSpPr>
            <p:nvPr/>
          </p:nvGrpSpPr>
          <p:grpSpPr bwMode="auto">
            <a:xfrm>
              <a:off x="412" y="2213"/>
              <a:ext cx="2595" cy="1123"/>
              <a:chOff x="404" y="2216"/>
              <a:chExt cx="2595" cy="1123"/>
            </a:xfrm>
          </p:grpSpPr>
          <p:sp>
            <p:nvSpPr>
              <p:cNvPr id="13475" name="Arc 356"/>
              <p:cNvSpPr>
                <a:spLocks/>
              </p:cNvSpPr>
              <p:nvPr/>
            </p:nvSpPr>
            <p:spPr bwMode="auto">
              <a:xfrm flipV="1">
                <a:off x="2601" y="2554"/>
                <a:ext cx="134" cy="268"/>
              </a:xfrm>
              <a:custGeom>
                <a:avLst/>
                <a:gdLst>
                  <a:gd name="T0" fmla="*/ 0 w 21600"/>
                  <a:gd name="T1" fmla="*/ 0 h 43172"/>
                  <a:gd name="T2" fmla="*/ 0 w 21600"/>
                  <a:gd name="T3" fmla="*/ 0 h 43172"/>
                  <a:gd name="T4" fmla="*/ 0 w 21600"/>
                  <a:gd name="T5" fmla="*/ 0 h 4317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72"/>
                  <a:gd name="T11" fmla="*/ 21600 w 21600"/>
                  <a:gd name="T12" fmla="*/ 43172 h 4317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72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04"/>
                      <a:pt x="12583" y="42589"/>
                      <a:pt x="1094" y="43172"/>
                    </a:cubicBezTo>
                  </a:path>
                  <a:path w="21600" h="43172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04"/>
                      <a:pt x="12583" y="42589"/>
                      <a:pt x="1094" y="43172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76" name="Oval 357"/>
              <p:cNvSpPr>
                <a:spLocks noChangeArrowheads="1"/>
              </p:cNvSpPr>
              <p:nvPr/>
            </p:nvSpPr>
            <p:spPr bwMode="auto">
              <a:xfrm>
                <a:off x="2373" y="2935"/>
                <a:ext cx="322" cy="32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13477" name="Oval 358"/>
              <p:cNvSpPr>
                <a:spLocks noChangeArrowheads="1"/>
              </p:cNvSpPr>
              <p:nvPr/>
            </p:nvSpPr>
            <p:spPr bwMode="auto">
              <a:xfrm>
                <a:off x="2461" y="3021"/>
                <a:ext cx="142" cy="14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13478" name="Line 359"/>
              <p:cNvSpPr>
                <a:spLocks noChangeShapeType="1"/>
              </p:cNvSpPr>
              <p:nvPr/>
            </p:nvSpPr>
            <p:spPr bwMode="auto">
              <a:xfrm flipV="1">
                <a:off x="1734" y="2839"/>
                <a:ext cx="623" cy="5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79" name="Arc 360"/>
              <p:cNvSpPr>
                <a:spLocks/>
              </p:cNvSpPr>
              <p:nvPr/>
            </p:nvSpPr>
            <p:spPr bwMode="auto">
              <a:xfrm flipV="1">
                <a:off x="1082" y="2314"/>
                <a:ext cx="719" cy="746"/>
              </a:xfrm>
              <a:custGeom>
                <a:avLst/>
                <a:gdLst>
                  <a:gd name="T0" fmla="*/ 0 w 40579"/>
                  <a:gd name="T1" fmla="*/ 0 h 43200"/>
                  <a:gd name="T2" fmla="*/ 0 w 40579"/>
                  <a:gd name="T3" fmla="*/ 0 h 43200"/>
                  <a:gd name="T4" fmla="*/ 0 w 40579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0579"/>
                  <a:gd name="T10" fmla="*/ 0 h 43200"/>
                  <a:gd name="T11" fmla="*/ 40579 w 40579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0579" h="43200" fill="none" extrusionOk="0">
                    <a:moveTo>
                      <a:pt x="115" y="11076"/>
                    </a:moveTo>
                    <a:cubicBezTo>
                      <a:pt x="3930" y="4238"/>
                      <a:pt x="11148" y="-1"/>
                      <a:pt x="18979" y="0"/>
                    </a:cubicBezTo>
                    <a:cubicBezTo>
                      <a:pt x="30908" y="0"/>
                      <a:pt x="40579" y="9670"/>
                      <a:pt x="40579" y="21600"/>
                    </a:cubicBezTo>
                    <a:cubicBezTo>
                      <a:pt x="40579" y="33529"/>
                      <a:pt x="30908" y="43200"/>
                      <a:pt x="18979" y="43200"/>
                    </a:cubicBezTo>
                    <a:cubicBezTo>
                      <a:pt x="11062" y="43200"/>
                      <a:pt x="3779" y="38869"/>
                      <a:pt x="0" y="31912"/>
                    </a:cubicBezTo>
                  </a:path>
                  <a:path w="40579" h="43200" stroke="0" extrusionOk="0">
                    <a:moveTo>
                      <a:pt x="115" y="11076"/>
                    </a:moveTo>
                    <a:cubicBezTo>
                      <a:pt x="3930" y="4238"/>
                      <a:pt x="11148" y="-1"/>
                      <a:pt x="18979" y="0"/>
                    </a:cubicBezTo>
                    <a:cubicBezTo>
                      <a:pt x="30908" y="0"/>
                      <a:pt x="40579" y="9670"/>
                      <a:pt x="40579" y="21600"/>
                    </a:cubicBezTo>
                    <a:cubicBezTo>
                      <a:pt x="40579" y="33529"/>
                      <a:pt x="30908" y="43200"/>
                      <a:pt x="18979" y="43200"/>
                    </a:cubicBezTo>
                    <a:cubicBezTo>
                      <a:pt x="11062" y="43200"/>
                      <a:pt x="3779" y="38869"/>
                      <a:pt x="0" y="31912"/>
                    </a:cubicBezTo>
                    <a:lnTo>
                      <a:pt x="18979" y="21600"/>
                    </a:lnTo>
                    <a:lnTo>
                      <a:pt x="115" y="11076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80" name="Arc 361"/>
              <p:cNvSpPr>
                <a:spLocks/>
              </p:cNvSpPr>
              <p:nvPr/>
            </p:nvSpPr>
            <p:spPr bwMode="auto">
              <a:xfrm flipV="1">
                <a:off x="1206" y="2460"/>
                <a:ext cx="435" cy="446"/>
              </a:xfrm>
              <a:custGeom>
                <a:avLst/>
                <a:gdLst>
                  <a:gd name="T0" fmla="*/ 0 w 42129"/>
                  <a:gd name="T1" fmla="*/ 0 h 43200"/>
                  <a:gd name="T2" fmla="*/ 0 w 42129"/>
                  <a:gd name="T3" fmla="*/ 0 h 43200"/>
                  <a:gd name="T4" fmla="*/ 0 w 42129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2129"/>
                  <a:gd name="T10" fmla="*/ 0 h 43200"/>
                  <a:gd name="T11" fmla="*/ 42129 w 42129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29" h="43200" fill="none" extrusionOk="0">
                    <a:moveTo>
                      <a:pt x="5" y="14864"/>
                    </a:moveTo>
                    <a:cubicBezTo>
                      <a:pt x="2916" y="5995"/>
                      <a:pt x="11194" y="-1"/>
                      <a:pt x="20529" y="0"/>
                    </a:cubicBezTo>
                    <a:cubicBezTo>
                      <a:pt x="32458" y="0"/>
                      <a:pt x="42129" y="9670"/>
                      <a:pt x="42129" y="21600"/>
                    </a:cubicBezTo>
                    <a:cubicBezTo>
                      <a:pt x="42129" y="33529"/>
                      <a:pt x="32458" y="43200"/>
                      <a:pt x="20529" y="43200"/>
                    </a:cubicBezTo>
                    <a:cubicBezTo>
                      <a:pt x="11187" y="43200"/>
                      <a:pt x="2904" y="37194"/>
                      <a:pt x="-1" y="28316"/>
                    </a:cubicBezTo>
                  </a:path>
                  <a:path w="42129" h="43200" stroke="0" extrusionOk="0">
                    <a:moveTo>
                      <a:pt x="5" y="14864"/>
                    </a:moveTo>
                    <a:cubicBezTo>
                      <a:pt x="2916" y="5995"/>
                      <a:pt x="11194" y="-1"/>
                      <a:pt x="20529" y="0"/>
                    </a:cubicBezTo>
                    <a:cubicBezTo>
                      <a:pt x="32458" y="0"/>
                      <a:pt x="42129" y="9670"/>
                      <a:pt x="42129" y="21600"/>
                    </a:cubicBezTo>
                    <a:cubicBezTo>
                      <a:pt x="42129" y="33529"/>
                      <a:pt x="32458" y="43200"/>
                      <a:pt x="20529" y="43200"/>
                    </a:cubicBezTo>
                    <a:cubicBezTo>
                      <a:pt x="11187" y="43200"/>
                      <a:pt x="2904" y="37194"/>
                      <a:pt x="-1" y="28316"/>
                    </a:cubicBezTo>
                    <a:lnTo>
                      <a:pt x="20529" y="21600"/>
                    </a:lnTo>
                    <a:lnTo>
                      <a:pt x="5" y="14864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81" name="Rectangle 362"/>
              <p:cNvSpPr>
                <a:spLocks noChangeArrowheads="1"/>
              </p:cNvSpPr>
              <p:nvPr/>
            </p:nvSpPr>
            <p:spPr bwMode="auto">
              <a:xfrm>
                <a:off x="1301" y="2470"/>
                <a:ext cx="96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黑体" pitchFamily="2" charset="-122"/>
                    <a:ea typeface="黑体" pitchFamily="2" charset="-122"/>
                  </a:rPr>
                  <a:t>A</a:t>
                </a:r>
              </a:p>
            </p:txBody>
          </p:sp>
          <p:sp>
            <p:nvSpPr>
              <p:cNvPr id="13482" name="Freeform 363"/>
              <p:cNvSpPr>
                <a:spLocks/>
              </p:cNvSpPr>
              <p:nvPr/>
            </p:nvSpPr>
            <p:spPr bwMode="auto">
              <a:xfrm>
                <a:off x="1258" y="2687"/>
                <a:ext cx="620" cy="1"/>
              </a:xfrm>
              <a:custGeom>
                <a:avLst/>
                <a:gdLst>
                  <a:gd name="T0" fmla="*/ 0 w 620"/>
                  <a:gd name="T1" fmla="*/ 0 h 1"/>
                  <a:gd name="T2" fmla="*/ 620 w 620"/>
                  <a:gd name="T3" fmla="*/ 1 h 1"/>
                  <a:gd name="T4" fmla="*/ 0 60000 65536"/>
                  <a:gd name="T5" fmla="*/ 0 60000 65536"/>
                  <a:gd name="T6" fmla="*/ 0 w 620"/>
                  <a:gd name="T7" fmla="*/ 0 h 1"/>
                  <a:gd name="T8" fmla="*/ 620 w 620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20" h="1">
                    <a:moveTo>
                      <a:pt x="0" y="0"/>
                    </a:moveTo>
                    <a:lnTo>
                      <a:pt x="620" y="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83" name="Freeform 364"/>
              <p:cNvSpPr>
                <a:spLocks/>
              </p:cNvSpPr>
              <p:nvPr/>
            </p:nvSpPr>
            <p:spPr bwMode="auto">
              <a:xfrm>
                <a:off x="1601" y="3016"/>
                <a:ext cx="888" cy="234"/>
              </a:xfrm>
              <a:custGeom>
                <a:avLst/>
                <a:gdLst>
                  <a:gd name="T0" fmla="*/ 0 w 2664"/>
                  <a:gd name="T1" fmla="*/ 0 h 701"/>
                  <a:gd name="T2" fmla="*/ 296 w 2664"/>
                  <a:gd name="T3" fmla="*/ 78 h 701"/>
                  <a:gd name="T4" fmla="*/ 296 w 2664"/>
                  <a:gd name="T5" fmla="*/ 78 h 701"/>
                  <a:gd name="T6" fmla="*/ 0 60000 65536"/>
                  <a:gd name="T7" fmla="*/ 0 60000 65536"/>
                  <a:gd name="T8" fmla="*/ 0 60000 65536"/>
                  <a:gd name="T9" fmla="*/ 0 w 2664"/>
                  <a:gd name="T10" fmla="*/ 0 h 701"/>
                  <a:gd name="T11" fmla="*/ 2664 w 2664"/>
                  <a:gd name="T12" fmla="*/ 701 h 70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64" h="701">
                    <a:moveTo>
                      <a:pt x="0" y="0"/>
                    </a:moveTo>
                    <a:lnTo>
                      <a:pt x="2663" y="701"/>
                    </a:lnTo>
                    <a:lnTo>
                      <a:pt x="2664" y="70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84" name="Freeform 365"/>
              <p:cNvSpPr>
                <a:spLocks/>
              </p:cNvSpPr>
              <p:nvPr/>
            </p:nvSpPr>
            <p:spPr bwMode="auto">
              <a:xfrm>
                <a:off x="1734" y="2481"/>
                <a:ext cx="880" cy="73"/>
              </a:xfrm>
              <a:custGeom>
                <a:avLst/>
                <a:gdLst>
                  <a:gd name="T0" fmla="*/ 0 w 2639"/>
                  <a:gd name="T1" fmla="*/ 0 h 218"/>
                  <a:gd name="T2" fmla="*/ 293 w 2639"/>
                  <a:gd name="T3" fmla="*/ 24 h 218"/>
                  <a:gd name="T4" fmla="*/ 293 w 2639"/>
                  <a:gd name="T5" fmla="*/ 24 h 218"/>
                  <a:gd name="T6" fmla="*/ 0 60000 65536"/>
                  <a:gd name="T7" fmla="*/ 0 60000 65536"/>
                  <a:gd name="T8" fmla="*/ 0 60000 65536"/>
                  <a:gd name="T9" fmla="*/ 0 w 2639"/>
                  <a:gd name="T10" fmla="*/ 0 h 218"/>
                  <a:gd name="T11" fmla="*/ 2639 w 2639"/>
                  <a:gd name="T12" fmla="*/ 218 h 2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39" h="218">
                    <a:moveTo>
                      <a:pt x="0" y="0"/>
                    </a:moveTo>
                    <a:lnTo>
                      <a:pt x="2638" y="218"/>
                    </a:lnTo>
                    <a:lnTo>
                      <a:pt x="2639" y="218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85" name="Freeform 366"/>
              <p:cNvSpPr>
                <a:spLocks/>
              </p:cNvSpPr>
              <p:nvPr/>
            </p:nvSpPr>
            <p:spPr bwMode="auto">
              <a:xfrm>
                <a:off x="729" y="2505"/>
                <a:ext cx="56" cy="55"/>
              </a:xfrm>
              <a:custGeom>
                <a:avLst/>
                <a:gdLst>
                  <a:gd name="T0" fmla="*/ 0 w 166"/>
                  <a:gd name="T1" fmla="*/ 18 h 166"/>
                  <a:gd name="T2" fmla="*/ 19 w 166"/>
                  <a:gd name="T3" fmla="*/ 0 h 166"/>
                  <a:gd name="T4" fmla="*/ 19 w 166"/>
                  <a:gd name="T5" fmla="*/ 0 h 166"/>
                  <a:gd name="T6" fmla="*/ 0 60000 65536"/>
                  <a:gd name="T7" fmla="*/ 0 60000 65536"/>
                  <a:gd name="T8" fmla="*/ 0 60000 65536"/>
                  <a:gd name="T9" fmla="*/ 0 w 166"/>
                  <a:gd name="T10" fmla="*/ 0 h 166"/>
                  <a:gd name="T11" fmla="*/ 166 w 166"/>
                  <a:gd name="T12" fmla="*/ 166 h 1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6" h="166">
                    <a:moveTo>
                      <a:pt x="0" y="166"/>
                    </a:moveTo>
                    <a:lnTo>
                      <a:pt x="165" y="0"/>
                    </a:lnTo>
                    <a:lnTo>
                      <a:pt x="16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86" name="Freeform 367"/>
              <p:cNvSpPr>
                <a:spLocks/>
              </p:cNvSpPr>
              <p:nvPr/>
            </p:nvSpPr>
            <p:spPr bwMode="auto">
              <a:xfrm>
                <a:off x="765" y="2556"/>
                <a:ext cx="56" cy="55"/>
              </a:xfrm>
              <a:custGeom>
                <a:avLst/>
                <a:gdLst>
                  <a:gd name="T0" fmla="*/ 0 w 167"/>
                  <a:gd name="T1" fmla="*/ 18 h 165"/>
                  <a:gd name="T2" fmla="*/ 19 w 167"/>
                  <a:gd name="T3" fmla="*/ 0 h 165"/>
                  <a:gd name="T4" fmla="*/ 19 w 167"/>
                  <a:gd name="T5" fmla="*/ 0 h 165"/>
                  <a:gd name="T6" fmla="*/ 0 60000 65536"/>
                  <a:gd name="T7" fmla="*/ 0 60000 65536"/>
                  <a:gd name="T8" fmla="*/ 0 60000 65536"/>
                  <a:gd name="T9" fmla="*/ 0 w 167"/>
                  <a:gd name="T10" fmla="*/ 0 h 165"/>
                  <a:gd name="T11" fmla="*/ 167 w 167"/>
                  <a:gd name="T12" fmla="*/ 165 h 1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7" h="165">
                    <a:moveTo>
                      <a:pt x="0" y="165"/>
                    </a:moveTo>
                    <a:lnTo>
                      <a:pt x="166" y="0"/>
                    </a:lnTo>
                    <a:lnTo>
                      <a:pt x="16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87" name="Freeform 368"/>
              <p:cNvSpPr>
                <a:spLocks/>
              </p:cNvSpPr>
              <p:nvPr/>
            </p:nvSpPr>
            <p:spPr bwMode="auto">
              <a:xfrm>
                <a:off x="729" y="2762"/>
                <a:ext cx="60" cy="59"/>
              </a:xfrm>
              <a:custGeom>
                <a:avLst/>
                <a:gdLst>
                  <a:gd name="T0" fmla="*/ 0 w 179"/>
                  <a:gd name="T1" fmla="*/ 20 h 178"/>
                  <a:gd name="T2" fmla="*/ 20 w 179"/>
                  <a:gd name="T3" fmla="*/ 0 h 178"/>
                  <a:gd name="T4" fmla="*/ 20 w 179"/>
                  <a:gd name="T5" fmla="*/ 0 h 178"/>
                  <a:gd name="T6" fmla="*/ 0 60000 65536"/>
                  <a:gd name="T7" fmla="*/ 0 60000 65536"/>
                  <a:gd name="T8" fmla="*/ 0 60000 65536"/>
                  <a:gd name="T9" fmla="*/ 0 w 179"/>
                  <a:gd name="T10" fmla="*/ 0 h 178"/>
                  <a:gd name="T11" fmla="*/ 179 w 179"/>
                  <a:gd name="T12" fmla="*/ 178 h 1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9" h="178">
                    <a:moveTo>
                      <a:pt x="0" y="178"/>
                    </a:moveTo>
                    <a:lnTo>
                      <a:pt x="178" y="0"/>
                    </a:lnTo>
                    <a:lnTo>
                      <a:pt x="17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88" name="Freeform 369"/>
              <p:cNvSpPr>
                <a:spLocks/>
              </p:cNvSpPr>
              <p:nvPr/>
            </p:nvSpPr>
            <p:spPr bwMode="auto">
              <a:xfrm>
                <a:off x="1003" y="2505"/>
                <a:ext cx="43" cy="43"/>
              </a:xfrm>
              <a:custGeom>
                <a:avLst/>
                <a:gdLst>
                  <a:gd name="T0" fmla="*/ 0 w 130"/>
                  <a:gd name="T1" fmla="*/ 14 h 129"/>
                  <a:gd name="T2" fmla="*/ 14 w 130"/>
                  <a:gd name="T3" fmla="*/ 0 h 129"/>
                  <a:gd name="T4" fmla="*/ 14 w 130"/>
                  <a:gd name="T5" fmla="*/ 0 h 129"/>
                  <a:gd name="T6" fmla="*/ 0 60000 65536"/>
                  <a:gd name="T7" fmla="*/ 0 60000 65536"/>
                  <a:gd name="T8" fmla="*/ 0 60000 65536"/>
                  <a:gd name="T9" fmla="*/ 0 w 130"/>
                  <a:gd name="T10" fmla="*/ 0 h 129"/>
                  <a:gd name="T11" fmla="*/ 130 w 130"/>
                  <a:gd name="T12" fmla="*/ 129 h 1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0" h="129">
                    <a:moveTo>
                      <a:pt x="0" y="129"/>
                    </a:moveTo>
                    <a:lnTo>
                      <a:pt x="129" y="0"/>
                    </a:lnTo>
                    <a:lnTo>
                      <a:pt x="13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89" name="Freeform 370"/>
              <p:cNvSpPr>
                <a:spLocks/>
              </p:cNvSpPr>
              <p:nvPr/>
            </p:nvSpPr>
            <p:spPr bwMode="auto">
              <a:xfrm>
                <a:off x="769" y="2818"/>
                <a:ext cx="52" cy="51"/>
              </a:xfrm>
              <a:custGeom>
                <a:avLst/>
                <a:gdLst>
                  <a:gd name="T0" fmla="*/ 0 w 154"/>
                  <a:gd name="T1" fmla="*/ 17 h 153"/>
                  <a:gd name="T2" fmla="*/ 18 w 154"/>
                  <a:gd name="T3" fmla="*/ 0 h 153"/>
                  <a:gd name="T4" fmla="*/ 18 w 154"/>
                  <a:gd name="T5" fmla="*/ 0 h 153"/>
                  <a:gd name="T6" fmla="*/ 0 60000 65536"/>
                  <a:gd name="T7" fmla="*/ 0 60000 65536"/>
                  <a:gd name="T8" fmla="*/ 0 60000 65536"/>
                  <a:gd name="T9" fmla="*/ 0 w 154"/>
                  <a:gd name="T10" fmla="*/ 0 h 153"/>
                  <a:gd name="T11" fmla="*/ 154 w 154"/>
                  <a:gd name="T12" fmla="*/ 153 h 1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4" h="153">
                    <a:moveTo>
                      <a:pt x="0" y="153"/>
                    </a:moveTo>
                    <a:lnTo>
                      <a:pt x="153" y="0"/>
                    </a:lnTo>
                    <a:lnTo>
                      <a:pt x="15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90" name="Freeform 371"/>
              <p:cNvSpPr>
                <a:spLocks/>
              </p:cNvSpPr>
              <p:nvPr/>
            </p:nvSpPr>
            <p:spPr bwMode="auto">
              <a:xfrm>
                <a:off x="1027" y="2436"/>
                <a:ext cx="174" cy="175"/>
              </a:xfrm>
              <a:custGeom>
                <a:avLst/>
                <a:gdLst>
                  <a:gd name="T0" fmla="*/ 0 w 524"/>
                  <a:gd name="T1" fmla="*/ 58 h 524"/>
                  <a:gd name="T2" fmla="*/ 58 w 524"/>
                  <a:gd name="T3" fmla="*/ 0 h 524"/>
                  <a:gd name="T4" fmla="*/ 58 w 524"/>
                  <a:gd name="T5" fmla="*/ 0 h 524"/>
                  <a:gd name="T6" fmla="*/ 0 60000 65536"/>
                  <a:gd name="T7" fmla="*/ 0 60000 65536"/>
                  <a:gd name="T8" fmla="*/ 0 60000 65536"/>
                  <a:gd name="T9" fmla="*/ 0 w 524"/>
                  <a:gd name="T10" fmla="*/ 0 h 524"/>
                  <a:gd name="T11" fmla="*/ 524 w 524"/>
                  <a:gd name="T12" fmla="*/ 524 h 52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24" h="524">
                    <a:moveTo>
                      <a:pt x="0" y="524"/>
                    </a:moveTo>
                    <a:lnTo>
                      <a:pt x="523" y="0"/>
                    </a:lnTo>
                    <a:lnTo>
                      <a:pt x="52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91" name="Freeform 372"/>
              <p:cNvSpPr>
                <a:spLocks/>
              </p:cNvSpPr>
              <p:nvPr/>
            </p:nvSpPr>
            <p:spPr bwMode="auto">
              <a:xfrm>
                <a:off x="1114" y="2495"/>
                <a:ext cx="116" cy="116"/>
              </a:xfrm>
              <a:custGeom>
                <a:avLst/>
                <a:gdLst>
                  <a:gd name="T0" fmla="*/ 0 w 349"/>
                  <a:gd name="T1" fmla="*/ 39 h 347"/>
                  <a:gd name="T2" fmla="*/ 39 w 349"/>
                  <a:gd name="T3" fmla="*/ 0 h 347"/>
                  <a:gd name="T4" fmla="*/ 39 w 349"/>
                  <a:gd name="T5" fmla="*/ 0 h 347"/>
                  <a:gd name="T6" fmla="*/ 0 60000 65536"/>
                  <a:gd name="T7" fmla="*/ 0 60000 65536"/>
                  <a:gd name="T8" fmla="*/ 0 60000 65536"/>
                  <a:gd name="T9" fmla="*/ 0 w 349"/>
                  <a:gd name="T10" fmla="*/ 0 h 347"/>
                  <a:gd name="T11" fmla="*/ 349 w 349"/>
                  <a:gd name="T12" fmla="*/ 347 h 3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9" h="347">
                    <a:moveTo>
                      <a:pt x="0" y="347"/>
                    </a:moveTo>
                    <a:lnTo>
                      <a:pt x="348" y="0"/>
                    </a:lnTo>
                    <a:lnTo>
                      <a:pt x="34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92" name="Freeform 373"/>
              <p:cNvSpPr>
                <a:spLocks/>
              </p:cNvSpPr>
              <p:nvPr/>
            </p:nvSpPr>
            <p:spPr bwMode="auto">
              <a:xfrm>
                <a:off x="1003" y="2762"/>
                <a:ext cx="48" cy="47"/>
              </a:xfrm>
              <a:custGeom>
                <a:avLst/>
                <a:gdLst>
                  <a:gd name="T0" fmla="*/ 0 w 143"/>
                  <a:gd name="T1" fmla="*/ 16 h 142"/>
                  <a:gd name="T2" fmla="*/ 16 w 143"/>
                  <a:gd name="T3" fmla="*/ 0 h 142"/>
                  <a:gd name="T4" fmla="*/ 16 w 143"/>
                  <a:gd name="T5" fmla="*/ 0 h 142"/>
                  <a:gd name="T6" fmla="*/ 0 60000 65536"/>
                  <a:gd name="T7" fmla="*/ 0 60000 65536"/>
                  <a:gd name="T8" fmla="*/ 0 60000 65536"/>
                  <a:gd name="T9" fmla="*/ 0 w 143"/>
                  <a:gd name="T10" fmla="*/ 0 h 142"/>
                  <a:gd name="T11" fmla="*/ 143 w 143"/>
                  <a:gd name="T12" fmla="*/ 142 h 14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3" h="142">
                    <a:moveTo>
                      <a:pt x="0" y="142"/>
                    </a:moveTo>
                    <a:lnTo>
                      <a:pt x="142" y="0"/>
                    </a:lnTo>
                    <a:lnTo>
                      <a:pt x="14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93" name="Freeform 374"/>
              <p:cNvSpPr>
                <a:spLocks/>
              </p:cNvSpPr>
              <p:nvPr/>
            </p:nvSpPr>
            <p:spPr bwMode="auto">
              <a:xfrm>
                <a:off x="1201" y="2602"/>
                <a:ext cx="9" cy="9"/>
              </a:xfrm>
              <a:custGeom>
                <a:avLst/>
                <a:gdLst>
                  <a:gd name="T0" fmla="*/ 0 w 28"/>
                  <a:gd name="T1" fmla="*/ 3 h 26"/>
                  <a:gd name="T2" fmla="*/ 3 w 28"/>
                  <a:gd name="T3" fmla="*/ 0 h 26"/>
                  <a:gd name="T4" fmla="*/ 3 w 28"/>
                  <a:gd name="T5" fmla="*/ 0 h 26"/>
                  <a:gd name="T6" fmla="*/ 0 60000 65536"/>
                  <a:gd name="T7" fmla="*/ 0 60000 65536"/>
                  <a:gd name="T8" fmla="*/ 0 60000 65536"/>
                  <a:gd name="T9" fmla="*/ 0 w 28"/>
                  <a:gd name="T10" fmla="*/ 0 h 26"/>
                  <a:gd name="T11" fmla="*/ 28 w 28"/>
                  <a:gd name="T12" fmla="*/ 26 h 2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" h="26">
                    <a:moveTo>
                      <a:pt x="0" y="26"/>
                    </a:moveTo>
                    <a:lnTo>
                      <a:pt x="27" y="0"/>
                    </a:lnTo>
                    <a:lnTo>
                      <a:pt x="28" y="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94" name="Freeform 375"/>
              <p:cNvSpPr>
                <a:spLocks/>
              </p:cNvSpPr>
              <p:nvPr/>
            </p:nvSpPr>
            <p:spPr bwMode="auto">
              <a:xfrm>
                <a:off x="1031" y="2762"/>
                <a:ext cx="107" cy="107"/>
              </a:xfrm>
              <a:custGeom>
                <a:avLst/>
                <a:gdLst>
                  <a:gd name="T0" fmla="*/ 0 w 320"/>
                  <a:gd name="T1" fmla="*/ 36 h 320"/>
                  <a:gd name="T2" fmla="*/ 35 w 320"/>
                  <a:gd name="T3" fmla="*/ 0 h 320"/>
                  <a:gd name="T4" fmla="*/ 36 w 320"/>
                  <a:gd name="T5" fmla="*/ 0 h 320"/>
                  <a:gd name="T6" fmla="*/ 0 60000 65536"/>
                  <a:gd name="T7" fmla="*/ 0 60000 65536"/>
                  <a:gd name="T8" fmla="*/ 0 60000 65536"/>
                  <a:gd name="T9" fmla="*/ 0 w 320"/>
                  <a:gd name="T10" fmla="*/ 0 h 320"/>
                  <a:gd name="T11" fmla="*/ 320 w 320"/>
                  <a:gd name="T12" fmla="*/ 320 h 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20" h="320">
                    <a:moveTo>
                      <a:pt x="0" y="320"/>
                    </a:moveTo>
                    <a:lnTo>
                      <a:pt x="318" y="0"/>
                    </a:lnTo>
                    <a:lnTo>
                      <a:pt x="32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95" name="Freeform 376"/>
              <p:cNvSpPr>
                <a:spLocks/>
              </p:cNvSpPr>
              <p:nvPr/>
            </p:nvSpPr>
            <p:spPr bwMode="auto">
              <a:xfrm>
                <a:off x="1098" y="2775"/>
                <a:ext cx="114" cy="114"/>
              </a:xfrm>
              <a:custGeom>
                <a:avLst/>
                <a:gdLst>
                  <a:gd name="T0" fmla="*/ 0 w 344"/>
                  <a:gd name="T1" fmla="*/ 38 h 343"/>
                  <a:gd name="T2" fmla="*/ 37 w 344"/>
                  <a:gd name="T3" fmla="*/ 0 h 343"/>
                  <a:gd name="T4" fmla="*/ 38 w 344"/>
                  <a:gd name="T5" fmla="*/ 0 h 343"/>
                  <a:gd name="T6" fmla="*/ 0 60000 65536"/>
                  <a:gd name="T7" fmla="*/ 0 60000 65536"/>
                  <a:gd name="T8" fmla="*/ 0 60000 65536"/>
                  <a:gd name="T9" fmla="*/ 0 w 344"/>
                  <a:gd name="T10" fmla="*/ 0 h 343"/>
                  <a:gd name="T11" fmla="*/ 344 w 344"/>
                  <a:gd name="T12" fmla="*/ 343 h 34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4" h="343">
                    <a:moveTo>
                      <a:pt x="0" y="343"/>
                    </a:moveTo>
                    <a:lnTo>
                      <a:pt x="342" y="0"/>
                    </a:lnTo>
                    <a:lnTo>
                      <a:pt x="34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96" name="Freeform 377"/>
              <p:cNvSpPr>
                <a:spLocks/>
              </p:cNvSpPr>
              <p:nvPr/>
            </p:nvSpPr>
            <p:spPr bwMode="auto">
              <a:xfrm>
                <a:off x="1135" y="2829"/>
                <a:ext cx="110" cy="110"/>
              </a:xfrm>
              <a:custGeom>
                <a:avLst/>
                <a:gdLst>
                  <a:gd name="T0" fmla="*/ 0 w 330"/>
                  <a:gd name="T1" fmla="*/ 37 h 330"/>
                  <a:gd name="T2" fmla="*/ 37 w 330"/>
                  <a:gd name="T3" fmla="*/ 0 h 330"/>
                  <a:gd name="T4" fmla="*/ 37 w 330"/>
                  <a:gd name="T5" fmla="*/ 0 h 330"/>
                  <a:gd name="T6" fmla="*/ 0 60000 65536"/>
                  <a:gd name="T7" fmla="*/ 0 60000 65536"/>
                  <a:gd name="T8" fmla="*/ 0 60000 65536"/>
                  <a:gd name="T9" fmla="*/ 0 w 330"/>
                  <a:gd name="T10" fmla="*/ 0 h 330"/>
                  <a:gd name="T11" fmla="*/ 330 w 330"/>
                  <a:gd name="T12" fmla="*/ 330 h 33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0" h="330">
                    <a:moveTo>
                      <a:pt x="0" y="330"/>
                    </a:moveTo>
                    <a:lnTo>
                      <a:pt x="329" y="0"/>
                    </a:lnTo>
                    <a:lnTo>
                      <a:pt x="33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97" name="Freeform 378"/>
              <p:cNvSpPr>
                <a:spLocks/>
              </p:cNvSpPr>
              <p:nvPr/>
            </p:nvSpPr>
            <p:spPr bwMode="auto">
              <a:xfrm>
                <a:off x="1180" y="2871"/>
                <a:ext cx="111" cy="110"/>
              </a:xfrm>
              <a:custGeom>
                <a:avLst/>
                <a:gdLst>
                  <a:gd name="T0" fmla="*/ 0 w 332"/>
                  <a:gd name="T1" fmla="*/ 36 h 332"/>
                  <a:gd name="T2" fmla="*/ 37 w 332"/>
                  <a:gd name="T3" fmla="*/ 0 h 332"/>
                  <a:gd name="T4" fmla="*/ 37 w 332"/>
                  <a:gd name="T5" fmla="*/ 0 h 332"/>
                  <a:gd name="T6" fmla="*/ 0 60000 65536"/>
                  <a:gd name="T7" fmla="*/ 0 60000 65536"/>
                  <a:gd name="T8" fmla="*/ 0 60000 65536"/>
                  <a:gd name="T9" fmla="*/ 0 w 332"/>
                  <a:gd name="T10" fmla="*/ 0 h 332"/>
                  <a:gd name="T11" fmla="*/ 332 w 332"/>
                  <a:gd name="T12" fmla="*/ 332 h 3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2" h="332">
                    <a:moveTo>
                      <a:pt x="0" y="332"/>
                    </a:moveTo>
                    <a:lnTo>
                      <a:pt x="331" y="0"/>
                    </a:lnTo>
                    <a:lnTo>
                      <a:pt x="33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98" name="Freeform 379"/>
              <p:cNvSpPr>
                <a:spLocks/>
              </p:cNvSpPr>
              <p:nvPr/>
            </p:nvSpPr>
            <p:spPr bwMode="auto">
              <a:xfrm>
                <a:off x="912" y="2717"/>
                <a:ext cx="1" cy="235"/>
              </a:xfrm>
              <a:custGeom>
                <a:avLst/>
                <a:gdLst>
                  <a:gd name="T0" fmla="*/ 0 w 1"/>
                  <a:gd name="T1" fmla="*/ 0 h 705"/>
                  <a:gd name="T2" fmla="*/ 0 w 1"/>
                  <a:gd name="T3" fmla="*/ 78 h 705"/>
                  <a:gd name="T4" fmla="*/ 1 w 1"/>
                  <a:gd name="T5" fmla="*/ 78 h 70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05"/>
                  <a:gd name="T11" fmla="*/ 1 w 1"/>
                  <a:gd name="T12" fmla="*/ 705 h 70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05">
                    <a:moveTo>
                      <a:pt x="0" y="0"/>
                    </a:moveTo>
                    <a:lnTo>
                      <a:pt x="0" y="705"/>
                    </a:lnTo>
                    <a:lnTo>
                      <a:pt x="1" y="70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99" name="Freeform 380"/>
              <p:cNvSpPr>
                <a:spLocks/>
              </p:cNvSpPr>
              <p:nvPr/>
            </p:nvSpPr>
            <p:spPr bwMode="auto">
              <a:xfrm>
                <a:off x="1417" y="2619"/>
                <a:ext cx="1" cy="350"/>
              </a:xfrm>
              <a:custGeom>
                <a:avLst/>
                <a:gdLst>
                  <a:gd name="T0" fmla="*/ 0 w 2"/>
                  <a:gd name="T1" fmla="*/ 0 h 1048"/>
                  <a:gd name="T2" fmla="*/ 0 w 2"/>
                  <a:gd name="T3" fmla="*/ 117 h 1048"/>
                  <a:gd name="T4" fmla="*/ 1 w 2"/>
                  <a:gd name="T5" fmla="*/ 117 h 1048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048"/>
                  <a:gd name="T11" fmla="*/ 2 w 2"/>
                  <a:gd name="T12" fmla="*/ 1048 h 10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048">
                    <a:moveTo>
                      <a:pt x="0" y="0"/>
                    </a:moveTo>
                    <a:lnTo>
                      <a:pt x="0" y="1048"/>
                    </a:lnTo>
                    <a:lnTo>
                      <a:pt x="2" y="1048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00" name="Freeform 381"/>
              <p:cNvSpPr>
                <a:spLocks/>
              </p:cNvSpPr>
              <p:nvPr/>
            </p:nvSpPr>
            <p:spPr bwMode="auto">
              <a:xfrm>
                <a:off x="723" y="2868"/>
                <a:ext cx="363" cy="1"/>
              </a:xfrm>
              <a:custGeom>
                <a:avLst/>
                <a:gdLst>
                  <a:gd name="T0" fmla="*/ 0 w 363"/>
                  <a:gd name="T1" fmla="*/ 1 h 1"/>
                  <a:gd name="T2" fmla="*/ 363 w 363"/>
                  <a:gd name="T3" fmla="*/ 0 h 1"/>
                  <a:gd name="T4" fmla="*/ 0 60000 65536"/>
                  <a:gd name="T5" fmla="*/ 0 60000 65536"/>
                  <a:gd name="T6" fmla="*/ 0 w 363"/>
                  <a:gd name="T7" fmla="*/ 0 h 1"/>
                  <a:gd name="T8" fmla="*/ 363 w 363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63" h="1">
                    <a:moveTo>
                      <a:pt x="0" y="1"/>
                    </a:moveTo>
                    <a:lnTo>
                      <a:pt x="363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01" name="Freeform 382"/>
              <p:cNvSpPr>
                <a:spLocks/>
              </p:cNvSpPr>
              <p:nvPr/>
            </p:nvSpPr>
            <p:spPr bwMode="auto">
              <a:xfrm>
                <a:off x="729" y="2762"/>
                <a:ext cx="478" cy="1"/>
              </a:xfrm>
              <a:custGeom>
                <a:avLst/>
                <a:gdLst>
                  <a:gd name="T0" fmla="*/ 0 w 1433"/>
                  <a:gd name="T1" fmla="*/ 0 h 1"/>
                  <a:gd name="T2" fmla="*/ 159 w 1433"/>
                  <a:gd name="T3" fmla="*/ 0 h 1"/>
                  <a:gd name="T4" fmla="*/ 159 w 143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433"/>
                  <a:gd name="T10" fmla="*/ 0 h 1"/>
                  <a:gd name="T11" fmla="*/ 1433 w 143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33" h="1">
                    <a:moveTo>
                      <a:pt x="0" y="0"/>
                    </a:moveTo>
                    <a:lnTo>
                      <a:pt x="1432" y="0"/>
                    </a:lnTo>
                    <a:lnTo>
                      <a:pt x="1433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02" name="Freeform 383"/>
              <p:cNvSpPr>
                <a:spLocks/>
              </p:cNvSpPr>
              <p:nvPr/>
            </p:nvSpPr>
            <p:spPr bwMode="auto">
              <a:xfrm>
                <a:off x="729" y="2762"/>
                <a:ext cx="1" cy="107"/>
              </a:xfrm>
              <a:custGeom>
                <a:avLst/>
                <a:gdLst>
                  <a:gd name="T0" fmla="*/ 0 w 1"/>
                  <a:gd name="T1" fmla="*/ 0 h 320"/>
                  <a:gd name="T2" fmla="*/ 0 w 1"/>
                  <a:gd name="T3" fmla="*/ 36 h 320"/>
                  <a:gd name="T4" fmla="*/ 1 w 1"/>
                  <a:gd name="T5" fmla="*/ 36 h 32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20"/>
                  <a:gd name="T11" fmla="*/ 1 w 1"/>
                  <a:gd name="T12" fmla="*/ 320 h 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20">
                    <a:moveTo>
                      <a:pt x="0" y="0"/>
                    </a:moveTo>
                    <a:lnTo>
                      <a:pt x="0" y="320"/>
                    </a:lnTo>
                    <a:lnTo>
                      <a:pt x="1" y="32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03" name="Freeform 384"/>
              <p:cNvSpPr>
                <a:spLocks/>
              </p:cNvSpPr>
              <p:nvPr/>
            </p:nvSpPr>
            <p:spPr bwMode="auto">
              <a:xfrm>
                <a:off x="820" y="2762"/>
                <a:ext cx="1" cy="107"/>
              </a:xfrm>
              <a:custGeom>
                <a:avLst/>
                <a:gdLst>
                  <a:gd name="T0" fmla="*/ 0 w 1"/>
                  <a:gd name="T1" fmla="*/ 0 h 320"/>
                  <a:gd name="T2" fmla="*/ 0 w 1"/>
                  <a:gd name="T3" fmla="*/ 36 h 320"/>
                  <a:gd name="T4" fmla="*/ 1 w 1"/>
                  <a:gd name="T5" fmla="*/ 36 h 32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20"/>
                  <a:gd name="T11" fmla="*/ 1 w 1"/>
                  <a:gd name="T12" fmla="*/ 320 h 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20">
                    <a:moveTo>
                      <a:pt x="0" y="0"/>
                    </a:moveTo>
                    <a:lnTo>
                      <a:pt x="0" y="320"/>
                    </a:lnTo>
                    <a:lnTo>
                      <a:pt x="1" y="32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04" name="Freeform 385"/>
              <p:cNvSpPr>
                <a:spLocks/>
              </p:cNvSpPr>
              <p:nvPr/>
            </p:nvSpPr>
            <p:spPr bwMode="auto">
              <a:xfrm>
                <a:off x="1199" y="2901"/>
                <a:ext cx="154" cy="95"/>
              </a:xfrm>
              <a:custGeom>
                <a:avLst/>
                <a:gdLst>
                  <a:gd name="T0" fmla="*/ 154 w 154"/>
                  <a:gd name="T1" fmla="*/ 0 h 95"/>
                  <a:gd name="T2" fmla="*/ 118 w 154"/>
                  <a:gd name="T3" fmla="*/ 24 h 95"/>
                  <a:gd name="T4" fmla="*/ 88 w 154"/>
                  <a:gd name="T5" fmla="*/ 62 h 95"/>
                  <a:gd name="T6" fmla="*/ 38 w 154"/>
                  <a:gd name="T7" fmla="*/ 69 h 95"/>
                  <a:gd name="T8" fmla="*/ 0 w 154"/>
                  <a:gd name="T9" fmla="*/ 95 h 95"/>
                  <a:gd name="T10" fmla="*/ 0 w 154"/>
                  <a:gd name="T11" fmla="*/ 95 h 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4"/>
                  <a:gd name="T19" fmla="*/ 0 h 95"/>
                  <a:gd name="T20" fmla="*/ 154 w 154"/>
                  <a:gd name="T21" fmla="*/ 95 h 9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4" h="95">
                    <a:moveTo>
                      <a:pt x="154" y="0"/>
                    </a:moveTo>
                    <a:lnTo>
                      <a:pt x="118" y="24"/>
                    </a:lnTo>
                    <a:lnTo>
                      <a:pt x="88" y="62"/>
                    </a:lnTo>
                    <a:lnTo>
                      <a:pt x="38" y="69"/>
                    </a:lnTo>
                    <a:lnTo>
                      <a:pt x="0" y="9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05" name="Freeform 386"/>
              <p:cNvSpPr>
                <a:spLocks/>
              </p:cNvSpPr>
              <p:nvPr/>
            </p:nvSpPr>
            <p:spPr bwMode="auto">
              <a:xfrm>
                <a:off x="1003" y="2762"/>
                <a:ext cx="1" cy="107"/>
              </a:xfrm>
              <a:custGeom>
                <a:avLst/>
                <a:gdLst>
                  <a:gd name="T0" fmla="*/ 0 w 1"/>
                  <a:gd name="T1" fmla="*/ 0 h 320"/>
                  <a:gd name="T2" fmla="*/ 0 w 1"/>
                  <a:gd name="T3" fmla="*/ 36 h 320"/>
                  <a:gd name="T4" fmla="*/ 1 w 1"/>
                  <a:gd name="T5" fmla="*/ 36 h 32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20"/>
                  <a:gd name="T11" fmla="*/ 1 w 1"/>
                  <a:gd name="T12" fmla="*/ 320 h 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20">
                    <a:moveTo>
                      <a:pt x="0" y="0"/>
                    </a:moveTo>
                    <a:lnTo>
                      <a:pt x="0" y="320"/>
                    </a:lnTo>
                    <a:lnTo>
                      <a:pt x="1" y="32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06" name="Freeform 387"/>
              <p:cNvSpPr>
                <a:spLocks/>
              </p:cNvSpPr>
              <p:nvPr/>
            </p:nvSpPr>
            <p:spPr bwMode="auto">
              <a:xfrm>
                <a:off x="1417" y="3025"/>
                <a:ext cx="1" cy="131"/>
              </a:xfrm>
              <a:custGeom>
                <a:avLst/>
                <a:gdLst>
                  <a:gd name="T0" fmla="*/ 0 w 2"/>
                  <a:gd name="T1" fmla="*/ 0 h 391"/>
                  <a:gd name="T2" fmla="*/ 0 w 2"/>
                  <a:gd name="T3" fmla="*/ 44 h 391"/>
                  <a:gd name="T4" fmla="*/ 1 w 2"/>
                  <a:gd name="T5" fmla="*/ 44 h 391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391"/>
                  <a:gd name="T11" fmla="*/ 2 w 2"/>
                  <a:gd name="T12" fmla="*/ 391 h 39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391">
                    <a:moveTo>
                      <a:pt x="0" y="0"/>
                    </a:moveTo>
                    <a:lnTo>
                      <a:pt x="0" y="391"/>
                    </a:lnTo>
                    <a:lnTo>
                      <a:pt x="2" y="39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07" name="Freeform 388"/>
              <p:cNvSpPr>
                <a:spLocks/>
              </p:cNvSpPr>
              <p:nvPr/>
            </p:nvSpPr>
            <p:spPr bwMode="auto">
              <a:xfrm>
                <a:off x="1417" y="2993"/>
                <a:ext cx="1" cy="11"/>
              </a:xfrm>
              <a:custGeom>
                <a:avLst/>
                <a:gdLst>
                  <a:gd name="T0" fmla="*/ 0 w 2"/>
                  <a:gd name="T1" fmla="*/ 0 h 33"/>
                  <a:gd name="T2" fmla="*/ 0 w 2"/>
                  <a:gd name="T3" fmla="*/ 4 h 33"/>
                  <a:gd name="T4" fmla="*/ 1 w 2"/>
                  <a:gd name="T5" fmla="*/ 4 h 33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33"/>
                  <a:gd name="T11" fmla="*/ 2 w 2"/>
                  <a:gd name="T12" fmla="*/ 33 h 3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33">
                    <a:moveTo>
                      <a:pt x="0" y="0"/>
                    </a:moveTo>
                    <a:lnTo>
                      <a:pt x="0" y="33"/>
                    </a:lnTo>
                    <a:lnTo>
                      <a:pt x="2" y="3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08" name="Freeform 389"/>
              <p:cNvSpPr>
                <a:spLocks/>
              </p:cNvSpPr>
              <p:nvPr/>
            </p:nvSpPr>
            <p:spPr bwMode="auto">
              <a:xfrm>
                <a:off x="725" y="2687"/>
                <a:ext cx="443" cy="1"/>
              </a:xfrm>
              <a:custGeom>
                <a:avLst/>
                <a:gdLst>
                  <a:gd name="T0" fmla="*/ 0 w 1329"/>
                  <a:gd name="T1" fmla="*/ 0 h 1"/>
                  <a:gd name="T2" fmla="*/ 148 w 1329"/>
                  <a:gd name="T3" fmla="*/ 0 h 1"/>
                  <a:gd name="T4" fmla="*/ 148 w 132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329"/>
                  <a:gd name="T10" fmla="*/ 0 h 1"/>
                  <a:gd name="T11" fmla="*/ 1329 w 132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29" h="1">
                    <a:moveTo>
                      <a:pt x="0" y="0"/>
                    </a:moveTo>
                    <a:lnTo>
                      <a:pt x="1328" y="0"/>
                    </a:lnTo>
                    <a:lnTo>
                      <a:pt x="132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09" name="Freeform 390"/>
              <p:cNvSpPr>
                <a:spLocks/>
              </p:cNvSpPr>
              <p:nvPr/>
            </p:nvSpPr>
            <p:spPr bwMode="auto">
              <a:xfrm>
                <a:off x="729" y="2611"/>
                <a:ext cx="478" cy="1"/>
              </a:xfrm>
              <a:custGeom>
                <a:avLst/>
                <a:gdLst>
                  <a:gd name="T0" fmla="*/ 0 w 1433"/>
                  <a:gd name="T1" fmla="*/ 0 h 1"/>
                  <a:gd name="T2" fmla="*/ 159 w 1433"/>
                  <a:gd name="T3" fmla="*/ 0 h 1"/>
                  <a:gd name="T4" fmla="*/ 159 w 143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433"/>
                  <a:gd name="T10" fmla="*/ 0 h 1"/>
                  <a:gd name="T11" fmla="*/ 1433 w 143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33" h="1">
                    <a:moveTo>
                      <a:pt x="0" y="0"/>
                    </a:moveTo>
                    <a:lnTo>
                      <a:pt x="1432" y="0"/>
                    </a:lnTo>
                    <a:lnTo>
                      <a:pt x="1433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10" name="Freeform 391"/>
              <p:cNvSpPr>
                <a:spLocks/>
              </p:cNvSpPr>
              <p:nvPr/>
            </p:nvSpPr>
            <p:spPr bwMode="auto">
              <a:xfrm>
                <a:off x="729" y="2505"/>
                <a:ext cx="357" cy="1"/>
              </a:xfrm>
              <a:custGeom>
                <a:avLst/>
                <a:gdLst>
                  <a:gd name="T0" fmla="*/ 0 w 357"/>
                  <a:gd name="T1" fmla="*/ 0 h 1"/>
                  <a:gd name="T2" fmla="*/ 357 w 357"/>
                  <a:gd name="T3" fmla="*/ 0 h 1"/>
                  <a:gd name="T4" fmla="*/ 0 60000 65536"/>
                  <a:gd name="T5" fmla="*/ 0 60000 65536"/>
                  <a:gd name="T6" fmla="*/ 0 w 357"/>
                  <a:gd name="T7" fmla="*/ 0 h 1"/>
                  <a:gd name="T8" fmla="*/ 357 w 357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57" h="1">
                    <a:moveTo>
                      <a:pt x="0" y="0"/>
                    </a:moveTo>
                    <a:lnTo>
                      <a:pt x="357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11" name="Freeform 392"/>
              <p:cNvSpPr>
                <a:spLocks/>
              </p:cNvSpPr>
              <p:nvPr/>
            </p:nvSpPr>
            <p:spPr bwMode="auto">
              <a:xfrm>
                <a:off x="820" y="2505"/>
                <a:ext cx="1" cy="106"/>
              </a:xfrm>
              <a:custGeom>
                <a:avLst/>
                <a:gdLst>
                  <a:gd name="T0" fmla="*/ 0 w 1"/>
                  <a:gd name="T1" fmla="*/ 35 h 319"/>
                  <a:gd name="T2" fmla="*/ 0 w 1"/>
                  <a:gd name="T3" fmla="*/ 0 h 319"/>
                  <a:gd name="T4" fmla="*/ 1 w 1"/>
                  <a:gd name="T5" fmla="*/ 0 h 31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19"/>
                  <a:gd name="T11" fmla="*/ 1 w 1"/>
                  <a:gd name="T12" fmla="*/ 319 h 3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19">
                    <a:moveTo>
                      <a:pt x="0" y="31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12" name="Freeform 393"/>
              <p:cNvSpPr>
                <a:spLocks/>
              </p:cNvSpPr>
              <p:nvPr/>
            </p:nvSpPr>
            <p:spPr bwMode="auto">
              <a:xfrm>
                <a:off x="729" y="2505"/>
                <a:ext cx="1" cy="106"/>
              </a:xfrm>
              <a:custGeom>
                <a:avLst/>
                <a:gdLst>
                  <a:gd name="T0" fmla="*/ 0 w 1"/>
                  <a:gd name="T1" fmla="*/ 35 h 319"/>
                  <a:gd name="T2" fmla="*/ 0 w 1"/>
                  <a:gd name="T3" fmla="*/ 0 h 319"/>
                  <a:gd name="T4" fmla="*/ 1 w 1"/>
                  <a:gd name="T5" fmla="*/ 0 h 31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19"/>
                  <a:gd name="T11" fmla="*/ 1 w 1"/>
                  <a:gd name="T12" fmla="*/ 319 h 3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19">
                    <a:moveTo>
                      <a:pt x="0" y="31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13" name="Freeform 394"/>
              <p:cNvSpPr>
                <a:spLocks/>
              </p:cNvSpPr>
              <p:nvPr/>
            </p:nvSpPr>
            <p:spPr bwMode="auto">
              <a:xfrm>
                <a:off x="1172" y="2398"/>
                <a:ext cx="102" cy="117"/>
              </a:xfrm>
              <a:custGeom>
                <a:avLst/>
                <a:gdLst>
                  <a:gd name="T0" fmla="*/ 0 w 102"/>
                  <a:gd name="T1" fmla="*/ 0 h 117"/>
                  <a:gd name="T2" fmla="*/ 49 w 102"/>
                  <a:gd name="T3" fmla="*/ 50 h 117"/>
                  <a:gd name="T4" fmla="*/ 63 w 102"/>
                  <a:gd name="T5" fmla="*/ 101 h 117"/>
                  <a:gd name="T6" fmla="*/ 102 w 102"/>
                  <a:gd name="T7" fmla="*/ 117 h 117"/>
                  <a:gd name="T8" fmla="*/ 102 w 102"/>
                  <a:gd name="T9" fmla="*/ 117 h 1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2"/>
                  <a:gd name="T16" fmla="*/ 0 h 117"/>
                  <a:gd name="T17" fmla="*/ 102 w 102"/>
                  <a:gd name="T18" fmla="*/ 117 h 1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2" h="117">
                    <a:moveTo>
                      <a:pt x="0" y="0"/>
                    </a:moveTo>
                    <a:lnTo>
                      <a:pt x="49" y="50"/>
                    </a:lnTo>
                    <a:lnTo>
                      <a:pt x="63" y="101"/>
                    </a:lnTo>
                    <a:lnTo>
                      <a:pt x="102" y="117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14" name="Freeform 395"/>
              <p:cNvSpPr>
                <a:spLocks/>
              </p:cNvSpPr>
              <p:nvPr/>
            </p:nvSpPr>
            <p:spPr bwMode="auto">
              <a:xfrm>
                <a:off x="912" y="2443"/>
                <a:ext cx="1" cy="230"/>
              </a:xfrm>
              <a:custGeom>
                <a:avLst/>
                <a:gdLst>
                  <a:gd name="T0" fmla="*/ 0 w 1"/>
                  <a:gd name="T1" fmla="*/ 0 h 689"/>
                  <a:gd name="T2" fmla="*/ 0 w 1"/>
                  <a:gd name="T3" fmla="*/ 77 h 689"/>
                  <a:gd name="T4" fmla="*/ 1 w 1"/>
                  <a:gd name="T5" fmla="*/ 77 h 68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89"/>
                  <a:gd name="T11" fmla="*/ 1 w 1"/>
                  <a:gd name="T12" fmla="*/ 689 h 68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89">
                    <a:moveTo>
                      <a:pt x="0" y="0"/>
                    </a:moveTo>
                    <a:lnTo>
                      <a:pt x="0" y="689"/>
                    </a:lnTo>
                    <a:lnTo>
                      <a:pt x="1" y="68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15" name="Freeform 396"/>
              <p:cNvSpPr>
                <a:spLocks/>
              </p:cNvSpPr>
              <p:nvPr/>
            </p:nvSpPr>
            <p:spPr bwMode="auto">
              <a:xfrm>
                <a:off x="1003" y="2505"/>
                <a:ext cx="1" cy="106"/>
              </a:xfrm>
              <a:custGeom>
                <a:avLst/>
                <a:gdLst>
                  <a:gd name="T0" fmla="*/ 0 w 1"/>
                  <a:gd name="T1" fmla="*/ 35 h 319"/>
                  <a:gd name="T2" fmla="*/ 0 w 1"/>
                  <a:gd name="T3" fmla="*/ 0 h 319"/>
                  <a:gd name="T4" fmla="*/ 1 w 1"/>
                  <a:gd name="T5" fmla="*/ 0 h 31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19"/>
                  <a:gd name="T11" fmla="*/ 1 w 1"/>
                  <a:gd name="T12" fmla="*/ 319 h 3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19">
                    <a:moveTo>
                      <a:pt x="0" y="31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16" name="Freeform 397"/>
              <p:cNvSpPr>
                <a:spLocks/>
              </p:cNvSpPr>
              <p:nvPr/>
            </p:nvSpPr>
            <p:spPr bwMode="auto">
              <a:xfrm>
                <a:off x="1199" y="2687"/>
                <a:ext cx="31" cy="1"/>
              </a:xfrm>
              <a:custGeom>
                <a:avLst/>
                <a:gdLst>
                  <a:gd name="T0" fmla="*/ 0 w 94"/>
                  <a:gd name="T1" fmla="*/ 0 h 1"/>
                  <a:gd name="T2" fmla="*/ 10 w 94"/>
                  <a:gd name="T3" fmla="*/ 0 h 1"/>
                  <a:gd name="T4" fmla="*/ 10 w 9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4"/>
                  <a:gd name="T10" fmla="*/ 0 h 1"/>
                  <a:gd name="T11" fmla="*/ 94 w 9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4" h="1">
                    <a:moveTo>
                      <a:pt x="0" y="0"/>
                    </a:moveTo>
                    <a:lnTo>
                      <a:pt x="93" y="0"/>
                    </a:lnTo>
                    <a:lnTo>
                      <a:pt x="9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17" name="Freeform 398"/>
              <p:cNvSpPr>
                <a:spLocks/>
              </p:cNvSpPr>
              <p:nvPr/>
            </p:nvSpPr>
            <p:spPr bwMode="auto">
              <a:xfrm>
                <a:off x="1417" y="2216"/>
                <a:ext cx="1" cy="322"/>
              </a:xfrm>
              <a:custGeom>
                <a:avLst/>
                <a:gdLst>
                  <a:gd name="T0" fmla="*/ 0 w 2"/>
                  <a:gd name="T1" fmla="*/ 0 h 966"/>
                  <a:gd name="T2" fmla="*/ 0 w 2"/>
                  <a:gd name="T3" fmla="*/ 107 h 966"/>
                  <a:gd name="T4" fmla="*/ 1 w 2"/>
                  <a:gd name="T5" fmla="*/ 107 h 966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966"/>
                  <a:gd name="T11" fmla="*/ 2 w 2"/>
                  <a:gd name="T12" fmla="*/ 966 h 9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966">
                    <a:moveTo>
                      <a:pt x="0" y="0"/>
                    </a:moveTo>
                    <a:lnTo>
                      <a:pt x="0" y="966"/>
                    </a:lnTo>
                    <a:lnTo>
                      <a:pt x="2" y="96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18" name="Freeform 399"/>
              <p:cNvSpPr>
                <a:spLocks/>
              </p:cNvSpPr>
              <p:nvPr/>
            </p:nvSpPr>
            <p:spPr bwMode="auto">
              <a:xfrm>
                <a:off x="1417" y="2575"/>
                <a:ext cx="1" cy="15"/>
              </a:xfrm>
              <a:custGeom>
                <a:avLst/>
                <a:gdLst>
                  <a:gd name="T0" fmla="*/ 0 w 2"/>
                  <a:gd name="T1" fmla="*/ 0 h 44"/>
                  <a:gd name="T2" fmla="*/ 0 w 2"/>
                  <a:gd name="T3" fmla="*/ 5 h 44"/>
                  <a:gd name="T4" fmla="*/ 1 w 2"/>
                  <a:gd name="T5" fmla="*/ 5 h 44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44"/>
                  <a:gd name="T11" fmla="*/ 2 w 2"/>
                  <a:gd name="T12" fmla="*/ 44 h 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44">
                    <a:moveTo>
                      <a:pt x="0" y="0"/>
                    </a:moveTo>
                    <a:lnTo>
                      <a:pt x="0" y="44"/>
                    </a:lnTo>
                    <a:lnTo>
                      <a:pt x="2" y="44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19" name="Freeform 400"/>
              <p:cNvSpPr>
                <a:spLocks/>
              </p:cNvSpPr>
              <p:nvPr/>
            </p:nvSpPr>
            <p:spPr bwMode="auto">
              <a:xfrm>
                <a:off x="2602" y="2497"/>
                <a:ext cx="1" cy="378"/>
              </a:xfrm>
              <a:custGeom>
                <a:avLst/>
                <a:gdLst>
                  <a:gd name="T0" fmla="*/ 0 w 1"/>
                  <a:gd name="T1" fmla="*/ 0 h 1132"/>
                  <a:gd name="T2" fmla="*/ 0 w 1"/>
                  <a:gd name="T3" fmla="*/ 126 h 1132"/>
                  <a:gd name="T4" fmla="*/ 1 w 1"/>
                  <a:gd name="T5" fmla="*/ 126 h 113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132"/>
                  <a:gd name="T11" fmla="*/ 1 w 1"/>
                  <a:gd name="T12" fmla="*/ 1132 h 11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132">
                    <a:moveTo>
                      <a:pt x="0" y="0"/>
                    </a:moveTo>
                    <a:lnTo>
                      <a:pt x="0" y="1132"/>
                    </a:lnTo>
                    <a:lnTo>
                      <a:pt x="1" y="1132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20" name="Freeform 401"/>
              <p:cNvSpPr>
                <a:spLocks/>
              </p:cNvSpPr>
              <p:nvPr/>
            </p:nvSpPr>
            <p:spPr bwMode="auto">
              <a:xfrm>
                <a:off x="1770" y="2553"/>
                <a:ext cx="831" cy="392"/>
              </a:xfrm>
              <a:custGeom>
                <a:avLst/>
                <a:gdLst>
                  <a:gd name="T0" fmla="*/ 0 w 2492"/>
                  <a:gd name="T1" fmla="*/ 0 h 1176"/>
                  <a:gd name="T2" fmla="*/ 277 w 2492"/>
                  <a:gd name="T3" fmla="*/ 131 h 1176"/>
                  <a:gd name="T4" fmla="*/ 277 w 2492"/>
                  <a:gd name="T5" fmla="*/ 131 h 1176"/>
                  <a:gd name="T6" fmla="*/ 0 60000 65536"/>
                  <a:gd name="T7" fmla="*/ 0 60000 65536"/>
                  <a:gd name="T8" fmla="*/ 0 60000 65536"/>
                  <a:gd name="T9" fmla="*/ 0 w 2492"/>
                  <a:gd name="T10" fmla="*/ 0 h 1176"/>
                  <a:gd name="T11" fmla="*/ 2492 w 2492"/>
                  <a:gd name="T12" fmla="*/ 1176 h 117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92" h="1176">
                    <a:moveTo>
                      <a:pt x="0" y="0"/>
                    </a:moveTo>
                    <a:lnTo>
                      <a:pt x="2491" y="1176"/>
                    </a:lnTo>
                    <a:lnTo>
                      <a:pt x="2492" y="1176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21" name="Freeform 402"/>
              <p:cNvSpPr>
                <a:spLocks/>
              </p:cNvSpPr>
              <p:nvPr/>
            </p:nvSpPr>
            <p:spPr bwMode="auto">
              <a:xfrm>
                <a:off x="2178" y="2964"/>
                <a:ext cx="546" cy="199"/>
              </a:xfrm>
              <a:custGeom>
                <a:avLst/>
                <a:gdLst>
                  <a:gd name="T0" fmla="*/ 0 w 1639"/>
                  <a:gd name="T1" fmla="*/ 0 h 597"/>
                  <a:gd name="T2" fmla="*/ 182 w 1639"/>
                  <a:gd name="T3" fmla="*/ 66 h 597"/>
                  <a:gd name="T4" fmla="*/ 182 w 1639"/>
                  <a:gd name="T5" fmla="*/ 66 h 597"/>
                  <a:gd name="T6" fmla="*/ 0 60000 65536"/>
                  <a:gd name="T7" fmla="*/ 0 60000 65536"/>
                  <a:gd name="T8" fmla="*/ 0 60000 65536"/>
                  <a:gd name="T9" fmla="*/ 0 w 1639"/>
                  <a:gd name="T10" fmla="*/ 0 h 597"/>
                  <a:gd name="T11" fmla="*/ 1639 w 1639"/>
                  <a:gd name="T12" fmla="*/ 597 h 59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39" h="597">
                    <a:moveTo>
                      <a:pt x="0" y="0"/>
                    </a:moveTo>
                    <a:lnTo>
                      <a:pt x="1638" y="597"/>
                    </a:lnTo>
                    <a:lnTo>
                      <a:pt x="1639" y="597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22" name="Freeform 403"/>
              <p:cNvSpPr>
                <a:spLocks/>
              </p:cNvSpPr>
              <p:nvPr/>
            </p:nvSpPr>
            <p:spPr bwMode="auto">
              <a:xfrm>
                <a:off x="2123" y="2944"/>
                <a:ext cx="19" cy="7"/>
              </a:xfrm>
              <a:custGeom>
                <a:avLst/>
                <a:gdLst>
                  <a:gd name="T0" fmla="*/ 0 w 57"/>
                  <a:gd name="T1" fmla="*/ 0 h 20"/>
                  <a:gd name="T2" fmla="*/ 6 w 57"/>
                  <a:gd name="T3" fmla="*/ 2 h 20"/>
                  <a:gd name="T4" fmla="*/ 6 w 57"/>
                  <a:gd name="T5" fmla="*/ 2 h 20"/>
                  <a:gd name="T6" fmla="*/ 0 60000 65536"/>
                  <a:gd name="T7" fmla="*/ 0 60000 65536"/>
                  <a:gd name="T8" fmla="*/ 0 60000 65536"/>
                  <a:gd name="T9" fmla="*/ 0 w 57"/>
                  <a:gd name="T10" fmla="*/ 0 h 20"/>
                  <a:gd name="T11" fmla="*/ 57 w 57"/>
                  <a:gd name="T12" fmla="*/ 20 h 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" h="20">
                    <a:moveTo>
                      <a:pt x="0" y="0"/>
                    </a:moveTo>
                    <a:lnTo>
                      <a:pt x="56" y="20"/>
                    </a:lnTo>
                    <a:lnTo>
                      <a:pt x="57" y="2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23" name="Freeform 404"/>
              <p:cNvSpPr>
                <a:spLocks/>
              </p:cNvSpPr>
              <p:nvPr/>
            </p:nvSpPr>
            <p:spPr bwMode="auto">
              <a:xfrm>
                <a:off x="2445" y="2873"/>
                <a:ext cx="165" cy="453"/>
              </a:xfrm>
              <a:custGeom>
                <a:avLst/>
                <a:gdLst>
                  <a:gd name="T0" fmla="*/ 55 w 495"/>
                  <a:gd name="T1" fmla="*/ 0 h 1361"/>
                  <a:gd name="T2" fmla="*/ 0 w 495"/>
                  <a:gd name="T3" fmla="*/ 151 h 1361"/>
                  <a:gd name="T4" fmla="*/ 0 w 495"/>
                  <a:gd name="T5" fmla="*/ 151 h 1361"/>
                  <a:gd name="T6" fmla="*/ 0 60000 65536"/>
                  <a:gd name="T7" fmla="*/ 0 60000 65536"/>
                  <a:gd name="T8" fmla="*/ 0 60000 65536"/>
                  <a:gd name="T9" fmla="*/ 0 w 495"/>
                  <a:gd name="T10" fmla="*/ 0 h 1361"/>
                  <a:gd name="T11" fmla="*/ 495 w 495"/>
                  <a:gd name="T12" fmla="*/ 1361 h 136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95" h="1361">
                    <a:moveTo>
                      <a:pt x="495" y="0"/>
                    </a:moveTo>
                    <a:lnTo>
                      <a:pt x="0" y="1361"/>
                    </a:lnTo>
                    <a:lnTo>
                      <a:pt x="2" y="136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24" name="Freeform 405"/>
              <p:cNvSpPr>
                <a:spLocks/>
              </p:cNvSpPr>
              <p:nvPr/>
            </p:nvSpPr>
            <p:spPr bwMode="auto">
              <a:xfrm>
                <a:off x="2377" y="2819"/>
                <a:ext cx="237" cy="20"/>
              </a:xfrm>
              <a:custGeom>
                <a:avLst/>
                <a:gdLst>
                  <a:gd name="T0" fmla="*/ 0 w 711"/>
                  <a:gd name="T1" fmla="*/ 7 h 58"/>
                  <a:gd name="T2" fmla="*/ 79 w 711"/>
                  <a:gd name="T3" fmla="*/ 0 h 58"/>
                  <a:gd name="T4" fmla="*/ 79 w 711"/>
                  <a:gd name="T5" fmla="*/ 0 h 58"/>
                  <a:gd name="T6" fmla="*/ 0 60000 65536"/>
                  <a:gd name="T7" fmla="*/ 0 60000 65536"/>
                  <a:gd name="T8" fmla="*/ 0 60000 65536"/>
                  <a:gd name="T9" fmla="*/ 0 w 711"/>
                  <a:gd name="T10" fmla="*/ 0 h 58"/>
                  <a:gd name="T11" fmla="*/ 711 w 711"/>
                  <a:gd name="T12" fmla="*/ 58 h 5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11" h="58">
                    <a:moveTo>
                      <a:pt x="0" y="58"/>
                    </a:moveTo>
                    <a:lnTo>
                      <a:pt x="710" y="0"/>
                    </a:lnTo>
                    <a:lnTo>
                      <a:pt x="71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25" name="Freeform 406"/>
              <p:cNvSpPr>
                <a:spLocks/>
              </p:cNvSpPr>
              <p:nvPr/>
            </p:nvSpPr>
            <p:spPr bwMode="auto">
              <a:xfrm>
                <a:off x="2484" y="2687"/>
                <a:ext cx="292" cy="1"/>
              </a:xfrm>
              <a:custGeom>
                <a:avLst/>
                <a:gdLst>
                  <a:gd name="T0" fmla="*/ 0 w 878"/>
                  <a:gd name="T1" fmla="*/ 0 h 1"/>
                  <a:gd name="T2" fmla="*/ 97 w 878"/>
                  <a:gd name="T3" fmla="*/ 0 h 1"/>
                  <a:gd name="T4" fmla="*/ 97 w 87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878"/>
                  <a:gd name="T10" fmla="*/ 0 h 1"/>
                  <a:gd name="T11" fmla="*/ 878 w 87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78" h="1">
                    <a:moveTo>
                      <a:pt x="0" y="0"/>
                    </a:moveTo>
                    <a:lnTo>
                      <a:pt x="877" y="0"/>
                    </a:lnTo>
                    <a:lnTo>
                      <a:pt x="87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26" name="Freeform 407"/>
              <p:cNvSpPr>
                <a:spLocks/>
              </p:cNvSpPr>
              <p:nvPr/>
            </p:nvSpPr>
            <p:spPr bwMode="auto">
              <a:xfrm>
                <a:off x="1967" y="2687"/>
                <a:ext cx="429" cy="1"/>
              </a:xfrm>
              <a:custGeom>
                <a:avLst/>
                <a:gdLst>
                  <a:gd name="T0" fmla="*/ 0 w 1288"/>
                  <a:gd name="T1" fmla="*/ 0 h 1"/>
                  <a:gd name="T2" fmla="*/ 143 w 1288"/>
                  <a:gd name="T3" fmla="*/ 0 h 1"/>
                  <a:gd name="T4" fmla="*/ 143 w 128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288"/>
                  <a:gd name="T10" fmla="*/ 0 h 1"/>
                  <a:gd name="T11" fmla="*/ 1288 w 128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88" h="1">
                    <a:moveTo>
                      <a:pt x="0" y="0"/>
                    </a:moveTo>
                    <a:lnTo>
                      <a:pt x="1287" y="0"/>
                    </a:lnTo>
                    <a:lnTo>
                      <a:pt x="128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27" name="Freeform 408"/>
              <p:cNvSpPr>
                <a:spLocks/>
              </p:cNvSpPr>
              <p:nvPr/>
            </p:nvSpPr>
            <p:spPr bwMode="auto">
              <a:xfrm>
                <a:off x="1907" y="2687"/>
                <a:ext cx="24" cy="1"/>
              </a:xfrm>
              <a:custGeom>
                <a:avLst/>
                <a:gdLst>
                  <a:gd name="T0" fmla="*/ 0 w 71"/>
                  <a:gd name="T1" fmla="*/ 0 h 1"/>
                  <a:gd name="T2" fmla="*/ 8 w 71"/>
                  <a:gd name="T3" fmla="*/ 0 h 1"/>
                  <a:gd name="T4" fmla="*/ 8 w 7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1"/>
                  <a:gd name="T10" fmla="*/ 0 h 1"/>
                  <a:gd name="T11" fmla="*/ 71 w 7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1" h="1">
                    <a:moveTo>
                      <a:pt x="0" y="0"/>
                    </a:moveTo>
                    <a:lnTo>
                      <a:pt x="70" y="0"/>
                    </a:lnTo>
                    <a:lnTo>
                      <a:pt x="7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28" name="Freeform 409"/>
              <p:cNvSpPr>
                <a:spLocks/>
              </p:cNvSpPr>
              <p:nvPr/>
            </p:nvSpPr>
            <p:spPr bwMode="auto">
              <a:xfrm>
                <a:off x="2434" y="2687"/>
                <a:ext cx="17" cy="1"/>
              </a:xfrm>
              <a:custGeom>
                <a:avLst/>
                <a:gdLst>
                  <a:gd name="T0" fmla="*/ 0 w 49"/>
                  <a:gd name="T1" fmla="*/ 0 h 1"/>
                  <a:gd name="T2" fmla="*/ 6 w 49"/>
                  <a:gd name="T3" fmla="*/ 0 h 1"/>
                  <a:gd name="T4" fmla="*/ 6 w 4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9"/>
                  <a:gd name="T10" fmla="*/ 0 h 1"/>
                  <a:gd name="T11" fmla="*/ 49 w 4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9" h="1">
                    <a:moveTo>
                      <a:pt x="0" y="0"/>
                    </a:moveTo>
                    <a:lnTo>
                      <a:pt x="47" y="0"/>
                    </a:lnTo>
                    <a:lnTo>
                      <a:pt x="4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29" name="Freeform 410"/>
              <p:cNvSpPr>
                <a:spLocks/>
              </p:cNvSpPr>
              <p:nvPr/>
            </p:nvSpPr>
            <p:spPr bwMode="auto">
              <a:xfrm>
                <a:off x="579" y="2687"/>
                <a:ext cx="117" cy="1"/>
              </a:xfrm>
              <a:custGeom>
                <a:avLst/>
                <a:gdLst>
                  <a:gd name="T0" fmla="*/ 39 w 349"/>
                  <a:gd name="T1" fmla="*/ 0 h 1"/>
                  <a:gd name="T2" fmla="*/ 0 w 349"/>
                  <a:gd name="T3" fmla="*/ 0 h 1"/>
                  <a:gd name="T4" fmla="*/ 0 w 34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49"/>
                  <a:gd name="T10" fmla="*/ 0 h 1"/>
                  <a:gd name="T11" fmla="*/ 349 w 34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9" h="1">
                    <a:moveTo>
                      <a:pt x="349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30" name="Freeform 411"/>
              <p:cNvSpPr>
                <a:spLocks/>
              </p:cNvSpPr>
              <p:nvPr/>
            </p:nvSpPr>
            <p:spPr bwMode="auto">
              <a:xfrm>
                <a:off x="1417" y="2687"/>
                <a:ext cx="110" cy="39"/>
              </a:xfrm>
              <a:custGeom>
                <a:avLst/>
                <a:gdLst>
                  <a:gd name="T0" fmla="*/ 0 w 330"/>
                  <a:gd name="T1" fmla="*/ 0 h 119"/>
                  <a:gd name="T2" fmla="*/ 37 w 330"/>
                  <a:gd name="T3" fmla="*/ 13 h 119"/>
                  <a:gd name="T4" fmla="*/ 37 w 330"/>
                  <a:gd name="T5" fmla="*/ 13 h 119"/>
                  <a:gd name="T6" fmla="*/ 0 60000 65536"/>
                  <a:gd name="T7" fmla="*/ 0 60000 65536"/>
                  <a:gd name="T8" fmla="*/ 0 60000 65536"/>
                  <a:gd name="T9" fmla="*/ 0 w 330"/>
                  <a:gd name="T10" fmla="*/ 0 h 119"/>
                  <a:gd name="T11" fmla="*/ 330 w 330"/>
                  <a:gd name="T12" fmla="*/ 119 h 1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0" h="119">
                    <a:moveTo>
                      <a:pt x="0" y="0"/>
                    </a:moveTo>
                    <a:lnTo>
                      <a:pt x="329" y="119"/>
                    </a:lnTo>
                    <a:lnTo>
                      <a:pt x="330" y="11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31" name="Freeform 412"/>
              <p:cNvSpPr>
                <a:spLocks/>
              </p:cNvSpPr>
              <p:nvPr/>
            </p:nvSpPr>
            <p:spPr bwMode="auto">
              <a:xfrm>
                <a:off x="1300" y="2687"/>
                <a:ext cx="117" cy="1"/>
              </a:xfrm>
              <a:custGeom>
                <a:avLst/>
                <a:gdLst>
                  <a:gd name="T0" fmla="*/ 39 w 350"/>
                  <a:gd name="T1" fmla="*/ 0 h 1"/>
                  <a:gd name="T2" fmla="*/ 0 w 350"/>
                  <a:gd name="T3" fmla="*/ 0 h 1"/>
                  <a:gd name="T4" fmla="*/ 0 w 35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50"/>
                  <a:gd name="T10" fmla="*/ 0 h 1"/>
                  <a:gd name="T11" fmla="*/ 350 w 35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50" h="1">
                    <a:moveTo>
                      <a:pt x="350" y="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32" name="Freeform 413"/>
              <p:cNvSpPr>
                <a:spLocks/>
              </p:cNvSpPr>
              <p:nvPr/>
            </p:nvSpPr>
            <p:spPr bwMode="auto">
              <a:xfrm>
                <a:off x="2752" y="3173"/>
                <a:ext cx="110" cy="40"/>
              </a:xfrm>
              <a:custGeom>
                <a:avLst/>
                <a:gdLst>
                  <a:gd name="T0" fmla="*/ 0 w 330"/>
                  <a:gd name="T1" fmla="*/ 0 h 119"/>
                  <a:gd name="T2" fmla="*/ 37 w 330"/>
                  <a:gd name="T3" fmla="*/ 13 h 119"/>
                  <a:gd name="T4" fmla="*/ 37 w 330"/>
                  <a:gd name="T5" fmla="*/ 13 h 119"/>
                  <a:gd name="T6" fmla="*/ 0 60000 65536"/>
                  <a:gd name="T7" fmla="*/ 0 60000 65536"/>
                  <a:gd name="T8" fmla="*/ 0 60000 65536"/>
                  <a:gd name="T9" fmla="*/ 0 w 330"/>
                  <a:gd name="T10" fmla="*/ 0 h 119"/>
                  <a:gd name="T11" fmla="*/ 330 w 330"/>
                  <a:gd name="T12" fmla="*/ 119 h 1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0" h="119">
                    <a:moveTo>
                      <a:pt x="0" y="0"/>
                    </a:moveTo>
                    <a:lnTo>
                      <a:pt x="329" y="119"/>
                    </a:lnTo>
                    <a:lnTo>
                      <a:pt x="330" y="11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33" name="Rectangle 414"/>
              <p:cNvSpPr>
                <a:spLocks noChangeArrowheads="1"/>
              </p:cNvSpPr>
              <p:nvPr/>
            </p:nvSpPr>
            <p:spPr bwMode="auto">
              <a:xfrm>
                <a:off x="2901" y="3109"/>
                <a:ext cx="98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i="1">
                    <a:latin typeface="黑体" pitchFamily="2" charset="-122"/>
                    <a:ea typeface="黑体" pitchFamily="2" charset="-122"/>
                  </a:rPr>
                  <a:t>A</a:t>
                </a:r>
                <a:endParaRPr lang="en-US" altLang="zh-CN" sz="2400" b="1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3534" name="Rectangle 415"/>
              <p:cNvSpPr>
                <a:spLocks noChangeArrowheads="1"/>
              </p:cNvSpPr>
              <p:nvPr/>
            </p:nvSpPr>
            <p:spPr bwMode="auto">
              <a:xfrm>
                <a:off x="404" y="2514"/>
                <a:ext cx="98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i="1">
                    <a:latin typeface="黑体" pitchFamily="2" charset="-122"/>
                    <a:ea typeface="黑体" pitchFamily="2" charset="-122"/>
                  </a:rPr>
                  <a:t>A</a:t>
                </a:r>
                <a:endParaRPr lang="en-US" altLang="zh-CN" sz="2400" b="1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3535" name="Freeform 416"/>
              <p:cNvSpPr>
                <a:spLocks/>
              </p:cNvSpPr>
              <p:nvPr/>
            </p:nvSpPr>
            <p:spPr bwMode="auto">
              <a:xfrm>
                <a:off x="578" y="2492"/>
                <a:ext cx="1" cy="195"/>
              </a:xfrm>
              <a:custGeom>
                <a:avLst/>
                <a:gdLst>
                  <a:gd name="T0" fmla="*/ 0 w 1"/>
                  <a:gd name="T1" fmla="*/ 65 h 583"/>
                  <a:gd name="T2" fmla="*/ 0 w 1"/>
                  <a:gd name="T3" fmla="*/ 0 h 583"/>
                  <a:gd name="T4" fmla="*/ 1 w 1"/>
                  <a:gd name="T5" fmla="*/ 0 h 58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83"/>
                  <a:gd name="T11" fmla="*/ 1 w 1"/>
                  <a:gd name="T12" fmla="*/ 583 h 58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83">
                    <a:moveTo>
                      <a:pt x="0" y="58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36" name="Freeform 417"/>
              <p:cNvSpPr>
                <a:spLocks/>
              </p:cNvSpPr>
              <p:nvPr/>
            </p:nvSpPr>
            <p:spPr bwMode="auto">
              <a:xfrm>
                <a:off x="1526" y="2726"/>
                <a:ext cx="139" cy="55"/>
              </a:xfrm>
              <a:custGeom>
                <a:avLst/>
                <a:gdLst>
                  <a:gd name="T0" fmla="*/ 139 w 139"/>
                  <a:gd name="T1" fmla="*/ 55 h 55"/>
                  <a:gd name="T2" fmla="*/ 0 w 139"/>
                  <a:gd name="T3" fmla="*/ 0 h 55"/>
                  <a:gd name="T4" fmla="*/ 0 w 139"/>
                  <a:gd name="T5" fmla="*/ 0 h 55"/>
                  <a:gd name="T6" fmla="*/ 0 60000 65536"/>
                  <a:gd name="T7" fmla="*/ 0 60000 65536"/>
                  <a:gd name="T8" fmla="*/ 0 60000 65536"/>
                  <a:gd name="T9" fmla="*/ 0 w 139"/>
                  <a:gd name="T10" fmla="*/ 0 h 55"/>
                  <a:gd name="T11" fmla="*/ 139 w 139"/>
                  <a:gd name="T12" fmla="*/ 55 h 5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9" h="55">
                    <a:moveTo>
                      <a:pt x="139" y="55"/>
                    </a:moveTo>
                    <a:lnTo>
                      <a:pt x="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37" name="Freeform 418"/>
              <p:cNvSpPr>
                <a:spLocks/>
              </p:cNvSpPr>
              <p:nvPr/>
            </p:nvSpPr>
            <p:spPr bwMode="auto">
              <a:xfrm>
                <a:off x="1683" y="2783"/>
                <a:ext cx="14" cy="5"/>
              </a:xfrm>
              <a:custGeom>
                <a:avLst/>
                <a:gdLst>
                  <a:gd name="T0" fmla="*/ 0 w 43"/>
                  <a:gd name="T1" fmla="*/ 0 h 15"/>
                  <a:gd name="T2" fmla="*/ 5 w 43"/>
                  <a:gd name="T3" fmla="*/ 2 h 15"/>
                  <a:gd name="T4" fmla="*/ 5 w 43"/>
                  <a:gd name="T5" fmla="*/ 2 h 15"/>
                  <a:gd name="T6" fmla="*/ 0 60000 65536"/>
                  <a:gd name="T7" fmla="*/ 0 60000 65536"/>
                  <a:gd name="T8" fmla="*/ 0 60000 65536"/>
                  <a:gd name="T9" fmla="*/ 0 w 43"/>
                  <a:gd name="T10" fmla="*/ 0 h 15"/>
                  <a:gd name="T11" fmla="*/ 43 w 43"/>
                  <a:gd name="T12" fmla="*/ 15 h 1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" h="15">
                    <a:moveTo>
                      <a:pt x="0" y="0"/>
                    </a:moveTo>
                    <a:lnTo>
                      <a:pt x="42" y="15"/>
                    </a:lnTo>
                    <a:lnTo>
                      <a:pt x="43" y="1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38" name="Freeform 419"/>
              <p:cNvSpPr>
                <a:spLocks/>
              </p:cNvSpPr>
              <p:nvPr/>
            </p:nvSpPr>
            <p:spPr bwMode="auto">
              <a:xfrm>
                <a:off x="1724" y="2799"/>
                <a:ext cx="375" cy="136"/>
              </a:xfrm>
              <a:custGeom>
                <a:avLst/>
                <a:gdLst>
                  <a:gd name="T0" fmla="*/ 0 w 1125"/>
                  <a:gd name="T1" fmla="*/ 0 h 409"/>
                  <a:gd name="T2" fmla="*/ 125 w 1125"/>
                  <a:gd name="T3" fmla="*/ 45 h 409"/>
                  <a:gd name="T4" fmla="*/ 125 w 1125"/>
                  <a:gd name="T5" fmla="*/ 45 h 409"/>
                  <a:gd name="T6" fmla="*/ 0 60000 65536"/>
                  <a:gd name="T7" fmla="*/ 0 60000 65536"/>
                  <a:gd name="T8" fmla="*/ 0 60000 65536"/>
                  <a:gd name="T9" fmla="*/ 0 w 1125"/>
                  <a:gd name="T10" fmla="*/ 0 h 409"/>
                  <a:gd name="T11" fmla="*/ 1125 w 1125"/>
                  <a:gd name="T12" fmla="*/ 409 h 40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25" h="409">
                    <a:moveTo>
                      <a:pt x="0" y="0"/>
                    </a:moveTo>
                    <a:lnTo>
                      <a:pt x="1124" y="409"/>
                    </a:lnTo>
                    <a:lnTo>
                      <a:pt x="1125" y="40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539" name="Freeform 420"/>
              <p:cNvSpPr>
                <a:spLocks/>
              </p:cNvSpPr>
              <p:nvPr/>
            </p:nvSpPr>
            <p:spPr bwMode="auto">
              <a:xfrm>
                <a:off x="2861" y="3030"/>
                <a:ext cx="67" cy="183"/>
              </a:xfrm>
              <a:custGeom>
                <a:avLst/>
                <a:gdLst>
                  <a:gd name="T0" fmla="*/ 0 w 200"/>
                  <a:gd name="T1" fmla="*/ 61 h 548"/>
                  <a:gd name="T2" fmla="*/ 22 w 200"/>
                  <a:gd name="T3" fmla="*/ 0 h 548"/>
                  <a:gd name="T4" fmla="*/ 22 w 200"/>
                  <a:gd name="T5" fmla="*/ 0 h 548"/>
                  <a:gd name="T6" fmla="*/ 0 60000 65536"/>
                  <a:gd name="T7" fmla="*/ 0 60000 65536"/>
                  <a:gd name="T8" fmla="*/ 0 60000 65536"/>
                  <a:gd name="T9" fmla="*/ 0 w 200"/>
                  <a:gd name="T10" fmla="*/ 0 h 548"/>
                  <a:gd name="T11" fmla="*/ 200 w 200"/>
                  <a:gd name="T12" fmla="*/ 548 h 5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0" h="548">
                    <a:moveTo>
                      <a:pt x="0" y="548"/>
                    </a:moveTo>
                    <a:lnTo>
                      <a:pt x="199" y="0"/>
                    </a:lnTo>
                    <a:lnTo>
                      <a:pt x="20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13318" name="Text Box 421"/>
          <p:cNvSpPr txBox="1">
            <a:spLocks noChangeArrowheads="1"/>
          </p:cNvSpPr>
          <p:nvPr/>
        </p:nvSpPr>
        <p:spPr bwMode="auto">
          <a:xfrm>
            <a:off x="295275" y="379413"/>
            <a:ext cx="7716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⑤ </a:t>
            </a:r>
            <a:r>
              <a:rPr lang="zh-CN" altLang="en-US" sz="2400" b="1">
                <a:solidFill>
                  <a:srgbClr val="333399"/>
                </a:solidFill>
                <a:latin typeface="黑体" pitchFamily="2" charset="-122"/>
                <a:ea typeface="黑体" pitchFamily="2" charset="-122"/>
              </a:rPr>
              <a:t>当剖切后产生不完整要素时，该部分按不剖绘制。</a:t>
            </a:r>
          </a:p>
        </p:txBody>
      </p:sp>
      <p:grpSp>
        <p:nvGrpSpPr>
          <p:cNvPr id="5" name="Group 422"/>
          <p:cNvGrpSpPr>
            <a:grpSpLocks/>
          </p:cNvGrpSpPr>
          <p:nvPr/>
        </p:nvGrpSpPr>
        <p:grpSpPr bwMode="auto">
          <a:xfrm>
            <a:off x="4679950" y="1200150"/>
            <a:ext cx="4119563" cy="4100513"/>
            <a:chOff x="2948" y="756"/>
            <a:chExt cx="2595" cy="2583"/>
          </a:xfrm>
        </p:grpSpPr>
        <p:sp>
          <p:nvSpPr>
            <p:cNvPr id="13322" name="Line 423"/>
            <p:cNvSpPr>
              <a:spLocks noChangeShapeType="1"/>
            </p:cNvSpPr>
            <p:nvPr/>
          </p:nvSpPr>
          <p:spPr bwMode="auto">
            <a:xfrm flipV="1">
              <a:off x="4162" y="1508"/>
              <a:ext cx="145" cy="14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3323" name="Group 424"/>
            <p:cNvGrpSpPr>
              <a:grpSpLocks/>
            </p:cNvGrpSpPr>
            <p:nvPr/>
          </p:nvGrpSpPr>
          <p:grpSpPr bwMode="auto">
            <a:xfrm>
              <a:off x="3188" y="756"/>
              <a:ext cx="2120" cy="1290"/>
              <a:chOff x="3123" y="756"/>
              <a:chExt cx="2120" cy="1290"/>
            </a:xfrm>
          </p:grpSpPr>
          <p:sp>
            <p:nvSpPr>
              <p:cNvPr id="13390" name="Arc 425"/>
              <p:cNvSpPr>
                <a:spLocks/>
              </p:cNvSpPr>
              <p:nvPr/>
            </p:nvSpPr>
            <p:spPr bwMode="auto">
              <a:xfrm flipH="1">
                <a:off x="3206" y="1430"/>
                <a:ext cx="183" cy="364"/>
              </a:xfrm>
              <a:custGeom>
                <a:avLst/>
                <a:gdLst>
                  <a:gd name="T0" fmla="*/ 0 w 21712"/>
                  <a:gd name="T1" fmla="*/ 0 h 43200"/>
                  <a:gd name="T2" fmla="*/ 0 w 21712"/>
                  <a:gd name="T3" fmla="*/ 0 h 43200"/>
                  <a:gd name="T4" fmla="*/ 0 w 21712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712"/>
                  <a:gd name="T10" fmla="*/ 0 h 43200"/>
                  <a:gd name="T11" fmla="*/ 21712 w 21712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12" h="43200" fill="none" extrusionOk="0">
                    <a:moveTo>
                      <a:pt x="111" y="0"/>
                    </a:moveTo>
                    <a:cubicBezTo>
                      <a:pt x="12041" y="0"/>
                      <a:pt x="21712" y="9670"/>
                      <a:pt x="21712" y="21600"/>
                    </a:cubicBezTo>
                    <a:cubicBezTo>
                      <a:pt x="21712" y="33529"/>
                      <a:pt x="12041" y="43200"/>
                      <a:pt x="112" y="43200"/>
                    </a:cubicBezTo>
                    <a:cubicBezTo>
                      <a:pt x="74" y="43200"/>
                      <a:pt x="37" y="43199"/>
                      <a:pt x="0" y="43199"/>
                    </a:cubicBezTo>
                  </a:path>
                  <a:path w="21712" h="43200" stroke="0" extrusionOk="0">
                    <a:moveTo>
                      <a:pt x="111" y="0"/>
                    </a:moveTo>
                    <a:cubicBezTo>
                      <a:pt x="12041" y="0"/>
                      <a:pt x="21712" y="9670"/>
                      <a:pt x="21712" y="21600"/>
                    </a:cubicBezTo>
                    <a:cubicBezTo>
                      <a:pt x="21712" y="33529"/>
                      <a:pt x="12041" y="43200"/>
                      <a:pt x="112" y="43200"/>
                    </a:cubicBezTo>
                    <a:cubicBezTo>
                      <a:pt x="74" y="43200"/>
                      <a:pt x="37" y="43199"/>
                      <a:pt x="0" y="43199"/>
                    </a:cubicBezTo>
                    <a:lnTo>
                      <a:pt x="112" y="21600"/>
                    </a:lnTo>
                    <a:lnTo>
                      <a:pt x="111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91" name="Oval 426"/>
              <p:cNvSpPr>
                <a:spLocks noChangeArrowheads="1"/>
              </p:cNvSpPr>
              <p:nvPr/>
            </p:nvSpPr>
            <p:spPr bwMode="auto">
              <a:xfrm>
                <a:off x="3298" y="1528"/>
                <a:ext cx="174" cy="174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13392" name="Freeform 427"/>
              <p:cNvSpPr>
                <a:spLocks/>
              </p:cNvSpPr>
              <p:nvPr/>
            </p:nvSpPr>
            <p:spPr bwMode="auto">
              <a:xfrm>
                <a:off x="3516" y="1004"/>
                <a:ext cx="756" cy="1"/>
              </a:xfrm>
              <a:custGeom>
                <a:avLst/>
                <a:gdLst>
                  <a:gd name="T0" fmla="*/ 0 w 2270"/>
                  <a:gd name="T1" fmla="*/ 0 h 1"/>
                  <a:gd name="T2" fmla="*/ 252 w 2270"/>
                  <a:gd name="T3" fmla="*/ 0 h 1"/>
                  <a:gd name="T4" fmla="*/ 252 w 227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270"/>
                  <a:gd name="T10" fmla="*/ 0 h 1"/>
                  <a:gd name="T11" fmla="*/ 2270 w 227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70" h="1">
                    <a:moveTo>
                      <a:pt x="0" y="0"/>
                    </a:moveTo>
                    <a:lnTo>
                      <a:pt x="2269" y="0"/>
                    </a:lnTo>
                    <a:lnTo>
                      <a:pt x="227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3" name="Freeform 428"/>
              <p:cNvSpPr>
                <a:spLocks/>
              </p:cNvSpPr>
              <p:nvPr/>
            </p:nvSpPr>
            <p:spPr bwMode="auto">
              <a:xfrm>
                <a:off x="3506" y="1971"/>
                <a:ext cx="772" cy="4"/>
              </a:xfrm>
              <a:custGeom>
                <a:avLst/>
                <a:gdLst>
                  <a:gd name="T0" fmla="*/ 0 w 772"/>
                  <a:gd name="T1" fmla="*/ 0 h 4"/>
                  <a:gd name="T2" fmla="*/ 772 w 772"/>
                  <a:gd name="T3" fmla="*/ 4 h 4"/>
                  <a:gd name="T4" fmla="*/ 772 w 772"/>
                  <a:gd name="T5" fmla="*/ 4 h 4"/>
                  <a:gd name="T6" fmla="*/ 0 60000 65536"/>
                  <a:gd name="T7" fmla="*/ 0 60000 65536"/>
                  <a:gd name="T8" fmla="*/ 0 60000 65536"/>
                  <a:gd name="T9" fmla="*/ 0 w 772"/>
                  <a:gd name="T10" fmla="*/ 0 h 4"/>
                  <a:gd name="T11" fmla="*/ 772 w 772"/>
                  <a:gd name="T12" fmla="*/ 4 h 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72" h="4">
                    <a:moveTo>
                      <a:pt x="0" y="0"/>
                    </a:moveTo>
                    <a:lnTo>
                      <a:pt x="772" y="4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4" name="Freeform 429"/>
              <p:cNvSpPr>
                <a:spLocks/>
              </p:cNvSpPr>
              <p:nvPr/>
            </p:nvSpPr>
            <p:spPr bwMode="auto">
              <a:xfrm>
                <a:off x="3671" y="1004"/>
                <a:ext cx="1" cy="971"/>
              </a:xfrm>
              <a:custGeom>
                <a:avLst/>
                <a:gdLst>
                  <a:gd name="T0" fmla="*/ 0 w 1"/>
                  <a:gd name="T1" fmla="*/ 323 h 2915"/>
                  <a:gd name="T2" fmla="*/ 0 w 1"/>
                  <a:gd name="T3" fmla="*/ 0 h 2915"/>
                  <a:gd name="T4" fmla="*/ 1 w 1"/>
                  <a:gd name="T5" fmla="*/ 0 h 291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2915"/>
                  <a:gd name="T11" fmla="*/ 1 w 1"/>
                  <a:gd name="T12" fmla="*/ 2915 h 291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2915">
                    <a:moveTo>
                      <a:pt x="0" y="2915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5" name="Freeform 430"/>
              <p:cNvSpPr>
                <a:spLocks/>
              </p:cNvSpPr>
              <p:nvPr/>
            </p:nvSpPr>
            <p:spPr bwMode="auto">
              <a:xfrm>
                <a:off x="3894" y="1252"/>
                <a:ext cx="1" cy="467"/>
              </a:xfrm>
              <a:custGeom>
                <a:avLst/>
                <a:gdLst>
                  <a:gd name="T0" fmla="*/ 0 w 2"/>
                  <a:gd name="T1" fmla="*/ 0 h 1403"/>
                  <a:gd name="T2" fmla="*/ 0 w 2"/>
                  <a:gd name="T3" fmla="*/ 155 h 1403"/>
                  <a:gd name="T4" fmla="*/ 1 w 2"/>
                  <a:gd name="T5" fmla="*/ 155 h 1403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403"/>
                  <a:gd name="T11" fmla="*/ 2 w 2"/>
                  <a:gd name="T12" fmla="*/ 1403 h 140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403">
                    <a:moveTo>
                      <a:pt x="0" y="0"/>
                    </a:moveTo>
                    <a:lnTo>
                      <a:pt x="0" y="1403"/>
                    </a:lnTo>
                    <a:lnTo>
                      <a:pt x="2" y="140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6" name="Freeform 431"/>
              <p:cNvSpPr>
                <a:spLocks/>
              </p:cNvSpPr>
              <p:nvPr/>
            </p:nvSpPr>
            <p:spPr bwMode="auto">
              <a:xfrm>
                <a:off x="3389" y="1363"/>
                <a:ext cx="1" cy="525"/>
              </a:xfrm>
              <a:custGeom>
                <a:avLst/>
                <a:gdLst>
                  <a:gd name="T0" fmla="*/ 0 w 1"/>
                  <a:gd name="T1" fmla="*/ 0 h 1573"/>
                  <a:gd name="T2" fmla="*/ 0 w 1"/>
                  <a:gd name="T3" fmla="*/ 175 h 1573"/>
                  <a:gd name="T4" fmla="*/ 1 w 1"/>
                  <a:gd name="T5" fmla="*/ 175 h 157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573"/>
                  <a:gd name="T11" fmla="*/ 1 w 1"/>
                  <a:gd name="T12" fmla="*/ 1573 h 157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573">
                    <a:moveTo>
                      <a:pt x="0" y="0"/>
                    </a:moveTo>
                    <a:lnTo>
                      <a:pt x="0" y="1573"/>
                    </a:lnTo>
                    <a:lnTo>
                      <a:pt x="1" y="157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7" name="Freeform 432"/>
              <p:cNvSpPr>
                <a:spLocks/>
              </p:cNvSpPr>
              <p:nvPr/>
            </p:nvSpPr>
            <p:spPr bwMode="auto">
              <a:xfrm>
                <a:off x="4117" y="1004"/>
                <a:ext cx="1" cy="971"/>
              </a:xfrm>
              <a:custGeom>
                <a:avLst/>
                <a:gdLst>
                  <a:gd name="T0" fmla="*/ 0 w 2"/>
                  <a:gd name="T1" fmla="*/ 323 h 2915"/>
                  <a:gd name="T2" fmla="*/ 0 w 2"/>
                  <a:gd name="T3" fmla="*/ 0 h 2915"/>
                  <a:gd name="T4" fmla="*/ 1 w 2"/>
                  <a:gd name="T5" fmla="*/ 0 h 2915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2915"/>
                  <a:gd name="T11" fmla="*/ 2 w 2"/>
                  <a:gd name="T12" fmla="*/ 2915 h 291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2915">
                    <a:moveTo>
                      <a:pt x="0" y="2915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8" name="Freeform 433"/>
              <p:cNvSpPr>
                <a:spLocks/>
              </p:cNvSpPr>
              <p:nvPr/>
            </p:nvSpPr>
            <p:spPr bwMode="auto">
              <a:xfrm>
                <a:off x="3123" y="1614"/>
                <a:ext cx="464" cy="1"/>
              </a:xfrm>
              <a:custGeom>
                <a:avLst/>
                <a:gdLst>
                  <a:gd name="T0" fmla="*/ 0 w 1393"/>
                  <a:gd name="T1" fmla="*/ 0 h 1"/>
                  <a:gd name="T2" fmla="*/ 154 w 1393"/>
                  <a:gd name="T3" fmla="*/ 0 h 1"/>
                  <a:gd name="T4" fmla="*/ 155 w 139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393"/>
                  <a:gd name="T10" fmla="*/ 0 h 1"/>
                  <a:gd name="T11" fmla="*/ 1393 w 139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93" h="1">
                    <a:moveTo>
                      <a:pt x="0" y="0"/>
                    </a:moveTo>
                    <a:lnTo>
                      <a:pt x="1391" y="0"/>
                    </a:lnTo>
                    <a:lnTo>
                      <a:pt x="139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99" name="Freeform 434"/>
              <p:cNvSpPr>
                <a:spLocks/>
              </p:cNvSpPr>
              <p:nvPr/>
            </p:nvSpPr>
            <p:spPr bwMode="auto">
              <a:xfrm>
                <a:off x="3515" y="1788"/>
                <a:ext cx="1" cy="187"/>
              </a:xfrm>
              <a:custGeom>
                <a:avLst/>
                <a:gdLst>
                  <a:gd name="T0" fmla="*/ 1 w 1"/>
                  <a:gd name="T1" fmla="*/ 187 h 187"/>
                  <a:gd name="T2" fmla="*/ 0 w 1"/>
                  <a:gd name="T3" fmla="*/ 0 h 187"/>
                  <a:gd name="T4" fmla="*/ 0 60000 65536"/>
                  <a:gd name="T5" fmla="*/ 0 60000 65536"/>
                  <a:gd name="T6" fmla="*/ 0 w 1"/>
                  <a:gd name="T7" fmla="*/ 0 h 187"/>
                  <a:gd name="T8" fmla="*/ 1 w 1"/>
                  <a:gd name="T9" fmla="*/ 187 h 18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87">
                    <a:moveTo>
                      <a:pt x="1" y="187"/>
                    </a:move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0" name="Freeform 435"/>
              <p:cNvSpPr>
                <a:spLocks/>
              </p:cNvSpPr>
              <p:nvPr/>
            </p:nvSpPr>
            <p:spPr bwMode="auto">
              <a:xfrm>
                <a:off x="3389" y="1791"/>
                <a:ext cx="123" cy="4"/>
              </a:xfrm>
              <a:custGeom>
                <a:avLst/>
                <a:gdLst>
                  <a:gd name="T0" fmla="*/ 0 w 123"/>
                  <a:gd name="T1" fmla="*/ 4 h 4"/>
                  <a:gd name="T2" fmla="*/ 123 w 123"/>
                  <a:gd name="T3" fmla="*/ 0 h 4"/>
                  <a:gd name="T4" fmla="*/ 0 60000 65536"/>
                  <a:gd name="T5" fmla="*/ 0 60000 65536"/>
                  <a:gd name="T6" fmla="*/ 0 w 123"/>
                  <a:gd name="T7" fmla="*/ 0 h 4"/>
                  <a:gd name="T8" fmla="*/ 123 w 123"/>
                  <a:gd name="T9" fmla="*/ 4 h 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3" h="4">
                    <a:moveTo>
                      <a:pt x="0" y="4"/>
                    </a:moveTo>
                    <a:lnTo>
                      <a:pt x="123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1" name="Freeform 436"/>
              <p:cNvSpPr>
                <a:spLocks/>
              </p:cNvSpPr>
              <p:nvPr/>
            </p:nvSpPr>
            <p:spPr bwMode="auto">
              <a:xfrm>
                <a:off x="3894" y="1822"/>
                <a:ext cx="1" cy="224"/>
              </a:xfrm>
              <a:custGeom>
                <a:avLst/>
                <a:gdLst>
                  <a:gd name="T0" fmla="*/ 0 w 2"/>
                  <a:gd name="T1" fmla="*/ 0 h 672"/>
                  <a:gd name="T2" fmla="*/ 0 w 2"/>
                  <a:gd name="T3" fmla="*/ 75 h 672"/>
                  <a:gd name="T4" fmla="*/ 1 w 2"/>
                  <a:gd name="T5" fmla="*/ 75 h 672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672"/>
                  <a:gd name="T11" fmla="*/ 2 w 2"/>
                  <a:gd name="T12" fmla="*/ 672 h 67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672">
                    <a:moveTo>
                      <a:pt x="0" y="0"/>
                    </a:moveTo>
                    <a:lnTo>
                      <a:pt x="0" y="672"/>
                    </a:lnTo>
                    <a:lnTo>
                      <a:pt x="2" y="672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2" name="Freeform 437"/>
              <p:cNvSpPr>
                <a:spLocks/>
              </p:cNvSpPr>
              <p:nvPr/>
            </p:nvSpPr>
            <p:spPr bwMode="auto">
              <a:xfrm>
                <a:off x="3894" y="1744"/>
                <a:ext cx="1" cy="23"/>
              </a:xfrm>
              <a:custGeom>
                <a:avLst/>
                <a:gdLst>
                  <a:gd name="T0" fmla="*/ 0 w 2"/>
                  <a:gd name="T1" fmla="*/ 0 h 70"/>
                  <a:gd name="T2" fmla="*/ 0 w 2"/>
                  <a:gd name="T3" fmla="*/ 8 h 70"/>
                  <a:gd name="T4" fmla="*/ 1 w 2"/>
                  <a:gd name="T5" fmla="*/ 8 h 70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70"/>
                  <a:gd name="T11" fmla="*/ 2 w 2"/>
                  <a:gd name="T12" fmla="*/ 70 h 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70">
                    <a:moveTo>
                      <a:pt x="0" y="0"/>
                    </a:moveTo>
                    <a:lnTo>
                      <a:pt x="0" y="70"/>
                    </a:lnTo>
                    <a:lnTo>
                      <a:pt x="2" y="7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3" name="Freeform 438"/>
              <p:cNvSpPr>
                <a:spLocks/>
              </p:cNvSpPr>
              <p:nvPr/>
            </p:nvSpPr>
            <p:spPr bwMode="auto">
              <a:xfrm>
                <a:off x="3515" y="1004"/>
                <a:ext cx="2" cy="430"/>
              </a:xfrm>
              <a:custGeom>
                <a:avLst/>
                <a:gdLst>
                  <a:gd name="T0" fmla="*/ 0 w 2"/>
                  <a:gd name="T1" fmla="*/ 430 h 430"/>
                  <a:gd name="T2" fmla="*/ 1 w 2"/>
                  <a:gd name="T3" fmla="*/ 0 h 430"/>
                  <a:gd name="T4" fmla="*/ 2 w 2"/>
                  <a:gd name="T5" fmla="*/ 0 h 430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430"/>
                  <a:gd name="T11" fmla="*/ 2 w 2"/>
                  <a:gd name="T12" fmla="*/ 430 h 43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430">
                    <a:moveTo>
                      <a:pt x="0" y="430"/>
                    </a:moveTo>
                    <a:lnTo>
                      <a:pt x="1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4" name="Freeform 439"/>
              <p:cNvSpPr>
                <a:spLocks/>
              </p:cNvSpPr>
              <p:nvPr/>
            </p:nvSpPr>
            <p:spPr bwMode="auto">
              <a:xfrm>
                <a:off x="3389" y="1431"/>
                <a:ext cx="123" cy="3"/>
              </a:xfrm>
              <a:custGeom>
                <a:avLst/>
                <a:gdLst>
                  <a:gd name="T0" fmla="*/ 0 w 123"/>
                  <a:gd name="T1" fmla="*/ 0 h 3"/>
                  <a:gd name="T2" fmla="*/ 123 w 123"/>
                  <a:gd name="T3" fmla="*/ 3 h 3"/>
                  <a:gd name="T4" fmla="*/ 0 60000 65536"/>
                  <a:gd name="T5" fmla="*/ 0 60000 65536"/>
                  <a:gd name="T6" fmla="*/ 0 w 123"/>
                  <a:gd name="T7" fmla="*/ 0 h 3"/>
                  <a:gd name="T8" fmla="*/ 123 w 123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23" h="3">
                    <a:moveTo>
                      <a:pt x="0" y="0"/>
                    </a:moveTo>
                    <a:lnTo>
                      <a:pt x="123" y="3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5" name="Freeform 440"/>
              <p:cNvSpPr>
                <a:spLocks/>
              </p:cNvSpPr>
              <p:nvPr/>
            </p:nvSpPr>
            <p:spPr bwMode="auto">
              <a:xfrm>
                <a:off x="3894" y="1204"/>
                <a:ext cx="1" cy="15"/>
              </a:xfrm>
              <a:custGeom>
                <a:avLst/>
                <a:gdLst>
                  <a:gd name="T0" fmla="*/ 0 w 2"/>
                  <a:gd name="T1" fmla="*/ 0 h 46"/>
                  <a:gd name="T2" fmla="*/ 0 w 2"/>
                  <a:gd name="T3" fmla="*/ 5 h 46"/>
                  <a:gd name="T4" fmla="*/ 1 w 2"/>
                  <a:gd name="T5" fmla="*/ 5 h 46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46"/>
                  <a:gd name="T11" fmla="*/ 2 w 2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46">
                    <a:moveTo>
                      <a:pt x="0" y="0"/>
                    </a:moveTo>
                    <a:lnTo>
                      <a:pt x="0" y="46"/>
                    </a:lnTo>
                    <a:lnTo>
                      <a:pt x="2" y="4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6" name="Freeform 441"/>
              <p:cNvSpPr>
                <a:spLocks/>
              </p:cNvSpPr>
              <p:nvPr/>
            </p:nvSpPr>
            <p:spPr bwMode="auto">
              <a:xfrm>
                <a:off x="3894" y="953"/>
                <a:ext cx="1" cy="211"/>
              </a:xfrm>
              <a:custGeom>
                <a:avLst/>
                <a:gdLst>
                  <a:gd name="T0" fmla="*/ 0 w 2"/>
                  <a:gd name="T1" fmla="*/ 0 h 631"/>
                  <a:gd name="T2" fmla="*/ 0 w 2"/>
                  <a:gd name="T3" fmla="*/ 71 h 631"/>
                  <a:gd name="T4" fmla="*/ 1 w 2"/>
                  <a:gd name="T5" fmla="*/ 71 h 631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631"/>
                  <a:gd name="T11" fmla="*/ 2 w 2"/>
                  <a:gd name="T12" fmla="*/ 631 h 63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631">
                    <a:moveTo>
                      <a:pt x="0" y="0"/>
                    </a:moveTo>
                    <a:lnTo>
                      <a:pt x="0" y="631"/>
                    </a:lnTo>
                    <a:lnTo>
                      <a:pt x="2" y="63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7" name="Freeform 442"/>
              <p:cNvSpPr>
                <a:spLocks/>
              </p:cNvSpPr>
              <p:nvPr/>
            </p:nvSpPr>
            <p:spPr bwMode="auto">
              <a:xfrm>
                <a:off x="5212" y="1416"/>
                <a:ext cx="1" cy="138"/>
              </a:xfrm>
              <a:custGeom>
                <a:avLst/>
                <a:gdLst>
                  <a:gd name="T0" fmla="*/ 0 w 1"/>
                  <a:gd name="T1" fmla="*/ 46 h 412"/>
                  <a:gd name="T2" fmla="*/ 0 w 1"/>
                  <a:gd name="T3" fmla="*/ 0 h 412"/>
                  <a:gd name="T4" fmla="*/ 1 w 1"/>
                  <a:gd name="T5" fmla="*/ 0 h 41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12"/>
                  <a:gd name="T11" fmla="*/ 1 w 1"/>
                  <a:gd name="T12" fmla="*/ 412 h 4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12">
                    <a:moveTo>
                      <a:pt x="0" y="41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8" name="Freeform 443"/>
              <p:cNvSpPr>
                <a:spLocks/>
              </p:cNvSpPr>
              <p:nvPr/>
            </p:nvSpPr>
            <p:spPr bwMode="auto">
              <a:xfrm>
                <a:off x="4916" y="1670"/>
                <a:ext cx="327" cy="1"/>
              </a:xfrm>
              <a:custGeom>
                <a:avLst/>
                <a:gdLst>
                  <a:gd name="T0" fmla="*/ 0 w 980"/>
                  <a:gd name="T1" fmla="*/ 0 h 1"/>
                  <a:gd name="T2" fmla="*/ 109 w 980"/>
                  <a:gd name="T3" fmla="*/ 0 h 1"/>
                  <a:gd name="T4" fmla="*/ 109 w 98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80"/>
                  <a:gd name="T10" fmla="*/ 0 h 1"/>
                  <a:gd name="T11" fmla="*/ 980 w 98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80" h="1">
                    <a:moveTo>
                      <a:pt x="0" y="0"/>
                    </a:moveTo>
                    <a:lnTo>
                      <a:pt x="979" y="0"/>
                    </a:lnTo>
                    <a:lnTo>
                      <a:pt x="98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09" name="Freeform 444"/>
              <p:cNvSpPr>
                <a:spLocks/>
              </p:cNvSpPr>
              <p:nvPr/>
            </p:nvSpPr>
            <p:spPr bwMode="auto">
              <a:xfrm>
                <a:off x="4916" y="1902"/>
                <a:ext cx="327" cy="1"/>
              </a:xfrm>
              <a:custGeom>
                <a:avLst/>
                <a:gdLst>
                  <a:gd name="T0" fmla="*/ 0 w 980"/>
                  <a:gd name="T1" fmla="*/ 0 h 1"/>
                  <a:gd name="T2" fmla="*/ 109 w 980"/>
                  <a:gd name="T3" fmla="*/ 0 h 1"/>
                  <a:gd name="T4" fmla="*/ 109 w 98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80"/>
                  <a:gd name="T10" fmla="*/ 0 h 1"/>
                  <a:gd name="T11" fmla="*/ 980 w 98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80" h="1">
                    <a:moveTo>
                      <a:pt x="0" y="0"/>
                    </a:moveTo>
                    <a:lnTo>
                      <a:pt x="979" y="0"/>
                    </a:lnTo>
                    <a:lnTo>
                      <a:pt x="98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0" name="Freeform 445"/>
              <p:cNvSpPr>
                <a:spLocks/>
              </p:cNvSpPr>
              <p:nvPr/>
            </p:nvSpPr>
            <p:spPr bwMode="auto">
              <a:xfrm>
                <a:off x="4272" y="1554"/>
                <a:ext cx="941" cy="1"/>
              </a:xfrm>
              <a:custGeom>
                <a:avLst/>
                <a:gdLst>
                  <a:gd name="T0" fmla="*/ 0 w 2822"/>
                  <a:gd name="T1" fmla="*/ 0 h 1"/>
                  <a:gd name="T2" fmla="*/ 314 w 2822"/>
                  <a:gd name="T3" fmla="*/ 0 h 1"/>
                  <a:gd name="T4" fmla="*/ 314 w 282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822"/>
                  <a:gd name="T10" fmla="*/ 0 h 1"/>
                  <a:gd name="T11" fmla="*/ 2822 w 282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22" h="1">
                    <a:moveTo>
                      <a:pt x="0" y="0"/>
                    </a:moveTo>
                    <a:lnTo>
                      <a:pt x="2821" y="0"/>
                    </a:lnTo>
                    <a:lnTo>
                      <a:pt x="282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1" name="Freeform 446"/>
              <p:cNvSpPr>
                <a:spLocks/>
              </p:cNvSpPr>
              <p:nvPr/>
            </p:nvSpPr>
            <p:spPr bwMode="auto">
              <a:xfrm>
                <a:off x="4274" y="1709"/>
                <a:ext cx="638" cy="1"/>
              </a:xfrm>
              <a:custGeom>
                <a:avLst/>
                <a:gdLst>
                  <a:gd name="T0" fmla="*/ 0 w 638"/>
                  <a:gd name="T1" fmla="*/ 1 h 1"/>
                  <a:gd name="T2" fmla="*/ 638 w 638"/>
                  <a:gd name="T3" fmla="*/ 0 h 1"/>
                  <a:gd name="T4" fmla="*/ 638 w 63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638"/>
                  <a:gd name="T10" fmla="*/ 0 h 1"/>
                  <a:gd name="T11" fmla="*/ 638 w 63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38" h="1">
                    <a:moveTo>
                      <a:pt x="0" y="1"/>
                    </a:moveTo>
                    <a:lnTo>
                      <a:pt x="638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2" name="Freeform 447"/>
              <p:cNvSpPr>
                <a:spLocks/>
              </p:cNvSpPr>
              <p:nvPr/>
            </p:nvSpPr>
            <p:spPr bwMode="auto">
              <a:xfrm>
                <a:off x="4274" y="1863"/>
                <a:ext cx="638" cy="1"/>
              </a:xfrm>
              <a:custGeom>
                <a:avLst/>
                <a:gdLst>
                  <a:gd name="T0" fmla="*/ 0 w 638"/>
                  <a:gd name="T1" fmla="*/ 0 h 1"/>
                  <a:gd name="T2" fmla="*/ 638 w 638"/>
                  <a:gd name="T3" fmla="*/ 1 h 1"/>
                  <a:gd name="T4" fmla="*/ 638 w 638"/>
                  <a:gd name="T5" fmla="*/ 1 h 1"/>
                  <a:gd name="T6" fmla="*/ 0 60000 65536"/>
                  <a:gd name="T7" fmla="*/ 0 60000 65536"/>
                  <a:gd name="T8" fmla="*/ 0 60000 65536"/>
                  <a:gd name="T9" fmla="*/ 0 w 638"/>
                  <a:gd name="T10" fmla="*/ 0 h 1"/>
                  <a:gd name="T11" fmla="*/ 638 w 63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38" h="1">
                    <a:moveTo>
                      <a:pt x="0" y="0"/>
                    </a:moveTo>
                    <a:lnTo>
                      <a:pt x="638" y="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3" name="Freeform 448"/>
              <p:cNvSpPr>
                <a:spLocks/>
              </p:cNvSpPr>
              <p:nvPr/>
            </p:nvSpPr>
            <p:spPr bwMode="auto">
              <a:xfrm>
                <a:off x="4271" y="1863"/>
                <a:ext cx="1" cy="112"/>
              </a:xfrm>
              <a:custGeom>
                <a:avLst/>
                <a:gdLst>
                  <a:gd name="T0" fmla="*/ 1 w 1"/>
                  <a:gd name="T1" fmla="*/ 112 h 112"/>
                  <a:gd name="T2" fmla="*/ 0 w 1"/>
                  <a:gd name="T3" fmla="*/ 0 h 112"/>
                  <a:gd name="T4" fmla="*/ 0 60000 65536"/>
                  <a:gd name="T5" fmla="*/ 0 60000 65536"/>
                  <a:gd name="T6" fmla="*/ 0 w 1"/>
                  <a:gd name="T7" fmla="*/ 0 h 112"/>
                  <a:gd name="T8" fmla="*/ 1 w 1"/>
                  <a:gd name="T9" fmla="*/ 112 h 11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12">
                    <a:moveTo>
                      <a:pt x="1" y="112"/>
                    </a:moveTo>
                    <a:lnTo>
                      <a:pt x="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4" name="Freeform 449"/>
              <p:cNvSpPr>
                <a:spLocks/>
              </p:cNvSpPr>
              <p:nvPr/>
            </p:nvSpPr>
            <p:spPr bwMode="auto">
              <a:xfrm>
                <a:off x="5002" y="1670"/>
                <a:ext cx="1" cy="232"/>
              </a:xfrm>
              <a:custGeom>
                <a:avLst/>
                <a:gdLst>
                  <a:gd name="T0" fmla="*/ 0 w 1"/>
                  <a:gd name="T1" fmla="*/ 77 h 698"/>
                  <a:gd name="T2" fmla="*/ 0 w 1"/>
                  <a:gd name="T3" fmla="*/ 0 h 698"/>
                  <a:gd name="T4" fmla="*/ 1 w 1"/>
                  <a:gd name="T5" fmla="*/ 0 h 6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98"/>
                  <a:gd name="T11" fmla="*/ 1 w 1"/>
                  <a:gd name="T12" fmla="*/ 698 h 6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5" name="Freeform 450"/>
              <p:cNvSpPr>
                <a:spLocks/>
              </p:cNvSpPr>
              <p:nvPr/>
            </p:nvSpPr>
            <p:spPr bwMode="auto">
              <a:xfrm>
                <a:off x="5079" y="1822"/>
                <a:ext cx="1" cy="152"/>
              </a:xfrm>
              <a:custGeom>
                <a:avLst/>
                <a:gdLst>
                  <a:gd name="T0" fmla="*/ 0 w 1"/>
                  <a:gd name="T1" fmla="*/ 51 h 457"/>
                  <a:gd name="T2" fmla="*/ 0 w 1"/>
                  <a:gd name="T3" fmla="*/ 0 h 457"/>
                  <a:gd name="T4" fmla="*/ 1 w 1"/>
                  <a:gd name="T5" fmla="*/ 0 h 45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57"/>
                  <a:gd name="T11" fmla="*/ 1 w 1"/>
                  <a:gd name="T12" fmla="*/ 457 h 4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57">
                    <a:moveTo>
                      <a:pt x="0" y="45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6" name="Freeform 451"/>
              <p:cNvSpPr>
                <a:spLocks/>
              </p:cNvSpPr>
              <p:nvPr/>
            </p:nvSpPr>
            <p:spPr bwMode="auto">
              <a:xfrm>
                <a:off x="5079" y="1612"/>
                <a:ext cx="1" cy="107"/>
              </a:xfrm>
              <a:custGeom>
                <a:avLst/>
                <a:gdLst>
                  <a:gd name="T0" fmla="*/ 0 w 1"/>
                  <a:gd name="T1" fmla="*/ 35 h 323"/>
                  <a:gd name="T2" fmla="*/ 0 w 1"/>
                  <a:gd name="T3" fmla="*/ 0 h 323"/>
                  <a:gd name="T4" fmla="*/ 1 w 1"/>
                  <a:gd name="T5" fmla="*/ 0 h 32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23"/>
                  <a:gd name="T11" fmla="*/ 1 w 1"/>
                  <a:gd name="T12" fmla="*/ 323 h 32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23">
                    <a:moveTo>
                      <a:pt x="0" y="32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7" name="Freeform 452"/>
              <p:cNvSpPr>
                <a:spLocks/>
              </p:cNvSpPr>
              <p:nvPr/>
            </p:nvSpPr>
            <p:spPr bwMode="auto">
              <a:xfrm>
                <a:off x="5079" y="1759"/>
                <a:ext cx="1" cy="23"/>
              </a:xfrm>
              <a:custGeom>
                <a:avLst/>
                <a:gdLst>
                  <a:gd name="T0" fmla="*/ 0 w 1"/>
                  <a:gd name="T1" fmla="*/ 8 h 70"/>
                  <a:gd name="T2" fmla="*/ 0 w 1"/>
                  <a:gd name="T3" fmla="*/ 0 h 70"/>
                  <a:gd name="T4" fmla="*/ 1 w 1"/>
                  <a:gd name="T5" fmla="*/ 0 h 7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0"/>
                  <a:gd name="T11" fmla="*/ 1 w 1"/>
                  <a:gd name="T12" fmla="*/ 70 h 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0">
                    <a:moveTo>
                      <a:pt x="0" y="7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8" name="Freeform 453"/>
              <p:cNvSpPr>
                <a:spLocks/>
              </p:cNvSpPr>
              <p:nvPr/>
            </p:nvSpPr>
            <p:spPr bwMode="auto">
              <a:xfrm>
                <a:off x="5242" y="1670"/>
                <a:ext cx="1" cy="232"/>
              </a:xfrm>
              <a:custGeom>
                <a:avLst/>
                <a:gdLst>
                  <a:gd name="T0" fmla="*/ 0 w 1"/>
                  <a:gd name="T1" fmla="*/ 77 h 698"/>
                  <a:gd name="T2" fmla="*/ 0 w 1"/>
                  <a:gd name="T3" fmla="*/ 0 h 698"/>
                  <a:gd name="T4" fmla="*/ 1 w 1"/>
                  <a:gd name="T5" fmla="*/ 0 h 6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98"/>
                  <a:gd name="T11" fmla="*/ 1 w 1"/>
                  <a:gd name="T12" fmla="*/ 698 h 6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19" name="Freeform 454"/>
              <p:cNvSpPr>
                <a:spLocks/>
              </p:cNvSpPr>
              <p:nvPr/>
            </p:nvSpPr>
            <p:spPr bwMode="auto">
              <a:xfrm>
                <a:off x="5156" y="1670"/>
                <a:ext cx="1" cy="232"/>
              </a:xfrm>
              <a:custGeom>
                <a:avLst/>
                <a:gdLst>
                  <a:gd name="T0" fmla="*/ 0 w 1"/>
                  <a:gd name="T1" fmla="*/ 77 h 698"/>
                  <a:gd name="T2" fmla="*/ 0 w 1"/>
                  <a:gd name="T3" fmla="*/ 0 h 698"/>
                  <a:gd name="T4" fmla="*/ 1 w 1"/>
                  <a:gd name="T5" fmla="*/ 0 h 6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98"/>
                  <a:gd name="T11" fmla="*/ 1 w 1"/>
                  <a:gd name="T12" fmla="*/ 698 h 6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20" name="Freeform 455"/>
              <p:cNvSpPr>
                <a:spLocks/>
              </p:cNvSpPr>
              <p:nvPr/>
            </p:nvSpPr>
            <p:spPr bwMode="auto">
              <a:xfrm>
                <a:off x="4916" y="1076"/>
                <a:ext cx="327" cy="1"/>
              </a:xfrm>
              <a:custGeom>
                <a:avLst/>
                <a:gdLst>
                  <a:gd name="T0" fmla="*/ 0 w 980"/>
                  <a:gd name="T1" fmla="*/ 0 h 1"/>
                  <a:gd name="T2" fmla="*/ 109 w 980"/>
                  <a:gd name="T3" fmla="*/ 0 h 1"/>
                  <a:gd name="T4" fmla="*/ 109 w 98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80"/>
                  <a:gd name="T10" fmla="*/ 0 h 1"/>
                  <a:gd name="T11" fmla="*/ 980 w 98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80" h="1">
                    <a:moveTo>
                      <a:pt x="0" y="0"/>
                    </a:moveTo>
                    <a:lnTo>
                      <a:pt x="979" y="0"/>
                    </a:lnTo>
                    <a:lnTo>
                      <a:pt x="98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21" name="Freeform 456"/>
              <p:cNvSpPr>
                <a:spLocks/>
              </p:cNvSpPr>
              <p:nvPr/>
            </p:nvSpPr>
            <p:spPr bwMode="auto">
              <a:xfrm>
                <a:off x="4916" y="1309"/>
                <a:ext cx="327" cy="1"/>
              </a:xfrm>
              <a:custGeom>
                <a:avLst/>
                <a:gdLst>
                  <a:gd name="T0" fmla="*/ 0 w 980"/>
                  <a:gd name="T1" fmla="*/ 0 h 1"/>
                  <a:gd name="T2" fmla="*/ 109 w 980"/>
                  <a:gd name="T3" fmla="*/ 0 h 1"/>
                  <a:gd name="T4" fmla="*/ 109 w 98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80"/>
                  <a:gd name="T10" fmla="*/ 0 h 1"/>
                  <a:gd name="T11" fmla="*/ 980 w 98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80" h="1">
                    <a:moveTo>
                      <a:pt x="0" y="0"/>
                    </a:moveTo>
                    <a:lnTo>
                      <a:pt x="979" y="0"/>
                    </a:lnTo>
                    <a:lnTo>
                      <a:pt x="980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22" name="Freeform 457"/>
              <p:cNvSpPr>
                <a:spLocks/>
              </p:cNvSpPr>
              <p:nvPr/>
            </p:nvSpPr>
            <p:spPr bwMode="auto">
              <a:xfrm>
                <a:off x="4272" y="1416"/>
                <a:ext cx="941" cy="1"/>
              </a:xfrm>
              <a:custGeom>
                <a:avLst/>
                <a:gdLst>
                  <a:gd name="T0" fmla="*/ 0 w 2822"/>
                  <a:gd name="T1" fmla="*/ 0 h 1"/>
                  <a:gd name="T2" fmla="*/ 314 w 2822"/>
                  <a:gd name="T3" fmla="*/ 0 h 1"/>
                  <a:gd name="T4" fmla="*/ 314 w 282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822"/>
                  <a:gd name="T10" fmla="*/ 0 h 1"/>
                  <a:gd name="T11" fmla="*/ 2822 w 282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22" h="1">
                    <a:moveTo>
                      <a:pt x="0" y="0"/>
                    </a:moveTo>
                    <a:lnTo>
                      <a:pt x="2821" y="0"/>
                    </a:lnTo>
                    <a:lnTo>
                      <a:pt x="282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23" name="Freeform 458"/>
              <p:cNvSpPr>
                <a:spLocks/>
              </p:cNvSpPr>
              <p:nvPr/>
            </p:nvSpPr>
            <p:spPr bwMode="auto">
              <a:xfrm>
                <a:off x="4277" y="1266"/>
                <a:ext cx="636" cy="1"/>
              </a:xfrm>
              <a:custGeom>
                <a:avLst/>
                <a:gdLst>
                  <a:gd name="T0" fmla="*/ 0 w 636"/>
                  <a:gd name="T1" fmla="*/ 0 h 1"/>
                  <a:gd name="T2" fmla="*/ 636 w 636"/>
                  <a:gd name="T3" fmla="*/ 0 h 1"/>
                  <a:gd name="T4" fmla="*/ 0 60000 65536"/>
                  <a:gd name="T5" fmla="*/ 0 60000 65536"/>
                  <a:gd name="T6" fmla="*/ 0 w 636"/>
                  <a:gd name="T7" fmla="*/ 0 h 1"/>
                  <a:gd name="T8" fmla="*/ 636 w 636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36" h="1">
                    <a:moveTo>
                      <a:pt x="0" y="0"/>
                    </a:moveTo>
                    <a:lnTo>
                      <a:pt x="636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24" name="Freeform 459"/>
              <p:cNvSpPr>
                <a:spLocks/>
              </p:cNvSpPr>
              <p:nvPr/>
            </p:nvSpPr>
            <p:spPr bwMode="auto">
              <a:xfrm>
                <a:off x="4268" y="1110"/>
                <a:ext cx="648" cy="6"/>
              </a:xfrm>
              <a:custGeom>
                <a:avLst/>
                <a:gdLst>
                  <a:gd name="T0" fmla="*/ 0 w 648"/>
                  <a:gd name="T1" fmla="*/ 0 h 6"/>
                  <a:gd name="T2" fmla="*/ 648 w 648"/>
                  <a:gd name="T3" fmla="*/ 6 h 6"/>
                  <a:gd name="T4" fmla="*/ 0 60000 65536"/>
                  <a:gd name="T5" fmla="*/ 0 60000 65536"/>
                  <a:gd name="T6" fmla="*/ 0 w 648"/>
                  <a:gd name="T7" fmla="*/ 0 h 6"/>
                  <a:gd name="T8" fmla="*/ 648 w 648"/>
                  <a:gd name="T9" fmla="*/ 6 h 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48" h="6">
                    <a:moveTo>
                      <a:pt x="0" y="0"/>
                    </a:moveTo>
                    <a:lnTo>
                      <a:pt x="648" y="6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25" name="Freeform 460"/>
              <p:cNvSpPr>
                <a:spLocks/>
              </p:cNvSpPr>
              <p:nvPr/>
            </p:nvSpPr>
            <p:spPr bwMode="auto">
              <a:xfrm>
                <a:off x="4271" y="1004"/>
                <a:ext cx="2" cy="106"/>
              </a:xfrm>
              <a:custGeom>
                <a:avLst/>
                <a:gdLst>
                  <a:gd name="T0" fmla="*/ 0 w 2"/>
                  <a:gd name="T1" fmla="*/ 106 h 106"/>
                  <a:gd name="T2" fmla="*/ 1 w 2"/>
                  <a:gd name="T3" fmla="*/ 0 h 106"/>
                  <a:gd name="T4" fmla="*/ 2 w 2"/>
                  <a:gd name="T5" fmla="*/ 0 h 106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06"/>
                  <a:gd name="T11" fmla="*/ 2 w 2"/>
                  <a:gd name="T12" fmla="*/ 106 h 10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06">
                    <a:moveTo>
                      <a:pt x="0" y="106"/>
                    </a:moveTo>
                    <a:lnTo>
                      <a:pt x="1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26" name="Freeform 461"/>
              <p:cNvSpPr>
                <a:spLocks/>
              </p:cNvSpPr>
              <p:nvPr/>
            </p:nvSpPr>
            <p:spPr bwMode="auto">
              <a:xfrm>
                <a:off x="5002" y="1076"/>
                <a:ext cx="1" cy="233"/>
              </a:xfrm>
              <a:custGeom>
                <a:avLst/>
                <a:gdLst>
                  <a:gd name="T0" fmla="*/ 0 w 1"/>
                  <a:gd name="T1" fmla="*/ 78 h 698"/>
                  <a:gd name="T2" fmla="*/ 0 w 1"/>
                  <a:gd name="T3" fmla="*/ 0 h 698"/>
                  <a:gd name="T4" fmla="*/ 1 w 1"/>
                  <a:gd name="T5" fmla="*/ 0 h 6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98"/>
                  <a:gd name="T11" fmla="*/ 1 w 1"/>
                  <a:gd name="T12" fmla="*/ 698 h 6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27" name="Freeform 462"/>
              <p:cNvSpPr>
                <a:spLocks/>
              </p:cNvSpPr>
              <p:nvPr/>
            </p:nvSpPr>
            <p:spPr bwMode="auto">
              <a:xfrm>
                <a:off x="5079" y="1229"/>
                <a:ext cx="1" cy="161"/>
              </a:xfrm>
              <a:custGeom>
                <a:avLst/>
                <a:gdLst>
                  <a:gd name="T0" fmla="*/ 0 w 1"/>
                  <a:gd name="T1" fmla="*/ 54 h 482"/>
                  <a:gd name="T2" fmla="*/ 0 w 1"/>
                  <a:gd name="T3" fmla="*/ 0 h 482"/>
                  <a:gd name="T4" fmla="*/ 1 w 1"/>
                  <a:gd name="T5" fmla="*/ 0 h 48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82"/>
                  <a:gd name="T11" fmla="*/ 1 w 1"/>
                  <a:gd name="T12" fmla="*/ 482 h 4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82">
                    <a:moveTo>
                      <a:pt x="0" y="482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28" name="Freeform 463"/>
              <p:cNvSpPr>
                <a:spLocks/>
              </p:cNvSpPr>
              <p:nvPr/>
            </p:nvSpPr>
            <p:spPr bwMode="auto">
              <a:xfrm>
                <a:off x="5079" y="1189"/>
                <a:ext cx="1" cy="16"/>
              </a:xfrm>
              <a:custGeom>
                <a:avLst/>
                <a:gdLst>
                  <a:gd name="T0" fmla="*/ 0 w 1"/>
                  <a:gd name="T1" fmla="*/ 5 h 47"/>
                  <a:gd name="T2" fmla="*/ 0 w 1"/>
                  <a:gd name="T3" fmla="*/ 0 h 47"/>
                  <a:gd name="T4" fmla="*/ 1 w 1"/>
                  <a:gd name="T5" fmla="*/ 0 h 4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47"/>
                  <a:gd name="T11" fmla="*/ 1 w 1"/>
                  <a:gd name="T12" fmla="*/ 47 h 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47">
                    <a:moveTo>
                      <a:pt x="0" y="47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29" name="Freeform 464"/>
              <p:cNvSpPr>
                <a:spLocks/>
              </p:cNvSpPr>
              <p:nvPr/>
            </p:nvSpPr>
            <p:spPr bwMode="auto">
              <a:xfrm>
                <a:off x="5079" y="979"/>
                <a:ext cx="1" cy="171"/>
              </a:xfrm>
              <a:custGeom>
                <a:avLst/>
                <a:gdLst>
                  <a:gd name="T0" fmla="*/ 0 w 1"/>
                  <a:gd name="T1" fmla="*/ 57 h 513"/>
                  <a:gd name="T2" fmla="*/ 0 w 1"/>
                  <a:gd name="T3" fmla="*/ 0 h 513"/>
                  <a:gd name="T4" fmla="*/ 1 w 1"/>
                  <a:gd name="T5" fmla="*/ 0 h 51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13"/>
                  <a:gd name="T11" fmla="*/ 1 w 1"/>
                  <a:gd name="T12" fmla="*/ 513 h 5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13">
                    <a:moveTo>
                      <a:pt x="0" y="51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30" name="Freeform 465"/>
              <p:cNvSpPr>
                <a:spLocks/>
              </p:cNvSpPr>
              <p:nvPr/>
            </p:nvSpPr>
            <p:spPr bwMode="auto">
              <a:xfrm>
                <a:off x="5242" y="1076"/>
                <a:ext cx="1" cy="233"/>
              </a:xfrm>
              <a:custGeom>
                <a:avLst/>
                <a:gdLst>
                  <a:gd name="T0" fmla="*/ 0 w 1"/>
                  <a:gd name="T1" fmla="*/ 78 h 698"/>
                  <a:gd name="T2" fmla="*/ 0 w 1"/>
                  <a:gd name="T3" fmla="*/ 0 h 698"/>
                  <a:gd name="T4" fmla="*/ 1 w 1"/>
                  <a:gd name="T5" fmla="*/ 0 h 6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98"/>
                  <a:gd name="T11" fmla="*/ 1 w 1"/>
                  <a:gd name="T12" fmla="*/ 698 h 6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31" name="Freeform 466"/>
              <p:cNvSpPr>
                <a:spLocks/>
              </p:cNvSpPr>
              <p:nvPr/>
            </p:nvSpPr>
            <p:spPr bwMode="auto">
              <a:xfrm>
                <a:off x="5156" y="1076"/>
                <a:ext cx="1" cy="233"/>
              </a:xfrm>
              <a:custGeom>
                <a:avLst/>
                <a:gdLst>
                  <a:gd name="T0" fmla="*/ 0 w 1"/>
                  <a:gd name="T1" fmla="*/ 78 h 698"/>
                  <a:gd name="T2" fmla="*/ 0 w 1"/>
                  <a:gd name="T3" fmla="*/ 0 h 698"/>
                  <a:gd name="T4" fmla="*/ 1 w 1"/>
                  <a:gd name="T5" fmla="*/ 0 h 6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98"/>
                  <a:gd name="T11" fmla="*/ 1 w 1"/>
                  <a:gd name="T12" fmla="*/ 698 h 6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98">
                    <a:moveTo>
                      <a:pt x="0" y="698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32" name="Freeform 467"/>
              <p:cNvSpPr>
                <a:spLocks/>
              </p:cNvSpPr>
              <p:nvPr/>
            </p:nvSpPr>
            <p:spPr bwMode="auto">
              <a:xfrm>
                <a:off x="4117" y="1004"/>
                <a:ext cx="43" cy="42"/>
              </a:xfrm>
              <a:custGeom>
                <a:avLst/>
                <a:gdLst>
                  <a:gd name="T0" fmla="*/ 0 w 129"/>
                  <a:gd name="T1" fmla="*/ 14 h 127"/>
                  <a:gd name="T2" fmla="*/ 14 w 129"/>
                  <a:gd name="T3" fmla="*/ 0 h 127"/>
                  <a:gd name="T4" fmla="*/ 14 w 129"/>
                  <a:gd name="T5" fmla="*/ 0 h 127"/>
                  <a:gd name="T6" fmla="*/ 0 60000 65536"/>
                  <a:gd name="T7" fmla="*/ 0 60000 65536"/>
                  <a:gd name="T8" fmla="*/ 0 60000 65536"/>
                  <a:gd name="T9" fmla="*/ 0 w 129"/>
                  <a:gd name="T10" fmla="*/ 0 h 127"/>
                  <a:gd name="T11" fmla="*/ 129 w 129"/>
                  <a:gd name="T12" fmla="*/ 127 h 1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9" h="127">
                    <a:moveTo>
                      <a:pt x="0" y="127"/>
                    </a:moveTo>
                    <a:lnTo>
                      <a:pt x="128" y="0"/>
                    </a:lnTo>
                    <a:lnTo>
                      <a:pt x="12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33" name="Freeform 468"/>
              <p:cNvSpPr>
                <a:spLocks/>
              </p:cNvSpPr>
              <p:nvPr/>
            </p:nvSpPr>
            <p:spPr bwMode="auto">
              <a:xfrm>
                <a:off x="4117" y="1004"/>
                <a:ext cx="130" cy="129"/>
              </a:xfrm>
              <a:custGeom>
                <a:avLst/>
                <a:gdLst>
                  <a:gd name="T0" fmla="*/ 0 w 389"/>
                  <a:gd name="T1" fmla="*/ 43 h 389"/>
                  <a:gd name="T2" fmla="*/ 43 w 389"/>
                  <a:gd name="T3" fmla="*/ 0 h 389"/>
                  <a:gd name="T4" fmla="*/ 43 w 389"/>
                  <a:gd name="T5" fmla="*/ 0 h 389"/>
                  <a:gd name="T6" fmla="*/ 0 60000 65536"/>
                  <a:gd name="T7" fmla="*/ 0 60000 65536"/>
                  <a:gd name="T8" fmla="*/ 0 60000 65536"/>
                  <a:gd name="T9" fmla="*/ 0 w 389"/>
                  <a:gd name="T10" fmla="*/ 0 h 389"/>
                  <a:gd name="T11" fmla="*/ 389 w 389"/>
                  <a:gd name="T12" fmla="*/ 389 h 38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89" h="389">
                    <a:moveTo>
                      <a:pt x="0" y="389"/>
                    </a:moveTo>
                    <a:lnTo>
                      <a:pt x="388" y="0"/>
                    </a:lnTo>
                    <a:lnTo>
                      <a:pt x="38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34" name="Freeform 469"/>
              <p:cNvSpPr>
                <a:spLocks/>
              </p:cNvSpPr>
              <p:nvPr/>
            </p:nvSpPr>
            <p:spPr bwMode="auto">
              <a:xfrm>
                <a:off x="4117" y="1066"/>
                <a:ext cx="155" cy="154"/>
              </a:xfrm>
              <a:custGeom>
                <a:avLst/>
                <a:gdLst>
                  <a:gd name="T0" fmla="*/ 0 w 466"/>
                  <a:gd name="T1" fmla="*/ 51 h 464"/>
                  <a:gd name="T2" fmla="*/ 52 w 466"/>
                  <a:gd name="T3" fmla="*/ 0 h 464"/>
                  <a:gd name="T4" fmla="*/ 52 w 466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6"/>
                  <a:gd name="T10" fmla="*/ 0 h 464"/>
                  <a:gd name="T11" fmla="*/ 466 w 466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6" h="464">
                    <a:moveTo>
                      <a:pt x="0" y="464"/>
                    </a:moveTo>
                    <a:lnTo>
                      <a:pt x="465" y="0"/>
                    </a:lnTo>
                    <a:lnTo>
                      <a:pt x="46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35" name="Freeform 470"/>
              <p:cNvSpPr>
                <a:spLocks/>
              </p:cNvSpPr>
              <p:nvPr/>
            </p:nvSpPr>
            <p:spPr bwMode="auto">
              <a:xfrm>
                <a:off x="4117" y="1116"/>
                <a:ext cx="193" cy="192"/>
              </a:xfrm>
              <a:custGeom>
                <a:avLst/>
                <a:gdLst>
                  <a:gd name="T0" fmla="*/ 0 w 578"/>
                  <a:gd name="T1" fmla="*/ 64 h 576"/>
                  <a:gd name="T2" fmla="*/ 64 w 578"/>
                  <a:gd name="T3" fmla="*/ 0 h 576"/>
                  <a:gd name="T4" fmla="*/ 64 w 578"/>
                  <a:gd name="T5" fmla="*/ 0 h 576"/>
                  <a:gd name="T6" fmla="*/ 0 60000 65536"/>
                  <a:gd name="T7" fmla="*/ 0 60000 65536"/>
                  <a:gd name="T8" fmla="*/ 0 60000 65536"/>
                  <a:gd name="T9" fmla="*/ 0 w 578"/>
                  <a:gd name="T10" fmla="*/ 0 h 576"/>
                  <a:gd name="T11" fmla="*/ 578 w 578"/>
                  <a:gd name="T12" fmla="*/ 576 h 57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8" h="576">
                    <a:moveTo>
                      <a:pt x="0" y="576"/>
                    </a:moveTo>
                    <a:lnTo>
                      <a:pt x="577" y="0"/>
                    </a:lnTo>
                    <a:lnTo>
                      <a:pt x="57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36" name="Freeform 471"/>
              <p:cNvSpPr>
                <a:spLocks/>
              </p:cNvSpPr>
              <p:nvPr/>
            </p:nvSpPr>
            <p:spPr bwMode="auto">
              <a:xfrm>
                <a:off x="4117" y="1116"/>
                <a:ext cx="280" cy="279"/>
              </a:xfrm>
              <a:custGeom>
                <a:avLst/>
                <a:gdLst>
                  <a:gd name="T0" fmla="*/ 0 w 840"/>
                  <a:gd name="T1" fmla="*/ 93 h 837"/>
                  <a:gd name="T2" fmla="*/ 93 w 840"/>
                  <a:gd name="T3" fmla="*/ 0 h 837"/>
                  <a:gd name="T4" fmla="*/ 93 w 840"/>
                  <a:gd name="T5" fmla="*/ 0 h 837"/>
                  <a:gd name="T6" fmla="*/ 0 60000 65536"/>
                  <a:gd name="T7" fmla="*/ 0 60000 65536"/>
                  <a:gd name="T8" fmla="*/ 0 60000 65536"/>
                  <a:gd name="T9" fmla="*/ 0 w 840"/>
                  <a:gd name="T10" fmla="*/ 0 h 837"/>
                  <a:gd name="T11" fmla="*/ 840 w 840"/>
                  <a:gd name="T12" fmla="*/ 837 h 83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40" h="837">
                    <a:moveTo>
                      <a:pt x="0" y="837"/>
                    </a:moveTo>
                    <a:lnTo>
                      <a:pt x="838" y="0"/>
                    </a:lnTo>
                    <a:lnTo>
                      <a:pt x="84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37" name="Freeform 472"/>
              <p:cNvSpPr>
                <a:spLocks/>
              </p:cNvSpPr>
              <p:nvPr/>
            </p:nvSpPr>
            <p:spPr bwMode="auto">
              <a:xfrm>
                <a:off x="4329" y="1116"/>
                <a:ext cx="155" cy="154"/>
              </a:xfrm>
              <a:custGeom>
                <a:avLst/>
                <a:gdLst>
                  <a:gd name="T0" fmla="*/ 0 w 465"/>
                  <a:gd name="T1" fmla="*/ 51 h 464"/>
                  <a:gd name="T2" fmla="*/ 52 w 465"/>
                  <a:gd name="T3" fmla="*/ 0 h 464"/>
                  <a:gd name="T4" fmla="*/ 52 w 465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5"/>
                  <a:gd name="T10" fmla="*/ 0 h 464"/>
                  <a:gd name="T11" fmla="*/ 465 w 465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5" h="464">
                    <a:moveTo>
                      <a:pt x="0" y="464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38" name="Freeform 473"/>
              <p:cNvSpPr>
                <a:spLocks/>
              </p:cNvSpPr>
              <p:nvPr/>
            </p:nvSpPr>
            <p:spPr bwMode="auto">
              <a:xfrm>
                <a:off x="4416" y="1116"/>
                <a:ext cx="155" cy="154"/>
              </a:xfrm>
              <a:custGeom>
                <a:avLst/>
                <a:gdLst>
                  <a:gd name="T0" fmla="*/ 0 w 464"/>
                  <a:gd name="T1" fmla="*/ 51 h 464"/>
                  <a:gd name="T2" fmla="*/ 52 w 464"/>
                  <a:gd name="T3" fmla="*/ 0 h 464"/>
                  <a:gd name="T4" fmla="*/ 52 w 464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4"/>
                  <a:gd name="T10" fmla="*/ 0 h 464"/>
                  <a:gd name="T11" fmla="*/ 464 w 464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4" h="464">
                    <a:moveTo>
                      <a:pt x="0" y="464"/>
                    </a:moveTo>
                    <a:lnTo>
                      <a:pt x="463" y="0"/>
                    </a:lnTo>
                    <a:lnTo>
                      <a:pt x="46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39" name="Freeform 474"/>
              <p:cNvSpPr>
                <a:spLocks/>
              </p:cNvSpPr>
              <p:nvPr/>
            </p:nvSpPr>
            <p:spPr bwMode="auto">
              <a:xfrm>
                <a:off x="4503" y="1116"/>
                <a:ext cx="155" cy="154"/>
              </a:xfrm>
              <a:custGeom>
                <a:avLst/>
                <a:gdLst>
                  <a:gd name="T0" fmla="*/ 0 w 465"/>
                  <a:gd name="T1" fmla="*/ 51 h 464"/>
                  <a:gd name="T2" fmla="*/ 52 w 465"/>
                  <a:gd name="T3" fmla="*/ 0 h 464"/>
                  <a:gd name="T4" fmla="*/ 52 w 465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5"/>
                  <a:gd name="T10" fmla="*/ 0 h 464"/>
                  <a:gd name="T11" fmla="*/ 465 w 465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5" h="464">
                    <a:moveTo>
                      <a:pt x="0" y="464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40" name="Freeform 475"/>
              <p:cNvSpPr>
                <a:spLocks/>
              </p:cNvSpPr>
              <p:nvPr/>
            </p:nvSpPr>
            <p:spPr bwMode="auto">
              <a:xfrm>
                <a:off x="4117" y="1589"/>
                <a:ext cx="155" cy="155"/>
              </a:xfrm>
              <a:custGeom>
                <a:avLst/>
                <a:gdLst>
                  <a:gd name="T0" fmla="*/ 0 w 466"/>
                  <a:gd name="T1" fmla="*/ 52 h 464"/>
                  <a:gd name="T2" fmla="*/ 52 w 466"/>
                  <a:gd name="T3" fmla="*/ 0 h 464"/>
                  <a:gd name="T4" fmla="*/ 52 w 466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6"/>
                  <a:gd name="T10" fmla="*/ 0 h 464"/>
                  <a:gd name="T11" fmla="*/ 466 w 466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6" h="464">
                    <a:moveTo>
                      <a:pt x="0" y="464"/>
                    </a:moveTo>
                    <a:lnTo>
                      <a:pt x="465" y="0"/>
                    </a:lnTo>
                    <a:lnTo>
                      <a:pt x="46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41" name="Freeform 476"/>
              <p:cNvSpPr>
                <a:spLocks/>
              </p:cNvSpPr>
              <p:nvPr/>
            </p:nvSpPr>
            <p:spPr bwMode="auto">
              <a:xfrm>
                <a:off x="4590" y="1116"/>
                <a:ext cx="155" cy="154"/>
              </a:xfrm>
              <a:custGeom>
                <a:avLst/>
                <a:gdLst>
                  <a:gd name="T0" fmla="*/ 0 w 465"/>
                  <a:gd name="T1" fmla="*/ 51 h 464"/>
                  <a:gd name="T2" fmla="*/ 52 w 465"/>
                  <a:gd name="T3" fmla="*/ 0 h 464"/>
                  <a:gd name="T4" fmla="*/ 52 w 465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5"/>
                  <a:gd name="T10" fmla="*/ 0 h 464"/>
                  <a:gd name="T11" fmla="*/ 465 w 465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5" h="464">
                    <a:moveTo>
                      <a:pt x="0" y="464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42" name="Freeform 477"/>
              <p:cNvSpPr>
                <a:spLocks/>
              </p:cNvSpPr>
              <p:nvPr/>
            </p:nvSpPr>
            <p:spPr bwMode="auto">
              <a:xfrm>
                <a:off x="4117" y="1677"/>
                <a:ext cx="155" cy="154"/>
              </a:xfrm>
              <a:custGeom>
                <a:avLst/>
                <a:gdLst>
                  <a:gd name="T0" fmla="*/ 0 w 466"/>
                  <a:gd name="T1" fmla="*/ 51 h 464"/>
                  <a:gd name="T2" fmla="*/ 52 w 466"/>
                  <a:gd name="T3" fmla="*/ 0 h 464"/>
                  <a:gd name="T4" fmla="*/ 52 w 466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6"/>
                  <a:gd name="T10" fmla="*/ 0 h 464"/>
                  <a:gd name="T11" fmla="*/ 466 w 466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6" h="464">
                    <a:moveTo>
                      <a:pt x="0" y="464"/>
                    </a:moveTo>
                    <a:lnTo>
                      <a:pt x="465" y="0"/>
                    </a:lnTo>
                    <a:lnTo>
                      <a:pt x="46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43" name="Freeform 478"/>
              <p:cNvSpPr>
                <a:spLocks/>
              </p:cNvSpPr>
              <p:nvPr/>
            </p:nvSpPr>
            <p:spPr bwMode="auto">
              <a:xfrm>
                <a:off x="4678" y="1116"/>
                <a:ext cx="155" cy="154"/>
              </a:xfrm>
              <a:custGeom>
                <a:avLst/>
                <a:gdLst>
                  <a:gd name="T0" fmla="*/ 0 w 465"/>
                  <a:gd name="T1" fmla="*/ 51 h 464"/>
                  <a:gd name="T2" fmla="*/ 52 w 465"/>
                  <a:gd name="T3" fmla="*/ 0 h 464"/>
                  <a:gd name="T4" fmla="*/ 52 w 465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5"/>
                  <a:gd name="T10" fmla="*/ 0 h 464"/>
                  <a:gd name="T11" fmla="*/ 465 w 465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5" h="464">
                    <a:moveTo>
                      <a:pt x="0" y="464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44" name="Freeform 479"/>
              <p:cNvSpPr>
                <a:spLocks/>
              </p:cNvSpPr>
              <p:nvPr/>
            </p:nvSpPr>
            <p:spPr bwMode="auto">
              <a:xfrm>
                <a:off x="4394" y="1536"/>
                <a:ext cx="19" cy="18"/>
              </a:xfrm>
              <a:custGeom>
                <a:avLst/>
                <a:gdLst>
                  <a:gd name="T0" fmla="*/ 0 w 55"/>
                  <a:gd name="T1" fmla="*/ 6 h 53"/>
                  <a:gd name="T2" fmla="*/ 7 w 55"/>
                  <a:gd name="T3" fmla="*/ 0 h 53"/>
                  <a:gd name="T4" fmla="*/ 7 w 55"/>
                  <a:gd name="T5" fmla="*/ 0 h 53"/>
                  <a:gd name="T6" fmla="*/ 0 60000 65536"/>
                  <a:gd name="T7" fmla="*/ 0 60000 65536"/>
                  <a:gd name="T8" fmla="*/ 0 60000 65536"/>
                  <a:gd name="T9" fmla="*/ 0 w 55"/>
                  <a:gd name="T10" fmla="*/ 0 h 53"/>
                  <a:gd name="T11" fmla="*/ 55 w 55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5" h="53">
                    <a:moveTo>
                      <a:pt x="0" y="53"/>
                    </a:moveTo>
                    <a:lnTo>
                      <a:pt x="54" y="0"/>
                    </a:lnTo>
                    <a:lnTo>
                      <a:pt x="55" y="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45" name="Freeform 480"/>
              <p:cNvSpPr>
                <a:spLocks/>
              </p:cNvSpPr>
              <p:nvPr/>
            </p:nvSpPr>
            <p:spPr bwMode="auto">
              <a:xfrm>
                <a:off x="4117" y="1709"/>
                <a:ext cx="210" cy="209"/>
              </a:xfrm>
              <a:custGeom>
                <a:avLst/>
                <a:gdLst>
                  <a:gd name="T0" fmla="*/ 0 w 631"/>
                  <a:gd name="T1" fmla="*/ 69 h 629"/>
                  <a:gd name="T2" fmla="*/ 70 w 631"/>
                  <a:gd name="T3" fmla="*/ 0 h 629"/>
                  <a:gd name="T4" fmla="*/ 70 w 631"/>
                  <a:gd name="T5" fmla="*/ 0 h 629"/>
                  <a:gd name="T6" fmla="*/ 0 60000 65536"/>
                  <a:gd name="T7" fmla="*/ 0 60000 65536"/>
                  <a:gd name="T8" fmla="*/ 0 60000 65536"/>
                  <a:gd name="T9" fmla="*/ 0 w 631"/>
                  <a:gd name="T10" fmla="*/ 0 h 629"/>
                  <a:gd name="T11" fmla="*/ 631 w 631"/>
                  <a:gd name="T12" fmla="*/ 629 h 6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31" h="629">
                    <a:moveTo>
                      <a:pt x="0" y="629"/>
                    </a:moveTo>
                    <a:lnTo>
                      <a:pt x="630" y="0"/>
                    </a:lnTo>
                    <a:lnTo>
                      <a:pt x="63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46" name="Freeform 481"/>
              <p:cNvSpPr>
                <a:spLocks/>
              </p:cNvSpPr>
              <p:nvPr/>
            </p:nvSpPr>
            <p:spPr bwMode="auto">
              <a:xfrm>
                <a:off x="4765" y="1076"/>
                <a:ext cx="194" cy="194"/>
              </a:xfrm>
              <a:custGeom>
                <a:avLst/>
                <a:gdLst>
                  <a:gd name="T0" fmla="*/ 0 w 581"/>
                  <a:gd name="T1" fmla="*/ 65 h 582"/>
                  <a:gd name="T2" fmla="*/ 65 w 581"/>
                  <a:gd name="T3" fmla="*/ 0 h 582"/>
                  <a:gd name="T4" fmla="*/ 65 w 581"/>
                  <a:gd name="T5" fmla="*/ 0 h 582"/>
                  <a:gd name="T6" fmla="*/ 0 60000 65536"/>
                  <a:gd name="T7" fmla="*/ 0 60000 65536"/>
                  <a:gd name="T8" fmla="*/ 0 60000 65536"/>
                  <a:gd name="T9" fmla="*/ 0 w 581"/>
                  <a:gd name="T10" fmla="*/ 0 h 582"/>
                  <a:gd name="T11" fmla="*/ 581 w 581"/>
                  <a:gd name="T12" fmla="*/ 582 h 5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81" h="582">
                    <a:moveTo>
                      <a:pt x="0" y="582"/>
                    </a:moveTo>
                    <a:lnTo>
                      <a:pt x="580" y="0"/>
                    </a:lnTo>
                    <a:lnTo>
                      <a:pt x="58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47" name="Freeform 482"/>
              <p:cNvSpPr>
                <a:spLocks/>
              </p:cNvSpPr>
              <p:nvPr/>
            </p:nvSpPr>
            <p:spPr bwMode="auto">
              <a:xfrm>
                <a:off x="4148" y="1709"/>
                <a:ext cx="266" cy="266"/>
              </a:xfrm>
              <a:custGeom>
                <a:avLst/>
                <a:gdLst>
                  <a:gd name="T0" fmla="*/ 0 w 800"/>
                  <a:gd name="T1" fmla="*/ 88 h 800"/>
                  <a:gd name="T2" fmla="*/ 88 w 800"/>
                  <a:gd name="T3" fmla="*/ 0 h 800"/>
                  <a:gd name="T4" fmla="*/ 88 w 800"/>
                  <a:gd name="T5" fmla="*/ 0 h 800"/>
                  <a:gd name="T6" fmla="*/ 0 60000 65536"/>
                  <a:gd name="T7" fmla="*/ 0 60000 65536"/>
                  <a:gd name="T8" fmla="*/ 0 60000 65536"/>
                  <a:gd name="T9" fmla="*/ 0 w 800"/>
                  <a:gd name="T10" fmla="*/ 0 h 800"/>
                  <a:gd name="T11" fmla="*/ 800 w 800"/>
                  <a:gd name="T12" fmla="*/ 800 h 8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00" h="800">
                    <a:moveTo>
                      <a:pt x="0" y="800"/>
                    </a:moveTo>
                    <a:lnTo>
                      <a:pt x="799" y="0"/>
                    </a:lnTo>
                    <a:lnTo>
                      <a:pt x="80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48" name="Freeform 483"/>
              <p:cNvSpPr>
                <a:spLocks/>
              </p:cNvSpPr>
              <p:nvPr/>
            </p:nvSpPr>
            <p:spPr bwMode="auto">
              <a:xfrm>
                <a:off x="4852" y="1120"/>
                <a:ext cx="150" cy="150"/>
              </a:xfrm>
              <a:custGeom>
                <a:avLst/>
                <a:gdLst>
                  <a:gd name="T0" fmla="*/ 0 w 451"/>
                  <a:gd name="T1" fmla="*/ 50 h 450"/>
                  <a:gd name="T2" fmla="*/ 50 w 451"/>
                  <a:gd name="T3" fmla="*/ 0 h 450"/>
                  <a:gd name="T4" fmla="*/ 50 w 451"/>
                  <a:gd name="T5" fmla="*/ 0 h 450"/>
                  <a:gd name="T6" fmla="*/ 0 60000 65536"/>
                  <a:gd name="T7" fmla="*/ 0 60000 65536"/>
                  <a:gd name="T8" fmla="*/ 0 60000 65536"/>
                  <a:gd name="T9" fmla="*/ 0 w 451"/>
                  <a:gd name="T10" fmla="*/ 0 h 450"/>
                  <a:gd name="T11" fmla="*/ 451 w 451"/>
                  <a:gd name="T12" fmla="*/ 450 h 45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51" h="450">
                    <a:moveTo>
                      <a:pt x="0" y="450"/>
                    </a:moveTo>
                    <a:lnTo>
                      <a:pt x="450" y="0"/>
                    </a:lnTo>
                    <a:lnTo>
                      <a:pt x="45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49" name="Freeform 484"/>
              <p:cNvSpPr>
                <a:spLocks/>
              </p:cNvSpPr>
              <p:nvPr/>
            </p:nvSpPr>
            <p:spPr bwMode="auto">
              <a:xfrm>
                <a:off x="4916" y="1207"/>
                <a:ext cx="86" cy="87"/>
              </a:xfrm>
              <a:custGeom>
                <a:avLst/>
                <a:gdLst>
                  <a:gd name="T0" fmla="*/ 0 w 259"/>
                  <a:gd name="T1" fmla="*/ 29 h 259"/>
                  <a:gd name="T2" fmla="*/ 29 w 259"/>
                  <a:gd name="T3" fmla="*/ 0 h 259"/>
                  <a:gd name="T4" fmla="*/ 29 w 259"/>
                  <a:gd name="T5" fmla="*/ 0 h 259"/>
                  <a:gd name="T6" fmla="*/ 0 60000 65536"/>
                  <a:gd name="T7" fmla="*/ 0 60000 65536"/>
                  <a:gd name="T8" fmla="*/ 0 60000 65536"/>
                  <a:gd name="T9" fmla="*/ 0 w 259"/>
                  <a:gd name="T10" fmla="*/ 0 h 259"/>
                  <a:gd name="T11" fmla="*/ 259 w 259"/>
                  <a:gd name="T12" fmla="*/ 259 h 25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9" h="259">
                    <a:moveTo>
                      <a:pt x="0" y="259"/>
                    </a:moveTo>
                    <a:lnTo>
                      <a:pt x="258" y="0"/>
                    </a:lnTo>
                    <a:lnTo>
                      <a:pt x="25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50" name="Freeform 485"/>
              <p:cNvSpPr>
                <a:spLocks/>
              </p:cNvSpPr>
              <p:nvPr/>
            </p:nvSpPr>
            <p:spPr bwMode="auto">
              <a:xfrm>
                <a:off x="4347" y="1709"/>
                <a:ext cx="155" cy="155"/>
              </a:xfrm>
              <a:custGeom>
                <a:avLst/>
                <a:gdLst>
                  <a:gd name="T0" fmla="*/ 0 w 465"/>
                  <a:gd name="T1" fmla="*/ 52 h 465"/>
                  <a:gd name="T2" fmla="*/ 52 w 465"/>
                  <a:gd name="T3" fmla="*/ 0 h 465"/>
                  <a:gd name="T4" fmla="*/ 52 w 465"/>
                  <a:gd name="T5" fmla="*/ 0 h 465"/>
                  <a:gd name="T6" fmla="*/ 0 60000 65536"/>
                  <a:gd name="T7" fmla="*/ 0 60000 65536"/>
                  <a:gd name="T8" fmla="*/ 0 60000 65536"/>
                  <a:gd name="T9" fmla="*/ 0 w 465"/>
                  <a:gd name="T10" fmla="*/ 0 h 465"/>
                  <a:gd name="T11" fmla="*/ 465 w 465"/>
                  <a:gd name="T12" fmla="*/ 465 h 4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5" h="465">
                    <a:moveTo>
                      <a:pt x="0" y="465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51" name="Freeform 486"/>
              <p:cNvSpPr>
                <a:spLocks/>
              </p:cNvSpPr>
              <p:nvPr/>
            </p:nvSpPr>
            <p:spPr bwMode="auto">
              <a:xfrm>
                <a:off x="4434" y="1709"/>
                <a:ext cx="155" cy="155"/>
              </a:xfrm>
              <a:custGeom>
                <a:avLst/>
                <a:gdLst>
                  <a:gd name="T0" fmla="*/ 0 w 464"/>
                  <a:gd name="T1" fmla="*/ 52 h 465"/>
                  <a:gd name="T2" fmla="*/ 52 w 464"/>
                  <a:gd name="T3" fmla="*/ 0 h 465"/>
                  <a:gd name="T4" fmla="*/ 52 w 464"/>
                  <a:gd name="T5" fmla="*/ 0 h 465"/>
                  <a:gd name="T6" fmla="*/ 0 60000 65536"/>
                  <a:gd name="T7" fmla="*/ 0 60000 65536"/>
                  <a:gd name="T8" fmla="*/ 0 60000 65536"/>
                  <a:gd name="T9" fmla="*/ 0 w 464"/>
                  <a:gd name="T10" fmla="*/ 0 h 465"/>
                  <a:gd name="T11" fmla="*/ 464 w 464"/>
                  <a:gd name="T12" fmla="*/ 465 h 4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4" h="465">
                    <a:moveTo>
                      <a:pt x="0" y="465"/>
                    </a:moveTo>
                    <a:lnTo>
                      <a:pt x="463" y="0"/>
                    </a:lnTo>
                    <a:lnTo>
                      <a:pt x="46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52" name="Freeform 487"/>
              <p:cNvSpPr>
                <a:spLocks/>
              </p:cNvSpPr>
              <p:nvPr/>
            </p:nvSpPr>
            <p:spPr bwMode="auto">
              <a:xfrm>
                <a:off x="5156" y="1076"/>
                <a:ext cx="64" cy="64"/>
              </a:xfrm>
              <a:custGeom>
                <a:avLst/>
                <a:gdLst>
                  <a:gd name="T0" fmla="*/ 0 w 191"/>
                  <a:gd name="T1" fmla="*/ 21 h 192"/>
                  <a:gd name="T2" fmla="*/ 21 w 191"/>
                  <a:gd name="T3" fmla="*/ 0 h 192"/>
                  <a:gd name="T4" fmla="*/ 21 w 191"/>
                  <a:gd name="T5" fmla="*/ 0 h 192"/>
                  <a:gd name="T6" fmla="*/ 0 60000 65536"/>
                  <a:gd name="T7" fmla="*/ 0 60000 65536"/>
                  <a:gd name="T8" fmla="*/ 0 60000 65536"/>
                  <a:gd name="T9" fmla="*/ 0 w 191"/>
                  <a:gd name="T10" fmla="*/ 0 h 192"/>
                  <a:gd name="T11" fmla="*/ 191 w 191"/>
                  <a:gd name="T12" fmla="*/ 192 h 19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1" h="192">
                    <a:moveTo>
                      <a:pt x="0" y="192"/>
                    </a:moveTo>
                    <a:lnTo>
                      <a:pt x="190" y="0"/>
                    </a:lnTo>
                    <a:lnTo>
                      <a:pt x="19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53" name="Freeform 488"/>
              <p:cNvSpPr>
                <a:spLocks/>
              </p:cNvSpPr>
              <p:nvPr/>
            </p:nvSpPr>
            <p:spPr bwMode="auto">
              <a:xfrm>
                <a:off x="4987" y="1295"/>
                <a:ext cx="15" cy="14"/>
              </a:xfrm>
              <a:custGeom>
                <a:avLst/>
                <a:gdLst>
                  <a:gd name="T0" fmla="*/ 0 w 45"/>
                  <a:gd name="T1" fmla="*/ 5 h 43"/>
                  <a:gd name="T2" fmla="*/ 5 w 45"/>
                  <a:gd name="T3" fmla="*/ 0 h 43"/>
                  <a:gd name="T4" fmla="*/ 5 w 45"/>
                  <a:gd name="T5" fmla="*/ 0 h 43"/>
                  <a:gd name="T6" fmla="*/ 0 60000 65536"/>
                  <a:gd name="T7" fmla="*/ 0 60000 65536"/>
                  <a:gd name="T8" fmla="*/ 0 60000 65536"/>
                  <a:gd name="T9" fmla="*/ 0 w 45"/>
                  <a:gd name="T10" fmla="*/ 0 h 43"/>
                  <a:gd name="T11" fmla="*/ 45 w 45"/>
                  <a:gd name="T12" fmla="*/ 43 h 4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5" h="43">
                    <a:moveTo>
                      <a:pt x="0" y="43"/>
                    </a:moveTo>
                    <a:lnTo>
                      <a:pt x="44" y="0"/>
                    </a:lnTo>
                    <a:lnTo>
                      <a:pt x="4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54" name="Freeform 489"/>
              <p:cNvSpPr>
                <a:spLocks/>
              </p:cNvSpPr>
              <p:nvPr/>
            </p:nvSpPr>
            <p:spPr bwMode="auto">
              <a:xfrm>
                <a:off x="4521" y="1709"/>
                <a:ext cx="155" cy="155"/>
              </a:xfrm>
              <a:custGeom>
                <a:avLst/>
                <a:gdLst>
                  <a:gd name="T0" fmla="*/ 0 w 464"/>
                  <a:gd name="T1" fmla="*/ 52 h 465"/>
                  <a:gd name="T2" fmla="*/ 52 w 464"/>
                  <a:gd name="T3" fmla="*/ 0 h 465"/>
                  <a:gd name="T4" fmla="*/ 52 w 464"/>
                  <a:gd name="T5" fmla="*/ 0 h 465"/>
                  <a:gd name="T6" fmla="*/ 0 60000 65536"/>
                  <a:gd name="T7" fmla="*/ 0 60000 65536"/>
                  <a:gd name="T8" fmla="*/ 0 60000 65536"/>
                  <a:gd name="T9" fmla="*/ 0 w 464"/>
                  <a:gd name="T10" fmla="*/ 0 h 465"/>
                  <a:gd name="T11" fmla="*/ 464 w 464"/>
                  <a:gd name="T12" fmla="*/ 465 h 4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4" h="465">
                    <a:moveTo>
                      <a:pt x="0" y="465"/>
                    </a:moveTo>
                    <a:lnTo>
                      <a:pt x="463" y="0"/>
                    </a:lnTo>
                    <a:lnTo>
                      <a:pt x="46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55" name="Freeform 490"/>
              <p:cNvSpPr>
                <a:spLocks/>
              </p:cNvSpPr>
              <p:nvPr/>
            </p:nvSpPr>
            <p:spPr bwMode="auto">
              <a:xfrm>
                <a:off x="5156" y="1141"/>
                <a:ext cx="87" cy="87"/>
              </a:xfrm>
              <a:custGeom>
                <a:avLst/>
                <a:gdLst>
                  <a:gd name="T0" fmla="*/ 0 w 259"/>
                  <a:gd name="T1" fmla="*/ 29 h 259"/>
                  <a:gd name="T2" fmla="*/ 29 w 259"/>
                  <a:gd name="T3" fmla="*/ 0 h 259"/>
                  <a:gd name="T4" fmla="*/ 29 w 259"/>
                  <a:gd name="T5" fmla="*/ 0 h 259"/>
                  <a:gd name="T6" fmla="*/ 0 60000 65536"/>
                  <a:gd name="T7" fmla="*/ 0 60000 65536"/>
                  <a:gd name="T8" fmla="*/ 0 60000 65536"/>
                  <a:gd name="T9" fmla="*/ 0 w 259"/>
                  <a:gd name="T10" fmla="*/ 0 h 259"/>
                  <a:gd name="T11" fmla="*/ 259 w 259"/>
                  <a:gd name="T12" fmla="*/ 259 h 25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9" h="259">
                    <a:moveTo>
                      <a:pt x="0" y="259"/>
                    </a:moveTo>
                    <a:lnTo>
                      <a:pt x="258" y="0"/>
                    </a:lnTo>
                    <a:lnTo>
                      <a:pt x="25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56" name="Freeform 491"/>
              <p:cNvSpPr>
                <a:spLocks/>
              </p:cNvSpPr>
              <p:nvPr/>
            </p:nvSpPr>
            <p:spPr bwMode="auto">
              <a:xfrm>
                <a:off x="4608" y="1709"/>
                <a:ext cx="155" cy="155"/>
              </a:xfrm>
              <a:custGeom>
                <a:avLst/>
                <a:gdLst>
                  <a:gd name="T0" fmla="*/ 0 w 465"/>
                  <a:gd name="T1" fmla="*/ 52 h 465"/>
                  <a:gd name="T2" fmla="*/ 52 w 465"/>
                  <a:gd name="T3" fmla="*/ 0 h 465"/>
                  <a:gd name="T4" fmla="*/ 52 w 465"/>
                  <a:gd name="T5" fmla="*/ 0 h 465"/>
                  <a:gd name="T6" fmla="*/ 0 60000 65536"/>
                  <a:gd name="T7" fmla="*/ 0 60000 65536"/>
                  <a:gd name="T8" fmla="*/ 0 60000 65536"/>
                  <a:gd name="T9" fmla="*/ 0 w 465"/>
                  <a:gd name="T10" fmla="*/ 0 h 465"/>
                  <a:gd name="T11" fmla="*/ 465 w 465"/>
                  <a:gd name="T12" fmla="*/ 465 h 4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5" h="465">
                    <a:moveTo>
                      <a:pt x="0" y="465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57" name="Freeform 492"/>
              <p:cNvSpPr>
                <a:spLocks/>
              </p:cNvSpPr>
              <p:nvPr/>
            </p:nvSpPr>
            <p:spPr bwMode="auto">
              <a:xfrm>
                <a:off x="5162" y="1229"/>
                <a:ext cx="81" cy="80"/>
              </a:xfrm>
              <a:custGeom>
                <a:avLst/>
                <a:gdLst>
                  <a:gd name="T0" fmla="*/ 0 w 242"/>
                  <a:gd name="T1" fmla="*/ 27 h 241"/>
                  <a:gd name="T2" fmla="*/ 27 w 242"/>
                  <a:gd name="T3" fmla="*/ 0 h 241"/>
                  <a:gd name="T4" fmla="*/ 27 w 242"/>
                  <a:gd name="T5" fmla="*/ 0 h 241"/>
                  <a:gd name="T6" fmla="*/ 0 60000 65536"/>
                  <a:gd name="T7" fmla="*/ 0 60000 65536"/>
                  <a:gd name="T8" fmla="*/ 0 60000 65536"/>
                  <a:gd name="T9" fmla="*/ 0 w 242"/>
                  <a:gd name="T10" fmla="*/ 0 h 241"/>
                  <a:gd name="T11" fmla="*/ 242 w 242"/>
                  <a:gd name="T12" fmla="*/ 241 h 24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2" h="241">
                    <a:moveTo>
                      <a:pt x="0" y="241"/>
                    </a:moveTo>
                    <a:lnTo>
                      <a:pt x="241" y="0"/>
                    </a:lnTo>
                    <a:lnTo>
                      <a:pt x="24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58" name="Freeform 493"/>
              <p:cNvSpPr>
                <a:spLocks/>
              </p:cNvSpPr>
              <p:nvPr/>
            </p:nvSpPr>
            <p:spPr bwMode="auto">
              <a:xfrm>
                <a:off x="4695" y="1709"/>
                <a:ext cx="155" cy="155"/>
              </a:xfrm>
              <a:custGeom>
                <a:avLst/>
                <a:gdLst>
                  <a:gd name="T0" fmla="*/ 0 w 465"/>
                  <a:gd name="T1" fmla="*/ 52 h 465"/>
                  <a:gd name="T2" fmla="*/ 52 w 465"/>
                  <a:gd name="T3" fmla="*/ 0 h 465"/>
                  <a:gd name="T4" fmla="*/ 52 w 465"/>
                  <a:gd name="T5" fmla="*/ 0 h 465"/>
                  <a:gd name="T6" fmla="*/ 0 60000 65536"/>
                  <a:gd name="T7" fmla="*/ 0 60000 65536"/>
                  <a:gd name="T8" fmla="*/ 0 60000 65536"/>
                  <a:gd name="T9" fmla="*/ 0 w 465"/>
                  <a:gd name="T10" fmla="*/ 0 h 465"/>
                  <a:gd name="T11" fmla="*/ 465 w 465"/>
                  <a:gd name="T12" fmla="*/ 465 h 4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5" h="465">
                    <a:moveTo>
                      <a:pt x="0" y="465"/>
                    </a:moveTo>
                    <a:lnTo>
                      <a:pt x="464" y="0"/>
                    </a:lnTo>
                    <a:lnTo>
                      <a:pt x="465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59" name="Freeform 494"/>
              <p:cNvSpPr>
                <a:spLocks/>
              </p:cNvSpPr>
              <p:nvPr/>
            </p:nvSpPr>
            <p:spPr bwMode="auto">
              <a:xfrm>
                <a:off x="4782" y="1670"/>
                <a:ext cx="194" cy="194"/>
              </a:xfrm>
              <a:custGeom>
                <a:avLst/>
                <a:gdLst>
                  <a:gd name="T0" fmla="*/ 0 w 582"/>
                  <a:gd name="T1" fmla="*/ 65 h 582"/>
                  <a:gd name="T2" fmla="*/ 65 w 582"/>
                  <a:gd name="T3" fmla="*/ 0 h 582"/>
                  <a:gd name="T4" fmla="*/ 65 w 582"/>
                  <a:gd name="T5" fmla="*/ 0 h 582"/>
                  <a:gd name="T6" fmla="*/ 0 60000 65536"/>
                  <a:gd name="T7" fmla="*/ 0 60000 65536"/>
                  <a:gd name="T8" fmla="*/ 0 60000 65536"/>
                  <a:gd name="T9" fmla="*/ 0 w 582"/>
                  <a:gd name="T10" fmla="*/ 0 h 582"/>
                  <a:gd name="T11" fmla="*/ 582 w 582"/>
                  <a:gd name="T12" fmla="*/ 582 h 58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82" h="582">
                    <a:moveTo>
                      <a:pt x="0" y="582"/>
                    </a:moveTo>
                    <a:lnTo>
                      <a:pt x="581" y="0"/>
                    </a:lnTo>
                    <a:lnTo>
                      <a:pt x="58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0" name="Freeform 495"/>
              <p:cNvSpPr>
                <a:spLocks/>
              </p:cNvSpPr>
              <p:nvPr/>
            </p:nvSpPr>
            <p:spPr bwMode="auto">
              <a:xfrm>
                <a:off x="4870" y="1731"/>
                <a:ext cx="132" cy="133"/>
              </a:xfrm>
              <a:custGeom>
                <a:avLst/>
                <a:gdLst>
                  <a:gd name="T0" fmla="*/ 0 w 398"/>
                  <a:gd name="T1" fmla="*/ 44 h 398"/>
                  <a:gd name="T2" fmla="*/ 44 w 398"/>
                  <a:gd name="T3" fmla="*/ 0 h 398"/>
                  <a:gd name="T4" fmla="*/ 44 w 398"/>
                  <a:gd name="T5" fmla="*/ 0 h 398"/>
                  <a:gd name="T6" fmla="*/ 0 60000 65536"/>
                  <a:gd name="T7" fmla="*/ 0 60000 65536"/>
                  <a:gd name="T8" fmla="*/ 0 60000 65536"/>
                  <a:gd name="T9" fmla="*/ 0 w 398"/>
                  <a:gd name="T10" fmla="*/ 0 h 398"/>
                  <a:gd name="T11" fmla="*/ 398 w 398"/>
                  <a:gd name="T12" fmla="*/ 398 h 3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8" h="398">
                    <a:moveTo>
                      <a:pt x="0" y="398"/>
                    </a:moveTo>
                    <a:lnTo>
                      <a:pt x="397" y="0"/>
                    </a:lnTo>
                    <a:lnTo>
                      <a:pt x="39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1" name="Freeform 496"/>
              <p:cNvSpPr>
                <a:spLocks/>
              </p:cNvSpPr>
              <p:nvPr/>
            </p:nvSpPr>
            <p:spPr bwMode="auto">
              <a:xfrm>
                <a:off x="4918" y="1818"/>
                <a:ext cx="84" cy="84"/>
              </a:xfrm>
              <a:custGeom>
                <a:avLst/>
                <a:gdLst>
                  <a:gd name="T0" fmla="*/ 0 w 254"/>
                  <a:gd name="T1" fmla="*/ 28 h 252"/>
                  <a:gd name="T2" fmla="*/ 28 w 254"/>
                  <a:gd name="T3" fmla="*/ 0 h 252"/>
                  <a:gd name="T4" fmla="*/ 28 w 254"/>
                  <a:gd name="T5" fmla="*/ 0 h 252"/>
                  <a:gd name="T6" fmla="*/ 0 60000 65536"/>
                  <a:gd name="T7" fmla="*/ 0 60000 65536"/>
                  <a:gd name="T8" fmla="*/ 0 60000 65536"/>
                  <a:gd name="T9" fmla="*/ 0 w 254"/>
                  <a:gd name="T10" fmla="*/ 0 h 252"/>
                  <a:gd name="T11" fmla="*/ 254 w 254"/>
                  <a:gd name="T12" fmla="*/ 252 h 25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4" h="252">
                    <a:moveTo>
                      <a:pt x="0" y="252"/>
                    </a:moveTo>
                    <a:lnTo>
                      <a:pt x="253" y="0"/>
                    </a:lnTo>
                    <a:lnTo>
                      <a:pt x="25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2" name="Freeform 497"/>
              <p:cNvSpPr>
                <a:spLocks/>
              </p:cNvSpPr>
              <p:nvPr/>
            </p:nvSpPr>
            <p:spPr bwMode="auto">
              <a:xfrm>
                <a:off x="5156" y="1670"/>
                <a:ext cx="82" cy="81"/>
              </a:xfrm>
              <a:custGeom>
                <a:avLst/>
                <a:gdLst>
                  <a:gd name="T0" fmla="*/ 0 w 244"/>
                  <a:gd name="T1" fmla="*/ 27 h 245"/>
                  <a:gd name="T2" fmla="*/ 28 w 244"/>
                  <a:gd name="T3" fmla="*/ 0 h 245"/>
                  <a:gd name="T4" fmla="*/ 28 w 244"/>
                  <a:gd name="T5" fmla="*/ 0 h 245"/>
                  <a:gd name="T6" fmla="*/ 0 60000 65536"/>
                  <a:gd name="T7" fmla="*/ 0 60000 65536"/>
                  <a:gd name="T8" fmla="*/ 0 60000 65536"/>
                  <a:gd name="T9" fmla="*/ 0 w 244"/>
                  <a:gd name="T10" fmla="*/ 0 h 245"/>
                  <a:gd name="T11" fmla="*/ 244 w 244"/>
                  <a:gd name="T12" fmla="*/ 245 h 24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4" h="245">
                    <a:moveTo>
                      <a:pt x="0" y="245"/>
                    </a:moveTo>
                    <a:lnTo>
                      <a:pt x="243" y="0"/>
                    </a:lnTo>
                    <a:lnTo>
                      <a:pt x="24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3" name="Freeform 498"/>
              <p:cNvSpPr>
                <a:spLocks/>
              </p:cNvSpPr>
              <p:nvPr/>
            </p:nvSpPr>
            <p:spPr bwMode="auto">
              <a:xfrm>
                <a:off x="5156" y="1752"/>
                <a:ext cx="87" cy="86"/>
              </a:xfrm>
              <a:custGeom>
                <a:avLst/>
                <a:gdLst>
                  <a:gd name="T0" fmla="*/ 0 w 259"/>
                  <a:gd name="T1" fmla="*/ 29 h 258"/>
                  <a:gd name="T2" fmla="*/ 29 w 259"/>
                  <a:gd name="T3" fmla="*/ 0 h 258"/>
                  <a:gd name="T4" fmla="*/ 29 w 259"/>
                  <a:gd name="T5" fmla="*/ 0 h 258"/>
                  <a:gd name="T6" fmla="*/ 0 60000 65536"/>
                  <a:gd name="T7" fmla="*/ 0 60000 65536"/>
                  <a:gd name="T8" fmla="*/ 0 60000 65536"/>
                  <a:gd name="T9" fmla="*/ 0 w 259"/>
                  <a:gd name="T10" fmla="*/ 0 h 258"/>
                  <a:gd name="T11" fmla="*/ 259 w 259"/>
                  <a:gd name="T12" fmla="*/ 258 h 25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9" h="258">
                    <a:moveTo>
                      <a:pt x="0" y="258"/>
                    </a:moveTo>
                    <a:lnTo>
                      <a:pt x="258" y="0"/>
                    </a:lnTo>
                    <a:lnTo>
                      <a:pt x="25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4" name="Freeform 499"/>
              <p:cNvSpPr>
                <a:spLocks/>
              </p:cNvSpPr>
              <p:nvPr/>
            </p:nvSpPr>
            <p:spPr bwMode="auto">
              <a:xfrm>
                <a:off x="5180" y="1840"/>
                <a:ext cx="63" cy="62"/>
              </a:xfrm>
              <a:custGeom>
                <a:avLst/>
                <a:gdLst>
                  <a:gd name="T0" fmla="*/ 0 w 189"/>
                  <a:gd name="T1" fmla="*/ 20 h 188"/>
                  <a:gd name="T2" fmla="*/ 21 w 189"/>
                  <a:gd name="T3" fmla="*/ 0 h 188"/>
                  <a:gd name="T4" fmla="*/ 21 w 189"/>
                  <a:gd name="T5" fmla="*/ 0 h 188"/>
                  <a:gd name="T6" fmla="*/ 0 60000 65536"/>
                  <a:gd name="T7" fmla="*/ 0 60000 65536"/>
                  <a:gd name="T8" fmla="*/ 0 60000 65536"/>
                  <a:gd name="T9" fmla="*/ 0 w 189"/>
                  <a:gd name="T10" fmla="*/ 0 h 188"/>
                  <a:gd name="T11" fmla="*/ 189 w 189"/>
                  <a:gd name="T12" fmla="*/ 188 h 1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9" h="188">
                    <a:moveTo>
                      <a:pt x="0" y="188"/>
                    </a:moveTo>
                    <a:lnTo>
                      <a:pt x="188" y="0"/>
                    </a:lnTo>
                    <a:lnTo>
                      <a:pt x="18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65" name="Rectangle 500"/>
              <p:cNvSpPr>
                <a:spLocks noChangeArrowheads="1"/>
              </p:cNvSpPr>
              <p:nvPr/>
            </p:nvSpPr>
            <p:spPr bwMode="auto">
              <a:xfrm>
                <a:off x="4093" y="756"/>
                <a:ext cx="387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i="1">
                    <a:latin typeface="黑体" pitchFamily="2" charset="-122"/>
                    <a:ea typeface="黑体" pitchFamily="2" charset="-122"/>
                  </a:rPr>
                  <a:t>A</a:t>
                </a:r>
                <a:r>
                  <a:rPr lang="zh-CN" altLang="en-US" sz="2400" b="1">
                    <a:latin typeface="黑体" pitchFamily="2" charset="-122"/>
                    <a:ea typeface="黑体" pitchFamily="2" charset="-122"/>
                  </a:rPr>
                  <a:t>－</a:t>
                </a:r>
                <a:r>
                  <a:rPr lang="en-US" altLang="zh-CN" sz="2400" b="1" i="1">
                    <a:latin typeface="黑体" pitchFamily="2" charset="-122"/>
                    <a:ea typeface="黑体" pitchFamily="2" charset="-122"/>
                  </a:rPr>
                  <a:t>A</a:t>
                </a:r>
                <a:endParaRPr lang="en-US" altLang="zh-CN" sz="2400" b="1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3466" name="Line 501"/>
              <p:cNvSpPr>
                <a:spLocks noChangeShapeType="1"/>
              </p:cNvSpPr>
              <p:nvPr/>
            </p:nvSpPr>
            <p:spPr bwMode="auto">
              <a:xfrm>
                <a:off x="4920" y="1076"/>
                <a:ext cx="0" cy="4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67" name="Line 502"/>
              <p:cNvSpPr>
                <a:spLocks noChangeShapeType="1"/>
              </p:cNvSpPr>
              <p:nvPr/>
            </p:nvSpPr>
            <p:spPr bwMode="auto">
              <a:xfrm>
                <a:off x="4916" y="1663"/>
                <a:ext cx="0" cy="4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68" name="Line 503"/>
              <p:cNvSpPr>
                <a:spLocks noChangeShapeType="1"/>
              </p:cNvSpPr>
              <p:nvPr/>
            </p:nvSpPr>
            <p:spPr bwMode="auto">
              <a:xfrm flipV="1">
                <a:off x="4916" y="1266"/>
                <a:ext cx="0" cy="4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69" name="Line 504"/>
              <p:cNvSpPr>
                <a:spLocks noChangeShapeType="1"/>
              </p:cNvSpPr>
              <p:nvPr/>
            </p:nvSpPr>
            <p:spPr bwMode="auto">
              <a:xfrm flipV="1">
                <a:off x="4916" y="1864"/>
                <a:ext cx="0" cy="4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70" name="Freeform 505"/>
              <p:cNvSpPr>
                <a:spLocks/>
              </p:cNvSpPr>
              <p:nvPr/>
            </p:nvSpPr>
            <p:spPr bwMode="auto">
              <a:xfrm>
                <a:off x="4117" y="1415"/>
                <a:ext cx="155" cy="155"/>
              </a:xfrm>
              <a:custGeom>
                <a:avLst/>
                <a:gdLst>
                  <a:gd name="T0" fmla="*/ 0 w 466"/>
                  <a:gd name="T1" fmla="*/ 52 h 464"/>
                  <a:gd name="T2" fmla="*/ 52 w 466"/>
                  <a:gd name="T3" fmla="*/ 0 h 464"/>
                  <a:gd name="T4" fmla="*/ 52 w 466"/>
                  <a:gd name="T5" fmla="*/ 0 h 464"/>
                  <a:gd name="T6" fmla="*/ 0 60000 65536"/>
                  <a:gd name="T7" fmla="*/ 0 60000 65536"/>
                  <a:gd name="T8" fmla="*/ 0 60000 65536"/>
                  <a:gd name="T9" fmla="*/ 0 w 466"/>
                  <a:gd name="T10" fmla="*/ 0 h 464"/>
                  <a:gd name="T11" fmla="*/ 466 w 466"/>
                  <a:gd name="T12" fmla="*/ 464 h 46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66" h="464">
                    <a:moveTo>
                      <a:pt x="0" y="464"/>
                    </a:moveTo>
                    <a:lnTo>
                      <a:pt x="465" y="0"/>
                    </a:lnTo>
                    <a:lnTo>
                      <a:pt x="46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471" name="Line 506"/>
              <p:cNvSpPr>
                <a:spLocks noChangeShapeType="1"/>
              </p:cNvSpPr>
              <p:nvPr/>
            </p:nvSpPr>
            <p:spPr bwMode="auto">
              <a:xfrm>
                <a:off x="4268" y="1252"/>
                <a:ext cx="0" cy="45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72" name="Line 507"/>
              <p:cNvSpPr>
                <a:spLocks noChangeShapeType="1"/>
              </p:cNvSpPr>
              <p:nvPr/>
            </p:nvSpPr>
            <p:spPr bwMode="auto">
              <a:xfrm flipV="1">
                <a:off x="4118" y="1351"/>
                <a:ext cx="129" cy="12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3324" name="Group 508"/>
            <p:cNvGrpSpPr>
              <a:grpSpLocks/>
            </p:cNvGrpSpPr>
            <p:nvPr/>
          </p:nvGrpSpPr>
          <p:grpSpPr bwMode="auto">
            <a:xfrm>
              <a:off x="2948" y="2216"/>
              <a:ext cx="2595" cy="1123"/>
              <a:chOff x="404" y="2216"/>
              <a:chExt cx="2595" cy="1123"/>
            </a:xfrm>
          </p:grpSpPr>
          <p:sp>
            <p:nvSpPr>
              <p:cNvPr id="13325" name="Arc 509"/>
              <p:cNvSpPr>
                <a:spLocks/>
              </p:cNvSpPr>
              <p:nvPr/>
            </p:nvSpPr>
            <p:spPr bwMode="auto">
              <a:xfrm flipV="1">
                <a:off x="2601" y="2554"/>
                <a:ext cx="134" cy="268"/>
              </a:xfrm>
              <a:custGeom>
                <a:avLst/>
                <a:gdLst>
                  <a:gd name="T0" fmla="*/ 0 w 21600"/>
                  <a:gd name="T1" fmla="*/ 0 h 43172"/>
                  <a:gd name="T2" fmla="*/ 0 w 21600"/>
                  <a:gd name="T3" fmla="*/ 0 h 43172"/>
                  <a:gd name="T4" fmla="*/ 0 w 21600"/>
                  <a:gd name="T5" fmla="*/ 0 h 43172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43172"/>
                  <a:gd name="T11" fmla="*/ 21600 w 21600"/>
                  <a:gd name="T12" fmla="*/ 43172 h 4317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43172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04"/>
                      <a:pt x="12583" y="42589"/>
                      <a:pt x="1094" y="43172"/>
                    </a:cubicBezTo>
                  </a:path>
                  <a:path w="21600" h="43172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cubicBezTo>
                      <a:pt x="21600" y="33104"/>
                      <a:pt x="12583" y="42589"/>
                      <a:pt x="1094" y="43172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26" name="Oval 510"/>
              <p:cNvSpPr>
                <a:spLocks noChangeArrowheads="1"/>
              </p:cNvSpPr>
              <p:nvPr/>
            </p:nvSpPr>
            <p:spPr bwMode="auto">
              <a:xfrm>
                <a:off x="2373" y="2935"/>
                <a:ext cx="322" cy="32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13327" name="Oval 511"/>
              <p:cNvSpPr>
                <a:spLocks noChangeArrowheads="1"/>
              </p:cNvSpPr>
              <p:nvPr/>
            </p:nvSpPr>
            <p:spPr bwMode="auto">
              <a:xfrm>
                <a:off x="2461" y="3021"/>
                <a:ext cx="142" cy="14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13328" name="Line 512"/>
              <p:cNvSpPr>
                <a:spLocks noChangeShapeType="1"/>
              </p:cNvSpPr>
              <p:nvPr/>
            </p:nvSpPr>
            <p:spPr bwMode="auto">
              <a:xfrm flipV="1">
                <a:off x="1734" y="2839"/>
                <a:ext cx="623" cy="53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29" name="Arc 513"/>
              <p:cNvSpPr>
                <a:spLocks/>
              </p:cNvSpPr>
              <p:nvPr/>
            </p:nvSpPr>
            <p:spPr bwMode="auto">
              <a:xfrm flipV="1">
                <a:off x="1082" y="2314"/>
                <a:ext cx="719" cy="746"/>
              </a:xfrm>
              <a:custGeom>
                <a:avLst/>
                <a:gdLst>
                  <a:gd name="T0" fmla="*/ 0 w 40579"/>
                  <a:gd name="T1" fmla="*/ 0 h 43200"/>
                  <a:gd name="T2" fmla="*/ 0 w 40579"/>
                  <a:gd name="T3" fmla="*/ 0 h 43200"/>
                  <a:gd name="T4" fmla="*/ 0 w 40579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0579"/>
                  <a:gd name="T10" fmla="*/ 0 h 43200"/>
                  <a:gd name="T11" fmla="*/ 40579 w 40579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0579" h="43200" fill="none" extrusionOk="0">
                    <a:moveTo>
                      <a:pt x="115" y="11076"/>
                    </a:moveTo>
                    <a:cubicBezTo>
                      <a:pt x="3930" y="4238"/>
                      <a:pt x="11148" y="-1"/>
                      <a:pt x="18979" y="0"/>
                    </a:cubicBezTo>
                    <a:cubicBezTo>
                      <a:pt x="30908" y="0"/>
                      <a:pt x="40579" y="9670"/>
                      <a:pt x="40579" y="21600"/>
                    </a:cubicBezTo>
                    <a:cubicBezTo>
                      <a:pt x="40579" y="33529"/>
                      <a:pt x="30908" y="43200"/>
                      <a:pt x="18979" y="43200"/>
                    </a:cubicBezTo>
                    <a:cubicBezTo>
                      <a:pt x="11062" y="43200"/>
                      <a:pt x="3779" y="38869"/>
                      <a:pt x="0" y="31912"/>
                    </a:cubicBezTo>
                  </a:path>
                  <a:path w="40579" h="43200" stroke="0" extrusionOk="0">
                    <a:moveTo>
                      <a:pt x="115" y="11076"/>
                    </a:moveTo>
                    <a:cubicBezTo>
                      <a:pt x="3930" y="4238"/>
                      <a:pt x="11148" y="-1"/>
                      <a:pt x="18979" y="0"/>
                    </a:cubicBezTo>
                    <a:cubicBezTo>
                      <a:pt x="30908" y="0"/>
                      <a:pt x="40579" y="9670"/>
                      <a:pt x="40579" y="21600"/>
                    </a:cubicBezTo>
                    <a:cubicBezTo>
                      <a:pt x="40579" y="33529"/>
                      <a:pt x="30908" y="43200"/>
                      <a:pt x="18979" y="43200"/>
                    </a:cubicBezTo>
                    <a:cubicBezTo>
                      <a:pt x="11062" y="43200"/>
                      <a:pt x="3779" y="38869"/>
                      <a:pt x="0" y="31912"/>
                    </a:cubicBezTo>
                    <a:lnTo>
                      <a:pt x="18979" y="21600"/>
                    </a:lnTo>
                    <a:lnTo>
                      <a:pt x="115" y="11076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0" name="Arc 514"/>
              <p:cNvSpPr>
                <a:spLocks/>
              </p:cNvSpPr>
              <p:nvPr/>
            </p:nvSpPr>
            <p:spPr bwMode="auto">
              <a:xfrm flipV="1">
                <a:off x="1206" y="2460"/>
                <a:ext cx="435" cy="446"/>
              </a:xfrm>
              <a:custGeom>
                <a:avLst/>
                <a:gdLst>
                  <a:gd name="T0" fmla="*/ 0 w 42129"/>
                  <a:gd name="T1" fmla="*/ 0 h 43200"/>
                  <a:gd name="T2" fmla="*/ 0 w 42129"/>
                  <a:gd name="T3" fmla="*/ 0 h 43200"/>
                  <a:gd name="T4" fmla="*/ 0 w 42129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42129"/>
                  <a:gd name="T10" fmla="*/ 0 h 43200"/>
                  <a:gd name="T11" fmla="*/ 42129 w 42129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129" h="43200" fill="none" extrusionOk="0">
                    <a:moveTo>
                      <a:pt x="5" y="14864"/>
                    </a:moveTo>
                    <a:cubicBezTo>
                      <a:pt x="2916" y="5995"/>
                      <a:pt x="11194" y="-1"/>
                      <a:pt x="20529" y="0"/>
                    </a:cubicBezTo>
                    <a:cubicBezTo>
                      <a:pt x="32458" y="0"/>
                      <a:pt x="42129" y="9670"/>
                      <a:pt x="42129" y="21600"/>
                    </a:cubicBezTo>
                    <a:cubicBezTo>
                      <a:pt x="42129" y="33529"/>
                      <a:pt x="32458" y="43200"/>
                      <a:pt x="20529" y="43200"/>
                    </a:cubicBezTo>
                    <a:cubicBezTo>
                      <a:pt x="11187" y="43200"/>
                      <a:pt x="2904" y="37194"/>
                      <a:pt x="-1" y="28316"/>
                    </a:cubicBezTo>
                  </a:path>
                  <a:path w="42129" h="43200" stroke="0" extrusionOk="0">
                    <a:moveTo>
                      <a:pt x="5" y="14864"/>
                    </a:moveTo>
                    <a:cubicBezTo>
                      <a:pt x="2916" y="5995"/>
                      <a:pt x="11194" y="-1"/>
                      <a:pt x="20529" y="0"/>
                    </a:cubicBezTo>
                    <a:cubicBezTo>
                      <a:pt x="32458" y="0"/>
                      <a:pt x="42129" y="9670"/>
                      <a:pt x="42129" y="21600"/>
                    </a:cubicBezTo>
                    <a:cubicBezTo>
                      <a:pt x="42129" y="33529"/>
                      <a:pt x="32458" y="43200"/>
                      <a:pt x="20529" y="43200"/>
                    </a:cubicBezTo>
                    <a:cubicBezTo>
                      <a:pt x="11187" y="43200"/>
                      <a:pt x="2904" y="37194"/>
                      <a:pt x="-1" y="28316"/>
                    </a:cubicBezTo>
                    <a:lnTo>
                      <a:pt x="20529" y="21600"/>
                    </a:lnTo>
                    <a:lnTo>
                      <a:pt x="5" y="14864"/>
                    </a:lnTo>
                    <a:close/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331" name="Rectangle 515"/>
              <p:cNvSpPr>
                <a:spLocks noChangeArrowheads="1"/>
              </p:cNvSpPr>
              <p:nvPr/>
            </p:nvSpPr>
            <p:spPr bwMode="auto">
              <a:xfrm>
                <a:off x="1301" y="2470"/>
                <a:ext cx="96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>
                    <a:latin typeface="黑体" pitchFamily="2" charset="-122"/>
                    <a:ea typeface="黑体" pitchFamily="2" charset="-122"/>
                  </a:rPr>
                  <a:t>A</a:t>
                </a:r>
              </a:p>
            </p:txBody>
          </p:sp>
          <p:sp>
            <p:nvSpPr>
              <p:cNvPr id="13332" name="Freeform 516"/>
              <p:cNvSpPr>
                <a:spLocks/>
              </p:cNvSpPr>
              <p:nvPr/>
            </p:nvSpPr>
            <p:spPr bwMode="auto">
              <a:xfrm>
                <a:off x="1258" y="2687"/>
                <a:ext cx="620" cy="1"/>
              </a:xfrm>
              <a:custGeom>
                <a:avLst/>
                <a:gdLst>
                  <a:gd name="T0" fmla="*/ 0 w 620"/>
                  <a:gd name="T1" fmla="*/ 0 h 1"/>
                  <a:gd name="T2" fmla="*/ 620 w 620"/>
                  <a:gd name="T3" fmla="*/ 1 h 1"/>
                  <a:gd name="T4" fmla="*/ 0 60000 65536"/>
                  <a:gd name="T5" fmla="*/ 0 60000 65536"/>
                  <a:gd name="T6" fmla="*/ 0 w 620"/>
                  <a:gd name="T7" fmla="*/ 0 h 1"/>
                  <a:gd name="T8" fmla="*/ 620 w 620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20" h="1">
                    <a:moveTo>
                      <a:pt x="0" y="0"/>
                    </a:moveTo>
                    <a:lnTo>
                      <a:pt x="620" y="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3" name="Freeform 517"/>
              <p:cNvSpPr>
                <a:spLocks/>
              </p:cNvSpPr>
              <p:nvPr/>
            </p:nvSpPr>
            <p:spPr bwMode="auto">
              <a:xfrm>
                <a:off x="1601" y="3016"/>
                <a:ext cx="888" cy="234"/>
              </a:xfrm>
              <a:custGeom>
                <a:avLst/>
                <a:gdLst>
                  <a:gd name="T0" fmla="*/ 0 w 2664"/>
                  <a:gd name="T1" fmla="*/ 0 h 701"/>
                  <a:gd name="T2" fmla="*/ 296 w 2664"/>
                  <a:gd name="T3" fmla="*/ 78 h 701"/>
                  <a:gd name="T4" fmla="*/ 296 w 2664"/>
                  <a:gd name="T5" fmla="*/ 78 h 701"/>
                  <a:gd name="T6" fmla="*/ 0 60000 65536"/>
                  <a:gd name="T7" fmla="*/ 0 60000 65536"/>
                  <a:gd name="T8" fmla="*/ 0 60000 65536"/>
                  <a:gd name="T9" fmla="*/ 0 w 2664"/>
                  <a:gd name="T10" fmla="*/ 0 h 701"/>
                  <a:gd name="T11" fmla="*/ 2664 w 2664"/>
                  <a:gd name="T12" fmla="*/ 701 h 70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64" h="701">
                    <a:moveTo>
                      <a:pt x="0" y="0"/>
                    </a:moveTo>
                    <a:lnTo>
                      <a:pt x="2663" y="701"/>
                    </a:lnTo>
                    <a:lnTo>
                      <a:pt x="2664" y="70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4" name="Freeform 518"/>
              <p:cNvSpPr>
                <a:spLocks/>
              </p:cNvSpPr>
              <p:nvPr/>
            </p:nvSpPr>
            <p:spPr bwMode="auto">
              <a:xfrm>
                <a:off x="1734" y="2481"/>
                <a:ext cx="880" cy="73"/>
              </a:xfrm>
              <a:custGeom>
                <a:avLst/>
                <a:gdLst>
                  <a:gd name="T0" fmla="*/ 0 w 2639"/>
                  <a:gd name="T1" fmla="*/ 0 h 218"/>
                  <a:gd name="T2" fmla="*/ 293 w 2639"/>
                  <a:gd name="T3" fmla="*/ 24 h 218"/>
                  <a:gd name="T4" fmla="*/ 293 w 2639"/>
                  <a:gd name="T5" fmla="*/ 24 h 218"/>
                  <a:gd name="T6" fmla="*/ 0 60000 65536"/>
                  <a:gd name="T7" fmla="*/ 0 60000 65536"/>
                  <a:gd name="T8" fmla="*/ 0 60000 65536"/>
                  <a:gd name="T9" fmla="*/ 0 w 2639"/>
                  <a:gd name="T10" fmla="*/ 0 h 218"/>
                  <a:gd name="T11" fmla="*/ 2639 w 2639"/>
                  <a:gd name="T12" fmla="*/ 218 h 2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39" h="218">
                    <a:moveTo>
                      <a:pt x="0" y="0"/>
                    </a:moveTo>
                    <a:lnTo>
                      <a:pt x="2638" y="218"/>
                    </a:lnTo>
                    <a:lnTo>
                      <a:pt x="2639" y="218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5" name="Freeform 519"/>
              <p:cNvSpPr>
                <a:spLocks/>
              </p:cNvSpPr>
              <p:nvPr/>
            </p:nvSpPr>
            <p:spPr bwMode="auto">
              <a:xfrm>
                <a:off x="729" y="2505"/>
                <a:ext cx="56" cy="55"/>
              </a:xfrm>
              <a:custGeom>
                <a:avLst/>
                <a:gdLst>
                  <a:gd name="T0" fmla="*/ 0 w 166"/>
                  <a:gd name="T1" fmla="*/ 18 h 166"/>
                  <a:gd name="T2" fmla="*/ 19 w 166"/>
                  <a:gd name="T3" fmla="*/ 0 h 166"/>
                  <a:gd name="T4" fmla="*/ 19 w 166"/>
                  <a:gd name="T5" fmla="*/ 0 h 166"/>
                  <a:gd name="T6" fmla="*/ 0 60000 65536"/>
                  <a:gd name="T7" fmla="*/ 0 60000 65536"/>
                  <a:gd name="T8" fmla="*/ 0 60000 65536"/>
                  <a:gd name="T9" fmla="*/ 0 w 166"/>
                  <a:gd name="T10" fmla="*/ 0 h 166"/>
                  <a:gd name="T11" fmla="*/ 166 w 166"/>
                  <a:gd name="T12" fmla="*/ 166 h 1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6" h="166">
                    <a:moveTo>
                      <a:pt x="0" y="166"/>
                    </a:moveTo>
                    <a:lnTo>
                      <a:pt x="165" y="0"/>
                    </a:lnTo>
                    <a:lnTo>
                      <a:pt x="166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6" name="Freeform 520"/>
              <p:cNvSpPr>
                <a:spLocks/>
              </p:cNvSpPr>
              <p:nvPr/>
            </p:nvSpPr>
            <p:spPr bwMode="auto">
              <a:xfrm>
                <a:off x="765" y="2556"/>
                <a:ext cx="56" cy="55"/>
              </a:xfrm>
              <a:custGeom>
                <a:avLst/>
                <a:gdLst>
                  <a:gd name="T0" fmla="*/ 0 w 167"/>
                  <a:gd name="T1" fmla="*/ 18 h 165"/>
                  <a:gd name="T2" fmla="*/ 19 w 167"/>
                  <a:gd name="T3" fmla="*/ 0 h 165"/>
                  <a:gd name="T4" fmla="*/ 19 w 167"/>
                  <a:gd name="T5" fmla="*/ 0 h 165"/>
                  <a:gd name="T6" fmla="*/ 0 60000 65536"/>
                  <a:gd name="T7" fmla="*/ 0 60000 65536"/>
                  <a:gd name="T8" fmla="*/ 0 60000 65536"/>
                  <a:gd name="T9" fmla="*/ 0 w 167"/>
                  <a:gd name="T10" fmla="*/ 0 h 165"/>
                  <a:gd name="T11" fmla="*/ 167 w 167"/>
                  <a:gd name="T12" fmla="*/ 165 h 1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7" h="165">
                    <a:moveTo>
                      <a:pt x="0" y="165"/>
                    </a:moveTo>
                    <a:lnTo>
                      <a:pt x="166" y="0"/>
                    </a:lnTo>
                    <a:lnTo>
                      <a:pt x="167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7" name="Freeform 521"/>
              <p:cNvSpPr>
                <a:spLocks/>
              </p:cNvSpPr>
              <p:nvPr/>
            </p:nvSpPr>
            <p:spPr bwMode="auto">
              <a:xfrm>
                <a:off x="729" y="2762"/>
                <a:ext cx="60" cy="59"/>
              </a:xfrm>
              <a:custGeom>
                <a:avLst/>
                <a:gdLst>
                  <a:gd name="T0" fmla="*/ 0 w 179"/>
                  <a:gd name="T1" fmla="*/ 20 h 178"/>
                  <a:gd name="T2" fmla="*/ 20 w 179"/>
                  <a:gd name="T3" fmla="*/ 0 h 178"/>
                  <a:gd name="T4" fmla="*/ 20 w 179"/>
                  <a:gd name="T5" fmla="*/ 0 h 178"/>
                  <a:gd name="T6" fmla="*/ 0 60000 65536"/>
                  <a:gd name="T7" fmla="*/ 0 60000 65536"/>
                  <a:gd name="T8" fmla="*/ 0 60000 65536"/>
                  <a:gd name="T9" fmla="*/ 0 w 179"/>
                  <a:gd name="T10" fmla="*/ 0 h 178"/>
                  <a:gd name="T11" fmla="*/ 179 w 179"/>
                  <a:gd name="T12" fmla="*/ 178 h 1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9" h="178">
                    <a:moveTo>
                      <a:pt x="0" y="178"/>
                    </a:moveTo>
                    <a:lnTo>
                      <a:pt x="178" y="0"/>
                    </a:lnTo>
                    <a:lnTo>
                      <a:pt x="17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8" name="Freeform 522"/>
              <p:cNvSpPr>
                <a:spLocks/>
              </p:cNvSpPr>
              <p:nvPr/>
            </p:nvSpPr>
            <p:spPr bwMode="auto">
              <a:xfrm>
                <a:off x="1003" y="2505"/>
                <a:ext cx="43" cy="43"/>
              </a:xfrm>
              <a:custGeom>
                <a:avLst/>
                <a:gdLst>
                  <a:gd name="T0" fmla="*/ 0 w 130"/>
                  <a:gd name="T1" fmla="*/ 14 h 129"/>
                  <a:gd name="T2" fmla="*/ 14 w 130"/>
                  <a:gd name="T3" fmla="*/ 0 h 129"/>
                  <a:gd name="T4" fmla="*/ 14 w 130"/>
                  <a:gd name="T5" fmla="*/ 0 h 129"/>
                  <a:gd name="T6" fmla="*/ 0 60000 65536"/>
                  <a:gd name="T7" fmla="*/ 0 60000 65536"/>
                  <a:gd name="T8" fmla="*/ 0 60000 65536"/>
                  <a:gd name="T9" fmla="*/ 0 w 130"/>
                  <a:gd name="T10" fmla="*/ 0 h 129"/>
                  <a:gd name="T11" fmla="*/ 130 w 130"/>
                  <a:gd name="T12" fmla="*/ 129 h 1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0" h="129">
                    <a:moveTo>
                      <a:pt x="0" y="129"/>
                    </a:moveTo>
                    <a:lnTo>
                      <a:pt x="129" y="0"/>
                    </a:lnTo>
                    <a:lnTo>
                      <a:pt x="13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39" name="Freeform 523"/>
              <p:cNvSpPr>
                <a:spLocks/>
              </p:cNvSpPr>
              <p:nvPr/>
            </p:nvSpPr>
            <p:spPr bwMode="auto">
              <a:xfrm>
                <a:off x="769" y="2818"/>
                <a:ext cx="52" cy="51"/>
              </a:xfrm>
              <a:custGeom>
                <a:avLst/>
                <a:gdLst>
                  <a:gd name="T0" fmla="*/ 0 w 154"/>
                  <a:gd name="T1" fmla="*/ 17 h 153"/>
                  <a:gd name="T2" fmla="*/ 18 w 154"/>
                  <a:gd name="T3" fmla="*/ 0 h 153"/>
                  <a:gd name="T4" fmla="*/ 18 w 154"/>
                  <a:gd name="T5" fmla="*/ 0 h 153"/>
                  <a:gd name="T6" fmla="*/ 0 60000 65536"/>
                  <a:gd name="T7" fmla="*/ 0 60000 65536"/>
                  <a:gd name="T8" fmla="*/ 0 60000 65536"/>
                  <a:gd name="T9" fmla="*/ 0 w 154"/>
                  <a:gd name="T10" fmla="*/ 0 h 153"/>
                  <a:gd name="T11" fmla="*/ 154 w 154"/>
                  <a:gd name="T12" fmla="*/ 153 h 1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4" h="153">
                    <a:moveTo>
                      <a:pt x="0" y="153"/>
                    </a:moveTo>
                    <a:lnTo>
                      <a:pt x="153" y="0"/>
                    </a:lnTo>
                    <a:lnTo>
                      <a:pt x="15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0" name="Freeform 524"/>
              <p:cNvSpPr>
                <a:spLocks/>
              </p:cNvSpPr>
              <p:nvPr/>
            </p:nvSpPr>
            <p:spPr bwMode="auto">
              <a:xfrm>
                <a:off x="1027" y="2436"/>
                <a:ext cx="174" cy="175"/>
              </a:xfrm>
              <a:custGeom>
                <a:avLst/>
                <a:gdLst>
                  <a:gd name="T0" fmla="*/ 0 w 524"/>
                  <a:gd name="T1" fmla="*/ 58 h 524"/>
                  <a:gd name="T2" fmla="*/ 58 w 524"/>
                  <a:gd name="T3" fmla="*/ 0 h 524"/>
                  <a:gd name="T4" fmla="*/ 58 w 524"/>
                  <a:gd name="T5" fmla="*/ 0 h 524"/>
                  <a:gd name="T6" fmla="*/ 0 60000 65536"/>
                  <a:gd name="T7" fmla="*/ 0 60000 65536"/>
                  <a:gd name="T8" fmla="*/ 0 60000 65536"/>
                  <a:gd name="T9" fmla="*/ 0 w 524"/>
                  <a:gd name="T10" fmla="*/ 0 h 524"/>
                  <a:gd name="T11" fmla="*/ 524 w 524"/>
                  <a:gd name="T12" fmla="*/ 524 h 52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24" h="524">
                    <a:moveTo>
                      <a:pt x="0" y="524"/>
                    </a:moveTo>
                    <a:lnTo>
                      <a:pt x="523" y="0"/>
                    </a:lnTo>
                    <a:lnTo>
                      <a:pt x="52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1" name="Freeform 525"/>
              <p:cNvSpPr>
                <a:spLocks/>
              </p:cNvSpPr>
              <p:nvPr/>
            </p:nvSpPr>
            <p:spPr bwMode="auto">
              <a:xfrm>
                <a:off x="1114" y="2495"/>
                <a:ext cx="116" cy="116"/>
              </a:xfrm>
              <a:custGeom>
                <a:avLst/>
                <a:gdLst>
                  <a:gd name="T0" fmla="*/ 0 w 349"/>
                  <a:gd name="T1" fmla="*/ 39 h 347"/>
                  <a:gd name="T2" fmla="*/ 39 w 349"/>
                  <a:gd name="T3" fmla="*/ 0 h 347"/>
                  <a:gd name="T4" fmla="*/ 39 w 349"/>
                  <a:gd name="T5" fmla="*/ 0 h 347"/>
                  <a:gd name="T6" fmla="*/ 0 60000 65536"/>
                  <a:gd name="T7" fmla="*/ 0 60000 65536"/>
                  <a:gd name="T8" fmla="*/ 0 60000 65536"/>
                  <a:gd name="T9" fmla="*/ 0 w 349"/>
                  <a:gd name="T10" fmla="*/ 0 h 347"/>
                  <a:gd name="T11" fmla="*/ 349 w 349"/>
                  <a:gd name="T12" fmla="*/ 347 h 34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9" h="347">
                    <a:moveTo>
                      <a:pt x="0" y="347"/>
                    </a:moveTo>
                    <a:lnTo>
                      <a:pt x="348" y="0"/>
                    </a:lnTo>
                    <a:lnTo>
                      <a:pt x="34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2" name="Freeform 526"/>
              <p:cNvSpPr>
                <a:spLocks/>
              </p:cNvSpPr>
              <p:nvPr/>
            </p:nvSpPr>
            <p:spPr bwMode="auto">
              <a:xfrm>
                <a:off x="1003" y="2762"/>
                <a:ext cx="48" cy="47"/>
              </a:xfrm>
              <a:custGeom>
                <a:avLst/>
                <a:gdLst>
                  <a:gd name="T0" fmla="*/ 0 w 143"/>
                  <a:gd name="T1" fmla="*/ 16 h 142"/>
                  <a:gd name="T2" fmla="*/ 16 w 143"/>
                  <a:gd name="T3" fmla="*/ 0 h 142"/>
                  <a:gd name="T4" fmla="*/ 16 w 143"/>
                  <a:gd name="T5" fmla="*/ 0 h 142"/>
                  <a:gd name="T6" fmla="*/ 0 60000 65536"/>
                  <a:gd name="T7" fmla="*/ 0 60000 65536"/>
                  <a:gd name="T8" fmla="*/ 0 60000 65536"/>
                  <a:gd name="T9" fmla="*/ 0 w 143"/>
                  <a:gd name="T10" fmla="*/ 0 h 142"/>
                  <a:gd name="T11" fmla="*/ 143 w 143"/>
                  <a:gd name="T12" fmla="*/ 142 h 14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3" h="142">
                    <a:moveTo>
                      <a:pt x="0" y="142"/>
                    </a:moveTo>
                    <a:lnTo>
                      <a:pt x="142" y="0"/>
                    </a:lnTo>
                    <a:lnTo>
                      <a:pt x="143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3" name="Freeform 527"/>
              <p:cNvSpPr>
                <a:spLocks/>
              </p:cNvSpPr>
              <p:nvPr/>
            </p:nvSpPr>
            <p:spPr bwMode="auto">
              <a:xfrm>
                <a:off x="1201" y="2602"/>
                <a:ext cx="9" cy="9"/>
              </a:xfrm>
              <a:custGeom>
                <a:avLst/>
                <a:gdLst>
                  <a:gd name="T0" fmla="*/ 0 w 28"/>
                  <a:gd name="T1" fmla="*/ 3 h 26"/>
                  <a:gd name="T2" fmla="*/ 3 w 28"/>
                  <a:gd name="T3" fmla="*/ 0 h 26"/>
                  <a:gd name="T4" fmla="*/ 3 w 28"/>
                  <a:gd name="T5" fmla="*/ 0 h 26"/>
                  <a:gd name="T6" fmla="*/ 0 60000 65536"/>
                  <a:gd name="T7" fmla="*/ 0 60000 65536"/>
                  <a:gd name="T8" fmla="*/ 0 60000 65536"/>
                  <a:gd name="T9" fmla="*/ 0 w 28"/>
                  <a:gd name="T10" fmla="*/ 0 h 26"/>
                  <a:gd name="T11" fmla="*/ 28 w 28"/>
                  <a:gd name="T12" fmla="*/ 26 h 2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" h="26">
                    <a:moveTo>
                      <a:pt x="0" y="26"/>
                    </a:moveTo>
                    <a:lnTo>
                      <a:pt x="27" y="0"/>
                    </a:lnTo>
                    <a:lnTo>
                      <a:pt x="28" y="0"/>
                    </a:lnTo>
                  </a:path>
                </a:pathLst>
              </a:custGeom>
              <a:noFill/>
              <a:ln w="0">
                <a:solidFill>
                  <a:srgbClr val="0000FF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4" name="Freeform 528"/>
              <p:cNvSpPr>
                <a:spLocks/>
              </p:cNvSpPr>
              <p:nvPr/>
            </p:nvSpPr>
            <p:spPr bwMode="auto">
              <a:xfrm>
                <a:off x="1031" y="2762"/>
                <a:ext cx="107" cy="107"/>
              </a:xfrm>
              <a:custGeom>
                <a:avLst/>
                <a:gdLst>
                  <a:gd name="T0" fmla="*/ 0 w 320"/>
                  <a:gd name="T1" fmla="*/ 36 h 320"/>
                  <a:gd name="T2" fmla="*/ 35 w 320"/>
                  <a:gd name="T3" fmla="*/ 0 h 320"/>
                  <a:gd name="T4" fmla="*/ 36 w 320"/>
                  <a:gd name="T5" fmla="*/ 0 h 320"/>
                  <a:gd name="T6" fmla="*/ 0 60000 65536"/>
                  <a:gd name="T7" fmla="*/ 0 60000 65536"/>
                  <a:gd name="T8" fmla="*/ 0 60000 65536"/>
                  <a:gd name="T9" fmla="*/ 0 w 320"/>
                  <a:gd name="T10" fmla="*/ 0 h 320"/>
                  <a:gd name="T11" fmla="*/ 320 w 320"/>
                  <a:gd name="T12" fmla="*/ 320 h 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20" h="320">
                    <a:moveTo>
                      <a:pt x="0" y="320"/>
                    </a:moveTo>
                    <a:lnTo>
                      <a:pt x="318" y="0"/>
                    </a:lnTo>
                    <a:lnTo>
                      <a:pt x="32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5" name="Freeform 529"/>
              <p:cNvSpPr>
                <a:spLocks/>
              </p:cNvSpPr>
              <p:nvPr/>
            </p:nvSpPr>
            <p:spPr bwMode="auto">
              <a:xfrm>
                <a:off x="1098" y="2775"/>
                <a:ext cx="114" cy="114"/>
              </a:xfrm>
              <a:custGeom>
                <a:avLst/>
                <a:gdLst>
                  <a:gd name="T0" fmla="*/ 0 w 344"/>
                  <a:gd name="T1" fmla="*/ 38 h 343"/>
                  <a:gd name="T2" fmla="*/ 37 w 344"/>
                  <a:gd name="T3" fmla="*/ 0 h 343"/>
                  <a:gd name="T4" fmla="*/ 38 w 344"/>
                  <a:gd name="T5" fmla="*/ 0 h 343"/>
                  <a:gd name="T6" fmla="*/ 0 60000 65536"/>
                  <a:gd name="T7" fmla="*/ 0 60000 65536"/>
                  <a:gd name="T8" fmla="*/ 0 60000 65536"/>
                  <a:gd name="T9" fmla="*/ 0 w 344"/>
                  <a:gd name="T10" fmla="*/ 0 h 343"/>
                  <a:gd name="T11" fmla="*/ 344 w 344"/>
                  <a:gd name="T12" fmla="*/ 343 h 34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4" h="343">
                    <a:moveTo>
                      <a:pt x="0" y="343"/>
                    </a:moveTo>
                    <a:lnTo>
                      <a:pt x="342" y="0"/>
                    </a:lnTo>
                    <a:lnTo>
                      <a:pt x="34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6" name="Freeform 530"/>
              <p:cNvSpPr>
                <a:spLocks/>
              </p:cNvSpPr>
              <p:nvPr/>
            </p:nvSpPr>
            <p:spPr bwMode="auto">
              <a:xfrm>
                <a:off x="1135" y="2829"/>
                <a:ext cx="110" cy="110"/>
              </a:xfrm>
              <a:custGeom>
                <a:avLst/>
                <a:gdLst>
                  <a:gd name="T0" fmla="*/ 0 w 330"/>
                  <a:gd name="T1" fmla="*/ 37 h 330"/>
                  <a:gd name="T2" fmla="*/ 37 w 330"/>
                  <a:gd name="T3" fmla="*/ 0 h 330"/>
                  <a:gd name="T4" fmla="*/ 37 w 330"/>
                  <a:gd name="T5" fmla="*/ 0 h 330"/>
                  <a:gd name="T6" fmla="*/ 0 60000 65536"/>
                  <a:gd name="T7" fmla="*/ 0 60000 65536"/>
                  <a:gd name="T8" fmla="*/ 0 60000 65536"/>
                  <a:gd name="T9" fmla="*/ 0 w 330"/>
                  <a:gd name="T10" fmla="*/ 0 h 330"/>
                  <a:gd name="T11" fmla="*/ 330 w 330"/>
                  <a:gd name="T12" fmla="*/ 330 h 33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0" h="330">
                    <a:moveTo>
                      <a:pt x="0" y="330"/>
                    </a:moveTo>
                    <a:lnTo>
                      <a:pt x="329" y="0"/>
                    </a:lnTo>
                    <a:lnTo>
                      <a:pt x="33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7" name="Freeform 531"/>
              <p:cNvSpPr>
                <a:spLocks/>
              </p:cNvSpPr>
              <p:nvPr/>
            </p:nvSpPr>
            <p:spPr bwMode="auto">
              <a:xfrm>
                <a:off x="1180" y="2871"/>
                <a:ext cx="111" cy="110"/>
              </a:xfrm>
              <a:custGeom>
                <a:avLst/>
                <a:gdLst>
                  <a:gd name="T0" fmla="*/ 0 w 332"/>
                  <a:gd name="T1" fmla="*/ 36 h 332"/>
                  <a:gd name="T2" fmla="*/ 37 w 332"/>
                  <a:gd name="T3" fmla="*/ 0 h 332"/>
                  <a:gd name="T4" fmla="*/ 37 w 332"/>
                  <a:gd name="T5" fmla="*/ 0 h 332"/>
                  <a:gd name="T6" fmla="*/ 0 60000 65536"/>
                  <a:gd name="T7" fmla="*/ 0 60000 65536"/>
                  <a:gd name="T8" fmla="*/ 0 60000 65536"/>
                  <a:gd name="T9" fmla="*/ 0 w 332"/>
                  <a:gd name="T10" fmla="*/ 0 h 332"/>
                  <a:gd name="T11" fmla="*/ 332 w 332"/>
                  <a:gd name="T12" fmla="*/ 332 h 3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2" h="332">
                    <a:moveTo>
                      <a:pt x="0" y="332"/>
                    </a:moveTo>
                    <a:lnTo>
                      <a:pt x="331" y="0"/>
                    </a:lnTo>
                    <a:lnTo>
                      <a:pt x="332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8" name="Freeform 532"/>
              <p:cNvSpPr>
                <a:spLocks/>
              </p:cNvSpPr>
              <p:nvPr/>
            </p:nvSpPr>
            <p:spPr bwMode="auto">
              <a:xfrm>
                <a:off x="912" y="2717"/>
                <a:ext cx="1" cy="235"/>
              </a:xfrm>
              <a:custGeom>
                <a:avLst/>
                <a:gdLst>
                  <a:gd name="T0" fmla="*/ 0 w 1"/>
                  <a:gd name="T1" fmla="*/ 0 h 705"/>
                  <a:gd name="T2" fmla="*/ 0 w 1"/>
                  <a:gd name="T3" fmla="*/ 78 h 705"/>
                  <a:gd name="T4" fmla="*/ 1 w 1"/>
                  <a:gd name="T5" fmla="*/ 78 h 70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705"/>
                  <a:gd name="T11" fmla="*/ 1 w 1"/>
                  <a:gd name="T12" fmla="*/ 705 h 70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705">
                    <a:moveTo>
                      <a:pt x="0" y="0"/>
                    </a:moveTo>
                    <a:lnTo>
                      <a:pt x="0" y="705"/>
                    </a:lnTo>
                    <a:lnTo>
                      <a:pt x="1" y="70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49" name="Freeform 533"/>
              <p:cNvSpPr>
                <a:spLocks/>
              </p:cNvSpPr>
              <p:nvPr/>
            </p:nvSpPr>
            <p:spPr bwMode="auto">
              <a:xfrm>
                <a:off x="1417" y="2619"/>
                <a:ext cx="1" cy="350"/>
              </a:xfrm>
              <a:custGeom>
                <a:avLst/>
                <a:gdLst>
                  <a:gd name="T0" fmla="*/ 0 w 2"/>
                  <a:gd name="T1" fmla="*/ 0 h 1048"/>
                  <a:gd name="T2" fmla="*/ 0 w 2"/>
                  <a:gd name="T3" fmla="*/ 117 h 1048"/>
                  <a:gd name="T4" fmla="*/ 1 w 2"/>
                  <a:gd name="T5" fmla="*/ 117 h 1048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048"/>
                  <a:gd name="T11" fmla="*/ 2 w 2"/>
                  <a:gd name="T12" fmla="*/ 1048 h 10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048">
                    <a:moveTo>
                      <a:pt x="0" y="0"/>
                    </a:moveTo>
                    <a:lnTo>
                      <a:pt x="0" y="1048"/>
                    </a:lnTo>
                    <a:lnTo>
                      <a:pt x="2" y="1048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0" name="Freeform 534"/>
              <p:cNvSpPr>
                <a:spLocks/>
              </p:cNvSpPr>
              <p:nvPr/>
            </p:nvSpPr>
            <p:spPr bwMode="auto">
              <a:xfrm>
                <a:off x="723" y="2868"/>
                <a:ext cx="363" cy="1"/>
              </a:xfrm>
              <a:custGeom>
                <a:avLst/>
                <a:gdLst>
                  <a:gd name="T0" fmla="*/ 0 w 363"/>
                  <a:gd name="T1" fmla="*/ 1 h 1"/>
                  <a:gd name="T2" fmla="*/ 363 w 363"/>
                  <a:gd name="T3" fmla="*/ 0 h 1"/>
                  <a:gd name="T4" fmla="*/ 0 60000 65536"/>
                  <a:gd name="T5" fmla="*/ 0 60000 65536"/>
                  <a:gd name="T6" fmla="*/ 0 w 363"/>
                  <a:gd name="T7" fmla="*/ 0 h 1"/>
                  <a:gd name="T8" fmla="*/ 363 w 363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63" h="1">
                    <a:moveTo>
                      <a:pt x="0" y="1"/>
                    </a:moveTo>
                    <a:lnTo>
                      <a:pt x="363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1" name="Freeform 535"/>
              <p:cNvSpPr>
                <a:spLocks/>
              </p:cNvSpPr>
              <p:nvPr/>
            </p:nvSpPr>
            <p:spPr bwMode="auto">
              <a:xfrm>
                <a:off x="729" y="2762"/>
                <a:ext cx="478" cy="1"/>
              </a:xfrm>
              <a:custGeom>
                <a:avLst/>
                <a:gdLst>
                  <a:gd name="T0" fmla="*/ 0 w 1433"/>
                  <a:gd name="T1" fmla="*/ 0 h 1"/>
                  <a:gd name="T2" fmla="*/ 159 w 1433"/>
                  <a:gd name="T3" fmla="*/ 0 h 1"/>
                  <a:gd name="T4" fmla="*/ 159 w 143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433"/>
                  <a:gd name="T10" fmla="*/ 0 h 1"/>
                  <a:gd name="T11" fmla="*/ 1433 w 143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33" h="1">
                    <a:moveTo>
                      <a:pt x="0" y="0"/>
                    </a:moveTo>
                    <a:lnTo>
                      <a:pt x="1432" y="0"/>
                    </a:lnTo>
                    <a:lnTo>
                      <a:pt x="1433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2" name="Freeform 536"/>
              <p:cNvSpPr>
                <a:spLocks/>
              </p:cNvSpPr>
              <p:nvPr/>
            </p:nvSpPr>
            <p:spPr bwMode="auto">
              <a:xfrm>
                <a:off x="729" y="2762"/>
                <a:ext cx="1" cy="107"/>
              </a:xfrm>
              <a:custGeom>
                <a:avLst/>
                <a:gdLst>
                  <a:gd name="T0" fmla="*/ 0 w 1"/>
                  <a:gd name="T1" fmla="*/ 0 h 320"/>
                  <a:gd name="T2" fmla="*/ 0 w 1"/>
                  <a:gd name="T3" fmla="*/ 36 h 320"/>
                  <a:gd name="T4" fmla="*/ 1 w 1"/>
                  <a:gd name="T5" fmla="*/ 36 h 32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20"/>
                  <a:gd name="T11" fmla="*/ 1 w 1"/>
                  <a:gd name="T12" fmla="*/ 320 h 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20">
                    <a:moveTo>
                      <a:pt x="0" y="0"/>
                    </a:moveTo>
                    <a:lnTo>
                      <a:pt x="0" y="320"/>
                    </a:lnTo>
                    <a:lnTo>
                      <a:pt x="1" y="32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3" name="Freeform 537"/>
              <p:cNvSpPr>
                <a:spLocks/>
              </p:cNvSpPr>
              <p:nvPr/>
            </p:nvSpPr>
            <p:spPr bwMode="auto">
              <a:xfrm>
                <a:off x="820" y="2762"/>
                <a:ext cx="1" cy="107"/>
              </a:xfrm>
              <a:custGeom>
                <a:avLst/>
                <a:gdLst>
                  <a:gd name="T0" fmla="*/ 0 w 1"/>
                  <a:gd name="T1" fmla="*/ 0 h 320"/>
                  <a:gd name="T2" fmla="*/ 0 w 1"/>
                  <a:gd name="T3" fmla="*/ 36 h 320"/>
                  <a:gd name="T4" fmla="*/ 1 w 1"/>
                  <a:gd name="T5" fmla="*/ 36 h 32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20"/>
                  <a:gd name="T11" fmla="*/ 1 w 1"/>
                  <a:gd name="T12" fmla="*/ 320 h 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20">
                    <a:moveTo>
                      <a:pt x="0" y="0"/>
                    </a:moveTo>
                    <a:lnTo>
                      <a:pt x="0" y="320"/>
                    </a:lnTo>
                    <a:lnTo>
                      <a:pt x="1" y="32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4" name="Freeform 538"/>
              <p:cNvSpPr>
                <a:spLocks/>
              </p:cNvSpPr>
              <p:nvPr/>
            </p:nvSpPr>
            <p:spPr bwMode="auto">
              <a:xfrm>
                <a:off x="1199" y="2901"/>
                <a:ext cx="154" cy="95"/>
              </a:xfrm>
              <a:custGeom>
                <a:avLst/>
                <a:gdLst>
                  <a:gd name="T0" fmla="*/ 154 w 154"/>
                  <a:gd name="T1" fmla="*/ 0 h 95"/>
                  <a:gd name="T2" fmla="*/ 118 w 154"/>
                  <a:gd name="T3" fmla="*/ 24 h 95"/>
                  <a:gd name="T4" fmla="*/ 88 w 154"/>
                  <a:gd name="T5" fmla="*/ 62 h 95"/>
                  <a:gd name="T6" fmla="*/ 38 w 154"/>
                  <a:gd name="T7" fmla="*/ 69 h 95"/>
                  <a:gd name="T8" fmla="*/ 0 w 154"/>
                  <a:gd name="T9" fmla="*/ 95 h 95"/>
                  <a:gd name="T10" fmla="*/ 0 w 154"/>
                  <a:gd name="T11" fmla="*/ 95 h 9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54"/>
                  <a:gd name="T19" fmla="*/ 0 h 95"/>
                  <a:gd name="T20" fmla="*/ 154 w 154"/>
                  <a:gd name="T21" fmla="*/ 95 h 9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54" h="95">
                    <a:moveTo>
                      <a:pt x="154" y="0"/>
                    </a:moveTo>
                    <a:lnTo>
                      <a:pt x="118" y="24"/>
                    </a:lnTo>
                    <a:lnTo>
                      <a:pt x="88" y="62"/>
                    </a:lnTo>
                    <a:lnTo>
                      <a:pt x="38" y="69"/>
                    </a:lnTo>
                    <a:lnTo>
                      <a:pt x="0" y="9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5" name="Freeform 539"/>
              <p:cNvSpPr>
                <a:spLocks/>
              </p:cNvSpPr>
              <p:nvPr/>
            </p:nvSpPr>
            <p:spPr bwMode="auto">
              <a:xfrm>
                <a:off x="1003" y="2762"/>
                <a:ext cx="1" cy="107"/>
              </a:xfrm>
              <a:custGeom>
                <a:avLst/>
                <a:gdLst>
                  <a:gd name="T0" fmla="*/ 0 w 1"/>
                  <a:gd name="T1" fmla="*/ 0 h 320"/>
                  <a:gd name="T2" fmla="*/ 0 w 1"/>
                  <a:gd name="T3" fmla="*/ 36 h 320"/>
                  <a:gd name="T4" fmla="*/ 1 w 1"/>
                  <a:gd name="T5" fmla="*/ 36 h 32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20"/>
                  <a:gd name="T11" fmla="*/ 1 w 1"/>
                  <a:gd name="T12" fmla="*/ 320 h 3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20">
                    <a:moveTo>
                      <a:pt x="0" y="0"/>
                    </a:moveTo>
                    <a:lnTo>
                      <a:pt x="0" y="320"/>
                    </a:lnTo>
                    <a:lnTo>
                      <a:pt x="1" y="32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6" name="Freeform 540"/>
              <p:cNvSpPr>
                <a:spLocks/>
              </p:cNvSpPr>
              <p:nvPr/>
            </p:nvSpPr>
            <p:spPr bwMode="auto">
              <a:xfrm>
                <a:off x="1417" y="3025"/>
                <a:ext cx="1" cy="131"/>
              </a:xfrm>
              <a:custGeom>
                <a:avLst/>
                <a:gdLst>
                  <a:gd name="T0" fmla="*/ 0 w 2"/>
                  <a:gd name="T1" fmla="*/ 0 h 391"/>
                  <a:gd name="T2" fmla="*/ 0 w 2"/>
                  <a:gd name="T3" fmla="*/ 44 h 391"/>
                  <a:gd name="T4" fmla="*/ 1 w 2"/>
                  <a:gd name="T5" fmla="*/ 44 h 391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391"/>
                  <a:gd name="T11" fmla="*/ 2 w 2"/>
                  <a:gd name="T12" fmla="*/ 391 h 39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391">
                    <a:moveTo>
                      <a:pt x="0" y="0"/>
                    </a:moveTo>
                    <a:lnTo>
                      <a:pt x="0" y="391"/>
                    </a:lnTo>
                    <a:lnTo>
                      <a:pt x="2" y="39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7" name="Freeform 541"/>
              <p:cNvSpPr>
                <a:spLocks/>
              </p:cNvSpPr>
              <p:nvPr/>
            </p:nvSpPr>
            <p:spPr bwMode="auto">
              <a:xfrm>
                <a:off x="1417" y="2993"/>
                <a:ext cx="1" cy="11"/>
              </a:xfrm>
              <a:custGeom>
                <a:avLst/>
                <a:gdLst>
                  <a:gd name="T0" fmla="*/ 0 w 2"/>
                  <a:gd name="T1" fmla="*/ 0 h 33"/>
                  <a:gd name="T2" fmla="*/ 0 w 2"/>
                  <a:gd name="T3" fmla="*/ 4 h 33"/>
                  <a:gd name="T4" fmla="*/ 1 w 2"/>
                  <a:gd name="T5" fmla="*/ 4 h 33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33"/>
                  <a:gd name="T11" fmla="*/ 2 w 2"/>
                  <a:gd name="T12" fmla="*/ 33 h 3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33">
                    <a:moveTo>
                      <a:pt x="0" y="0"/>
                    </a:moveTo>
                    <a:lnTo>
                      <a:pt x="0" y="33"/>
                    </a:lnTo>
                    <a:lnTo>
                      <a:pt x="2" y="33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8" name="Freeform 542"/>
              <p:cNvSpPr>
                <a:spLocks/>
              </p:cNvSpPr>
              <p:nvPr/>
            </p:nvSpPr>
            <p:spPr bwMode="auto">
              <a:xfrm>
                <a:off x="725" y="2687"/>
                <a:ext cx="443" cy="1"/>
              </a:xfrm>
              <a:custGeom>
                <a:avLst/>
                <a:gdLst>
                  <a:gd name="T0" fmla="*/ 0 w 1329"/>
                  <a:gd name="T1" fmla="*/ 0 h 1"/>
                  <a:gd name="T2" fmla="*/ 148 w 1329"/>
                  <a:gd name="T3" fmla="*/ 0 h 1"/>
                  <a:gd name="T4" fmla="*/ 148 w 132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329"/>
                  <a:gd name="T10" fmla="*/ 0 h 1"/>
                  <a:gd name="T11" fmla="*/ 1329 w 132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29" h="1">
                    <a:moveTo>
                      <a:pt x="0" y="0"/>
                    </a:moveTo>
                    <a:lnTo>
                      <a:pt x="1328" y="0"/>
                    </a:lnTo>
                    <a:lnTo>
                      <a:pt x="132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9" name="Freeform 543"/>
              <p:cNvSpPr>
                <a:spLocks/>
              </p:cNvSpPr>
              <p:nvPr/>
            </p:nvSpPr>
            <p:spPr bwMode="auto">
              <a:xfrm>
                <a:off x="729" y="2611"/>
                <a:ext cx="478" cy="1"/>
              </a:xfrm>
              <a:custGeom>
                <a:avLst/>
                <a:gdLst>
                  <a:gd name="T0" fmla="*/ 0 w 1433"/>
                  <a:gd name="T1" fmla="*/ 0 h 1"/>
                  <a:gd name="T2" fmla="*/ 159 w 1433"/>
                  <a:gd name="T3" fmla="*/ 0 h 1"/>
                  <a:gd name="T4" fmla="*/ 159 w 143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433"/>
                  <a:gd name="T10" fmla="*/ 0 h 1"/>
                  <a:gd name="T11" fmla="*/ 1433 w 143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33" h="1">
                    <a:moveTo>
                      <a:pt x="0" y="0"/>
                    </a:moveTo>
                    <a:lnTo>
                      <a:pt x="1432" y="0"/>
                    </a:lnTo>
                    <a:lnTo>
                      <a:pt x="1433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0" name="Freeform 544"/>
              <p:cNvSpPr>
                <a:spLocks/>
              </p:cNvSpPr>
              <p:nvPr/>
            </p:nvSpPr>
            <p:spPr bwMode="auto">
              <a:xfrm>
                <a:off x="729" y="2505"/>
                <a:ext cx="357" cy="1"/>
              </a:xfrm>
              <a:custGeom>
                <a:avLst/>
                <a:gdLst>
                  <a:gd name="T0" fmla="*/ 0 w 357"/>
                  <a:gd name="T1" fmla="*/ 0 h 1"/>
                  <a:gd name="T2" fmla="*/ 357 w 357"/>
                  <a:gd name="T3" fmla="*/ 0 h 1"/>
                  <a:gd name="T4" fmla="*/ 0 60000 65536"/>
                  <a:gd name="T5" fmla="*/ 0 60000 65536"/>
                  <a:gd name="T6" fmla="*/ 0 w 357"/>
                  <a:gd name="T7" fmla="*/ 0 h 1"/>
                  <a:gd name="T8" fmla="*/ 357 w 357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57" h="1">
                    <a:moveTo>
                      <a:pt x="0" y="0"/>
                    </a:moveTo>
                    <a:lnTo>
                      <a:pt x="357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1" name="Freeform 545"/>
              <p:cNvSpPr>
                <a:spLocks/>
              </p:cNvSpPr>
              <p:nvPr/>
            </p:nvSpPr>
            <p:spPr bwMode="auto">
              <a:xfrm>
                <a:off x="820" y="2505"/>
                <a:ext cx="1" cy="106"/>
              </a:xfrm>
              <a:custGeom>
                <a:avLst/>
                <a:gdLst>
                  <a:gd name="T0" fmla="*/ 0 w 1"/>
                  <a:gd name="T1" fmla="*/ 35 h 319"/>
                  <a:gd name="T2" fmla="*/ 0 w 1"/>
                  <a:gd name="T3" fmla="*/ 0 h 319"/>
                  <a:gd name="T4" fmla="*/ 1 w 1"/>
                  <a:gd name="T5" fmla="*/ 0 h 31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19"/>
                  <a:gd name="T11" fmla="*/ 1 w 1"/>
                  <a:gd name="T12" fmla="*/ 319 h 3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19">
                    <a:moveTo>
                      <a:pt x="0" y="31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2" name="Freeform 546"/>
              <p:cNvSpPr>
                <a:spLocks/>
              </p:cNvSpPr>
              <p:nvPr/>
            </p:nvSpPr>
            <p:spPr bwMode="auto">
              <a:xfrm>
                <a:off x="729" y="2505"/>
                <a:ext cx="1" cy="106"/>
              </a:xfrm>
              <a:custGeom>
                <a:avLst/>
                <a:gdLst>
                  <a:gd name="T0" fmla="*/ 0 w 1"/>
                  <a:gd name="T1" fmla="*/ 35 h 319"/>
                  <a:gd name="T2" fmla="*/ 0 w 1"/>
                  <a:gd name="T3" fmla="*/ 0 h 319"/>
                  <a:gd name="T4" fmla="*/ 1 w 1"/>
                  <a:gd name="T5" fmla="*/ 0 h 31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19"/>
                  <a:gd name="T11" fmla="*/ 1 w 1"/>
                  <a:gd name="T12" fmla="*/ 319 h 3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19">
                    <a:moveTo>
                      <a:pt x="0" y="31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3" name="Freeform 547"/>
              <p:cNvSpPr>
                <a:spLocks/>
              </p:cNvSpPr>
              <p:nvPr/>
            </p:nvSpPr>
            <p:spPr bwMode="auto">
              <a:xfrm>
                <a:off x="1172" y="2398"/>
                <a:ext cx="102" cy="117"/>
              </a:xfrm>
              <a:custGeom>
                <a:avLst/>
                <a:gdLst>
                  <a:gd name="T0" fmla="*/ 0 w 102"/>
                  <a:gd name="T1" fmla="*/ 0 h 117"/>
                  <a:gd name="T2" fmla="*/ 49 w 102"/>
                  <a:gd name="T3" fmla="*/ 50 h 117"/>
                  <a:gd name="T4" fmla="*/ 63 w 102"/>
                  <a:gd name="T5" fmla="*/ 101 h 117"/>
                  <a:gd name="T6" fmla="*/ 102 w 102"/>
                  <a:gd name="T7" fmla="*/ 117 h 117"/>
                  <a:gd name="T8" fmla="*/ 102 w 102"/>
                  <a:gd name="T9" fmla="*/ 117 h 1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02"/>
                  <a:gd name="T16" fmla="*/ 0 h 117"/>
                  <a:gd name="T17" fmla="*/ 102 w 102"/>
                  <a:gd name="T18" fmla="*/ 117 h 11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02" h="117">
                    <a:moveTo>
                      <a:pt x="0" y="0"/>
                    </a:moveTo>
                    <a:lnTo>
                      <a:pt x="49" y="50"/>
                    </a:lnTo>
                    <a:lnTo>
                      <a:pt x="63" y="101"/>
                    </a:lnTo>
                    <a:lnTo>
                      <a:pt x="102" y="117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4" name="Freeform 548"/>
              <p:cNvSpPr>
                <a:spLocks/>
              </p:cNvSpPr>
              <p:nvPr/>
            </p:nvSpPr>
            <p:spPr bwMode="auto">
              <a:xfrm>
                <a:off x="912" y="2443"/>
                <a:ext cx="1" cy="230"/>
              </a:xfrm>
              <a:custGeom>
                <a:avLst/>
                <a:gdLst>
                  <a:gd name="T0" fmla="*/ 0 w 1"/>
                  <a:gd name="T1" fmla="*/ 0 h 689"/>
                  <a:gd name="T2" fmla="*/ 0 w 1"/>
                  <a:gd name="T3" fmla="*/ 77 h 689"/>
                  <a:gd name="T4" fmla="*/ 1 w 1"/>
                  <a:gd name="T5" fmla="*/ 77 h 68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689"/>
                  <a:gd name="T11" fmla="*/ 1 w 1"/>
                  <a:gd name="T12" fmla="*/ 689 h 68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689">
                    <a:moveTo>
                      <a:pt x="0" y="0"/>
                    </a:moveTo>
                    <a:lnTo>
                      <a:pt x="0" y="689"/>
                    </a:lnTo>
                    <a:lnTo>
                      <a:pt x="1" y="68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5" name="Freeform 549"/>
              <p:cNvSpPr>
                <a:spLocks/>
              </p:cNvSpPr>
              <p:nvPr/>
            </p:nvSpPr>
            <p:spPr bwMode="auto">
              <a:xfrm>
                <a:off x="1003" y="2505"/>
                <a:ext cx="1" cy="106"/>
              </a:xfrm>
              <a:custGeom>
                <a:avLst/>
                <a:gdLst>
                  <a:gd name="T0" fmla="*/ 0 w 1"/>
                  <a:gd name="T1" fmla="*/ 35 h 319"/>
                  <a:gd name="T2" fmla="*/ 0 w 1"/>
                  <a:gd name="T3" fmla="*/ 0 h 319"/>
                  <a:gd name="T4" fmla="*/ 1 w 1"/>
                  <a:gd name="T5" fmla="*/ 0 h 319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319"/>
                  <a:gd name="T11" fmla="*/ 1 w 1"/>
                  <a:gd name="T12" fmla="*/ 319 h 3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319">
                    <a:moveTo>
                      <a:pt x="0" y="319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6" name="Freeform 550"/>
              <p:cNvSpPr>
                <a:spLocks/>
              </p:cNvSpPr>
              <p:nvPr/>
            </p:nvSpPr>
            <p:spPr bwMode="auto">
              <a:xfrm>
                <a:off x="1199" y="2687"/>
                <a:ext cx="31" cy="1"/>
              </a:xfrm>
              <a:custGeom>
                <a:avLst/>
                <a:gdLst>
                  <a:gd name="T0" fmla="*/ 0 w 94"/>
                  <a:gd name="T1" fmla="*/ 0 h 1"/>
                  <a:gd name="T2" fmla="*/ 10 w 94"/>
                  <a:gd name="T3" fmla="*/ 0 h 1"/>
                  <a:gd name="T4" fmla="*/ 10 w 9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94"/>
                  <a:gd name="T10" fmla="*/ 0 h 1"/>
                  <a:gd name="T11" fmla="*/ 94 w 9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94" h="1">
                    <a:moveTo>
                      <a:pt x="0" y="0"/>
                    </a:moveTo>
                    <a:lnTo>
                      <a:pt x="93" y="0"/>
                    </a:lnTo>
                    <a:lnTo>
                      <a:pt x="94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7" name="Freeform 551"/>
              <p:cNvSpPr>
                <a:spLocks/>
              </p:cNvSpPr>
              <p:nvPr/>
            </p:nvSpPr>
            <p:spPr bwMode="auto">
              <a:xfrm>
                <a:off x="1417" y="2216"/>
                <a:ext cx="1" cy="322"/>
              </a:xfrm>
              <a:custGeom>
                <a:avLst/>
                <a:gdLst>
                  <a:gd name="T0" fmla="*/ 0 w 2"/>
                  <a:gd name="T1" fmla="*/ 0 h 966"/>
                  <a:gd name="T2" fmla="*/ 0 w 2"/>
                  <a:gd name="T3" fmla="*/ 107 h 966"/>
                  <a:gd name="T4" fmla="*/ 1 w 2"/>
                  <a:gd name="T5" fmla="*/ 107 h 966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966"/>
                  <a:gd name="T11" fmla="*/ 2 w 2"/>
                  <a:gd name="T12" fmla="*/ 966 h 96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966">
                    <a:moveTo>
                      <a:pt x="0" y="0"/>
                    </a:moveTo>
                    <a:lnTo>
                      <a:pt x="0" y="966"/>
                    </a:lnTo>
                    <a:lnTo>
                      <a:pt x="2" y="966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8" name="Freeform 552"/>
              <p:cNvSpPr>
                <a:spLocks/>
              </p:cNvSpPr>
              <p:nvPr/>
            </p:nvSpPr>
            <p:spPr bwMode="auto">
              <a:xfrm>
                <a:off x="1417" y="2575"/>
                <a:ext cx="1" cy="15"/>
              </a:xfrm>
              <a:custGeom>
                <a:avLst/>
                <a:gdLst>
                  <a:gd name="T0" fmla="*/ 0 w 2"/>
                  <a:gd name="T1" fmla="*/ 0 h 44"/>
                  <a:gd name="T2" fmla="*/ 0 w 2"/>
                  <a:gd name="T3" fmla="*/ 5 h 44"/>
                  <a:gd name="T4" fmla="*/ 1 w 2"/>
                  <a:gd name="T5" fmla="*/ 5 h 44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44"/>
                  <a:gd name="T11" fmla="*/ 2 w 2"/>
                  <a:gd name="T12" fmla="*/ 44 h 4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44">
                    <a:moveTo>
                      <a:pt x="0" y="0"/>
                    </a:moveTo>
                    <a:lnTo>
                      <a:pt x="0" y="44"/>
                    </a:lnTo>
                    <a:lnTo>
                      <a:pt x="2" y="44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9" name="Freeform 553"/>
              <p:cNvSpPr>
                <a:spLocks/>
              </p:cNvSpPr>
              <p:nvPr/>
            </p:nvSpPr>
            <p:spPr bwMode="auto">
              <a:xfrm>
                <a:off x="2602" y="2497"/>
                <a:ext cx="1" cy="378"/>
              </a:xfrm>
              <a:custGeom>
                <a:avLst/>
                <a:gdLst>
                  <a:gd name="T0" fmla="*/ 0 w 1"/>
                  <a:gd name="T1" fmla="*/ 0 h 1132"/>
                  <a:gd name="T2" fmla="*/ 0 w 1"/>
                  <a:gd name="T3" fmla="*/ 126 h 1132"/>
                  <a:gd name="T4" fmla="*/ 1 w 1"/>
                  <a:gd name="T5" fmla="*/ 126 h 113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132"/>
                  <a:gd name="T11" fmla="*/ 1 w 1"/>
                  <a:gd name="T12" fmla="*/ 1132 h 11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132">
                    <a:moveTo>
                      <a:pt x="0" y="0"/>
                    </a:moveTo>
                    <a:lnTo>
                      <a:pt x="0" y="1132"/>
                    </a:lnTo>
                    <a:lnTo>
                      <a:pt x="1" y="1132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0" name="Freeform 554"/>
              <p:cNvSpPr>
                <a:spLocks/>
              </p:cNvSpPr>
              <p:nvPr/>
            </p:nvSpPr>
            <p:spPr bwMode="auto">
              <a:xfrm>
                <a:off x="1770" y="2553"/>
                <a:ext cx="831" cy="392"/>
              </a:xfrm>
              <a:custGeom>
                <a:avLst/>
                <a:gdLst>
                  <a:gd name="T0" fmla="*/ 0 w 2492"/>
                  <a:gd name="T1" fmla="*/ 0 h 1176"/>
                  <a:gd name="T2" fmla="*/ 277 w 2492"/>
                  <a:gd name="T3" fmla="*/ 131 h 1176"/>
                  <a:gd name="T4" fmla="*/ 277 w 2492"/>
                  <a:gd name="T5" fmla="*/ 131 h 1176"/>
                  <a:gd name="T6" fmla="*/ 0 60000 65536"/>
                  <a:gd name="T7" fmla="*/ 0 60000 65536"/>
                  <a:gd name="T8" fmla="*/ 0 60000 65536"/>
                  <a:gd name="T9" fmla="*/ 0 w 2492"/>
                  <a:gd name="T10" fmla="*/ 0 h 1176"/>
                  <a:gd name="T11" fmla="*/ 2492 w 2492"/>
                  <a:gd name="T12" fmla="*/ 1176 h 117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92" h="1176">
                    <a:moveTo>
                      <a:pt x="0" y="0"/>
                    </a:moveTo>
                    <a:lnTo>
                      <a:pt x="2491" y="1176"/>
                    </a:lnTo>
                    <a:lnTo>
                      <a:pt x="2492" y="1176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1" name="Freeform 555"/>
              <p:cNvSpPr>
                <a:spLocks/>
              </p:cNvSpPr>
              <p:nvPr/>
            </p:nvSpPr>
            <p:spPr bwMode="auto">
              <a:xfrm>
                <a:off x="2178" y="2964"/>
                <a:ext cx="546" cy="199"/>
              </a:xfrm>
              <a:custGeom>
                <a:avLst/>
                <a:gdLst>
                  <a:gd name="T0" fmla="*/ 0 w 1639"/>
                  <a:gd name="T1" fmla="*/ 0 h 597"/>
                  <a:gd name="T2" fmla="*/ 182 w 1639"/>
                  <a:gd name="T3" fmla="*/ 66 h 597"/>
                  <a:gd name="T4" fmla="*/ 182 w 1639"/>
                  <a:gd name="T5" fmla="*/ 66 h 597"/>
                  <a:gd name="T6" fmla="*/ 0 60000 65536"/>
                  <a:gd name="T7" fmla="*/ 0 60000 65536"/>
                  <a:gd name="T8" fmla="*/ 0 60000 65536"/>
                  <a:gd name="T9" fmla="*/ 0 w 1639"/>
                  <a:gd name="T10" fmla="*/ 0 h 597"/>
                  <a:gd name="T11" fmla="*/ 1639 w 1639"/>
                  <a:gd name="T12" fmla="*/ 597 h 59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39" h="597">
                    <a:moveTo>
                      <a:pt x="0" y="0"/>
                    </a:moveTo>
                    <a:lnTo>
                      <a:pt x="1638" y="597"/>
                    </a:lnTo>
                    <a:lnTo>
                      <a:pt x="1639" y="597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2" name="Freeform 556"/>
              <p:cNvSpPr>
                <a:spLocks/>
              </p:cNvSpPr>
              <p:nvPr/>
            </p:nvSpPr>
            <p:spPr bwMode="auto">
              <a:xfrm>
                <a:off x="2123" y="2944"/>
                <a:ext cx="19" cy="7"/>
              </a:xfrm>
              <a:custGeom>
                <a:avLst/>
                <a:gdLst>
                  <a:gd name="T0" fmla="*/ 0 w 57"/>
                  <a:gd name="T1" fmla="*/ 0 h 20"/>
                  <a:gd name="T2" fmla="*/ 6 w 57"/>
                  <a:gd name="T3" fmla="*/ 2 h 20"/>
                  <a:gd name="T4" fmla="*/ 6 w 57"/>
                  <a:gd name="T5" fmla="*/ 2 h 20"/>
                  <a:gd name="T6" fmla="*/ 0 60000 65536"/>
                  <a:gd name="T7" fmla="*/ 0 60000 65536"/>
                  <a:gd name="T8" fmla="*/ 0 60000 65536"/>
                  <a:gd name="T9" fmla="*/ 0 w 57"/>
                  <a:gd name="T10" fmla="*/ 0 h 20"/>
                  <a:gd name="T11" fmla="*/ 57 w 57"/>
                  <a:gd name="T12" fmla="*/ 20 h 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" h="20">
                    <a:moveTo>
                      <a:pt x="0" y="0"/>
                    </a:moveTo>
                    <a:lnTo>
                      <a:pt x="56" y="20"/>
                    </a:lnTo>
                    <a:lnTo>
                      <a:pt x="57" y="2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3" name="Freeform 557"/>
              <p:cNvSpPr>
                <a:spLocks/>
              </p:cNvSpPr>
              <p:nvPr/>
            </p:nvSpPr>
            <p:spPr bwMode="auto">
              <a:xfrm>
                <a:off x="2445" y="2873"/>
                <a:ext cx="165" cy="453"/>
              </a:xfrm>
              <a:custGeom>
                <a:avLst/>
                <a:gdLst>
                  <a:gd name="T0" fmla="*/ 55 w 495"/>
                  <a:gd name="T1" fmla="*/ 0 h 1361"/>
                  <a:gd name="T2" fmla="*/ 0 w 495"/>
                  <a:gd name="T3" fmla="*/ 151 h 1361"/>
                  <a:gd name="T4" fmla="*/ 0 w 495"/>
                  <a:gd name="T5" fmla="*/ 151 h 1361"/>
                  <a:gd name="T6" fmla="*/ 0 60000 65536"/>
                  <a:gd name="T7" fmla="*/ 0 60000 65536"/>
                  <a:gd name="T8" fmla="*/ 0 60000 65536"/>
                  <a:gd name="T9" fmla="*/ 0 w 495"/>
                  <a:gd name="T10" fmla="*/ 0 h 1361"/>
                  <a:gd name="T11" fmla="*/ 495 w 495"/>
                  <a:gd name="T12" fmla="*/ 1361 h 136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95" h="1361">
                    <a:moveTo>
                      <a:pt x="495" y="0"/>
                    </a:moveTo>
                    <a:lnTo>
                      <a:pt x="0" y="1361"/>
                    </a:lnTo>
                    <a:lnTo>
                      <a:pt x="2" y="1361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4" name="Freeform 558"/>
              <p:cNvSpPr>
                <a:spLocks/>
              </p:cNvSpPr>
              <p:nvPr/>
            </p:nvSpPr>
            <p:spPr bwMode="auto">
              <a:xfrm>
                <a:off x="2377" y="2819"/>
                <a:ext cx="237" cy="20"/>
              </a:xfrm>
              <a:custGeom>
                <a:avLst/>
                <a:gdLst>
                  <a:gd name="T0" fmla="*/ 0 w 711"/>
                  <a:gd name="T1" fmla="*/ 7 h 58"/>
                  <a:gd name="T2" fmla="*/ 79 w 711"/>
                  <a:gd name="T3" fmla="*/ 0 h 58"/>
                  <a:gd name="T4" fmla="*/ 79 w 711"/>
                  <a:gd name="T5" fmla="*/ 0 h 58"/>
                  <a:gd name="T6" fmla="*/ 0 60000 65536"/>
                  <a:gd name="T7" fmla="*/ 0 60000 65536"/>
                  <a:gd name="T8" fmla="*/ 0 60000 65536"/>
                  <a:gd name="T9" fmla="*/ 0 w 711"/>
                  <a:gd name="T10" fmla="*/ 0 h 58"/>
                  <a:gd name="T11" fmla="*/ 711 w 711"/>
                  <a:gd name="T12" fmla="*/ 58 h 5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11" h="58">
                    <a:moveTo>
                      <a:pt x="0" y="58"/>
                    </a:moveTo>
                    <a:lnTo>
                      <a:pt x="710" y="0"/>
                    </a:lnTo>
                    <a:lnTo>
                      <a:pt x="71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5" name="Freeform 559"/>
              <p:cNvSpPr>
                <a:spLocks/>
              </p:cNvSpPr>
              <p:nvPr/>
            </p:nvSpPr>
            <p:spPr bwMode="auto">
              <a:xfrm>
                <a:off x="2484" y="2687"/>
                <a:ext cx="292" cy="1"/>
              </a:xfrm>
              <a:custGeom>
                <a:avLst/>
                <a:gdLst>
                  <a:gd name="T0" fmla="*/ 0 w 878"/>
                  <a:gd name="T1" fmla="*/ 0 h 1"/>
                  <a:gd name="T2" fmla="*/ 97 w 878"/>
                  <a:gd name="T3" fmla="*/ 0 h 1"/>
                  <a:gd name="T4" fmla="*/ 97 w 87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878"/>
                  <a:gd name="T10" fmla="*/ 0 h 1"/>
                  <a:gd name="T11" fmla="*/ 878 w 87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78" h="1">
                    <a:moveTo>
                      <a:pt x="0" y="0"/>
                    </a:moveTo>
                    <a:lnTo>
                      <a:pt x="877" y="0"/>
                    </a:lnTo>
                    <a:lnTo>
                      <a:pt x="87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6" name="Freeform 560"/>
              <p:cNvSpPr>
                <a:spLocks/>
              </p:cNvSpPr>
              <p:nvPr/>
            </p:nvSpPr>
            <p:spPr bwMode="auto">
              <a:xfrm>
                <a:off x="1967" y="2687"/>
                <a:ext cx="429" cy="1"/>
              </a:xfrm>
              <a:custGeom>
                <a:avLst/>
                <a:gdLst>
                  <a:gd name="T0" fmla="*/ 0 w 1288"/>
                  <a:gd name="T1" fmla="*/ 0 h 1"/>
                  <a:gd name="T2" fmla="*/ 143 w 1288"/>
                  <a:gd name="T3" fmla="*/ 0 h 1"/>
                  <a:gd name="T4" fmla="*/ 143 w 128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288"/>
                  <a:gd name="T10" fmla="*/ 0 h 1"/>
                  <a:gd name="T11" fmla="*/ 1288 w 128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88" h="1">
                    <a:moveTo>
                      <a:pt x="0" y="0"/>
                    </a:moveTo>
                    <a:lnTo>
                      <a:pt x="1287" y="0"/>
                    </a:lnTo>
                    <a:lnTo>
                      <a:pt x="128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7" name="Freeform 561"/>
              <p:cNvSpPr>
                <a:spLocks/>
              </p:cNvSpPr>
              <p:nvPr/>
            </p:nvSpPr>
            <p:spPr bwMode="auto">
              <a:xfrm>
                <a:off x="1907" y="2687"/>
                <a:ext cx="24" cy="1"/>
              </a:xfrm>
              <a:custGeom>
                <a:avLst/>
                <a:gdLst>
                  <a:gd name="T0" fmla="*/ 0 w 71"/>
                  <a:gd name="T1" fmla="*/ 0 h 1"/>
                  <a:gd name="T2" fmla="*/ 8 w 71"/>
                  <a:gd name="T3" fmla="*/ 0 h 1"/>
                  <a:gd name="T4" fmla="*/ 8 w 7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1"/>
                  <a:gd name="T10" fmla="*/ 0 h 1"/>
                  <a:gd name="T11" fmla="*/ 71 w 7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1" h="1">
                    <a:moveTo>
                      <a:pt x="0" y="0"/>
                    </a:moveTo>
                    <a:lnTo>
                      <a:pt x="70" y="0"/>
                    </a:lnTo>
                    <a:lnTo>
                      <a:pt x="7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8" name="Freeform 562"/>
              <p:cNvSpPr>
                <a:spLocks/>
              </p:cNvSpPr>
              <p:nvPr/>
            </p:nvSpPr>
            <p:spPr bwMode="auto">
              <a:xfrm>
                <a:off x="2434" y="2687"/>
                <a:ext cx="17" cy="1"/>
              </a:xfrm>
              <a:custGeom>
                <a:avLst/>
                <a:gdLst>
                  <a:gd name="T0" fmla="*/ 0 w 49"/>
                  <a:gd name="T1" fmla="*/ 0 h 1"/>
                  <a:gd name="T2" fmla="*/ 6 w 49"/>
                  <a:gd name="T3" fmla="*/ 0 h 1"/>
                  <a:gd name="T4" fmla="*/ 6 w 4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9"/>
                  <a:gd name="T10" fmla="*/ 0 h 1"/>
                  <a:gd name="T11" fmla="*/ 49 w 4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9" h="1">
                    <a:moveTo>
                      <a:pt x="0" y="0"/>
                    </a:moveTo>
                    <a:lnTo>
                      <a:pt x="47" y="0"/>
                    </a:lnTo>
                    <a:lnTo>
                      <a:pt x="49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79" name="Freeform 563"/>
              <p:cNvSpPr>
                <a:spLocks/>
              </p:cNvSpPr>
              <p:nvPr/>
            </p:nvSpPr>
            <p:spPr bwMode="auto">
              <a:xfrm>
                <a:off x="579" y="2687"/>
                <a:ext cx="117" cy="1"/>
              </a:xfrm>
              <a:custGeom>
                <a:avLst/>
                <a:gdLst>
                  <a:gd name="T0" fmla="*/ 39 w 349"/>
                  <a:gd name="T1" fmla="*/ 0 h 1"/>
                  <a:gd name="T2" fmla="*/ 0 w 349"/>
                  <a:gd name="T3" fmla="*/ 0 h 1"/>
                  <a:gd name="T4" fmla="*/ 0 w 34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49"/>
                  <a:gd name="T10" fmla="*/ 0 h 1"/>
                  <a:gd name="T11" fmla="*/ 349 w 34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9" h="1">
                    <a:moveTo>
                      <a:pt x="349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0" name="Freeform 564"/>
              <p:cNvSpPr>
                <a:spLocks/>
              </p:cNvSpPr>
              <p:nvPr/>
            </p:nvSpPr>
            <p:spPr bwMode="auto">
              <a:xfrm>
                <a:off x="1417" y="2687"/>
                <a:ext cx="110" cy="39"/>
              </a:xfrm>
              <a:custGeom>
                <a:avLst/>
                <a:gdLst>
                  <a:gd name="T0" fmla="*/ 0 w 330"/>
                  <a:gd name="T1" fmla="*/ 0 h 119"/>
                  <a:gd name="T2" fmla="*/ 37 w 330"/>
                  <a:gd name="T3" fmla="*/ 13 h 119"/>
                  <a:gd name="T4" fmla="*/ 37 w 330"/>
                  <a:gd name="T5" fmla="*/ 13 h 119"/>
                  <a:gd name="T6" fmla="*/ 0 60000 65536"/>
                  <a:gd name="T7" fmla="*/ 0 60000 65536"/>
                  <a:gd name="T8" fmla="*/ 0 60000 65536"/>
                  <a:gd name="T9" fmla="*/ 0 w 330"/>
                  <a:gd name="T10" fmla="*/ 0 h 119"/>
                  <a:gd name="T11" fmla="*/ 330 w 330"/>
                  <a:gd name="T12" fmla="*/ 119 h 1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0" h="119">
                    <a:moveTo>
                      <a:pt x="0" y="0"/>
                    </a:moveTo>
                    <a:lnTo>
                      <a:pt x="329" y="119"/>
                    </a:lnTo>
                    <a:lnTo>
                      <a:pt x="330" y="11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1" name="Freeform 565"/>
              <p:cNvSpPr>
                <a:spLocks/>
              </p:cNvSpPr>
              <p:nvPr/>
            </p:nvSpPr>
            <p:spPr bwMode="auto">
              <a:xfrm>
                <a:off x="1300" y="2687"/>
                <a:ext cx="117" cy="1"/>
              </a:xfrm>
              <a:custGeom>
                <a:avLst/>
                <a:gdLst>
                  <a:gd name="T0" fmla="*/ 39 w 350"/>
                  <a:gd name="T1" fmla="*/ 0 h 1"/>
                  <a:gd name="T2" fmla="*/ 0 w 350"/>
                  <a:gd name="T3" fmla="*/ 0 h 1"/>
                  <a:gd name="T4" fmla="*/ 0 w 35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50"/>
                  <a:gd name="T10" fmla="*/ 0 h 1"/>
                  <a:gd name="T11" fmla="*/ 350 w 35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50" h="1">
                    <a:moveTo>
                      <a:pt x="350" y="0"/>
                    </a:moveTo>
                    <a:lnTo>
                      <a:pt x="0" y="0"/>
                    </a:lnTo>
                    <a:lnTo>
                      <a:pt x="2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2" name="Freeform 566"/>
              <p:cNvSpPr>
                <a:spLocks/>
              </p:cNvSpPr>
              <p:nvPr/>
            </p:nvSpPr>
            <p:spPr bwMode="auto">
              <a:xfrm>
                <a:off x="2752" y="3173"/>
                <a:ext cx="110" cy="40"/>
              </a:xfrm>
              <a:custGeom>
                <a:avLst/>
                <a:gdLst>
                  <a:gd name="T0" fmla="*/ 0 w 330"/>
                  <a:gd name="T1" fmla="*/ 0 h 119"/>
                  <a:gd name="T2" fmla="*/ 37 w 330"/>
                  <a:gd name="T3" fmla="*/ 13 h 119"/>
                  <a:gd name="T4" fmla="*/ 37 w 330"/>
                  <a:gd name="T5" fmla="*/ 13 h 119"/>
                  <a:gd name="T6" fmla="*/ 0 60000 65536"/>
                  <a:gd name="T7" fmla="*/ 0 60000 65536"/>
                  <a:gd name="T8" fmla="*/ 0 60000 65536"/>
                  <a:gd name="T9" fmla="*/ 0 w 330"/>
                  <a:gd name="T10" fmla="*/ 0 h 119"/>
                  <a:gd name="T11" fmla="*/ 330 w 330"/>
                  <a:gd name="T12" fmla="*/ 119 h 11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30" h="119">
                    <a:moveTo>
                      <a:pt x="0" y="0"/>
                    </a:moveTo>
                    <a:lnTo>
                      <a:pt x="329" y="119"/>
                    </a:lnTo>
                    <a:lnTo>
                      <a:pt x="330" y="11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3" name="Rectangle 567"/>
              <p:cNvSpPr>
                <a:spLocks noChangeArrowheads="1"/>
              </p:cNvSpPr>
              <p:nvPr/>
            </p:nvSpPr>
            <p:spPr bwMode="auto">
              <a:xfrm>
                <a:off x="2901" y="3109"/>
                <a:ext cx="98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i="1">
                    <a:latin typeface="黑体" pitchFamily="2" charset="-122"/>
                    <a:ea typeface="黑体" pitchFamily="2" charset="-122"/>
                  </a:rPr>
                  <a:t>A</a:t>
                </a:r>
                <a:endParaRPr lang="en-US" altLang="zh-CN" sz="2400" b="1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3384" name="Rectangle 568"/>
              <p:cNvSpPr>
                <a:spLocks noChangeArrowheads="1"/>
              </p:cNvSpPr>
              <p:nvPr/>
            </p:nvSpPr>
            <p:spPr bwMode="auto">
              <a:xfrm>
                <a:off x="404" y="2514"/>
                <a:ext cx="98" cy="2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i="1">
                    <a:latin typeface="黑体" pitchFamily="2" charset="-122"/>
                    <a:ea typeface="黑体" pitchFamily="2" charset="-122"/>
                  </a:rPr>
                  <a:t>A</a:t>
                </a:r>
                <a:endParaRPr lang="en-US" altLang="zh-CN" sz="2400" b="1">
                  <a:latin typeface="黑体" pitchFamily="2" charset="-122"/>
                  <a:ea typeface="黑体" pitchFamily="2" charset="-122"/>
                </a:endParaRPr>
              </a:p>
            </p:txBody>
          </p:sp>
          <p:sp>
            <p:nvSpPr>
              <p:cNvPr id="13385" name="Freeform 569"/>
              <p:cNvSpPr>
                <a:spLocks/>
              </p:cNvSpPr>
              <p:nvPr/>
            </p:nvSpPr>
            <p:spPr bwMode="auto">
              <a:xfrm>
                <a:off x="578" y="2492"/>
                <a:ext cx="1" cy="195"/>
              </a:xfrm>
              <a:custGeom>
                <a:avLst/>
                <a:gdLst>
                  <a:gd name="T0" fmla="*/ 0 w 1"/>
                  <a:gd name="T1" fmla="*/ 65 h 583"/>
                  <a:gd name="T2" fmla="*/ 0 w 1"/>
                  <a:gd name="T3" fmla="*/ 0 h 583"/>
                  <a:gd name="T4" fmla="*/ 1 w 1"/>
                  <a:gd name="T5" fmla="*/ 0 h 583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83"/>
                  <a:gd name="T11" fmla="*/ 1 w 1"/>
                  <a:gd name="T12" fmla="*/ 583 h 58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83">
                    <a:moveTo>
                      <a:pt x="0" y="583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6" name="Freeform 570"/>
              <p:cNvSpPr>
                <a:spLocks/>
              </p:cNvSpPr>
              <p:nvPr/>
            </p:nvSpPr>
            <p:spPr bwMode="auto">
              <a:xfrm>
                <a:off x="1526" y="2726"/>
                <a:ext cx="139" cy="55"/>
              </a:xfrm>
              <a:custGeom>
                <a:avLst/>
                <a:gdLst>
                  <a:gd name="T0" fmla="*/ 139 w 139"/>
                  <a:gd name="T1" fmla="*/ 55 h 55"/>
                  <a:gd name="T2" fmla="*/ 0 w 139"/>
                  <a:gd name="T3" fmla="*/ 0 h 55"/>
                  <a:gd name="T4" fmla="*/ 0 w 139"/>
                  <a:gd name="T5" fmla="*/ 0 h 55"/>
                  <a:gd name="T6" fmla="*/ 0 60000 65536"/>
                  <a:gd name="T7" fmla="*/ 0 60000 65536"/>
                  <a:gd name="T8" fmla="*/ 0 60000 65536"/>
                  <a:gd name="T9" fmla="*/ 0 w 139"/>
                  <a:gd name="T10" fmla="*/ 0 h 55"/>
                  <a:gd name="T11" fmla="*/ 139 w 139"/>
                  <a:gd name="T12" fmla="*/ 55 h 5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9" h="55">
                    <a:moveTo>
                      <a:pt x="139" y="55"/>
                    </a:moveTo>
                    <a:lnTo>
                      <a:pt x="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7" name="Freeform 571"/>
              <p:cNvSpPr>
                <a:spLocks/>
              </p:cNvSpPr>
              <p:nvPr/>
            </p:nvSpPr>
            <p:spPr bwMode="auto">
              <a:xfrm>
                <a:off x="1683" y="2783"/>
                <a:ext cx="14" cy="5"/>
              </a:xfrm>
              <a:custGeom>
                <a:avLst/>
                <a:gdLst>
                  <a:gd name="T0" fmla="*/ 0 w 43"/>
                  <a:gd name="T1" fmla="*/ 0 h 15"/>
                  <a:gd name="T2" fmla="*/ 5 w 43"/>
                  <a:gd name="T3" fmla="*/ 2 h 15"/>
                  <a:gd name="T4" fmla="*/ 5 w 43"/>
                  <a:gd name="T5" fmla="*/ 2 h 15"/>
                  <a:gd name="T6" fmla="*/ 0 60000 65536"/>
                  <a:gd name="T7" fmla="*/ 0 60000 65536"/>
                  <a:gd name="T8" fmla="*/ 0 60000 65536"/>
                  <a:gd name="T9" fmla="*/ 0 w 43"/>
                  <a:gd name="T10" fmla="*/ 0 h 15"/>
                  <a:gd name="T11" fmla="*/ 43 w 43"/>
                  <a:gd name="T12" fmla="*/ 15 h 1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3" h="15">
                    <a:moveTo>
                      <a:pt x="0" y="0"/>
                    </a:moveTo>
                    <a:lnTo>
                      <a:pt x="42" y="15"/>
                    </a:lnTo>
                    <a:lnTo>
                      <a:pt x="43" y="1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8" name="Freeform 572"/>
              <p:cNvSpPr>
                <a:spLocks/>
              </p:cNvSpPr>
              <p:nvPr/>
            </p:nvSpPr>
            <p:spPr bwMode="auto">
              <a:xfrm>
                <a:off x="1724" y="2799"/>
                <a:ext cx="375" cy="136"/>
              </a:xfrm>
              <a:custGeom>
                <a:avLst/>
                <a:gdLst>
                  <a:gd name="T0" fmla="*/ 0 w 1125"/>
                  <a:gd name="T1" fmla="*/ 0 h 409"/>
                  <a:gd name="T2" fmla="*/ 125 w 1125"/>
                  <a:gd name="T3" fmla="*/ 45 h 409"/>
                  <a:gd name="T4" fmla="*/ 125 w 1125"/>
                  <a:gd name="T5" fmla="*/ 45 h 409"/>
                  <a:gd name="T6" fmla="*/ 0 60000 65536"/>
                  <a:gd name="T7" fmla="*/ 0 60000 65536"/>
                  <a:gd name="T8" fmla="*/ 0 60000 65536"/>
                  <a:gd name="T9" fmla="*/ 0 w 1125"/>
                  <a:gd name="T10" fmla="*/ 0 h 409"/>
                  <a:gd name="T11" fmla="*/ 1125 w 1125"/>
                  <a:gd name="T12" fmla="*/ 409 h 40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25" h="409">
                    <a:moveTo>
                      <a:pt x="0" y="0"/>
                    </a:moveTo>
                    <a:lnTo>
                      <a:pt x="1124" y="409"/>
                    </a:lnTo>
                    <a:lnTo>
                      <a:pt x="1125" y="409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89" name="Freeform 573"/>
              <p:cNvSpPr>
                <a:spLocks/>
              </p:cNvSpPr>
              <p:nvPr/>
            </p:nvSpPr>
            <p:spPr bwMode="auto">
              <a:xfrm>
                <a:off x="2861" y="3030"/>
                <a:ext cx="67" cy="183"/>
              </a:xfrm>
              <a:custGeom>
                <a:avLst/>
                <a:gdLst>
                  <a:gd name="T0" fmla="*/ 0 w 200"/>
                  <a:gd name="T1" fmla="*/ 61 h 548"/>
                  <a:gd name="T2" fmla="*/ 22 w 200"/>
                  <a:gd name="T3" fmla="*/ 0 h 548"/>
                  <a:gd name="T4" fmla="*/ 22 w 200"/>
                  <a:gd name="T5" fmla="*/ 0 h 548"/>
                  <a:gd name="T6" fmla="*/ 0 60000 65536"/>
                  <a:gd name="T7" fmla="*/ 0 60000 65536"/>
                  <a:gd name="T8" fmla="*/ 0 60000 65536"/>
                  <a:gd name="T9" fmla="*/ 0 w 200"/>
                  <a:gd name="T10" fmla="*/ 0 h 548"/>
                  <a:gd name="T11" fmla="*/ 200 w 200"/>
                  <a:gd name="T12" fmla="*/ 548 h 5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0" h="548">
                    <a:moveTo>
                      <a:pt x="0" y="548"/>
                    </a:moveTo>
                    <a:lnTo>
                      <a:pt x="199" y="0"/>
                    </a:lnTo>
                    <a:lnTo>
                      <a:pt x="200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45310" name="AutoShape 574"/>
          <p:cNvSpPr>
            <a:spLocks noChangeArrowheads="1"/>
          </p:cNvSpPr>
          <p:nvPr/>
        </p:nvSpPr>
        <p:spPr bwMode="auto">
          <a:xfrm rot="-2579235">
            <a:off x="2959100" y="2393950"/>
            <a:ext cx="206375" cy="576263"/>
          </a:xfrm>
          <a:prstGeom prst="upArrow">
            <a:avLst>
              <a:gd name="adj1" fmla="val 50000"/>
              <a:gd name="adj2" fmla="val 69808"/>
            </a:avLst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245311" name="AutoShape 575"/>
          <p:cNvSpPr>
            <a:spLocks noChangeArrowheads="1"/>
          </p:cNvSpPr>
          <p:nvPr/>
        </p:nvSpPr>
        <p:spPr bwMode="auto">
          <a:xfrm rot="-2579235">
            <a:off x="7083425" y="2420938"/>
            <a:ext cx="206375" cy="576262"/>
          </a:xfrm>
          <a:prstGeom prst="upArrow">
            <a:avLst>
              <a:gd name="adj1" fmla="val 50000"/>
              <a:gd name="adj2" fmla="val 69808"/>
            </a:avLst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12" dur="500"/>
                                        <p:tgtEl>
                                          <p:spTgt spid="245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0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2450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Right)">
                                      <p:cBhvr>
                                        <p:cTn id="27" dur="500"/>
                                        <p:tgtEl>
                                          <p:spTgt spid="245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50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450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000" grpId="0" autoUpdateAnimBg="0"/>
      <p:bldP spid="245001" grpId="0" build="p" autoUpdateAnimBg="0"/>
      <p:bldP spid="245310" grpId="0" animBg="1"/>
      <p:bldP spid="2453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04291F-ED7E-47A1-A041-0FD83BF7053C}" type="slidenum">
              <a:rPr lang="en-US" altLang="zh-CN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202759" name="Text Box 7"/>
          <p:cNvSpPr txBox="1">
            <a:spLocks noChangeArrowheads="1"/>
          </p:cNvSpPr>
          <p:nvPr/>
        </p:nvSpPr>
        <p:spPr bwMode="auto">
          <a:xfrm>
            <a:off x="214313" y="304800"/>
            <a:ext cx="8804275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7. </a:t>
            </a:r>
            <a:r>
              <a:rPr lang="zh-CN" altLang="en-US" sz="28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复合</a:t>
            </a:r>
            <a:r>
              <a:rPr lang="zh-CN" altLang="en-US" sz="28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剖（</a:t>
            </a:r>
            <a:r>
              <a:rPr lang="zh-CN" altLang="en-US" sz="28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组合的剖切平面</a:t>
            </a:r>
            <a:r>
              <a:rPr lang="zh-CN" altLang="en-US" sz="28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）</a:t>
            </a:r>
            <a:endParaRPr lang="zh-CN" altLang="en-US" sz="2800" b="1" dirty="0">
              <a:solidFill>
                <a:srgbClr val="000000"/>
              </a:solidFill>
              <a:latin typeface="黑体" pitchFamily="2" charset="-122"/>
              <a:ea typeface="黑体" pitchFamily="2" charset="-122"/>
              <a:cs typeface="Times New Roman" pitchFamily="18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 </a:t>
            </a:r>
          </a:p>
        </p:txBody>
      </p:sp>
      <p:pic>
        <p:nvPicPr>
          <p:cNvPr id="3072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87" t="71726" r="34580" b="3072"/>
          <a:stretch/>
        </p:blipFill>
        <p:spPr bwMode="auto">
          <a:xfrm>
            <a:off x="1299372" y="1151181"/>
            <a:ext cx="6986104" cy="47867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24127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04291F-ED7E-47A1-A041-0FD83BF7053C}" type="slidenum">
              <a:rPr lang="en-US" altLang="zh-CN"/>
              <a:pPr>
                <a:defRPr/>
              </a:pPr>
              <a:t>13</a:t>
            </a:fld>
            <a:endParaRPr lang="en-US" altLang="zh-CN"/>
          </a:p>
        </p:txBody>
      </p:sp>
      <p:pic>
        <p:nvPicPr>
          <p:cNvPr id="31747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1442" y="948438"/>
            <a:ext cx="4201936" cy="5168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2759" name="Text Box 7"/>
          <p:cNvSpPr txBox="1">
            <a:spLocks noChangeArrowheads="1"/>
          </p:cNvSpPr>
          <p:nvPr/>
        </p:nvSpPr>
        <p:spPr bwMode="auto">
          <a:xfrm>
            <a:off x="214313" y="373034"/>
            <a:ext cx="880427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采用复合剖时，可采用</a:t>
            </a:r>
            <a:r>
              <a:rPr lang="zh-CN" altLang="en-US" sz="24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展开画法，此时应标注</a:t>
            </a:r>
            <a:r>
              <a:rPr lang="zh-CN" altLang="en-US" sz="2400" b="1" dirty="0">
                <a:solidFill>
                  <a:srgbClr val="000000"/>
                </a:solidFill>
                <a:latin typeface="ISOCPEUR" pitchFamily="34" charset="0"/>
                <a:ea typeface="黑体" pitchFamily="2" charset="-122"/>
                <a:cs typeface="Times New Roman" pitchFamily="18" charset="0"/>
              </a:rPr>
              <a:t>“</a:t>
            </a:r>
            <a:r>
              <a:rPr lang="en-US" altLang="zh-CN" sz="24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－</a:t>
            </a:r>
            <a:r>
              <a:rPr lang="en-US" altLang="zh-CN" sz="24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X</a:t>
            </a:r>
            <a:r>
              <a:rPr lang="zh-CN" altLang="en-US" sz="24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展开</a:t>
            </a:r>
            <a:r>
              <a:rPr lang="zh-CN" altLang="en-US" sz="2400" b="1" dirty="0">
                <a:solidFill>
                  <a:srgbClr val="000000"/>
                </a:solidFill>
                <a:latin typeface="ISOCPEUR" pitchFamily="34" charset="0"/>
                <a:ea typeface="黑体" pitchFamily="2" charset="-122"/>
                <a:cs typeface="Times New Roman" pitchFamily="18" charset="0"/>
              </a:rPr>
              <a:t>”</a:t>
            </a:r>
            <a:endParaRPr lang="zh-CN" altLang="en-US" sz="2400" b="1" dirty="0">
              <a:solidFill>
                <a:srgbClr val="000000"/>
              </a:solidFill>
              <a:latin typeface="黑体" pitchFamily="2" charset="-122"/>
              <a:ea typeface="黑体" pitchFamily="2" charset="-122"/>
              <a:cs typeface="Times New Roman" pitchFamily="18" charset="0"/>
            </a:endParaRPr>
          </a:p>
        </p:txBody>
      </p:sp>
      <p:sp>
        <p:nvSpPr>
          <p:cNvPr id="5" name="Rectangle 264"/>
          <p:cNvSpPr>
            <a:spLocks noChangeArrowheads="1"/>
          </p:cNvSpPr>
          <p:nvPr/>
        </p:nvSpPr>
        <p:spPr bwMode="auto">
          <a:xfrm>
            <a:off x="2097263" y="2704648"/>
            <a:ext cx="70114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A</a:t>
            </a:r>
            <a:endParaRPr lang="zh-CN" altLang="en-US" sz="2000" b="1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6" name="Rectangle 264"/>
          <p:cNvSpPr>
            <a:spLocks noChangeArrowheads="1"/>
          </p:cNvSpPr>
          <p:nvPr/>
        </p:nvSpPr>
        <p:spPr bwMode="auto">
          <a:xfrm>
            <a:off x="3480152" y="3884336"/>
            <a:ext cx="70114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A</a:t>
            </a:r>
            <a:endParaRPr lang="zh-CN" altLang="en-US" sz="2000" b="1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2872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C51F6C5-5303-42F2-970B-B9CB2B60BD78}" type="slidenum">
              <a:rPr lang="en-US" altLang="zh-CN"/>
              <a:pPr>
                <a:defRPr/>
              </a:pPr>
              <a:t>14</a:t>
            </a:fld>
            <a:endParaRPr lang="en-US" altLang="zh-CN"/>
          </a:p>
        </p:txBody>
      </p:sp>
      <p:pic>
        <p:nvPicPr>
          <p:cNvPr id="270396" name="Picture 60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3" t="13670" r="7751" b="29079"/>
          <a:stretch>
            <a:fillRect/>
          </a:stretch>
        </p:blipFill>
        <p:spPr bwMode="auto">
          <a:xfrm>
            <a:off x="6640513" y="3943530"/>
            <a:ext cx="1771650" cy="1554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Rectangle 2"/>
          <p:cNvSpPr>
            <a:spLocks noChangeArrowheads="1"/>
          </p:cNvSpPr>
          <p:nvPr/>
        </p:nvSpPr>
        <p:spPr bwMode="auto">
          <a:xfrm>
            <a:off x="261938" y="280988"/>
            <a:ext cx="86550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三  剖视</a:t>
            </a:r>
            <a:r>
              <a:rPr lang="zh-CN" altLang="en-US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种类的选择</a:t>
            </a:r>
          </a:p>
        </p:txBody>
      </p:sp>
      <p:graphicFrame>
        <p:nvGraphicFramePr>
          <p:cNvPr id="270339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4973556"/>
              </p:ext>
            </p:extLst>
          </p:nvPr>
        </p:nvGraphicFramePr>
        <p:xfrm>
          <a:off x="542925" y="1433692"/>
          <a:ext cx="7953375" cy="2446338"/>
        </p:xfrm>
        <a:graphic>
          <a:graphicData uri="http://schemas.openxmlformats.org/drawingml/2006/table">
            <a:tbl>
              <a:tblPr/>
              <a:tblGrid>
                <a:gridCol w="158115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46685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058863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538287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59702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711200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46513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结构特点 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剖视图种类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图例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540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内形需表达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外形需表达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对称性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内外形重叠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6538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＋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＋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＋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－</a:t>
                      </a: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/</a:t>
                      </a: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＋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半剖视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249238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－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＋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全剖视</a:t>
                      </a: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+</a:t>
                      </a: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视图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1460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－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局部剖视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952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＋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－</a:t>
                      </a: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全剖视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pic>
        <p:nvPicPr>
          <p:cNvPr id="270381" name="Picture 4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2" t="14256" r="7623" b="10135"/>
          <a:stretch>
            <a:fillRect/>
          </a:stretch>
        </p:blipFill>
        <p:spPr bwMode="auto">
          <a:xfrm>
            <a:off x="452438" y="3894317"/>
            <a:ext cx="1738312" cy="164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0382" name="Picture 4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92" t="18625" r="1392" b="7558"/>
          <a:stretch>
            <a:fillRect/>
          </a:stretch>
        </p:blipFill>
        <p:spPr bwMode="auto">
          <a:xfrm>
            <a:off x="2376488" y="3943530"/>
            <a:ext cx="1951037" cy="158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0385" name="Text Box 49"/>
          <p:cNvSpPr txBox="1">
            <a:spLocks noChangeArrowheads="1"/>
          </p:cNvSpPr>
          <p:nvPr/>
        </p:nvSpPr>
        <p:spPr bwMode="auto">
          <a:xfrm>
            <a:off x="1044575" y="5431017"/>
            <a:ext cx="7839075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图</a:t>
            </a:r>
            <a:r>
              <a:rPr lang="en-US" altLang="zh-CN" sz="1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a</a:t>
            </a:r>
          </a:p>
        </p:txBody>
      </p:sp>
      <p:sp>
        <p:nvSpPr>
          <p:cNvPr id="270386" name="Text Box 50"/>
          <p:cNvSpPr txBox="1">
            <a:spLocks noChangeArrowheads="1"/>
          </p:cNvSpPr>
          <p:nvPr/>
        </p:nvSpPr>
        <p:spPr bwMode="auto">
          <a:xfrm>
            <a:off x="7824788" y="2270305"/>
            <a:ext cx="109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40000"/>
              </a:spcAft>
              <a:buClr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图</a:t>
            </a:r>
            <a:r>
              <a:rPr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a</a:t>
            </a:r>
          </a:p>
        </p:txBody>
      </p:sp>
      <p:sp>
        <p:nvSpPr>
          <p:cNvPr id="270387" name="Text Box 51"/>
          <p:cNvSpPr txBox="1">
            <a:spLocks noChangeArrowheads="1"/>
          </p:cNvSpPr>
          <p:nvPr/>
        </p:nvSpPr>
        <p:spPr bwMode="auto">
          <a:xfrm>
            <a:off x="7824788" y="2687817"/>
            <a:ext cx="109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40000"/>
              </a:spcAft>
              <a:buClr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图</a:t>
            </a:r>
            <a:r>
              <a:rPr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b</a:t>
            </a:r>
          </a:p>
        </p:txBody>
      </p:sp>
      <p:sp>
        <p:nvSpPr>
          <p:cNvPr id="270388" name="Text Box 52"/>
          <p:cNvSpPr txBox="1">
            <a:spLocks noChangeArrowheads="1"/>
          </p:cNvSpPr>
          <p:nvPr/>
        </p:nvSpPr>
        <p:spPr bwMode="auto">
          <a:xfrm>
            <a:off x="7796213" y="3092630"/>
            <a:ext cx="11207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40000"/>
              </a:spcAft>
              <a:buClr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图</a:t>
            </a:r>
            <a:r>
              <a:rPr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c</a:t>
            </a:r>
          </a:p>
        </p:txBody>
      </p:sp>
      <p:sp>
        <p:nvSpPr>
          <p:cNvPr id="270389" name="Text Box 53"/>
          <p:cNvSpPr txBox="1">
            <a:spLocks noChangeArrowheads="1"/>
          </p:cNvSpPr>
          <p:nvPr/>
        </p:nvSpPr>
        <p:spPr bwMode="auto">
          <a:xfrm>
            <a:off x="7810500" y="3513317"/>
            <a:ext cx="110648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40000"/>
              </a:spcAft>
              <a:buClr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图</a:t>
            </a:r>
            <a:r>
              <a:rPr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d</a:t>
            </a:r>
          </a:p>
        </p:txBody>
      </p:sp>
      <p:sp>
        <p:nvSpPr>
          <p:cNvPr id="270390" name="Text Box 54"/>
          <p:cNvSpPr txBox="1">
            <a:spLocks noChangeArrowheads="1"/>
          </p:cNvSpPr>
          <p:nvPr/>
        </p:nvSpPr>
        <p:spPr bwMode="auto">
          <a:xfrm>
            <a:off x="2876550" y="5431017"/>
            <a:ext cx="6040438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图</a:t>
            </a:r>
            <a:r>
              <a:rPr lang="en-US" altLang="zh-CN" sz="1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b</a:t>
            </a:r>
          </a:p>
        </p:txBody>
      </p:sp>
      <p:sp>
        <p:nvSpPr>
          <p:cNvPr id="270391" name="Text Box 55"/>
          <p:cNvSpPr txBox="1">
            <a:spLocks noChangeArrowheads="1"/>
          </p:cNvSpPr>
          <p:nvPr/>
        </p:nvSpPr>
        <p:spPr bwMode="auto">
          <a:xfrm>
            <a:off x="5113338" y="5431017"/>
            <a:ext cx="377031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图</a:t>
            </a:r>
            <a:r>
              <a:rPr lang="en-US" altLang="zh-CN" sz="1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c</a:t>
            </a:r>
          </a:p>
        </p:txBody>
      </p:sp>
      <p:sp>
        <p:nvSpPr>
          <p:cNvPr id="270392" name="Text Box 56"/>
          <p:cNvSpPr txBox="1">
            <a:spLocks noChangeArrowheads="1"/>
          </p:cNvSpPr>
          <p:nvPr/>
        </p:nvSpPr>
        <p:spPr bwMode="auto">
          <a:xfrm>
            <a:off x="7461250" y="5431017"/>
            <a:ext cx="14224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1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图</a:t>
            </a:r>
            <a:r>
              <a:rPr lang="en-US" altLang="zh-CN" sz="1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d</a:t>
            </a:r>
          </a:p>
        </p:txBody>
      </p:sp>
      <p:sp>
        <p:nvSpPr>
          <p:cNvPr id="270393" name="Rectangle 57"/>
          <p:cNvSpPr>
            <a:spLocks noChangeArrowheads="1"/>
          </p:cNvSpPr>
          <p:nvPr/>
        </p:nvSpPr>
        <p:spPr bwMode="auto">
          <a:xfrm>
            <a:off x="7781925" y="3899080"/>
            <a:ext cx="630238" cy="7874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270395" name="Rectangle 59"/>
          <p:cNvSpPr>
            <a:spLocks noChangeArrowheads="1"/>
          </p:cNvSpPr>
          <p:nvPr/>
        </p:nvSpPr>
        <p:spPr bwMode="auto">
          <a:xfrm>
            <a:off x="3632200" y="3910192"/>
            <a:ext cx="666750" cy="1600200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pic>
        <p:nvPicPr>
          <p:cNvPr id="270397" name="Picture 61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050" y="3905430"/>
            <a:ext cx="1316038" cy="160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70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70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703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7039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7039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7039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7039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7039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7039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7039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7039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8" dur="500"/>
                                        <p:tgtEl>
                                          <p:spTgt spid="270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9" dur="500"/>
                                        <p:tgtEl>
                                          <p:spTgt spid="270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0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7" presetID="43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"/>
                                        <p:tgtEl>
                                          <p:spTgt spid="2703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800" fill="hold"/>
                                        <p:tgtEl>
                                          <p:spTgt spid="270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800" fill="hold"/>
                                        <p:tgtEl>
                                          <p:spTgt spid="270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3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200" decel="5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703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1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2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2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3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3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4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4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50000">
                                          <p:val>
                                            <p:strVal val="#ppt_x+0.1550"/>
                                          </p:val>
                                        </p:tav>
                                        <p:tav tm="55000">
                                          <p:val>
                                            <p:strVal val="#ppt_x+0.1531"/>
                                          </p:val>
                                        </p:tav>
                                        <p:tav tm="60000">
                                          <p:val>
                                            <p:strVal val="#ppt_x+0.1474"/>
                                          </p:val>
                                        </p:tav>
                                        <p:tav tm="65000">
                                          <p:val>
                                            <p:strVal val="#ppt_x+0.1381"/>
                                          </p:val>
                                        </p:tav>
                                        <p:tav tm="70000">
                                          <p:val>
                                            <p:strVal val="#ppt_x+0.1254"/>
                                          </p:val>
                                        </p:tav>
                                        <p:tav tm="75000">
                                          <p:val>
                                            <p:strVal val="#ppt_x+0.1096"/>
                                          </p:val>
                                        </p:tav>
                                        <p:tav tm="80000">
                                          <p:val>
                                            <p:strVal val="#ppt_x+0.0911"/>
                                          </p:val>
                                        </p:tav>
                                        <p:tav tm="85000">
                                          <p:val>
                                            <p:strVal val="#ppt_x+0.0704"/>
                                          </p:val>
                                        </p:tav>
                                        <p:tav tm="90000">
                                          <p:val>
                                            <p:strVal val="#ppt_x+0.0479"/>
                                          </p:val>
                                        </p:tav>
                                        <p:tav tm="95000">
                                          <p:val>
                                            <p:strVal val="#ppt_x+0.024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200" decel="5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703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31"/>
                                          </p:val>
                                        </p:tav>
                                        <p:tav tm="5000">
                                          <p:val>
                                            <p:strVal val="#ppt_y+0.308"/>
                                          </p:val>
                                        </p:tav>
                                        <p:tav tm="10000">
                                          <p:val>
                                            <p:strVal val="#ppt_y+0.3024"/>
                                          </p:val>
                                        </p:tav>
                                        <p:tav tm="15000">
                                          <p:val>
                                            <p:strVal val="#ppt_y+0.2931"/>
                                          </p:val>
                                        </p:tav>
                                        <p:tav tm="20000">
                                          <p:val>
                                            <p:strVal val="#ppt_y+0.2804"/>
                                          </p:val>
                                        </p:tav>
                                        <p:tav tm="25000">
                                          <p:val>
                                            <p:strVal val="#ppt_y+0.2646"/>
                                          </p:val>
                                        </p:tav>
                                        <p:tav tm="30000">
                                          <p:val>
                                            <p:strVal val="#ppt_y+0.2461"/>
                                          </p:val>
                                        </p:tav>
                                        <p:tav tm="35000">
                                          <p:val>
                                            <p:strVal val="#ppt_y+0.2253"/>
                                          </p:val>
                                        </p:tav>
                                        <p:tav tm="40000">
                                          <p:val>
                                            <p:strVal val="#ppt_y+0.2029"/>
                                          </p:val>
                                        </p:tav>
                                        <p:tav tm="45000">
                                          <p:val>
                                            <p:strVal val="#ppt_y+0.1792"/>
                                          </p:val>
                                        </p:tav>
                                        <p:tav tm="50000">
                                          <p:val>
                                            <p:strVal val="#ppt_y+0.155"/>
                                          </p:val>
                                        </p:tav>
                                        <p:tav tm="55000">
                                          <p:val>
                                            <p:strVal val="#ppt_y+0.1307"/>
                                          </p:val>
                                        </p:tav>
                                        <p:tav tm="60000">
                                          <p:val>
                                            <p:strVal val="#ppt_y+0.1071"/>
                                          </p:val>
                                        </p:tav>
                                        <p:tav tm="65000">
                                          <p:val>
                                            <p:strVal val="#ppt_y+0.0846"/>
                                          </p:val>
                                        </p:tav>
                                        <p:tav tm="70000">
                                          <p:val>
                                            <p:strVal val="#ppt_y+0.0639"/>
                                          </p:val>
                                        </p:tav>
                                        <p:tav tm="75000">
                                          <p:val>
                                            <p:strVal val="#ppt_y+0.0454"/>
                                          </p:val>
                                        </p:tav>
                                        <p:tav tm="80000">
                                          <p:val>
                                            <p:strVal val="#ppt_y+0.0296"/>
                                          </p:val>
                                        </p:tav>
                                        <p:tav tm="85000">
                                          <p:val>
                                            <p:strVal val="#ppt_y+0.0169"/>
                                          </p:val>
                                        </p:tav>
                                        <p:tav tm="90000">
                                          <p:val>
                                            <p:strVal val="#ppt_y+0.0076"/>
                                          </p:val>
                                        </p:tav>
                                        <p:tav tm="95000">
                                          <p:val>
                                            <p:strVal val="#ppt_y+0.0019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0385" grpId="0" autoUpdateAnimBg="0"/>
      <p:bldP spid="270386" grpId="0" autoUpdateAnimBg="0"/>
      <p:bldP spid="270387" grpId="0" autoUpdateAnimBg="0"/>
      <p:bldP spid="270388" grpId="0" autoUpdateAnimBg="0"/>
      <p:bldP spid="270389" grpId="0" autoUpdateAnimBg="0"/>
      <p:bldP spid="270390" grpId="0" autoUpdateAnimBg="0"/>
      <p:bldP spid="270391" grpId="0" autoUpdateAnimBg="0"/>
      <p:bldP spid="270392" grpId="0" autoUpdateAnimBg="0"/>
      <p:bldP spid="270393" grpId="0" animBg="1"/>
      <p:bldP spid="27039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EA6FAE-C442-499E-BDB2-DB6FBABE01FD}" type="slidenum">
              <a:rPr lang="en-US" altLang="zh-CN"/>
              <a:pPr>
                <a:defRPr/>
              </a:pPr>
              <a:t>15</a:t>
            </a:fld>
            <a:endParaRPr lang="en-US" altLang="zh-CN"/>
          </a:p>
        </p:txBody>
      </p:sp>
      <p:graphicFrame>
        <p:nvGraphicFramePr>
          <p:cNvPr id="265276" name="Group 60"/>
          <p:cNvGraphicFramePr>
            <a:graphicFrameLocks noGrp="1"/>
          </p:cNvGraphicFramePr>
          <p:nvPr/>
        </p:nvGraphicFramePr>
        <p:xfrm>
          <a:off x="773113" y="782638"/>
          <a:ext cx="7256462" cy="1189038"/>
        </p:xfrm>
        <a:graphic>
          <a:graphicData uri="http://schemas.openxmlformats.org/drawingml/2006/table">
            <a:tbl>
              <a:tblPr/>
              <a:tblGrid>
                <a:gridCol w="30226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423386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结构特点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剖视图种类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内形层次较多的机件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用平行的剖切平面剖切 </a:t>
                      </a: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(</a:t>
                      </a: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阶梯剖</a:t>
                      </a: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)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具有回转中心的机件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用相交的剖切平面剖切 </a:t>
                      </a: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(</a:t>
                      </a: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旋转剖</a:t>
                      </a: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)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grpSp>
        <p:nvGrpSpPr>
          <p:cNvPr id="2" name="Group 74"/>
          <p:cNvGrpSpPr>
            <a:grpSpLocks/>
          </p:cNvGrpSpPr>
          <p:nvPr/>
        </p:nvGrpSpPr>
        <p:grpSpPr bwMode="auto">
          <a:xfrm>
            <a:off x="1560513" y="2870200"/>
            <a:ext cx="3175" cy="2514600"/>
            <a:chOff x="2466" y="895"/>
            <a:chExt cx="2" cy="1584"/>
          </a:xfrm>
        </p:grpSpPr>
        <p:sp>
          <p:nvSpPr>
            <p:cNvPr id="15531" name="Line 75"/>
            <p:cNvSpPr>
              <a:spLocks noChangeShapeType="1"/>
            </p:cNvSpPr>
            <p:nvPr/>
          </p:nvSpPr>
          <p:spPr bwMode="auto">
            <a:xfrm>
              <a:off x="2467" y="895"/>
              <a:ext cx="0" cy="2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32" name="Line 76"/>
            <p:cNvSpPr>
              <a:spLocks noChangeShapeType="1"/>
            </p:cNvSpPr>
            <p:nvPr/>
          </p:nvSpPr>
          <p:spPr bwMode="auto">
            <a:xfrm>
              <a:off x="2467" y="1188"/>
              <a:ext cx="0" cy="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33" name="Line 77"/>
            <p:cNvSpPr>
              <a:spLocks noChangeShapeType="1"/>
            </p:cNvSpPr>
            <p:nvPr/>
          </p:nvSpPr>
          <p:spPr bwMode="auto">
            <a:xfrm>
              <a:off x="2468" y="1246"/>
              <a:ext cx="0" cy="4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34" name="Line 78"/>
            <p:cNvSpPr>
              <a:spLocks noChangeShapeType="1"/>
            </p:cNvSpPr>
            <p:nvPr/>
          </p:nvSpPr>
          <p:spPr bwMode="auto">
            <a:xfrm>
              <a:off x="2467" y="1756"/>
              <a:ext cx="0" cy="3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35" name="Line 79"/>
            <p:cNvSpPr>
              <a:spLocks noChangeShapeType="1"/>
            </p:cNvSpPr>
            <p:nvPr/>
          </p:nvSpPr>
          <p:spPr bwMode="auto">
            <a:xfrm>
              <a:off x="2466" y="1809"/>
              <a:ext cx="0" cy="67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5296" name="Line 80"/>
          <p:cNvSpPr>
            <a:spLocks noChangeShapeType="1"/>
          </p:cNvSpPr>
          <p:nvPr/>
        </p:nvSpPr>
        <p:spPr bwMode="auto">
          <a:xfrm>
            <a:off x="3246438" y="3762375"/>
            <a:ext cx="271462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297" name="Rectangle 81"/>
          <p:cNvSpPr>
            <a:spLocks noChangeArrowheads="1"/>
          </p:cNvSpPr>
          <p:nvPr/>
        </p:nvSpPr>
        <p:spPr bwMode="auto">
          <a:xfrm>
            <a:off x="3198813" y="3652838"/>
            <a:ext cx="461962" cy="2540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265298" name="Line 82"/>
          <p:cNvSpPr>
            <a:spLocks noChangeShapeType="1"/>
          </p:cNvSpPr>
          <p:nvPr/>
        </p:nvSpPr>
        <p:spPr bwMode="auto">
          <a:xfrm>
            <a:off x="3268663" y="4430713"/>
            <a:ext cx="0" cy="12858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299" name="Line 83"/>
          <p:cNvSpPr>
            <a:spLocks noChangeShapeType="1"/>
          </p:cNvSpPr>
          <p:nvPr/>
        </p:nvSpPr>
        <p:spPr bwMode="auto">
          <a:xfrm>
            <a:off x="3497263" y="4425950"/>
            <a:ext cx="0" cy="138113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300" name="Line 84"/>
          <p:cNvSpPr>
            <a:spLocks noChangeShapeType="1"/>
          </p:cNvSpPr>
          <p:nvPr/>
        </p:nvSpPr>
        <p:spPr bwMode="auto">
          <a:xfrm>
            <a:off x="3268663" y="4556125"/>
            <a:ext cx="228600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301" name="Rectangle 85"/>
          <p:cNvSpPr>
            <a:spLocks noChangeArrowheads="1"/>
          </p:cNvSpPr>
          <p:nvPr/>
        </p:nvSpPr>
        <p:spPr bwMode="auto">
          <a:xfrm>
            <a:off x="3168650" y="4344988"/>
            <a:ext cx="434975" cy="2413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265302" name="Line 86"/>
          <p:cNvSpPr>
            <a:spLocks noChangeShapeType="1"/>
          </p:cNvSpPr>
          <p:nvPr/>
        </p:nvSpPr>
        <p:spPr bwMode="auto">
          <a:xfrm>
            <a:off x="3273425" y="3967163"/>
            <a:ext cx="223838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303" name="Line 87"/>
          <p:cNvSpPr>
            <a:spLocks noChangeShapeType="1"/>
          </p:cNvSpPr>
          <p:nvPr/>
        </p:nvSpPr>
        <p:spPr bwMode="auto">
          <a:xfrm>
            <a:off x="1644650" y="3967163"/>
            <a:ext cx="1622425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304" name="Rectangle 88"/>
          <p:cNvSpPr>
            <a:spLocks noChangeArrowheads="1"/>
          </p:cNvSpPr>
          <p:nvPr/>
        </p:nvSpPr>
        <p:spPr bwMode="auto">
          <a:xfrm>
            <a:off x="1590675" y="3806825"/>
            <a:ext cx="2097088" cy="254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  <a:headEnd/>
            <a:tailEnd type="none" w="sm" len="lg"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265305" name="Rectangle 89"/>
          <p:cNvSpPr>
            <a:spLocks noChangeArrowheads="1"/>
          </p:cNvSpPr>
          <p:nvPr/>
        </p:nvSpPr>
        <p:spPr bwMode="auto">
          <a:xfrm>
            <a:off x="661988" y="2947988"/>
            <a:ext cx="1798637" cy="806450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265306" name="AutoShape 90"/>
          <p:cNvSpPr>
            <a:spLocks noChangeArrowheads="1"/>
          </p:cNvSpPr>
          <p:nvPr/>
        </p:nvSpPr>
        <p:spPr bwMode="auto">
          <a:xfrm>
            <a:off x="904875" y="3052763"/>
            <a:ext cx="1308100" cy="457200"/>
          </a:xfrm>
          <a:prstGeom prst="roundRect">
            <a:avLst>
              <a:gd name="adj" fmla="val 16667"/>
            </a:avLst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265307" name="Line 91"/>
          <p:cNvSpPr>
            <a:spLocks noChangeShapeType="1"/>
          </p:cNvSpPr>
          <p:nvPr/>
        </p:nvSpPr>
        <p:spPr bwMode="auto">
          <a:xfrm>
            <a:off x="663575" y="3611563"/>
            <a:ext cx="17970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308" name="Line 92"/>
          <p:cNvSpPr>
            <a:spLocks noChangeShapeType="1"/>
          </p:cNvSpPr>
          <p:nvPr/>
        </p:nvSpPr>
        <p:spPr bwMode="auto">
          <a:xfrm>
            <a:off x="1127125" y="3141663"/>
            <a:ext cx="0" cy="292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309" name="Oval 93"/>
          <p:cNvSpPr>
            <a:spLocks noChangeArrowheads="1"/>
          </p:cNvSpPr>
          <p:nvPr/>
        </p:nvSpPr>
        <p:spPr bwMode="auto">
          <a:xfrm>
            <a:off x="1038225" y="3192463"/>
            <a:ext cx="171450" cy="171450"/>
          </a:xfrm>
          <a:prstGeom prst="ellipse">
            <a:avLst/>
          </a:prstGeom>
          <a:noFill/>
          <a:ln w="28575" algn="ctr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265310" name="Line 94"/>
          <p:cNvSpPr>
            <a:spLocks noChangeShapeType="1"/>
          </p:cNvSpPr>
          <p:nvPr/>
        </p:nvSpPr>
        <p:spPr bwMode="auto">
          <a:xfrm>
            <a:off x="968375" y="3281363"/>
            <a:ext cx="2857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311" name="Line 95"/>
          <p:cNvSpPr>
            <a:spLocks noChangeShapeType="1"/>
          </p:cNvSpPr>
          <p:nvPr/>
        </p:nvSpPr>
        <p:spPr bwMode="auto">
          <a:xfrm>
            <a:off x="1997075" y="3141663"/>
            <a:ext cx="0" cy="279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312" name="Oval 96"/>
          <p:cNvSpPr>
            <a:spLocks noChangeArrowheads="1"/>
          </p:cNvSpPr>
          <p:nvPr/>
        </p:nvSpPr>
        <p:spPr bwMode="auto">
          <a:xfrm>
            <a:off x="1908175" y="3192463"/>
            <a:ext cx="171450" cy="171450"/>
          </a:xfrm>
          <a:prstGeom prst="ellipse">
            <a:avLst/>
          </a:prstGeom>
          <a:noFill/>
          <a:ln w="28575" algn="ctr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265313" name="Line 97"/>
          <p:cNvSpPr>
            <a:spLocks noChangeShapeType="1"/>
          </p:cNvSpPr>
          <p:nvPr/>
        </p:nvSpPr>
        <p:spPr bwMode="auto">
          <a:xfrm>
            <a:off x="1851025" y="3281363"/>
            <a:ext cx="279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314" name="Oval 98"/>
          <p:cNvSpPr>
            <a:spLocks noChangeArrowheads="1"/>
          </p:cNvSpPr>
          <p:nvPr/>
        </p:nvSpPr>
        <p:spPr bwMode="auto">
          <a:xfrm>
            <a:off x="1127125" y="4443413"/>
            <a:ext cx="869950" cy="869950"/>
          </a:xfrm>
          <a:prstGeom prst="ellipse">
            <a:avLst/>
          </a:prstGeom>
          <a:noFill/>
          <a:ln w="28575" algn="ctr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265315" name="Line 99"/>
          <p:cNvSpPr>
            <a:spLocks noChangeShapeType="1"/>
          </p:cNvSpPr>
          <p:nvPr/>
        </p:nvSpPr>
        <p:spPr bwMode="auto">
          <a:xfrm>
            <a:off x="1057275" y="4881563"/>
            <a:ext cx="1016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316" name="Oval 100"/>
          <p:cNvSpPr>
            <a:spLocks noChangeArrowheads="1"/>
          </p:cNvSpPr>
          <p:nvPr/>
        </p:nvSpPr>
        <p:spPr bwMode="auto">
          <a:xfrm>
            <a:off x="1273175" y="4589463"/>
            <a:ext cx="584200" cy="584200"/>
          </a:xfrm>
          <a:prstGeom prst="ellipse">
            <a:avLst/>
          </a:prstGeom>
          <a:noFill/>
          <a:ln w="28575" algn="ctr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265317" name="Line 101"/>
          <p:cNvSpPr>
            <a:spLocks noChangeShapeType="1"/>
          </p:cNvSpPr>
          <p:nvPr/>
        </p:nvSpPr>
        <p:spPr bwMode="auto">
          <a:xfrm flipH="1">
            <a:off x="1863725" y="3738563"/>
            <a:ext cx="357188" cy="8255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318" name="Line 102"/>
          <p:cNvSpPr>
            <a:spLocks noChangeShapeType="1"/>
          </p:cNvSpPr>
          <p:nvPr/>
        </p:nvSpPr>
        <p:spPr bwMode="auto">
          <a:xfrm>
            <a:off x="892175" y="3744913"/>
            <a:ext cx="368300" cy="8255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103"/>
          <p:cNvGrpSpPr>
            <a:grpSpLocks/>
          </p:cNvGrpSpPr>
          <p:nvPr/>
        </p:nvGrpSpPr>
        <p:grpSpPr bwMode="auto">
          <a:xfrm>
            <a:off x="1558925" y="2760663"/>
            <a:ext cx="438150" cy="2762250"/>
            <a:chOff x="2376" y="1160"/>
            <a:chExt cx="276" cy="1740"/>
          </a:xfrm>
        </p:grpSpPr>
        <p:sp>
          <p:nvSpPr>
            <p:cNvPr id="15527" name="Line 104"/>
            <p:cNvSpPr>
              <a:spLocks noChangeShapeType="1"/>
            </p:cNvSpPr>
            <p:nvPr/>
          </p:nvSpPr>
          <p:spPr bwMode="auto">
            <a:xfrm flipV="1">
              <a:off x="2652" y="1160"/>
              <a:ext cx="0" cy="7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28" name="Freeform 105"/>
            <p:cNvSpPr>
              <a:spLocks/>
            </p:cNvSpPr>
            <p:nvPr/>
          </p:nvSpPr>
          <p:spPr bwMode="auto">
            <a:xfrm>
              <a:off x="2604" y="1872"/>
              <a:ext cx="48" cy="48"/>
            </a:xfrm>
            <a:custGeom>
              <a:avLst/>
              <a:gdLst>
                <a:gd name="T0" fmla="*/ 48 w 48"/>
                <a:gd name="T1" fmla="*/ 0 h 48"/>
                <a:gd name="T2" fmla="*/ 48 w 48"/>
                <a:gd name="T3" fmla="*/ 48 h 48"/>
                <a:gd name="T4" fmla="*/ 0 w 48"/>
                <a:gd name="T5" fmla="*/ 48 h 48"/>
                <a:gd name="T6" fmla="*/ 0 60000 65536"/>
                <a:gd name="T7" fmla="*/ 0 60000 65536"/>
                <a:gd name="T8" fmla="*/ 0 60000 65536"/>
                <a:gd name="T9" fmla="*/ 0 w 48"/>
                <a:gd name="T10" fmla="*/ 0 h 48"/>
                <a:gd name="T11" fmla="*/ 48 w 48"/>
                <a:gd name="T12" fmla="*/ 48 h 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48">
                  <a:moveTo>
                    <a:pt x="48" y="0"/>
                  </a:moveTo>
                  <a:lnTo>
                    <a:pt x="48" y="48"/>
                  </a:lnTo>
                  <a:lnTo>
                    <a:pt x="0" y="48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29" name="Freeform 106"/>
            <p:cNvSpPr>
              <a:spLocks/>
            </p:cNvSpPr>
            <p:nvPr/>
          </p:nvSpPr>
          <p:spPr bwMode="auto">
            <a:xfrm>
              <a:off x="2376" y="1920"/>
              <a:ext cx="56" cy="52"/>
            </a:xfrm>
            <a:custGeom>
              <a:avLst/>
              <a:gdLst>
                <a:gd name="T0" fmla="*/ 56 w 56"/>
                <a:gd name="T1" fmla="*/ 0 h 52"/>
                <a:gd name="T2" fmla="*/ 0 w 56"/>
                <a:gd name="T3" fmla="*/ 0 h 52"/>
                <a:gd name="T4" fmla="*/ 0 w 56"/>
                <a:gd name="T5" fmla="*/ 52 h 52"/>
                <a:gd name="T6" fmla="*/ 0 60000 65536"/>
                <a:gd name="T7" fmla="*/ 0 60000 65536"/>
                <a:gd name="T8" fmla="*/ 0 60000 65536"/>
                <a:gd name="T9" fmla="*/ 0 w 56"/>
                <a:gd name="T10" fmla="*/ 0 h 52"/>
                <a:gd name="T11" fmla="*/ 56 w 56"/>
                <a:gd name="T12" fmla="*/ 52 h 5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" h="52">
                  <a:moveTo>
                    <a:pt x="56" y="0"/>
                  </a:moveTo>
                  <a:lnTo>
                    <a:pt x="0" y="0"/>
                  </a:lnTo>
                  <a:lnTo>
                    <a:pt x="0" y="52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30" name="Line 107"/>
            <p:cNvSpPr>
              <a:spLocks noChangeShapeType="1"/>
            </p:cNvSpPr>
            <p:nvPr/>
          </p:nvSpPr>
          <p:spPr bwMode="auto">
            <a:xfrm>
              <a:off x="2380" y="2832"/>
              <a:ext cx="0" cy="6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5324" name="Line 108"/>
          <p:cNvSpPr>
            <a:spLocks noChangeShapeType="1"/>
          </p:cNvSpPr>
          <p:nvPr/>
        </p:nvSpPr>
        <p:spPr bwMode="auto">
          <a:xfrm>
            <a:off x="3049588" y="3286125"/>
            <a:ext cx="4381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325" name="Freeform 109"/>
          <p:cNvSpPr>
            <a:spLocks/>
          </p:cNvSpPr>
          <p:nvPr/>
        </p:nvSpPr>
        <p:spPr bwMode="auto">
          <a:xfrm>
            <a:off x="2930525" y="2955925"/>
            <a:ext cx="914400" cy="2362200"/>
          </a:xfrm>
          <a:custGeom>
            <a:avLst/>
            <a:gdLst>
              <a:gd name="T0" fmla="*/ 776208125 w 576"/>
              <a:gd name="T1" fmla="*/ 1048385000 h 1488"/>
              <a:gd name="T2" fmla="*/ 776208125 w 576"/>
              <a:gd name="T3" fmla="*/ 0 h 1488"/>
              <a:gd name="T4" fmla="*/ 332660625 w 576"/>
              <a:gd name="T5" fmla="*/ 0 h 1488"/>
              <a:gd name="T6" fmla="*/ 332660625 w 576"/>
              <a:gd name="T7" fmla="*/ 1280239375 h 1488"/>
              <a:gd name="T8" fmla="*/ 534273125 w 576"/>
              <a:gd name="T9" fmla="*/ 1280239375 h 1488"/>
              <a:gd name="T10" fmla="*/ 534273125 w 576"/>
              <a:gd name="T11" fmla="*/ 2147483647 h 1488"/>
              <a:gd name="T12" fmla="*/ 0 w 576"/>
              <a:gd name="T13" fmla="*/ 2147483647 h 1488"/>
              <a:gd name="T14" fmla="*/ 0 w 576"/>
              <a:gd name="T15" fmla="*/ 2147483647 h 1488"/>
              <a:gd name="T16" fmla="*/ 1320561875 w 576"/>
              <a:gd name="T17" fmla="*/ 2147483647 h 1488"/>
              <a:gd name="T18" fmla="*/ 1320561875 w 576"/>
              <a:gd name="T19" fmla="*/ 2147483647 h 1488"/>
              <a:gd name="T20" fmla="*/ 897175625 w 576"/>
              <a:gd name="T21" fmla="*/ 2147483647 h 1488"/>
              <a:gd name="T22" fmla="*/ 897175625 w 576"/>
              <a:gd name="T23" fmla="*/ 1280239375 h 1488"/>
              <a:gd name="T24" fmla="*/ 1451610000 w 576"/>
              <a:gd name="T25" fmla="*/ 1280239375 h 1488"/>
              <a:gd name="T26" fmla="*/ 1451610000 w 576"/>
              <a:gd name="T27" fmla="*/ 1048385000 h 1488"/>
              <a:gd name="T28" fmla="*/ 776208125 w 576"/>
              <a:gd name="T29" fmla="*/ 1048385000 h 1488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576"/>
              <a:gd name="T46" fmla="*/ 0 h 1488"/>
              <a:gd name="T47" fmla="*/ 576 w 576"/>
              <a:gd name="T48" fmla="*/ 1488 h 1488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576" h="1488">
                <a:moveTo>
                  <a:pt x="308" y="416"/>
                </a:moveTo>
                <a:lnTo>
                  <a:pt x="308" y="0"/>
                </a:lnTo>
                <a:lnTo>
                  <a:pt x="132" y="0"/>
                </a:lnTo>
                <a:lnTo>
                  <a:pt x="132" y="508"/>
                </a:lnTo>
                <a:lnTo>
                  <a:pt x="212" y="508"/>
                </a:lnTo>
                <a:lnTo>
                  <a:pt x="212" y="944"/>
                </a:lnTo>
                <a:lnTo>
                  <a:pt x="0" y="944"/>
                </a:lnTo>
                <a:lnTo>
                  <a:pt x="0" y="1488"/>
                </a:lnTo>
                <a:lnTo>
                  <a:pt x="524" y="1488"/>
                </a:lnTo>
                <a:lnTo>
                  <a:pt x="524" y="940"/>
                </a:lnTo>
                <a:lnTo>
                  <a:pt x="356" y="940"/>
                </a:lnTo>
                <a:lnTo>
                  <a:pt x="356" y="508"/>
                </a:lnTo>
                <a:lnTo>
                  <a:pt x="576" y="508"/>
                </a:lnTo>
                <a:lnTo>
                  <a:pt x="576" y="416"/>
                </a:lnTo>
                <a:lnTo>
                  <a:pt x="308" y="416"/>
                </a:lnTo>
                <a:close/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326" name="Freeform 110"/>
          <p:cNvSpPr>
            <a:spLocks/>
          </p:cNvSpPr>
          <p:nvPr/>
        </p:nvSpPr>
        <p:spPr bwMode="auto">
          <a:xfrm>
            <a:off x="3330575" y="3057525"/>
            <a:ext cx="88900" cy="457200"/>
          </a:xfrm>
          <a:custGeom>
            <a:avLst/>
            <a:gdLst>
              <a:gd name="T0" fmla="*/ 141128750 w 56"/>
              <a:gd name="T1" fmla="*/ 0 h 288"/>
              <a:gd name="T2" fmla="*/ 0 w 56"/>
              <a:gd name="T3" fmla="*/ 0 h 288"/>
              <a:gd name="T4" fmla="*/ 0 w 56"/>
              <a:gd name="T5" fmla="*/ 725805000 h 288"/>
              <a:gd name="T6" fmla="*/ 131048125 w 56"/>
              <a:gd name="T7" fmla="*/ 725805000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56"/>
              <a:gd name="T13" fmla="*/ 0 h 288"/>
              <a:gd name="T14" fmla="*/ 56 w 5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" h="288">
                <a:moveTo>
                  <a:pt x="56" y="0"/>
                </a:moveTo>
                <a:lnTo>
                  <a:pt x="0" y="0"/>
                </a:lnTo>
                <a:lnTo>
                  <a:pt x="0" y="288"/>
                </a:lnTo>
                <a:lnTo>
                  <a:pt x="52" y="288"/>
                </a:lnTo>
              </a:path>
            </a:pathLst>
          </a:custGeom>
          <a:noFill/>
          <a:ln w="28575" cap="flat" cmpd="sng">
            <a:solidFill>
              <a:srgbClr val="000000"/>
            </a:solidFill>
            <a:prstDash val="solid"/>
            <a:round/>
            <a:headEnd type="none" w="med" len="med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327" name="Line 111"/>
          <p:cNvSpPr>
            <a:spLocks noChangeShapeType="1"/>
          </p:cNvSpPr>
          <p:nvPr/>
        </p:nvSpPr>
        <p:spPr bwMode="auto">
          <a:xfrm>
            <a:off x="3138488" y="3197225"/>
            <a:ext cx="1968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328" name="Line 112"/>
          <p:cNvSpPr>
            <a:spLocks noChangeShapeType="1"/>
          </p:cNvSpPr>
          <p:nvPr/>
        </p:nvSpPr>
        <p:spPr bwMode="auto">
          <a:xfrm>
            <a:off x="3138488" y="3368675"/>
            <a:ext cx="1968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329" name="Line 113"/>
          <p:cNvSpPr>
            <a:spLocks noChangeShapeType="1"/>
          </p:cNvSpPr>
          <p:nvPr/>
        </p:nvSpPr>
        <p:spPr bwMode="auto">
          <a:xfrm>
            <a:off x="2933700" y="4603750"/>
            <a:ext cx="8318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330" name="Line 114"/>
          <p:cNvSpPr>
            <a:spLocks noChangeShapeType="1"/>
          </p:cNvSpPr>
          <p:nvPr/>
        </p:nvSpPr>
        <p:spPr bwMode="auto">
          <a:xfrm>
            <a:off x="2933700" y="5168900"/>
            <a:ext cx="8318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115"/>
          <p:cNvGrpSpPr>
            <a:grpSpLocks/>
          </p:cNvGrpSpPr>
          <p:nvPr/>
        </p:nvGrpSpPr>
        <p:grpSpPr bwMode="auto">
          <a:xfrm>
            <a:off x="2933700" y="2944813"/>
            <a:ext cx="904875" cy="2370137"/>
            <a:chOff x="3243" y="1276"/>
            <a:chExt cx="570" cy="1493"/>
          </a:xfrm>
        </p:grpSpPr>
        <p:sp>
          <p:nvSpPr>
            <p:cNvPr id="15506" name="Line 116"/>
            <p:cNvSpPr>
              <a:spLocks noChangeShapeType="1"/>
            </p:cNvSpPr>
            <p:nvPr/>
          </p:nvSpPr>
          <p:spPr bwMode="auto">
            <a:xfrm flipV="1">
              <a:off x="3371" y="1276"/>
              <a:ext cx="79" cy="7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07" name="Line 117"/>
            <p:cNvSpPr>
              <a:spLocks noChangeShapeType="1"/>
            </p:cNvSpPr>
            <p:nvPr/>
          </p:nvSpPr>
          <p:spPr bwMode="auto">
            <a:xfrm flipV="1">
              <a:off x="3400" y="1288"/>
              <a:ext cx="144" cy="1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08" name="Line 118"/>
            <p:cNvSpPr>
              <a:spLocks noChangeShapeType="1"/>
            </p:cNvSpPr>
            <p:nvPr/>
          </p:nvSpPr>
          <p:spPr bwMode="auto">
            <a:xfrm flipV="1">
              <a:off x="3368" y="1536"/>
              <a:ext cx="44" cy="4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09" name="Line 119"/>
            <p:cNvSpPr>
              <a:spLocks noChangeShapeType="1"/>
            </p:cNvSpPr>
            <p:nvPr/>
          </p:nvSpPr>
          <p:spPr bwMode="auto">
            <a:xfrm flipV="1">
              <a:off x="3372" y="1569"/>
              <a:ext cx="120" cy="12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10" name="Line 120"/>
            <p:cNvSpPr>
              <a:spLocks noChangeShapeType="1"/>
            </p:cNvSpPr>
            <p:nvPr/>
          </p:nvSpPr>
          <p:spPr bwMode="auto">
            <a:xfrm flipV="1">
              <a:off x="3378" y="1632"/>
              <a:ext cx="153" cy="15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11" name="Line 121"/>
            <p:cNvSpPr>
              <a:spLocks noChangeShapeType="1"/>
            </p:cNvSpPr>
            <p:nvPr/>
          </p:nvSpPr>
          <p:spPr bwMode="auto">
            <a:xfrm flipV="1">
              <a:off x="3453" y="1692"/>
              <a:ext cx="117" cy="11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12" name="Line 122"/>
            <p:cNvSpPr>
              <a:spLocks noChangeShapeType="1"/>
            </p:cNvSpPr>
            <p:nvPr/>
          </p:nvSpPr>
          <p:spPr bwMode="auto">
            <a:xfrm flipV="1">
              <a:off x="3447" y="1692"/>
              <a:ext cx="222" cy="22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13" name="Line 123"/>
            <p:cNvSpPr>
              <a:spLocks noChangeShapeType="1"/>
            </p:cNvSpPr>
            <p:nvPr/>
          </p:nvSpPr>
          <p:spPr bwMode="auto">
            <a:xfrm flipV="1">
              <a:off x="3450" y="1875"/>
              <a:ext cx="141" cy="14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14" name="Line 124"/>
            <p:cNvSpPr>
              <a:spLocks noChangeShapeType="1"/>
            </p:cNvSpPr>
            <p:nvPr/>
          </p:nvSpPr>
          <p:spPr bwMode="auto">
            <a:xfrm flipV="1">
              <a:off x="3681" y="1695"/>
              <a:ext cx="93" cy="9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15" name="Line 125"/>
            <p:cNvSpPr>
              <a:spLocks noChangeShapeType="1"/>
            </p:cNvSpPr>
            <p:nvPr/>
          </p:nvSpPr>
          <p:spPr bwMode="auto">
            <a:xfrm flipV="1">
              <a:off x="3777" y="1749"/>
              <a:ext cx="36" cy="3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16" name="Line 126"/>
            <p:cNvSpPr>
              <a:spLocks noChangeShapeType="1"/>
            </p:cNvSpPr>
            <p:nvPr/>
          </p:nvSpPr>
          <p:spPr bwMode="auto">
            <a:xfrm flipV="1">
              <a:off x="3450" y="1968"/>
              <a:ext cx="147" cy="14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17" name="Line 127"/>
            <p:cNvSpPr>
              <a:spLocks noChangeShapeType="1"/>
            </p:cNvSpPr>
            <p:nvPr/>
          </p:nvSpPr>
          <p:spPr bwMode="auto">
            <a:xfrm flipV="1">
              <a:off x="3255" y="2223"/>
              <a:ext cx="90" cy="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18" name="Line 128"/>
            <p:cNvSpPr>
              <a:spLocks noChangeShapeType="1"/>
            </p:cNvSpPr>
            <p:nvPr/>
          </p:nvSpPr>
          <p:spPr bwMode="auto">
            <a:xfrm flipV="1">
              <a:off x="3357" y="2070"/>
              <a:ext cx="240" cy="24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19" name="Line 129"/>
            <p:cNvSpPr>
              <a:spLocks noChangeShapeType="1"/>
            </p:cNvSpPr>
            <p:nvPr/>
          </p:nvSpPr>
          <p:spPr bwMode="auto">
            <a:xfrm flipV="1">
              <a:off x="3465" y="2184"/>
              <a:ext cx="126" cy="12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20" name="Line 130"/>
            <p:cNvSpPr>
              <a:spLocks noChangeShapeType="1"/>
            </p:cNvSpPr>
            <p:nvPr/>
          </p:nvSpPr>
          <p:spPr bwMode="auto">
            <a:xfrm flipV="1">
              <a:off x="3564" y="2223"/>
              <a:ext cx="90" cy="9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21" name="Line 131"/>
            <p:cNvSpPr>
              <a:spLocks noChangeShapeType="1"/>
            </p:cNvSpPr>
            <p:nvPr/>
          </p:nvSpPr>
          <p:spPr bwMode="auto">
            <a:xfrm flipV="1">
              <a:off x="3672" y="2226"/>
              <a:ext cx="87" cy="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22" name="Line 132"/>
            <p:cNvSpPr>
              <a:spLocks noChangeShapeType="1"/>
            </p:cNvSpPr>
            <p:nvPr/>
          </p:nvSpPr>
          <p:spPr bwMode="auto">
            <a:xfrm flipV="1">
              <a:off x="3243" y="2676"/>
              <a:ext cx="72" cy="7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23" name="Line 133"/>
            <p:cNvSpPr>
              <a:spLocks noChangeShapeType="1"/>
            </p:cNvSpPr>
            <p:nvPr/>
          </p:nvSpPr>
          <p:spPr bwMode="auto">
            <a:xfrm flipV="1">
              <a:off x="3324" y="2679"/>
              <a:ext cx="87" cy="8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24" name="Line 134"/>
            <p:cNvSpPr>
              <a:spLocks noChangeShapeType="1"/>
            </p:cNvSpPr>
            <p:nvPr/>
          </p:nvSpPr>
          <p:spPr bwMode="auto">
            <a:xfrm flipV="1">
              <a:off x="3426" y="2673"/>
              <a:ext cx="96" cy="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25" name="Line 135"/>
            <p:cNvSpPr>
              <a:spLocks noChangeShapeType="1"/>
            </p:cNvSpPr>
            <p:nvPr/>
          </p:nvSpPr>
          <p:spPr bwMode="auto">
            <a:xfrm flipV="1">
              <a:off x="3534" y="2673"/>
              <a:ext cx="96" cy="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26" name="Line 136"/>
            <p:cNvSpPr>
              <a:spLocks noChangeShapeType="1"/>
            </p:cNvSpPr>
            <p:nvPr/>
          </p:nvSpPr>
          <p:spPr bwMode="auto">
            <a:xfrm flipV="1">
              <a:off x="3645" y="2682"/>
              <a:ext cx="84" cy="8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5353" name="Text Box 137"/>
          <p:cNvSpPr txBox="1">
            <a:spLocks noChangeArrowheads="1"/>
          </p:cNvSpPr>
          <p:nvPr/>
        </p:nvSpPr>
        <p:spPr bwMode="auto">
          <a:xfrm>
            <a:off x="1666875" y="249237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i="1">
                <a:solidFill>
                  <a:srgbClr val="000000"/>
                </a:solidFill>
                <a:latin typeface="ISOCPEUR" pitchFamily="34" charset="0"/>
              </a:rPr>
              <a:t>A</a:t>
            </a:r>
          </a:p>
        </p:txBody>
      </p:sp>
      <p:sp>
        <p:nvSpPr>
          <p:cNvPr id="265354" name="Text Box 138"/>
          <p:cNvSpPr txBox="1">
            <a:spLocks noChangeArrowheads="1"/>
          </p:cNvSpPr>
          <p:nvPr/>
        </p:nvSpPr>
        <p:spPr bwMode="auto">
          <a:xfrm>
            <a:off x="1276350" y="53689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i="1">
                <a:solidFill>
                  <a:srgbClr val="000000"/>
                </a:solidFill>
                <a:latin typeface="ISOCPEUR" pitchFamily="34" charset="0"/>
              </a:rPr>
              <a:t>A</a:t>
            </a:r>
          </a:p>
        </p:txBody>
      </p:sp>
      <p:sp>
        <p:nvSpPr>
          <p:cNvPr id="265355" name="Text Box 139"/>
          <p:cNvSpPr txBox="1">
            <a:spLocks noChangeArrowheads="1"/>
          </p:cNvSpPr>
          <p:nvPr/>
        </p:nvSpPr>
        <p:spPr bwMode="auto">
          <a:xfrm>
            <a:off x="1162050" y="3806825"/>
            <a:ext cx="542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i="1">
                <a:solidFill>
                  <a:srgbClr val="000000"/>
                </a:solidFill>
                <a:latin typeface="ISOCPEUR" pitchFamily="34" charset="0"/>
              </a:rPr>
              <a:t>A</a:t>
            </a:r>
          </a:p>
        </p:txBody>
      </p:sp>
      <p:sp>
        <p:nvSpPr>
          <p:cNvPr id="265356" name="Text Box 140"/>
          <p:cNvSpPr txBox="1">
            <a:spLocks noChangeArrowheads="1"/>
          </p:cNvSpPr>
          <p:nvPr/>
        </p:nvSpPr>
        <p:spPr bwMode="auto">
          <a:xfrm>
            <a:off x="1714500" y="3883025"/>
            <a:ext cx="3365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i="1">
                <a:solidFill>
                  <a:srgbClr val="000000"/>
                </a:solidFill>
                <a:latin typeface="ISOCPEUR" pitchFamily="34" charset="0"/>
              </a:rPr>
              <a:t>A</a:t>
            </a:r>
          </a:p>
        </p:txBody>
      </p:sp>
      <p:sp>
        <p:nvSpPr>
          <p:cNvPr id="265357" name="Text Box 141"/>
          <p:cNvSpPr txBox="1">
            <a:spLocks noChangeArrowheads="1"/>
          </p:cNvSpPr>
          <p:nvPr/>
        </p:nvSpPr>
        <p:spPr bwMode="auto">
          <a:xfrm>
            <a:off x="2989263" y="2530475"/>
            <a:ext cx="6238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i="1">
                <a:solidFill>
                  <a:srgbClr val="000000"/>
                </a:solidFill>
                <a:latin typeface="ISOCPEUR" pitchFamily="34" charset="0"/>
              </a:rPr>
              <a:t>A–A</a:t>
            </a:r>
          </a:p>
        </p:txBody>
      </p:sp>
      <p:grpSp>
        <p:nvGrpSpPr>
          <p:cNvPr id="5" name="Group 148"/>
          <p:cNvGrpSpPr>
            <a:grpSpLocks/>
          </p:cNvGrpSpPr>
          <p:nvPr/>
        </p:nvGrpSpPr>
        <p:grpSpPr bwMode="auto">
          <a:xfrm>
            <a:off x="1560513" y="2754313"/>
            <a:ext cx="690562" cy="2762250"/>
            <a:chOff x="2466" y="822"/>
            <a:chExt cx="435" cy="1740"/>
          </a:xfrm>
        </p:grpSpPr>
        <p:sp>
          <p:nvSpPr>
            <p:cNvPr id="15504" name="Line 149"/>
            <p:cNvSpPr>
              <a:spLocks noChangeShapeType="1"/>
            </p:cNvSpPr>
            <p:nvPr/>
          </p:nvSpPr>
          <p:spPr bwMode="auto">
            <a:xfrm>
              <a:off x="2739" y="822"/>
              <a:ext cx="1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05" name="Line 150"/>
            <p:cNvSpPr>
              <a:spLocks noChangeShapeType="1"/>
            </p:cNvSpPr>
            <p:nvPr/>
          </p:nvSpPr>
          <p:spPr bwMode="auto">
            <a:xfrm>
              <a:off x="2466" y="2562"/>
              <a:ext cx="16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65367" name="Freeform 151"/>
          <p:cNvSpPr>
            <a:spLocks/>
          </p:cNvSpPr>
          <p:nvPr/>
        </p:nvSpPr>
        <p:spPr bwMode="auto">
          <a:xfrm>
            <a:off x="3330575" y="3052763"/>
            <a:ext cx="88900" cy="457200"/>
          </a:xfrm>
          <a:custGeom>
            <a:avLst/>
            <a:gdLst>
              <a:gd name="T0" fmla="*/ 141128750 w 56"/>
              <a:gd name="T1" fmla="*/ 0 h 288"/>
              <a:gd name="T2" fmla="*/ 0 w 56"/>
              <a:gd name="T3" fmla="*/ 0 h 288"/>
              <a:gd name="T4" fmla="*/ 0 w 56"/>
              <a:gd name="T5" fmla="*/ 725805000 h 288"/>
              <a:gd name="T6" fmla="*/ 131048125 w 56"/>
              <a:gd name="T7" fmla="*/ 725805000 h 288"/>
              <a:gd name="T8" fmla="*/ 0 60000 65536"/>
              <a:gd name="T9" fmla="*/ 0 60000 65536"/>
              <a:gd name="T10" fmla="*/ 0 60000 65536"/>
              <a:gd name="T11" fmla="*/ 0 60000 65536"/>
              <a:gd name="T12" fmla="*/ 0 w 56"/>
              <a:gd name="T13" fmla="*/ 0 h 288"/>
              <a:gd name="T14" fmla="*/ 56 w 56"/>
              <a:gd name="T15" fmla="*/ 288 h 2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6" h="288">
                <a:moveTo>
                  <a:pt x="56" y="0"/>
                </a:moveTo>
                <a:lnTo>
                  <a:pt x="0" y="0"/>
                </a:lnTo>
                <a:lnTo>
                  <a:pt x="0" y="288"/>
                </a:lnTo>
                <a:lnTo>
                  <a:pt x="52" y="288"/>
                </a:lnTo>
              </a:path>
            </a:pathLst>
          </a:custGeom>
          <a:noFill/>
          <a:ln w="12700" cap="flat" cmpd="sng">
            <a:solidFill>
              <a:srgbClr val="000000"/>
            </a:solidFill>
            <a:prstDash val="lgDash"/>
            <a:round/>
            <a:headEnd type="none" w="med" len="med"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368" name="Line 152"/>
          <p:cNvSpPr>
            <a:spLocks noChangeShapeType="1"/>
          </p:cNvSpPr>
          <p:nvPr/>
        </p:nvSpPr>
        <p:spPr bwMode="auto">
          <a:xfrm>
            <a:off x="3140075" y="3192463"/>
            <a:ext cx="19685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369" name="Line 153"/>
          <p:cNvSpPr>
            <a:spLocks noChangeShapeType="1"/>
          </p:cNvSpPr>
          <p:nvPr/>
        </p:nvSpPr>
        <p:spPr bwMode="auto">
          <a:xfrm>
            <a:off x="3140075" y="3363913"/>
            <a:ext cx="196850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370" name="Line 154"/>
          <p:cNvSpPr>
            <a:spLocks noChangeShapeType="1"/>
          </p:cNvSpPr>
          <p:nvPr/>
        </p:nvSpPr>
        <p:spPr bwMode="auto">
          <a:xfrm>
            <a:off x="2930525" y="4605338"/>
            <a:ext cx="83185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5371" name="Line 155"/>
          <p:cNvSpPr>
            <a:spLocks noChangeShapeType="1"/>
          </p:cNvSpPr>
          <p:nvPr/>
        </p:nvSpPr>
        <p:spPr bwMode="auto">
          <a:xfrm>
            <a:off x="2930525" y="5164138"/>
            <a:ext cx="83185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Group 156"/>
          <p:cNvGrpSpPr>
            <a:grpSpLocks/>
          </p:cNvGrpSpPr>
          <p:nvPr/>
        </p:nvGrpSpPr>
        <p:grpSpPr bwMode="auto">
          <a:xfrm>
            <a:off x="2841625" y="4878388"/>
            <a:ext cx="1004888" cy="3175"/>
            <a:chOff x="3273" y="2160"/>
            <a:chExt cx="633" cy="2"/>
          </a:xfrm>
        </p:grpSpPr>
        <p:sp>
          <p:nvSpPr>
            <p:cNvPr id="15501" name="Line 157"/>
            <p:cNvSpPr>
              <a:spLocks noChangeShapeType="1"/>
            </p:cNvSpPr>
            <p:nvPr/>
          </p:nvSpPr>
          <p:spPr bwMode="auto">
            <a:xfrm>
              <a:off x="3273" y="2162"/>
              <a:ext cx="26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02" name="Line 158"/>
            <p:cNvSpPr>
              <a:spLocks noChangeShapeType="1"/>
            </p:cNvSpPr>
            <p:nvPr/>
          </p:nvSpPr>
          <p:spPr bwMode="auto">
            <a:xfrm>
              <a:off x="3575" y="2161"/>
              <a:ext cx="3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03" name="Line 159"/>
            <p:cNvSpPr>
              <a:spLocks noChangeShapeType="1"/>
            </p:cNvSpPr>
            <p:nvPr/>
          </p:nvSpPr>
          <p:spPr bwMode="auto">
            <a:xfrm>
              <a:off x="3637" y="2160"/>
              <a:ext cx="26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160"/>
          <p:cNvGrpSpPr>
            <a:grpSpLocks/>
          </p:cNvGrpSpPr>
          <p:nvPr/>
        </p:nvGrpSpPr>
        <p:grpSpPr bwMode="auto">
          <a:xfrm>
            <a:off x="4918075" y="2660650"/>
            <a:ext cx="4000500" cy="2767013"/>
            <a:chOff x="754" y="537"/>
            <a:chExt cx="2520" cy="1743"/>
          </a:xfrm>
        </p:grpSpPr>
        <p:sp>
          <p:nvSpPr>
            <p:cNvPr id="15423" name="Text Box 161"/>
            <p:cNvSpPr txBox="1">
              <a:spLocks noChangeArrowheads="1"/>
            </p:cNvSpPr>
            <p:nvPr/>
          </p:nvSpPr>
          <p:spPr bwMode="auto">
            <a:xfrm>
              <a:off x="2952" y="1992"/>
              <a:ext cx="2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>
                  <a:latin typeface="宋体" pitchFamily="2" charset="-122"/>
                </a:rPr>
                <a:t>A</a:t>
              </a:r>
              <a:endParaRPr lang="en-US" altLang="zh-CN" sz="2400" b="1"/>
            </a:p>
          </p:txBody>
        </p:sp>
        <p:sp>
          <p:nvSpPr>
            <p:cNvPr id="15424" name="Text Box 162"/>
            <p:cNvSpPr txBox="1">
              <a:spLocks noChangeArrowheads="1"/>
            </p:cNvSpPr>
            <p:nvPr/>
          </p:nvSpPr>
          <p:spPr bwMode="auto">
            <a:xfrm>
              <a:off x="2256" y="1258"/>
              <a:ext cx="2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>
                  <a:latin typeface="宋体" pitchFamily="2" charset="-122"/>
                </a:rPr>
                <a:t>A</a:t>
              </a:r>
            </a:p>
          </p:txBody>
        </p:sp>
        <p:sp>
          <p:nvSpPr>
            <p:cNvPr id="15425" name="Text Box 163"/>
            <p:cNvSpPr txBox="1">
              <a:spLocks noChangeArrowheads="1"/>
            </p:cNvSpPr>
            <p:nvPr/>
          </p:nvSpPr>
          <p:spPr bwMode="auto">
            <a:xfrm>
              <a:off x="874" y="565"/>
              <a:ext cx="50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>
                  <a:latin typeface="宋体" pitchFamily="2" charset="-122"/>
                </a:rPr>
                <a:t>A</a:t>
              </a:r>
              <a:r>
                <a:rPr lang="zh-CN" altLang="en-US" sz="2400" b="1"/>
                <a:t>－</a:t>
              </a:r>
              <a:r>
                <a:rPr lang="en-US" altLang="zh-CN" sz="2400" b="1" i="1">
                  <a:latin typeface="宋体" pitchFamily="2" charset="-122"/>
                </a:rPr>
                <a:t>A</a:t>
              </a:r>
              <a:endParaRPr lang="en-US" altLang="zh-CN" sz="2400" b="1"/>
            </a:p>
          </p:txBody>
        </p:sp>
        <p:sp>
          <p:nvSpPr>
            <p:cNvPr id="15426" name="Line 164"/>
            <p:cNvSpPr>
              <a:spLocks noChangeShapeType="1"/>
            </p:cNvSpPr>
            <p:nvPr/>
          </p:nvSpPr>
          <p:spPr bwMode="auto">
            <a:xfrm flipH="1">
              <a:off x="2316" y="694"/>
              <a:ext cx="1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27" name="Line 165"/>
            <p:cNvSpPr>
              <a:spLocks noChangeShapeType="1"/>
            </p:cNvSpPr>
            <p:nvPr/>
          </p:nvSpPr>
          <p:spPr bwMode="auto">
            <a:xfrm flipH="1">
              <a:off x="2928" y="2076"/>
              <a:ext cx="89" cy="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28" name="Line 166"/>
            <p:cNvSpPr>
              <a:spLocks noChangeShapeType="1"/>
            </p:cNvSpPr>
            <p:nvPr/>
          </p:nvSpPr>
          <p:spPr bwMode="auto">
            <a:xfrm flipH="1">
              <a:off x="1010" y="929"/>
              <a:ext cx="2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29" name="Line 167"/>
            <p:cNvSpPr>
              <a:spLocks noChangeShapeType="1"/>
            </p:cNvSpPr>
            <p:nvPr/>
          </p:nvSpPr>
          <p:spPr bwMode="auto">
            <a:xfrm flipH="1">
              <a:off x="1010" y="1020"/>
              <a:ext cx="23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30" name="Line 168"/>
            <p:cNvSpPr>
              <a:spLocks noChangeShapeType="1"/>
            </p:cNvSpPr>
            <p:nvPr/>
          </p:nvSpPr>
          <p:spPr bwMode="auto">
            <a:xfrm>
              <a:off x="1009" y="1957"/>
              <a:ext cx="9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31" name="Line 169"/>
            <p:cNvSpPr>
              <a:spLocks noChangeShapeType="1"/>
            </p:cNvSpPr>
            <p:nvPr/>
          </p:nvSpPr>
          <p:spPr bwMode="auto">
            <a:xfrm>
              <a:off x="1009" y="2111"/>
              <a:ext cx="91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32" name="Freeform 170"/>
            <p:cNvSpPr>
              <a:spLocks/>
            </p:cNvSpPr>
            <p:nvPr/>
          </p:nvSpPr>
          <p:spPr bwMode="auto">
            <a:xfrm>
              <a:off x="1100" y="1953"/>
              <a:ext cx="0" cy="169"/>
            </a:xfrm>
            <a:custGeom>
              <a:avLst/>
              <a:gdLst>
                <a:gd name="T0" fmla="*/ 0 w 1"/>
                <a:gd name="T1" fmla="*/ 0 h 245"/>
                <a:gd name="T2" fmla="*/ 0 w 1"/>
                <a:gd name="T3" fmla="*/ 117 h 245"/>
                <a:gd name="T4" fmla="*/ 0 60000 65536"/>
                <a:gd name="T5" fmla="*/ 0 60000 65536"/>
                <a:gd name="T6" fmla="*/ 0 w 1"/>
                <a:gd name="T7" fmla="*/ 0 h 245"/>
                <a:gd name="T8" fmla="*/ 0 w 1"/>
                <a:gd name="T9" fmla="*/ 245 h 2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245">
                  <a:moveTo>
                    <a:pt x="0" y="0"/>
                  </a:moveTo>
                  <a:lnTo>
                    <a:pt x="0" y="24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33" name="Line 171"/>
            <p:cNvSpPr>
              <a:spLocks noChangeShapeType="1"/>
            </p:cNvSpPr>
            <p:nvPr/>
          </p:nvSpPr>
          <p:spPr bwMode="auto">
            <a:xfrm>
              <a:off x="1100" y="1987"/>
              <a:ext cx="1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34" name="Line 172"/>
            <p:cNvSpPr>
              <a:spLocks noChangeShapeType="1"/>
            </p:cNvSpPr>
            <p:nvPr/>
          </p:nvSpPr>
          <p:spPr bwMode="auto">
            <a:xfrm>
              <a:off x="1100" y="2087"/>
              <a:ext cx="14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35" name="Line 173"/>
            <p:cNvSpPr>
              <a:spLocks noChangeShapeType="1"/>
            </p:cNvSpPr>
            <p:nvPr/>
          </p:nvSpPr>
          <p:spPr bwMode="auto">
            <a:xfrm flipH="1">
              <a:off x="802" y="1725"/>
              <a:ext cx="6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36" name="Line 174"/>
            <p:cNvSpPr>
              <a:spLocks noChangeShapeType="1"/>
            </p:cNvSpPr>
            <p:nvPr/>
          </p:nvSpPr>
          <p:spPr bwMode="auto">
            <a:xfrm flipH="1">
              <a:off x="802" y="1236"/>
              <a:ext cx="6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37" name="Line 175"/>
            <p:cNvSpPr>
              <a:spLocks noChangeShapeType="1"/>
            </p:cNvSpPr>
            <p:nvPr/>
          </p:nvSpPr>
          <p:spPr bwMode="auto">
            <a:xfrm flipH="1">
              <a:off x="802" y="1302"/>
              <a:ext cx="65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38" name="Freeform 176"/>
            <p:cNvSpPr>
              <a:spLocks/>
            </p:cNvSpPr>
            <p:nvPr/>
          </p:nvSpPr>
          <p:spPr bwMode="auto">
            <a:xfrm>
              <a:off x="1417" y="1826"/>
              <a:ext cx="36" cy="40"/>
            </a:xfrm>
            <a:custGeom>
              <a:avLst/>
              <a:gdLst>
                <a:gd name="T0" fmla="*/ 0 w 38"/>
                <a:gd name="T1" fmla="*/ 38 h 42"/>
                <a:gd name="T2" fmla="*/ 34 w 38"/>
                <a:gd name="T3" fmla="*/ 0 h 42"/>
                <a:gd name="T4" fmla="*/ 0 60000 65536"/>
                <a:gd name="T5" fmla="*/ 0 60000 65536"/>
                <a:gd name="T6" fmla="*/ 0 w 38"/>
                <a:gd name="T7" fmla="*/ 0 h 42"/>
                <a:gd name="T8" fmla="*/ 38 w 38"/>
                <a:gd name="T9" fmla="*/ 42 h 4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8" h="42">
                  <a:moveTo>
                    <a:pt x="0" y="42"/>
                  </a:moveTo>
                  <a:lnTo>
                    <a:pt x="3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39" name="Freeform 177"/>
            <p:cNvSpPr>
              <a:spLocks/>
            </p:cNvSpPr>
            <p:nvPr/>
          </p:nvSpPr>
          <p:spPr bwMode="auto">
            <a:xfrm>
              <a:off x="1028" y="848"/>
              <a:ext cx="87" cy="82"/>
            </a:xfrm>
            <a:custGeom>
              <a:avLst/>
              <a:gdLst>
                <a:gd name="T0" fmla="*/ 0 w 88"/>
                <a:gd name="T1" fmla="*/ 80 h 84"/>
                <a:gd name="T2" fmla="*/ 86 w 88"/>
                <a:gd name="T3" fmla="*/ 0 h 84"/>
                <a:gd name="T4" fmla="*/ 0 60000 65536"/>
                <a:gd name="T5" fmla="*/ 0 60000 65536"/>
                <a:gd name="T6" fmla="*/ 0 w 88"/>
                <a:gd name="T7" fmla="*/ 0 h 84"/>
                <a:gd name="T8" fmla="*/ 88 w 88"/>
                <a:gd name="T9" fmla="*/ 84 h 8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8" h="84">
                  <a:moveTo>
                    <a:pt x="0" y="84"/>
                  </a:moveTo>
                  <a:lnTo>
                    <a:pt x="8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40" name="Freeform 178"/>
            <p:cNvSpPr>
              <a:spLocks/>
            </p:cNvSpPr>
            <p:nvPr/>
          </p:nvSpPr>
          <p:spPr bwMode="auto">
            <a:xfrm>
              <a:off x="1135" y="842"/>
              <a:ext cx="89" cy="89"/>
            </a:xfrm>
            <a:custGeom>
              <a:avLst/>
              <a:gdLst>
                <a:gd name="T0" fmla="*/ 0 w 92"/>
                <a:gd name="T1" fmla="*/ 87 h 91"/>
                <a:gd name="T2" fmla="*/ 86 w 92"/>
                <a:gd name="T3" fmla="*/ 0 h 91"/>
                <a:gd name="T4" fmla="*/ 0 60000 65536"/>
                <a:gd name="T5" fmla="*/ 0 60000 65536"/>
                <a:gd name="T6" fmla="*/ 0 w 92"/>
                <a:gd name="T7" fmla="*/ 0 h 91"/>
                <a:gd name="T8" fmla="*/ 92 w 92"/>
                <a:gd name="T9" fmla="*/ 91 h 9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2" h="91">
                  <a:moveTo>
                    <a:pt x="0" y="91"/>
                  </a:moveTo>
                  <a:lnTo>
                    <a:pt x="92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41" name="Freeform 179"/>
            <p:cNvSpPr>
              <a:spLocks/>
            </p:cNvSpPr>
            <p:nvPr/>
          </p:nvSpPr>
          <p:spPr bwMode="auto">
            <a:xfrm>
              <a:off x="796" y="1152"/>
              <a:ext cx="50" cy="54"/>
            </a:xfrm>
            <a:custGeom>
              <a:avLst/>
              <a:gdLst>
                <a:gd name="T0" fmla="*/ 0 w 65"/>
                <a:gd name="T1" fmla="*/ 41 h 72"/>
                <a:gd name="T2" fmla="*/ 38 w 65"/>
                <a:gd name="T3" fmla="*/ 0 h 72"/>
                <a:gd name="T4" fmla="*/ 0 60000 65536"/>
                <a:gd name="T5" fmla="*/ 0 60000 65536"/>
                <a:gd name="T6" fmla="*/ 0 w 65"/>
                <a:gd name="T7" fmla="*/ 0 h 72"/>
                <a:gd name="T8" fmla="*/ 65 w 65"/>
                <a:gd name="T9" fmla="*/ 72 h 7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5" h="72">
                  <a:moveTo>
                    <a:pt x="0" y="72"/>
                  </a:moveTo>
                  <a:lnTo>
                    <a:pt x="65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42" name="Freeform 180"/>
            <p:cNvSpPr>
              <a:spLocks/>
            </p:cNvSpPr>
            <p:nvPr/>
          </p:nvSpPr>
          <p:spPr bwMode="auto">
            <a:xfrm>
              <a:off x="1012" y="1025"/>
              <a:ext cx="66" cy="64"/>
            </a:xfrm>
            <a:custGeom>
              <a:avLst/>
              <a:gdLst>
                <a:gd name="T0" fmla="*/ 0 w 67"/>
                <a:gd name="T1" fmla="*/ 62 h 66"/>
                <a:gd name="T2" fmla="*/ 65 w 67"/>
                <a:gd name="T3" fmla="*/ 0 h 66"/>
                <a:gd name="T4" fmla="*/ 0 60000 65536"/>
                <a:gd name="T5" fmla="*/ 0 60000 65536"/>
                <a:gd name="T6" fmla="*/ 0 w 67"/>
                <a:gd name="T7" fmla="*/ 0 h 66"/>
                <a:gd name="T8" fmla="*/ 67 w 67"/>
                <a:gd name="T9" fmla="*/ 66 h 6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7" h="66">
                  <a:moveTo>
                    <a:pt x="0" y="66"/>
                  </a:moveTo>
                  <a:lnTo>
                    <a:pt x="6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43" name="Line 181"/>
            <p:cNvSpPr>
              <a:spLocks noChangeShapeType="1"/>
            </p:cNvSpPr>
            <p:nvPr/>
          </p:nvSpPr>
          <p:spPr bwMode="auto">
            <a:xfrm flipV="1">
              <a:off x="873" y="1152"/>
              <a:ext cx="84" cy="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44" name="Freeform 182"/>
            <p:cNvSpPr>
              <a:spLocks/>
            </p:cNvSpPr>
            <p:nvPr/>
          </p:nvSpPr>
          <p:spPr bwMode="auto">
            <a:xfrm>
              <a:off x="990" y="1010"/>
              <a:ext cx="223" cy="225"/>
            </a:xfrm>
            <a:custGeom>
              <a:avLst/>
              <a:gdLst>
                <a:gd name="T0" fmla="*/ 0 w 230"/>
                <a:gd name="T1" fmla="*/ 220 h 230"/>
                <a:gd name="T2" fmla="*/ 216 w 230"/>
                <a:gd name="T3" fmla="*/ 0 h 230"/>
                <a:gd name="T4" fmla="*/ 0 60000 65536"/>
                <a:gd name="T5" fmla="*/ 0 60000 65536"/>
                <a:gd name="T6" fmla="*/ 0 w 230"/>
                <a:gd name="T7" fmla="*/ 0 h 230"/>
                <a:gd name="T8" fmla="*/ 230 w 230"/>
                <a:gd name="T9" fmla="*/ 230 h 23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0" h="230">
                  <a:moveTo>
                    <a:pt x="0" y="230"/>
                  </a:moveTo>
                  <a:lnTo>
                    <a:pt x="230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45" name="Freeform 183"/>
            <p:cNvSpPr>
              <a:spLocks/>
            </p:cNvSpPr>
            <p:nvPr/>
          </p:nvSpPr>
          <p:spPr bwMode="auto">
            <a:xfrm>
              <a:off x="1115" y="1103"/>
              <a:ext cx="133" cy="141"/>
            </a:xfrm>
            <a:custGeom>
              <a:avLst/>
              <a:gdLst>
                <a:gd name="T0" fmla="*/ 0 w 138"/>
                <a:gd name="T1" fmla="*/ 137 h 145"/>
                <a:gd name="T2" fmla="*/ 128 w 138"/>
                <a:gd name="T3" fmla="*/ 0 h 145"/>
                <a:gd name="T4" fmla="*/ 0 60000 65536"/>
                <a:gd name="T5" fmla="*/ 0 60000 65536"/>
                <a:gd name="T6" fmla="*/ 0 w 138"/>
                <a:gd name="T7" fmla="*/ 0 h 145"/>
                <a:gd name="T8" fmla="*/ 138 w 138"/>
                <a:gd name="T9" fmla="*/ 145 h 14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38" h="145">
                  <a:moveTo>
                    <a:pt x="0" y="145"/>
                  </a:moveTo>
                  <a:lnTo>
                    <a:pt x="138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46" name="Line 184"/>
            <p:cNvSpPr>
              <a:spLocks noChangeShapeType="1"/>
            </p:cNvSpPr>
            <p:nvPr/>
          </p:nvSpPr>
          <p:spPr bwMode="auto">
            <a:xfrm flipV="1">
              <a:off x="1235" y="1156"/>
              <a:ext cx="78" cy="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47" name="Freeform 185"/>
            <p:cNvSpPr>
              <a:spLocks/>
            </p:cNvSpPr>
            <p:nvPr/>
          </p:nvSpPr>
          <p:spPr bwMode="auto">
            <a:xfrm>
              <a:off x="1355" y="1152"/>
              <a:ext cx="84" cy="87"/>
            </a:xfrm>
            <a:custGeom>
              <a:avLst/>
              <a:gdLst>
                <a:gd name="T0" fmla="*/ 0 w 86"/>
                <a:gd name="T1" fmla="*/ 85 h 89"/>
                <a:gd name="T2" fmla="*/ 82 w 86"/>
                <a:gd name="T3" fmla="*/ 0 h 89"/>
                <a:gd name="T4" fmla="*/ 0 60000 65536"/>
                <a:gd name="T5" fmla="*/ 0 60000 65536"/>
                <a:gd name="T6" fmla="*/ 0 w 86"/>
                <a:gd name="T7" fmla="*/ 0 h 89"/>
                <a:gd name="T8" fmla="*/ 86 w 86"/>
                <a:gd name="T9" fmla="*/ 89 h 8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86" h="89">
                  <a:moveTo>
                    <a:pt x="0" y="89"/>
                  </a:moveTo>
                  <a:lnTo>
                    <a:pt x="86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48" name="Line 186"/>
            <p:cNvSpPr>
              <a:spLocks noChangeShapeType="1"/>
            </p:cNvSpPr>
            <p:nvPr/>
          </p:nvSpPr>
          <p:spPr bwMode="auto">
            <a:xfrm flipV="1">
              <a:off x="823" y="1727"/>
              <a:ext cx="134" cy="13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49" name="Line 187"/>
            <p:cNvSpPr>
              <a:spLocks noChangeShapeType="1"/>
            </p:cNvSpPr>
            <p:nvPr/>
          </p:nvSpPr>
          <p:spPr bwMode="auto">
            <a:xfrm flipV="1">
              <a:off x="802" y="1727"/>
              <a:ext cx="38" cy="3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50" name="Freeform 188"/>
            <p:cNvSpPr>
              <a:spLocks/>
            </p:cNvSpPr>
            <p:nvPr/>
          </p:nvSpPr>
          <p:spPr bwMode="auto">
            <a:xfrm>
              <a:off x="937" y="1727"/>
              <a:ext cx="137" cy="134"/>
            </a:xfrm>
            <a:custGeom>
              <a:avLst/>
              <a:gdLst>
                <a:gd name="T0" fmla="*/ 0 w 141"/>
                <a:gd name="T1" fmla="*/ 131 h 137"/>
                <a:gd name="T2" fmla="*/ 133 w 141"/>
                <a:gd name="T3" fmla="*/ 0 h 137"/>
                <a:gd name="T4" fmla="*/ 0 60000 65536"/>
                <a:gd name="T5" fmla="*/ 0 60000 65536"/>
                <a:gd name="T6" fmla="*/ 0 w 141"/>
                <a:gd name="T7" fmla="*/ 0 h 137"/>
                <a:gd name="T8" fmla="*/ 141 w 141"/>
                <a:gd name="T9" fmla="*/ 137 h 13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41" h="137">
                  <a:moveTo>
                    <a:pt x="0" y="137"/>
                  </a:moveTo>
                  <a:lnTo>
                    <a:pt x="14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51" name="Freeform 189"/>
            <p:cNvSpPr>
              <a:spLocks/>
            </p:cNvSpPr>
            <p:nvPr/>
          </p:nvSpPr>
          <p:spPr bwMode="auto">
            <a:xfrm>
              <a:off x="1004" y="1721"/>
              <a:ext cx="193" cy="191"/>
            </a:xfrm>
            <a:custGeom>
              <a:avLst/>
              <a:gdLst>
                <a:gd name="T0" fmla="*/ 0 w 251"/>
                <a:gd name="T1" fmla="*/ 148 h 246"/>
                <a:gd name="T2" fmla="*/ 148 w 251"/>
                <a:gd name="T3" fmla="*/ 0 h 246"/>
                <a:gd name="T4" fmla="*/ 0 60000 65536"/>
                <a:gd name="T5" fmla="*/ 0 60000 65536"/>
                <a:gd name="T6" fmla="*/ 0 w 251"/>
                <a:gd name="T7" fmla="*/ 0 h 246"/>
                <a:gd name="T8" fmla="*/ 251 w 251"/>
                <a:gd name="T9" fmla="*/ 246 h 24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51" h="246">
                  <a:moveTo>
                    <a:pt x="0" y="246"/>
                  </a:moveTo>
                  <a:lnTo>
                    <a:pt x="251" y="0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52" name="Freeform 190"/>
            <p:cNvSpPr>
              <a:spLocks/>
            </p:cNvSpPr>
            <p:nvPr/>
          </p:nvSpPr>
          <p:spPr bwMode="auto">
            <a:xfrm>
              <a:off x="1080" y="1730"/>
              <a:ext cx="229" cy="229"/>
            </a:xfrm>
            <a:custGeom>
              <a:avLst/>
              <a:gdLst>
                <a:gd name="T0" fmla="*/ 0 w 235"/>
                <a:gd name="T1" fmla="*/ 223 h 235"/>
                <a:gd name="T2" fmla="*/ 223 w 235"/>
                <a:gd name="T3" fmla="*/ 0 h 235"/>
                <a:gd name="T4" fmla="*/ 0 60000 65536"/>
                <a:gd name="T5" fmla="*/ 0 60000 65536"/>
                <a:gd name="T6" fmla="*/ 0 w 235"/>
                <a:gd name="T7" fmla="*/ 0 h 235"/>
                <a:gd name="T8" fmla="*/ 235 w 235"/>
                <a:gd name="T9" fmla="*/ 235 h 2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35" h="235">
                  <a:moveTo>
                    <a:pt x="0" y="235"/>
                  </a:moveTo>
                  <a:lnTo>
                    <a:pt x="23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53" name="Freeform 191"/>
            <p:cNvSpPr>
              <a:spLocks/>
            </p:cNvSpPr>
            <p:nvPr/>
          </p:nvSpPr>
          <p:spPr bwMode="auto">
            <a:xfrm>
              <a:off x="1156" y="1908"/>
              <a:ext cx="92" cy="94"/>
            </a:xfrm>
            <a:custGeom>
              <a:avLst/>
              <a:gdLst>
                <a:gd name="T0" fmla="*/ 0 w 95"/>
                <a:gd name="T1" fmla="*/ 92 h 96"/>
                <a:gd name="T2" fmla="*/ 89 w 95"/>
                <a:gd name="T3" fmla="*/ 0 h 96"/>
                <a:gd name="T4" fmla="*/ 0 60000 65536"/>
                <a:gd name="T5" fmla="*/ 0 60000 65536"/>
                <a:gd name="T6" fmla="*/ 0 w 95"/>
                <a:gd name="T7" fmla="*/ 0 h 96"/>
                <a:gd name="T8" fmla="*/ 95 w 95"/>
                <a:gd name="T9" fmla="*/ 96 h 9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5" h="96">
                  <a:moveTo>
                    <a:pt x="0" y="96"/>
                  </a:moveTo>
                  <a:lnTo>
                    <a:pt x="9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54" name="Freeform 192"/>
            <p:cNvSpPr>
              <a:spLocks/>
            </p:cNvSpPr>
            <p:nvPr/>
          </p:nvSpPr>
          <p:spPr bwMode="auto">
            <a:xfrm>
              <a:off x="1283" y="1726"/>
              <a:ext cx="149" cy="148"/>
            </a:xfrm>
            <a:custGeom>
              <a:avLst/>
              <a:gdLst>
                <a:gd name="T0" fmla="*/ 0 w 153"/>
                <a:gd name="T1" fmla="*/ 144 h 152"/>
                <a:gd name="T2" fmla="*/ 145 w 153"/>
                <a:gd name="T3" fmla="*/ 0 h 152"/>
                <a:gd name="T4" fmla="*/ 0 60000 65536"/>
                <a:gd name="T5" fmla="*/ 0 60000 65536"/>
                <a:gd name="T6" fmla="*/ 0 w 153"/>
                <a:gd name="T7" fmla="*/ 0 h 152"/>
                <a:gd name="T8" fmla="*/ 153 w 153"/>
                <a:gd name="T9" fmla="*/ 152 h 15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53" h="152">
                  <a:moveTo>
                    <a:pt x="0" y="152"/>
                  </a:moveTo>
                  <a:lnTo>
                    <a:pt x="15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55" name="Freeform 193"/>
            <p:cNvSpPr>
              <a:spLocks/>
            </p:cNvSpPr>
            <p:nvPr/>
          </p:nvSpPr>
          <p:spPr bwMode="auto">
            <a:xfrm>
              <a:off x="1010" y="2118"/>
              <a:ext cx="61" cy="56"/>
            </a:xfrm>
            <a:custGeom>
              <a:avLst/>
              <a:gdLst>
                <a:gd name="T0" fmla="*/ 59 w 63"/>
                <a:gd name="T1" fmla="*/ 0 h 57"/>
                <a:gd name="T2" fmla="*/ 0 w 63"/>
                <a:gd name="T3" fmla="*/ 55 h 57"/>
                <a:gd name="T4" fmla="*/ 0 60000 65536"/>
                <a:gd name="T5" fmla="*/ 0 60000 65536"/>
                <a:gd name="T6" fmla="*/ 0 w 63"/>
                <a:gd name="T7" fmla="*/ 0 h 57"/>
                <a:gd name="T8" fmla="*/ 63 w 63"/>
                <a:gd name="T9" fmla="*/ 57 h 5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3" h="57">
                  <a:moveTo>
                    <a:pt x="63" y="0"/>
                  </a:moveTo>
                  <a:lnTo>
                    <a:pt x="0" y="57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56" name="Line 194"/>
            <p:cNvSpPr>
              <a:spLocks noChangeShapeType="1"/>
            </p:cNvSpPr>
            <p:nvPr/>
          </p:nvSpPr>
          <p:spPr bwMode="auto">
            <a:xfrm flipH="1">
              <a:off x="1117" y="2089"/>
              <a:ext cx="86" cy="8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57" name="Line 195"/>
            <p:cNvSpPr>
              <a:spLocks noChangeShapeType="1"/>
            </p:cNvSpPr>
            <p:nvPr/>
          </p:nvSpPr>
          <p:spPr bwMode="auto">
            <a:xfrm>
              <a:off x="2443" y="694"/>
              <a:ext cx="0" cy="75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58" name="Freeform 196"/>
            <p:cNvSpPr>
              <a:spLocks/>
            </p:cNvSpPr>
            <p:nvPr/>
          </p:nvSpPr>
          <p:spPr bwMode="auto">
            <a:xfrm>
              <a:off x="2450" y="1438"/>
              <a:ext cx="1" cy="70"/>
            </a:xfrm>
            <a:custGeom>
              <a:avLst/>
              <a:gdLst>
                <a:gd name="T0" fmla="*/ 0 w 1"/>
                <a:gd name="T1" fmla="*/ 0 h 90"/>
                <a:gd name="T2" fmla="*/ 0 w 1"/>
                <a:gd name="T3" fmla="*/ 54 h 90"/>
                <a:gd name="T4" fmla="*/ 0 60000 65536"/>
                <a:gd name="T5" fmla="*/ 0 60000 65536"/>
                <a:gd name="T6" fmla="*/ 0 w 1"/>
                <a:gd name="T7" fmla="*/ 0 h 90"/>
                <a:gd name="T8" fmla="*/ 1 w 1"/>
                <a:gd name="T9" fmla="*/ 90 h 9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90">
                  <a:moveTo>
                    <a:pt x="0" y="0"/>
                  </a:moveTo>
                  <a:lnTo>
                    <a:pt x="0" y="9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59" name="Line 197"/>
            <p:cNvSpPr>
              <a:spLocks noChangeShapeType="1"/>
            </p:cNvSpPr>
            <p:nvPr/>
          </p:nvSpPr>
          <p:spPr bwMode="auto">
            <a:xfrm>
              <a:off x="2486" y="1550"/>
              <a:ext cx="497" cy="4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0" name="Freeform 198"/>
            <p:cNvSpPr>
              <a:spLocks/>
            </p:cNvSpPr>
            <p:nvPr/>
          </p:nvSpPr>
          <p:spPr bwMode="auto">
            <a:xfrm>
              <a:off x="2980" y="2043"/>
              <a:ext cx="40" cy="39"/>
            </a:xfrm>
            <a:custGeom>
              <a:avLst/>
              <a:gdLst>
                <a:gd name="T0" fmla="*/ 0 w 53"/>
                <a:gd name="T1" fmla="*/ 0 h 51"/>
                <a:gd name="T2" fmla="*/ 30 w 53"/>
                <a:gd name="T3" fmla="*/ 30 h 51"/>
                <a:gd name="T4" fmla="*/ 0 60000 65536"/>
                <a:gd name="T5" fmla="*/ 0 60000 65536"/>
                <a:gd name="T6" fmla="*/ 0 w 53"/>
                <a:gd name="T7" fmla="*/ 0 h 51"/>
                <a:gd name="T8" fmla="*/ 53 w 53"/>
                <a:gd name="T9" fmla="*/ 51 h 5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3" h="51">
                  <a:moveTo>
                    <a:pt x="0" y="0"/>
                  </a:moveTo>
                  <a:lnTo>
                    <a:pt x="53" y="5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1" name="Freeform 199"/>
            <p:cNvSpPr>
              <a:spLocks/>
            </p:cNvSpPr>
            <p:nvPr/>
          </p:nvSpPr>
          <p:spPr bwMode="auto">
            <a:xfrm>
              <a:off x="2450" y="1508"/>
              <a:ext cx="44" cy="48"/>
            </a:xfrm>
            <a:custGeom>
              <a:avLst/>
              <a:gdLst>
                <a:gd name="T0" fmla="*/ 0 w 58"/>
                <a:gd name="T1" fmla="*/ 0 h 61"/>
                <a:gd name="T2" fmla="*/ 33 w 58"/>
                <a:gd name="T3" fmla="*/ 38 h 61"/>
                <a:gd name="T4" fmla="*/ 0 60000 65536"/>
                <a:gd name="T5" fmla="*/ 0 60000 65536"/>
                <a:gd name="T6" fmla="*/ 0 w 58"/>
                <a:gd name="T7" fmla="*/ 0 h 61"/>
                <a:gd name="T8" fmla="*/ 58 w 58"/>
                <a:gd name="T9" fmla="*/ 61 h 6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58" h="61">
                  <a:moveTo>
                    <a:pt x="0" y="0"/>
                  </a:moveTo>
                  <a:lnTo>
                    <a:pt x="58" y="6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2" name="Line 200"/>
            <p:cNvSpPr>
              <a:spLocks noChangeShapeType="1"/>
            </p:cNvSpPr>
            <p:nvPr/>
          </p:nvSpPr>
          <p:spPr bwMode="auto">
            <a:xfrm flipH="1">
              <a:off x="965" y="975"/>
              <a:ext cx="32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3" name="Line 201"/>
            <p:cNvSpPr>
              <a:spLocks noChangeShapeType="1"/>
            </p:cNvSpPr>
            <p:nvPr/>
          </p:nvSpPr>
          <p:spPr bwMode="auto">
            <a:xfrm flipH="1">
              <a:off x="965" y="2036"/>
              <a:ext cx="32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4" name="Line 202"/>
            <p:cNvSpPr>
              <a:spLocks noChangeShapeType="1"/>
            </p:cNvSpPr>
            <p:nvPr/>
          </p:nvSpPr>
          <p:spPr bwMode="auto">
            <a:xfrm>
              <a:off x="754" y="1508"/>
              <a:ext cx="75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5" name="Line 203"/>
            <p:cNvSpPr>
              <a:spLocks noChangeShapeType="1"/>
            </p:cNvSpPr>
            <p:nvPr/>
          </p:nvSpPr>
          <p:spPr bwMode="auto">
            <a:xfrm flipH="1">
              <a:off x="1010" y="846"/>
              <a:ext cx="2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6" name="Line 204"/>
            <p:cNvSpPr>
              <a:spLocks noChangeShapeType="1"/>
            </p:cNvSpPr>
            <p:nvPr/>
          </p:nvSpPr>
          <p:spPr bwMode="auto">
            <a:xfrm flipH="1">
              <a:off x="1010" y="2180"/>
              <a:ext cx="23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7" name="Freeform 205"/>
            <p:cNvSpPr>
              <a:spLocks/>
            </p:cNvSpPr>
            <p:nvPr/>
          </p:nvSpPr>
          <p:spPr bwMode="auto">
            <a:xfrm>
              <a:off x="1249" y="839"/>
              <a:ext cx="2" cy="321"/>
            </a:xfrm>
            <a:custGeom>
              <a:avLst/>
              <a:gdLst>
                <a:gd name="T0" fmla="*/ 0 w 1"/>
                <a:gd name="T1" fmla="*/ 0 h 466"/>
                <a:gd name="T2" fmla="*/ 0 w 1"/>
                <a:gd name="T3" fmla="*/ 221 h 466"/>
                <a:gd name="T4" fmla="*/ 0 60000 65536"/>
                <a:gd name="T5" fmla="*/ 0 60000 65536"/>
                <a:gd name="T6" fmla="*/ 0 w 1"/>
                <a:gd name="T7" fmla="*/ 0 h 466"/>
                <a:gd name="T8" fmla="*/ 1 w 1"/>
                <a:gd name="T9" fmla="*/ 466 h 46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66">
                  <a:moveTo>
                    <a:pt x="0" y="0"/>
                  </a:moveTo>
                  <a:lnTo>
                    <a:pt x="0" y="46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8" name="Freeform 206"/>
            <p:cNvSpPr>
              <a:spLocks/>
            </p:cNvSpPr>
            <p:nvPr/>
          </p:nvSpPr>
          <p:spPr bwMode="auto">
            <a:xfrm>
              <a:off x="1010" y="841"/>
              <a:ext cx="0" cy="320"/>
            </a:xfrm>
            <a:custGeom>
              <a:avLst/>
              <a:gdLst>
                <a:gd name="T0" fmla="*/ 0 w 1"/>
                <a:gd name="T1" fmla="*/ 0 h 329"/>
                <a:gd name="T2" fmla="*/ 0 w 1"/>
                <a:gd name="T3" fmla="*/ 311 h 329"/>
                <a:gd name="T4" fmla="*/ 0 60000 65536"/>
                <a:gd name="T5" fmla="*/ 0 60000 65536"/>
                <a:gd name="T6" fmla="*/ 0 w 1"/>
                <a:gd name="T7" fmla="*/ 0 h 329"/>
                <a:gd name="T8" fmla="*/ 0 w 1"/>
                <a:gd name="T9" fmla="*/ 329 h 329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329">
                  <a:moveTo>
                    <a:pt x="0" y="0"/>
                  </a:moveTo>
                  <a:lnTo>
                    <a:pt x="0" y="32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69" name="Freeform 207"/>
            <p:cNvSpPr>
              <a:spLocks/>
            </p:cNvSpPr>
            <p:nvPr/>
          </p:nvSpPr>
          <p:spPr bwMode="auto">
            <a:xfrm>
              <a:off x="1244" y="1857"/>
              <a:ext cx="1" cy="330"/>
            </a:xfrm>
            <a:custGeom>
              <a:avLst/>
              <a:gdLst>
                <a:gd name="T0" fmla="*/ 0 w 1"/>
                <a:gd name="T1" fmla="*/ 227 h 480"/>
                <a:gd name="T2" fmla="*/ 0 w 1"/>
                <a:gd name="T3" fmla="*/ 0 h 480"/>
                <a:gd name="T4" fmla="*/ 0 60000 65536"/>
                <a:gd name="T5" fmla="*/ 0 60000 65536"/>
                <a:gd name="T6" fmla="*/ 0 w 1"/>
                <a:gd name="T7" fmla="*/ 0 h 480"/>
                <a:gd name="T8" fmla="*/ 1 w 1"/>
                <a:gd name="T9" fmla="*/ 480 h 480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80">
                  <a:moveTo>
                    <a:pt x="0" y="480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70" name="Freeform 208"/>
            <p:cNvSpPr>
              <a:spLocks/>
            </p:cNvSpPr>
            <p:nvPr/>
          </p:nvSpPr>
          <p:spPr bwMode="auto">
            <a:xfrm>
              <a:off x="1010" y="1856"/>
              <a:ext cx="1" cy="338"/>
            </a:xfrm>
            <a:custGeom>
              <a:avLst/>
              <a:gdLst>
                <a:gd name="T0" fmla="*/ 1 w 2"/>
                <a:gd name="T1" fmla="*/ 263 h 435"/>
                <a:gd name="T2" fmla="*/ 0 w 2"/>
                <a:gd name="T3" fmla="*/ 0 h 435"/>
                <a:gd name="T4" fmla="*/ 0 60000 65536"/>
                <a:gd name="T5" fmla="*/ 0 60000 65536"/>
                <a:gd name="T6" fmla="*/ 0 w 2"/>
                <a:gd name="T7" fmla="*/ 0 h 435"/>
                <a:gd name="T8" fmla="*/ 2 w 2"/>
                <a:gd name="T9" fmla="*/ 435 h 43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435">
                  <a:moveTo>
                    <a:pt x="2" y="435"/>
                  </a:moveTo>
                  <a:lnTo>
                    <a:pt x="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71" name="Freeform 209"/>
            <p:cNvSpPr>
              <a:spLocks/>
            </p:cNvSpPr>
            <p:nvPr/>
          </p:nvSpPr>
          <p:spPr bwMode="auto">
            <a:xfrm>
              <a:off x="1243" y="1861"/>
              <a:ext cx="217" cy="1"/>
            </a:xfrm>
            <a:custGeom>
              <a:avLst/>
              <a:gdLst>
                <a:gd name="T0" fmla="*/ 0 w 316"/>
                <a:gd name="T1" fmla="*/ 0 h 2"/>
                <a:gd name="T2" fmla="*/ 149 w 316"/>
                <a:gd name="T3" fmla="*/ 1 h 2"/>
                <a:gd name="T4" fmla="*/ 0 60000 65536"/>
                <a:gd name="T5" fmla="*/ 0 60000 65536"/>
                <a:gd name="T6" fmla="*/ 0 w 316"/>
                <a:gd name="T7" fmla="*/ 0 h 2"/>
                <a:gd name="T8" fmla="*/ 316 w 316"/>
                <a:gd name="T9" fmla="*/ 2 h 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316" h="2">
                  <a:moveTo>
                    <a:pt x="0" y="0"/>
                  </a:moveTo>
                  <a:lnTo>
                    <a:pt x="316" y="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72" name="Line 210"/>
            <p:cNvSpPr>
              <a:spLocks noChangeShapeType="1"/>
            </p:cNvSpPr>
            <p:nvPr/>
          </p:nvSpPr>
          <p:spPr bwMode="auto">
            <a:xfrm>
              <a:off x="1246" y="1155"/>
              <a:ext cx="20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73" name="Freeform 211"/>
            <p:cNvSpPr>
              <a:spLocks/>
            </p:cNvSpPr>
            <p:nvPr/>
          </p:nvSpPr>
          <p:spPr bwMode="auto">
            <a:xfrm>
              <a:off x="1450" y="1151"/>
              <a:ext cx="2" cy="722"/>
            </a:xfrm>
            <a:custGeom>
              <a:avLst/>
              <a:gdLst>
                <a:gd name="T0" fmla="*/ 0 w 2"/>
                <a:gd name="T1" fmla="*/ 0 h 743"/>
                <a:gd name="T2" fmla="*/ 2 w 2"/>
                <a:gd name="T3" fmla="*/ 702 h 743"/>
                <a:gd name="T4" fmla="*/ 0 60000 65536"/>
                <a:gd name="T5" fmla="*/ 0 60000 65536"/>
                <a:gd name="T6" fmla="*/ 0 w 2"/>
                <a:gd name="T7" fmla="*/ 0 h 743"/>
                <a:gd name="T8" fmla="*/ 2 w 2"/>
                <a:gd name="T9" fmla="*/ 743 h 743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743">
                  <a:moveTo>
                    <a:pt x="0" y="0"/>
                  </a:moveTo>
                  <a:lnTo>
                    <a:pt x="2" y="74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74" name="Line 212"/>
            <p:cNvSpPr>
              <a:spLocks noChangeShapeType="1"/>
            </p:cNvSpPr>
            <p:nvPr/>
          </p:nvSpPr>
          <p:spPr bwMode="auto">
            <a:xfrm>
              <a:off x="801" y="1861"/>
              <a:ext cx="2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75" name="Line 213"/>
            <p:cNvSpPr>
              <a:spLocks noChangeShapeType="1"/>
            </p:cNvSpPr>
            <p:nvPr/>
          </p:nvSpPr>
          <p:spPr bwMode="auto">
            <a:xfrm>
              <a:off x="801" y="1152"/>
              <a:ext cx="20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76" name="Freeform 214"/>
            <p:cNvSpPr>
              <a:spLocks/>
            </p:cNvSpPr>
            <p:nvPr/>
          </p:nvSpPr>
          <p:spPr bwMode="auto">
            <a:xfrm>
              <a:off x="798" y="1147"/>
              <a:ext cx="3" cy="724"/>
            </a:xfrm>
            <a:custGeom>
              <a:avLst/>
              <a:gdLst>
                <a:gd name="T0" fmla="*/ 5 w 2"/>
                <a:gd name="T1" fmla="*/ 0 h 1051"/>
                <a:gd name="T2" fmla="*/ 0 w 2"/>
                <a:gd name="T3" fmla="*/ 499 h 1051"/>
                <a:gd name="T4" fmla="*/ 0 60000 65536"/>
                <a:gd name="T5" fmla="*/ 0 60000 65536"/>
                <a:gd name="T6" fmla="*/ 0 w 2"/>
                <a:gd name="T7" fmla="*/ 0 h 1051"/>
                <a:gd name="T8" fmla="*/ 2 w 2"/>
                <a:gd name="T9" fmla="*/ 1051 h 105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" h="1051">
                  <a:moveTo>
                    <a:pt x="2" y="0"/>
                  </a:moveTo>
                  <a:lnTo>
                    <a:pt x="0" y="105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77" name="Line 215"/>
            <p:cNvSpPr>
              <a:spLocks noChangeShapeType="1"/>
            </p:cNvSpPr>
            <p:nvPr/>
          </p:nvSpPr>
          <p:spPr bwMode="auto">
            <a:xfrm>
              <a:off x="2450" y="764"/>
              <a:ext cx="0" cy="147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78" name="Oval 216"/>
            <p:cNvSpPr>
              <a:spLocks noChangeArrowheads="1"/>
            </p:cNvSpPr>
            <p:nvPr/>
          </p:nvSpPr>
          <p:spPr bwMode="auto">
            <a:xfrm>
              <a:off x="2775" y="1056"/>
              <a:ext cx="121" cy="11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5479" name="Arc 217"/>
            <p:cNvSpPr>
              <a:spLocks/>
            </p:cNvSpPr>
            <p:nvPr/>
          </p:nvSpPr>
          <p:spPr bwMode="auto">
            <a:xfrm flipV="1">
              <a:off x="2214" y="1283"/>
              <a:ext cx="465" cy="450"/>
            </a:xfrm>
            <a:custGeom>
              <a:avLst/>
              <a:gdLst>
                <a:gd name="T0" fmla="*/ 0 w 43200"/>
                <a:gd name="T1" fmla="*/ 0 h 42600"/>
                <a:gd name="T2" fmla="*/ 0 w 43200"/>
                <a:gd name="T3" fmla="*/ 0 h 42600"/>
                <a:gd name="T4" fmla="*/ 0 w 43200"/>
                <a:gd name="T5" fmla="*/ 0 h 42600"/>
                <a:gd name="T6" fmla="*/ 0 60000 65536"/>
                <a:gd name="T7" fmla="*/ 0 60000 65536"/>
                <a:gd name="T8" fmla="*/ 0 60000 65536"/>
                <a:gd name="T9" fmla="*/ 0 w 43200"/>
                <a:gd name="T10" fmla="*/ 0 h 42600"/>
                <a:gd name="T11" fmla="*/ 43200 w 43200"/>
                <a:gd name="T12" fmla="*/ 42600 h 42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3200" h="42600" fill="none" extrusionOk="0">
                  <a:moveTo>
                    <a:pt x="16544" y="42599"/>
                  </a:moveTo>
                  <a:cubicBezTo>
                    <a:pt x="6839" y="40263"/>
                    <a:pt x="0" y="3158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158"/>
                    <a:pt x="36917" y="39580"/>
                    <a:pt x="27755" y="42304"/>
                  </a:cubicBezTo>
                </a:path>
                <a:path w="43200" h="42600" stroke="0" extrusionOk="0">
                  <a:moveTo>
                    <a:pt x="16544" y="42599"/>
                  </a:moveTo>
                  <a:cubicBezTo>
                    <a:pt x="6839" y="40263"/>
                    <a:pt x="0" y="31581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1158"/>
                    <a:pt x="36917" y="39580"/>
                    <a:pt x="27755" y="42304"/>
                  </a:cubicBezTo>
                  <a:lnTo>
                    <a:pt x="21600" y="21600"/>
                  </a:lnTo>
                  <a:lnTo>
                    <a:pt x="16544" y="42599"/>
                  </a:lnTo>
                  <a:close/>
                </a:path>
              </a:pathLst>
            </a:cu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80" name="Oval 218"/>
            <p:cNvSpPr>
              <a:spLocks noChangeArrowheads="1"/>
            </p:cNvSpPr>
            <p:nvPr/>
          </p:nvSpPr>
          <p:spPr bwMode="auto">
            <a:xfrm>
              <a:off x="2067" y="1148"/>
              <a:ext cx="764" cy="722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5481" name="Line 219"/>
            <p:cNvSpPr>
              <a:spLocks noChangeShapeType="1"/>
            </p:cNvSpPr>
            <p:nvPr/>
          </p:nvSpPr>
          <p:spPr bwMode="auto">
            <a:xfrm>
              <a:off x="1645" y="1508"/>
              <a:ext cx="162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82" name="Oval 220"/>
            <p:cNvSpPr>
              <a:spLocks noChangeArrowheads="1"/>
            </p:cNvSpPr>
            <p:nvPr/>
          </p:nvSpPr>
          <p:spPr bwMode="auto">
            <a:xfrm>
              <a:off x="1736" y="847"/>
              <a:ext cx="1422" cy="1333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5483" name="Oval 221"/>
            <p:cNvSpPr>
              <a:spLocks noChangeArrowheads="1"/>
            </p:cNvSpPr>
            <p:nvPr/>
          </p:nvSpPr>
          <p:spPr bwMode="auto">
            <a:xfrm>
              <a:off x="1893" y="975"/>
              <a:ext cx="1118" cy="106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5484" name="Line 222"/>
            <p:cNvSpPr>
              <a:spLocks noChangeShapeType="1"/>
            </p:cNvSpPr>
            <p:nvPr/>
          </p:nvSpPr>
          <p:spPr bwMode="auto">
            <a:xfrm>
              <a:off x="2757" y="1818"/>
              <a:ext cx="154" cy="15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85" name="Line 223"/>
            <p:cNvSpPr>
              <a:spLocks noChangeShapeType="1"/>
            </p:cNvSpPr>
            <p:nvPr/>
          </p:nvSpPr>
          <p:spPr bwMode="auto">
            <a:xfrm flipV="1">
              <a:off x="2761" y="1032"/>
              <a:ext cx="154" cy="1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86" name="Line 224"/>
            <p:cNvSpPr>
              <a:spLocks noChangeShapeType="1"/>
            </p:cNvSpPr>
            <p:nvPr/>
          </p:nvSpPr>
          <p:spPr bwMode="auto">
            <a:xfrm flipH="1" flipV="1">
              <a:off x="1977" y="1034"/>
              <a:ext cx="177" cy="18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87" name="Line 225"/>
            <p:cNvSpPr>
              <a:spLocks noChangeShapeType="1"/>
            </p:cNvSpPr>
            <p:nvPr/>
          </p:nvSpPr>
          <p:spPr bwMode="auto">
            <a:xfrm flipH="1">
              <a:off x="1972" y="1794"/>
              <a:ext cx="193" cy="19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88" name="Oval 226"/>
            <p:cNvSpPr>
              <a:spLocks noChangeArrowheads="1"/>
            </p:cNvSpPr>
            <p:nvPr/>
          </p:nvSpPr>
          <p:spPr bwMode="auto">
            <a:xfrm>
              <a:off x="1968" y="1040"/>
              <a:ext cx="187" cy="16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5489" name="Oval 227"/>
            <p:cNvSpPr>
              <a:spLocks noChangeArrowheads="1"/>
            </p:cNvSpPr>
            <p:nvPr/>
          </p:nvSpPr>
          <p:spPr bwMode="auto">
            <a:xfrm>
              <a:off x="2001" y="1064"/>
              <a:ext cx="121" cy="11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5490" name="Oval 228"/>
            <p:cNvSpPr>
              <a:spLocks noChangeArrowheads="1"/>
            </p:cNvSpPr>
            <p:nvPr/>
          </p:nvSpPr>
          <p:spPr bwMode="auto">
            <a:xfrm>
              <a:off x="2742" y="1809"/>
              <a:ext cx="180" cy="16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5491" name="Oval 229"/>
            <p:cNvSpPr>
              <a:spLocks noChangeArrowheads="1"/>
            </p:cNvSpPr>
            <p:nvPr/>
          </p:nvSpPr>
          <p:spPr bwMode="auto">
            <a:xfrm>
              <a:off x="2770" y="1839"/>
              <a:ext cx="120" cy="10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5492" name="Oval 230"/>
            <p:cNvSpPr>
              <a:spLocks noChangeArrowheads="1"/>
            </p:cNvSpPr>
            <p:nvPr/>
          </p:nvSpPr>
          <p:spPr bwMode="auto">
            <a:xfrm>
              <a:off x="1976" y="1809"/>
              <a:ext cx="179" cy="169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5493" name="Oval 231"/>
            <p:cNvSpPr>
              <a:spLocks noChangeArrowheads="1"/>
            </p:cNvSpPr>
            <p:nvPr/>
          </p:nvSpPr>
          <p:spPr bwMode="auto">
            <a:xfrm>
              <a:off x="2004" y="1834"/>
              <a:ext cx="119" cy="116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5494" name="Oval 232"/>
            <p:cNvSpPr>
              <a:spLocks noChangeArrowheads="1"/>
            </p:cNvSpPr>
            <p:nvPr/>
          </p:nvSpPr>
          <p:spPr bwMode="auto">
            <a:xfrm>
              <a:off x="2740" y="1025"/>
              <a:ext cx="187" cy="17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5495" name="Oval 233"/>
            <p:cNvSpPr>
              <a:spLocks noChangeArrowheads="1"/>
            </p:cNvSpPr>
            <p:nvPr/>
          </p:nvSpPr>
          <p:spPr bwMode="auto">
            <a:xfrm>
              <a:off x="2402" y="935"/>
              <a:ext cx="89" cy="8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5496" name="Oval 234"/>
            <p:cNvSpPr>
              <a:spLocks noChangeArrowheads="1"/>
            </p:cNvSpPr>
            <p:nvPr/>
          </p:nvSpPr>
          <p:spPr bwMode="auto">
            <a:xfrm>
              <a:off x="2402" y="1987"/>
              <a:ext cx="90" cy="8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5497" name="Line 235"/>
            <p:cNvSpPr>
              <a:spLocks noChangeShapeType="1"/>
            </p:cNvSpPr>
            <p:nvPr/>
          </p:nvSpPr>
          <p:spPr bwMode="auto">
            <a:xfrm flipV="1">
              <a:off x="2387" y="1228"/>
              <a:ext cx="0" cy="7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98" name="Freeform 236"/>
            <p:cNvSpPr>
              <a:spLocks/>
            </p:cNvSpPr>
            <p:nvPr/>
          </p:nvSpPr>
          <p:spPr bwMode="auto">
            <a:xfrm>
              <a:off x="2510" y="1236"/>
              <a:ext cx="1" cy="66"/>
            </a:xfrm>
            <a:custGeom>
              <a:avLst/>
              <a:gdLst>
                <a:gd name="T0" fmla="*/ 0 w 1"/>
                <a:gd name="T1" fmla="*/ 45 h 97"/>
                <a:gd name="T2" fmla="*/ 1 w 1"/>
                <a:gd name="T3" fmla="*/ 0 h 97"/>
                <a:gd name="T4" fmla="*/ 0 60000 65536"/>
                <a:gd name="T5" fmla="*/ 0 60000 65536"/>
                <a:gd name="T6" fmla="*/ 0 w 1"/>
                <a:gd name="T7" fmla="*/ 0 h 97"/>
                <a:gd name="T8" fmla="*/ 1 w 1"/>
                <a:gd name="T9" fmla="*/ 97 h 9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97">
                  <a:moveTo>
                    <a:pt x="0" y="97"/>
                  </a:move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99" name="Freeform 237"/>
            <p:cNvSpPr>
              <a:spLocks/>
            </p:cNvSpPr>
            <p:nvPr/>
          </p:nvSpPr>
          <p:spPr bwMode="auto">
            <a:xfrm>
              <a:off x="2387" y="1234"/>
              <a:ext cx="129" cy="2"/>
            </a:xfrm>
            <a:custGeom>
              <a:avLst/>
              <a:gdLst>
                <a:gd name="T0" fmla="*/ 0 w 188"/>
                <a:gd name="T1" fmla="*/ 0 h 2"/>
                <a:gd name="T2" fmla="*/ 89 w 188"/>
                <a:gd name="T3" fmla="*/ 2 h 2"/>
                <a:gd name="T4" fmla="*/ 0 60000 65536"/>
                <a:gd name="T5" fmla="*/ 0 60000 65536"/>
                <a:gd name="T6" fmla="*/ 0 w 188"/>
                <a:gd name="T7" fmla="*/ 0 h 2"/>
                <a:gd name="T8" fmla="*/ 188 w 188"/>
                <a:gd name="T9" fmla="*/ 2 h 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8" h="2">
                  <a:moveTo>
                    <a:pt x="0" y="0"/>
                  </a:moveTo>
                  <a:lnTo>
                    <a:pt x="188" y="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500" name="Text Box 238"/>
            <p:cNvSpPr txBox="1">
              <a:spLocks noChangeArrowheads="1"/>
            </p:cNvSpPr>
            <p:nvPr/>
          </p:nvSpPr>
          <p:spPr bwMode="auto">
            <a:xfrm>
              <a:off x="2448" y="537"/>
              <a:ext cx="21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>
                  <a:latin typeface="宋体" pitchFamily="2" charset="-122"/>
                </a:rPr>
                <a:t>A</a:t>
              </a:r>
              <a:endParaRPr lang="en-US" altLang="zh-CN" sz="2400" b="1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5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265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265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65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265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65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65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265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265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265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65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65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65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265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65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65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265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265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265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65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65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265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265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265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265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65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265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265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265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65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265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1" dur="500"/>
                                        <p:tgtEl>
                                          <p:spTgt spid="265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265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265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0" dur="500"/>
                                        <p:tgtEl>
                                          <p:spTgt spid="265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3" dur="500"/>
                                        <p:tgtEl>
                                          <p:spTgt spid="265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9" dur="500"/>
                                        <p:tgtEl>
                                          <p:spTgt spid="265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26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5" dur="500"/>
                                        <p:tgtEl>
                                          <p:spTgt spid="265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8" dur="500"/>
                                        <p:tgtEl>
                                          <p:spTgt spid="265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26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5296" grpId="0" animBg="1"/>
      <p:bldP spid="265297" grpId="0" animBg="1"/>
      <p:bldP spid="265298" grpId="0" animBg="1"/>
      <p:bldP spid="265299" grpId="0" animBg="1"/>
      <p:bldP spid="265300" grpId="0" animBg="1"/>
      <p:bldP spid="265301" grpId="0" animBg="1"/>
      <p:bldP spid="265302" grpId="0" animBg="1"/>
      <p:bldP spid="265303" grpId="0" animBg="1"/>
      <p:bldP spid="265304" grpId="0" animBg="1"/>
      <p:bldP spid="265305" grpId="0" animBg="1"/>
      <p:bldP spid="265306" grpId="0" animBg="1"/>
      <p:bldP spid="265307" grpId="0" animBg="1"/>
      <p:bldP spid="265308" grpId="0" animBg="1"/>
      <p:bldP spid="265309" grpId="0" animBg="1"/>
      <p:bldP spid="265310" grpId="0" animBg="1"/>
      <p:bldP spid="265311" grpId="0" animBg="1"/>
      <p:bldP spid="265312" grpId="0" animBg="1"/>
      <p:bldP spid="265313" grpId="0" animBg="1"/>
      <p:bldP spid="265314" grpId="0" animBg="1"/>
      <p:bldP spid="265315" grpId="0" animBg="1"/>
      <p:bldP spid="265316" grpId="0" animBg="1"/>
      <p:bldP spid="265317" grpId="0" animBg="1"/>
      <p:bldP spid="265318" grpId="0" animBg="1"/>
      <p:bldP spid="265324" grpId="0" animBg="1"/>
      <p:bldP spid="265325" grpId="0" animBg="1"/>
      <p:bldP spid="265326" grpId="0" animBg="1"/>
      <p:bldP spid="265327" grpId="0" animBg="1"/>
      <p:bldP spid="265328" grpId="0" animBg="1"/>
      <p:bldP spid="265329" grpId="0" animBg="1"/>
      <p:bldP spid="265330" grpId="0" animBg="1"/>
      <p:bldP spid="265353" grpId="0"/>
      <p:bldP spid="265354" grpId="0"/>
      <p:bldP spid="265355" grpId="0"/>
      <p:bldP spid="265356" grpId="0"/>
      <p:bldP spid="265357" grpId="0"/>
      <p:bldP spid="265367" grpId="0" animBg="1"/>
      <p:bldP spid="265368" grpId="0" animBg="1"/>
      <p:bldP spid="265369" grpId="0" animBg="1"/>
      <p:bldP spid="265370" grpId="0" animBg="1"/>
      <p:bldP spid="26537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13B18B-9837-4195-A5D6-21754CD52246}" type="slidenum">
              <a:rPr lang="en-US" altLang="zh-CN"/>
              <a:pPr>
                <a:defRPr/>
              </a:pPr>
              <a:t>16</a:t>
            </a:fld>
            <a:endParaRPr lang="en-US" altLang="zh-CN"/>
          </a:p>
        </p:txBody>
      </p:sp>
      <p:sp>
        <p:nvSpPr>
          <p:cNvPr id="16387" name="Rectangle 2"/>
          <p:cNvSpPr>
            <a:spLocks noChangeArrowheads="1"/>
          </p:cNvSpPr>
          <p:nvPr/>
        </p:nvSpPr>
        <p:spPr bwMode="auto">
          <a:xfrm>
            <a:off x="297037" y="234949"/>
            <a:ext cx="86550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四 </a:t>
            </a:r>
            <a:r>
              <a:rPr lang="en-US" altLang="zh-CN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剖视图的标注</a:t>
            </a:r>
          </a:p>
        </p:txBody>
      </p:sp>
      <p:graphicFrame>
        <p:nvGraphicFramePr>
          <p:cNvPr id="219296" name="Group 160"/>
          <p:cNvGraphicFramePr>
            <a:graphicFrameLocks noGrp="1"/>
          </p:cNvGraphicFramePr>
          <p:nvPr/>
        </p:nvGraphicFramePr>
        <p:xfrm>
          <a:off x="488950" y="1198563"/>
          <a:ext cx="8056563" cy="3371932"/>
        </p:xfrm>
        <a:graphic>
          <a:graphicData uri="http://schemas.openxmlformats.org/drawingml/2006/table">
            <a:tbl>
              <a:tblPr/>
              <a:tblGrid>
                <a:gridCol w="201771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27012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6206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2872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277938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</a:tblGrid>
              <a:tr h="409471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剖切平面种类</a:t>
                      </a:r>
                    </a:p>
                  </a:txBody>
                  <a:tcPr marT="45708" marB="4570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剖视图按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投影关系放置</a:t>
                      </a:r>
                    </a:p>
                  </a:txBody>
                  <a:tcPr marT="45708" marB="45708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标注内容</a:t>
                      </a:r>
                    </a:p>
                  </a:txBody>
                  <a:tcPr marT="45708" marB="4570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961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剖切位置</a:t>
                      </a:r>
                    </a:p>
                  </a:txBody>
                  <a:tcPr marT="45708" marB="4570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剖面名称</a:t>
                      </a:r>
                    </a:p>
                  </a:txBody>
                  <a:tcPr marT="45708" marB="45708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投影方向</a:t>
                      </a:r>
                    </a:p>
                  </a:txBody>
                  <a:tcPr marT="45708" marB="45708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58670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单一剖切平面</a:t>
                      </a:r>
                      <a:endParaRPr kumimoji="1" lang="zh-CN" altLang="en-US" sz="2000" b="1" i="0" u="none" strike="noStrike" cap="none" normalizeH="0" baseline="3000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过主对称面</a:t>
                      </a:r>
                    </a:p>
                  </a:txBody>
                  <a:tcPr marT="45708" marB="4570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Y</a:t>
                      </a:r>
                    </a:p>
                  </a:txBody>
                  <a:tcPr marT="45708" marB="45708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×</a:t>
                      </a:r>
                    </a:p>
                  </a:txBody>
                  <a:tcPr marT="45708" marB="4570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×</a:t>
                      </a:r>
                    </a:p>
                  </a:txBody>
                  <a:tcPr marT="45708" marB="45708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×</a:t>
                      </a:r>
                    </a:p>
                  </a:txBody>
                  <a:tcPr marT="45708" marB="45708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60257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N</a:t>
                      </a:r>
                    </a:p>
                  </a:txBody>
                  <a:tcPr marT="45708" marB="45708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√</a:t>
                      </a:r>
                    </a:p>
                  </a:txBody>
                  <a:tcPr marT="45708" marB="4570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√</a:t>
                      </a:r>
                    </a:p>
                  </a:txBody>
                  <a:tcPr marT="45708" marB="45708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√</a:t>
                      </a:r>
                    </a:p>
                  </a:txBody>
                  <a:tcPr marT="45708" marB="45708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58670">
                <a:tc row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单一剖切平面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不过主对称面</a:t>
                      </a:r>
                    </a:p>
                  </a:txBody>
                  <a:tcPr marT="45708" marB="4570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Y</a:t>
                      </a:r>
                    </a:p>
                  </a:txBody>
                  <a:tcPr marT="45708" marB="45708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√</a:t>
                      </a:r>
                    </a:p>
                  </a:txBody>
                  <a:tcPr marT="45708" marB="4570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√</a:t>
                      </a:r>
                    </a:p>
                  </a:txBody>
                  <a:tcPr marT="45708" marB="45708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×</a:t>
                      </a:r>
                    </a:p>
                  </a:txBody>
                  <a:tcPr marT="45708" marB="45708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9619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N</a:t>
                      </a:r>
                    </a:p>
                  </a:txBody>
                  <a:tcPr marT="45708" marB="45708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√</a:t>
                      </a:r>
                    </a:p>
                  </a:txBody>
                  <a:tcPr marT="45708" marB="4570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√</a:t>
                      </a:r>
                    </a:p>
                  </a:txBody>
                  <a:tcPr marT="45708" marB="45708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√</a:t>
                      </a:r>
                    </a:p>
                  </a:txBody>
                  <a:tcPr marT="45708" marB="45708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9619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斜剖视</a:t>
                      </a:r>
                    </a:p>
                  </a:txBody>
                  <a:tcPr marT="45708" marB="4570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-</a:t>
                      </a:r>
                    </a:p>
                  </a:txBody>
                  <a:tcPr marT="45708" marB="45708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√</a:t>
                      </a:r>
                    </a:p>
                  </a:txBody>
                  <a:tcPr marT="45708" marB="4570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√</a:t>
                      </a:r>
                    </a:p>
                  </a:txBody>
                  <a:tcPr marT="45708" marB="45708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√</a:t>
                      </a:r>
                    </a:p>
                  </a:txBody>
                  <a:tcPr marT="45708" marB="45708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96195"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多个剖切平面</a:t>
                      </a:r>
                    </a:p>
                  </a:txBody>
                  <a:tcPr marT="45708" marB="4570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-</a:t>
                      </a:r>
                    </a:p>
                  </a:txBody>
                  <a:tcPr marT="45708" marB="45708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√</a:t>
                      </a:r>
                    </a:p>
                  </a:txBody>
                  <a:tcPr marT="45708" marB="45708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√</a:t>
                      </a:r>
                    </a:p>
                  </a:txBody>
                  <a:tcPr marT="45708" marB="45708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Monotype Sorts" pitchFamily="2" charset="2"/>
                        <a:defRPr kumimoji="1" sz="28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50000"/>
                        <a:buFont typeface="Monotype Sorts" pitchFamily="2" charset="2"/>
                        <a:defRPr kumimoji="1" sz="24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Times New Roman" pitchFamily="18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√</a:t>
                      </a:r>
                    </a:p>
                  </a:txBody>
                  <a:tcPr marT="45708" marB="45708" anchor="ctr" horzOverflow="overflow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</a:tbl>
          </a:graphicData>
        </a:graphic>
      </p:graphicFrame>
      <p:sp>
        <p:nvSpPr>
          <p:cNvPr id="219293" name="Text Box 157"/>
          <p:cNvSpPr txBox="1">
            <a:spLocks noChangeArrowheads="1"/>
          </p:cNvSpPr>
          <p:nvPr/>
        </p:nvSpPr>
        <p:spPr bwMode="auto">
          <a:xfrm>
            <a:off x="422275" y="4756150"/>
            <a:ext cx="8721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 baseline="300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*</a:t>
            </a: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单一剖切平面 </a:t>
            </a:r>
            <a:r>
              <a:rPr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- </a:t>
            </a: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  <a:sym typeface="Monotype Sorts" pitchFamily="2" charset="2"/>
              </a:rPr>
              <a:t>全剖</a:t>
            </a: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视、</a:t>
            </a: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  <a:sym typeface="Monotype Sorts" pitchFamily="2" charset="2"/>
              </a:rPr>
              <a:t>半剖</a:t>
            </a: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视</a:t>
            </a: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  <a:sym typeface="Monotype Sorts" pitchFamily="2" charset="2"/>
              </a:rPr>
              <a:t>、局部剖</a:t>
            </a: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视</a:t>
            </a:r>
          </a:p>
        </p:txBody>
      </p:sp>
      <p:sp>
        <p:nvSpPr>
          <p:cNvPr id="219294" name="Text Box 158"/>
          <p:cNvSpPr txBox="1">
            <a:spLocks noChangeArrowheads="1"/>
          </p:cNvSpPr>
          <p:nvPr/>
        </p:nvSpPr>
        <p:spPr bwMode="auto">
          <a:xfrm>
            <a:off x="422275" y="5314950"/>
            <a:ext cx="87217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  <a:sym typeface="Monotype Sorts" pitchFamily="2" charset="2"/>
              </a:rPr>
              <a:t>局部剖</a:t>
            </a: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视 </a:t>
            </a:r>
            <a:r>
              <a:rPr lang="en-US" altLang="zh-CN" sz="2000" b="1">
                <a:solidFill>
                  <a:srgbClr val="000000"/>
                </a:solidFill>
                <a:ea typeface="黑体" pitchFamily="2" charset="-122"/>
              </a:rPr>
              <a:t>–</a:t>
            </a:r>
            <a:r>
              <a:rPr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剖切位置明显时，一般不标注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34" b="16855"/>
          <a:stretch>
            <a:fillRect/>
          </a:stretch>
        </p:blipFill>
        <p:spPr bwMode="auto">
          <a:xfrm>
            <a:off x="6142239" y="4677325"/>
            <a:ext cx="1965128" cy="210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9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9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9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9293" grpId="0" autoUpdateAnimBg="0"/>
      <p:bldP spid="219294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9E3020-5C28-465A-A122-1F1C84D9EBC4}" type="slidenum">
              <a:rPr lang="en-US" altLang="zh-CN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182274" name="Text Box 2"/>
          <p:cNvSpPr txBox="1">
            <a:spLocks noChangeArrowheads="1"/>
          </p:cNvSpPr>
          <p:nvPr/>
        </p:nvSpPr>
        <p:spPr bwMode="auto">
          <a:xfrm>
            <a:off x="233363" y="1273175"/>
            <a:ext cx="89106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一</a:t>
            </a:r>
            <a:r>
              <a:rPr lang="en-US" altLang="zh-CN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. </a:t>
            </a:r>
            <a:r>
              <a:rPr lang="zh-CN" altLang="en-US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重合断面</a:t>
            </a:r>
          </a:p>
        </p:txBody>
      </p:sp>
      <p:sp>
        <p:nvSpPr>
          <p:cNvPr id="182275" name="Text Box 3"/>
          <p:cNvSpPr txBox="1">
            <a:spLocks noChangeArrowheads="1"/>
          </p:cNvSpPr>
          <p:nvPr/>
        </p:nvSpPr>
        <p:spPr bwMode="auto">
          <a:xfrm>
            <a:off x="582613" y="1925638"/>
            <a:ext cx="63642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 </a:t>
            </a:r>
            <a:r>
              <a:rPr lang="zh-CN" altLang="en-US" sz="24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断面图置于图形之内</a:t>
            </a:r>
            <a:r>
              <a:rPr lang="zh-CN" altLang="en-US" sz="28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。</a:t>
            </a:r>
            <a:endParaRPr lang="zh-CN" altLang="en-US" b="1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82276" name="Text Box 4"/>
          <p:cNvSpPr txBox="1">
            <a:spLocks noChangeArrowheads="1"/>
          </p:cNvSpPr>
          <p:nvPr/>
        </p:nvSpPr>
        <p:spPr bwMode="auto">
          <a:xfrm>
            <a:off x="517525" y="2590800"/>
            <a:ext cx="8626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1. </a:t>
            </a:r>
            <a:r>
              <a:rPr lang="zh-CN" altLang="en-US" sz="24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画法</a:t>
            </a:r>
            <a:endParaRPr lang="zh-CN" altLang="en-US" sz="240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82277" name="Text Box 5"/>
          <p:cNvSpPr txBox="1">
            <a:spLocks noChangeArrowheads="1"/>
          </p:cNvSpPr>
          <p:nvPr/>
        </p:nvSpPr>
        <p:spPr bwMode="auto">
          <a:xfrm>
            <a:off x="517525" y="3235325"/>
            <a:ext cx="8626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sz="24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标注</a:t>
            </a:r>
            <a:endParaRPr lang="zh-CN" altLang="en-US" sz="240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" name="Group 78"/>
          <p:cNvGrpSpPr>
            <a:grpSpLocks/>
          </p:cNvGrpSpPr>
          <p:nvPr/>
        </p:nvGrpSpPr>
        <p:grpSpPr bwMode="auto">
          <a:xfrm>
            <a:off x="3117850" y="3292475"/>
            <a:ext cx="1822450" cy="539750"/>
            <a:chOff x="1623" y="2074"/>
            <a:chExt cx="1148" cy="340"/>
          </a:xfrm>
        </p:grpSpPr>
        <p:sp>
          <p:nvSpPr>
            <p:cNvPr id="17494" name="Line 6"/>
            <p:cNvSpPr>
              <a:spLocks noChangeShapeType="1"/>
            </p:cNvSpPr>
            <p:nvPr/>
          </p:nvSpPr>
          <p:spPr bwMode="auto">
            <a:xfrm>
              <a:off x="1623" y="2074"/>
              <a:ext cx="1146" cy="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95" name="Line 7"/>
            <p:cNvSpPr>
              <a:spLocks noChangeShapeType="1"/>
            </p:cNvSpPr>
            <p:nvPr/>
          </p:nvSpPr>
          <p:spPr bwMode="auto">
            <a:xfrm>
              <a:off x="1649" y="2320"/>
              <a:ext cx="112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96" name="Line 8"/>
            <p:cNvSpPr>
              <a:spLocks noChangeShapeType="1"/>
            </p:cNvSpPr>
            <p:nvPr/>
          </p:nvSpPr>
          <p:spPr bwMode="auto">
            <a:xfrm>
              <a:off x="1635" y="2414"/>
              <a:ext cx="109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97" name="Freeform 14"/>
            <p:cNvSpPr>
              <a:spLocks/>
            </p:cNvSpPr>
            <p:nvPr/>
          </p:nvSpPr>
          <p:spPr bwMode="auto">
            <a:xfrm>
              <a:off x="1623" y="2078"/>
              <a:ext cx="39" cy="336"/>
            </a:xfrm>
            <a:custGeom>
              <a:avLst/>
              <a:gdLst>
                <a:gd name="T0" fmla="*/ 2 w 39"/>
                <a:gd name="T1" fmla="*/ 0 h 336"/>
                <a:gd name="T2" fmla="*/ 5 w 39"/>
                <a:gd name="T3" fmla="*/ 12 h 336"/>
                <a:gd name="T4" fmla="*/ 11 w 39"/>
                <a:gd name="T5" fmla="*/ 35 h 336"/>
                <a:gd name="T6" fmla="*/ 2 w 39"/>
                <a:gd name="T7" fmla="*/ 54 h 336"/>
                <a:gd name="T8" fmla="*/ 2 w 39"/>
                <a:gd name="T9" fmla="*/ 101 h 336"/>
                <a:gd name="T10" fmla="*/ 15 w 39"/>
                <a:gd name="T11" fmla="*/ 134 h 336"/>
                <a:gd name="T12" fmla="*/ 20 w 39"/>
                <a:gd name="T13" fmla="*/ 153 h 336"/>
                <a:gd name="T14" fmla="*/ 27 w 39"/>
                <a:gd name="T15" fmla="*/ 183 h 336"/>
                <a:gd name="T16" fmla="*/ 39 w 39"/>
                <a:gd name="T17" fmla="*/ 206 h 336"/>
                <a:gd name="T18" fmla="*/ 26 w 39"/>
                <a:gd name="T19" fmla="*/ 264 h 336"/>
                <a:gd name="T20" fmla="*/ 18 w 39"/>
                <a:gd name="T21" fmla="*/ 300 h 336"/>
                <a:gd name="T22" fmla="*/ 17 w 39"/>
                <a:gd name="T23" fmla="*/ 336 h 3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9"/>
                <a:gd name="T37" fmla="*/ 0 h 336"/>
                <a:gd name="T38" fmla="*/ 39 w 39"/>
                <a:gd name="T39" fmla="*/ 336 h 3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9" h="336">
                  <a:moveTo>
                    <a:pt x="2" y="0"/>
                  </a:moveTo>
                  <a:cubicBezTo>
                    <a:pt x="3" y="3"/>
                    <a:pt x="4" y="6"/>
                    <a:pt x="5" y="12"/>
                  </a:cubicBezTo>
                  <a:cubicBezTo>
                    <a:pt x="6" y="18"/>
                    <a:pt x="12" y="28"/>
                    <a:pt x="11" y="35"/>
                  </a:cubicBezTo>
                  <a:cubicBezTo>
                    <a:pt x="10" y="42"/>
                    <a:pt x="4" y="43"/>
                    <a:pt x="2" y="54"/>
                  </a:cubicBezTo>
                  <a:cubicBezTo>
                    <a:pt x="0" y="65"/>
                    <a:pt x="0" y="88"/>
                    <a:pt x="2" y="101"/>
                  </a:cubicBezTo>
                  <a:cubicBezTo>
                    <a:pt x="4" y="114"/>
                    <a:pt x="12" y="125"/>
                    <a:pt x="15" y="134"/>
                  </a:cubicBezTo>
                  <a:cubicBezTo>
                    <a:pt x="18" y="143"/>
                    <a:pt x="18" y="145"/>
                    <a:pt x="20" y="153"/>
                  </a:cubicBezTo>
                  <a:cubicBezTo>
                    <a:pt x="22" y="161"/>
                    <a:pt x="24" y="174"/>
                    <a:pt x="27" y="183"/>
                  </a:cubicBezTo>
                  <a:cubicBezTo>
                    <a:pt x="30" y="192"/>
                    <a:pt x="39" y="193"/>
                    <a:pt x="39" y="206"/>
                  </a:cubicBezTo>
                  <a:cubicBezTo>
                    <a:pt x="39" y="219"/>
                    <a:pt x="30" y="248"/>
                    <a:pt x="26" y="264"/>
                  </a:cubicBezTo>
                  <a:cubicBezTo>
                    <a:pt x="22" y="280"/>
                    <a:pt x="20" y="288"/>
                    <a:pt x="18" y="300"/>
                  </a:cubicBezTo>
                  <a:cubicBezTo>
                    <a:pt x="16" y="312"/>
                    <a:pt x="16" y="324"/>
                    <a:pt x="17" y="336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98" name="Freeform 15"/>
            <p:cNvSpPr>
              <a:spLocks/>
            </p:cNvSpPr>
            <p:nvPr/>
          </p:nvSpPr>
          <p:spPr bwMode="auto">
            <a:xfrm>
              <a:off x="2729" y="2078"/>
              <a:ext cx="42" cy="336"/>
            </a:xfrm>
            <a:custGeom>
              <a:avLst/>
              <a:gdLst>
                <a:gd name="T0" fmla="*/ 36 w 42"/>
                <a:gd name="T1" fmla="*/ 0 h 336"/>
                <a:gd name="T2" fmla="*/ 34 w 42"/>
                <a:gd name="T3" fmla="*/ 14 h 336"/>
                <a:gd name="T4" fmla="*/ 28 w 42"/>
                <a:gd name="T5" fmla="*/ 35 h 336"/>
                <a:gd name="T6" fmla="*/ 25 w 42"/>
                <a:gd name="T7" fmla="*/ 54 h 336"/>
                <a:gd name="T8" fmla="*/ 33 w 42"/>
                <a:gd name="T9" fmla="*/ 87 h 336"/>
                <a:gd name="T10" fmla="*/ 31 w 42"/>
                <a:gd name="T11" fmla="*/ 108 h 336"/>
                <a:gd name="T12" fmla="*/ 21 w 42"/>
                <a:gd name="T13" fmla="*/ 128 h 336"/>
                <a:gd name="T14" fmla="*/ 28 w 42"/>
                <a:gd name="T15" fmla="*/ 164 h 336"/>
                <a:gd name="T16" fmla="*/ 40 w 42"/>
                <a:gd name="T17" fmla="*/ 197 h 336"/>
                <a:gd name="T18" fmla="*/ 37 w 42"/>
                <a:gd name="T19" fmla="*/ 252 h 336"/>
                <a:gd name="T20" fmla="*/ 18 w 42"/>
                <a:gd name="T21" fmla="*/ 269 h 336"/>
                <a:gd name="T22" fmla="*/ 0 w 42"/>
                <a:gd name="T23" fmla="*/ 336 h 3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42"/>
                <a:gd name="T37" fmla="*/ 0 h 336"/>
                <a:gd name="T38" fmla="*/ 42 w 42"/>
                <a:gd name="T39" fmla="*/ 336 h 3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42" h="336">
                  <a:moveTo>
                    <a:pt x="36" y="0"/>
                  </a:moveTo>
                  <a:cubicBezTo>
                    <a:pt x="35" y="4"/>
                    <a:pt x="35" y="8"/>
                    <a:pt x="34" y="14"/>
                  </a:cubicBezTo>
                  <a:cubicBezTo>
                    <a:pt x="33" y="20"/>
                    <a:pt x="29" y="28"/>
                    <a:pt x="28" y="35"/>
                  </a:cubicBezTo>
                  <a:cubicBezTo>
                    <a:pt x="27" y="42"/>
                    <a:pt x="24" y="45"/>
                    <a:pt x="25" y="54"/>
                  </a:cubicBezTo>
                  <a:cubicBezTo>
                    <a:pt x="26" y="63"/>
                    <a:pt x="32" y="78"/>
                    <a:pt x="33" y="87"/>
                  </a:cubicBezTo>
                  <a:cubicBezTo>
                    <a:pt x="34" y="96"/>
                    <a:pt x="33" y="101"/>
                    <a:pt x="31" y="108"/>
                  </a:cubicBezTo>
                  <a:cubicBezTo>
                    <a:pt x="29" y="115"/>
                    <a:pt x="22" y="119"/>
                    <a:pt x="21" y="128"/>
                  </a:cubicBezTo>
                  <a:cubicBezTo>
                    <a:pt x="20" y="137"/>
                    <a:pt x="25" y="153"/>
                    <a:pt x="28" y="164"/>
                  </a:cubicBezTo>
                  <a:cubicBezTo>
                    <a:pt x="31" y="175"/>
                    <a:pt x="38" y="182"/>
                    <a:pt x="40" y="197"/>
                  </a:cubicBezTo>
                  <a:cubicBezTo>
                    <a:pt x="42" y="212"/>
                    <a:pt x="41" y="240"/>
                    <a:pt x="37" y="252"/>
                  </a:cubicBezTo>
                  <a:cubicBezTo>
                    <a:pt x="33" y="264"/>
                    <a:pt x="24" y="255"/>
                    <a:pt x="18" y="269"/>
                  </a:cubicBezTo>
                  <a:cubicBezTo>
                    <a:pt x="12" y="283"/>
                    <a:pt x="6" y="309"/>
                    <a:pt x="0" y="336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2296" name="AutoShape 24"/>
          <p:cNvSpPr>
            <a:spLocks noChangeArrowheads="1"/>
          </p:cNvSpPr>
          <p:nvPr/>
        </p:nvSpPr>
        <p:spPr bwMode="auto">
          <a:xfrm>
            <a:off x="4184650" y="1544638"/>
            <a:ext cx="3071813" cy="1128712"/>
          </a:xfrm>
          <a:prstGeom prst="wedgeRectCallout">
            <a:avLst>
              <a:gd name="adj1" fmla="val -42144"/>
              <a:gd name="adj2" fmla="val 24963"/>
            </a:avLst>
          </a:prstGeom>
          <a:solidFill>
            <a:schemeClr val="hlink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用细实线绘制轮廓，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加剖面符号</a:t>
            </a:r>
            <a:r>
              <a:rPr lang="zh-CN" altLang="en-US" sz="20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grpSp>
        <p:nvGrpSpPr>
          <p:cNvPr id="3" name="Group 76"/>
          <p:cNvGrpSpPr>
            <a:grpSpLocks/>
          </p:cNvGrpSpPr>
          <p:nvPr/>
        </p:nvGrpSpPr>
        <p:grpSpPr bwMode="auto">
          <a:xfrm>
            <a:off x="3727450" y="3017838"/>
            <a:ext cx="0" cy="1068387"/>
            <a:chOff x="2013" y="1902"/>
            <a:chExt cx="0" cy="673"/>
          </a:xfrm>
        </p:grpSpPr>
        <p:sp>
          <p:nvSpPr>
            <p:cNvPr id="17492" name="Line 26"/>
            <p:cNvSpPr>
              <a:spLocks noChangeShapeType="1"/>
            </p:cNvSpPr>
            <p:nvPr/>
          </p:nvSpPr>
          <p:spPr bwMode="auto">
            <a:xfrm>
              <a:off x="2013" y="1902"/>
              <a:ext cx="0" cy="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93" name="Line 27"/>
            <p:cNvSpPr>
              <a:spLocks noChangeShapeType="1"/>
            </p:cNvSpPr>
            <p:nvPr/>
          </p:nvSpPr>
          <p:spPr bwMode="auto">
            <a:xfrm>
              <a:off x="2013" y="2487"/>
              <a:ext cx="0" cy="8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83"/>
          <p:cNvGrpSpPr>
            <a:grpSpLocks/>
          </p:cNvGrpSpPr>
          <p:nvPr/>
        </p:nvGrpSpPr>
        <p:grpSpPr bwMode="auto">
          <a:xfrm>
            <a:off x="6040438" y="3286125"/>
            <a:ext cx="1958975" cy="628650"/>
            <a:chOff x="3464" y="2070"/>
            <a:chExt cx="1234" cy="396"/>
          </a:xfrm>
        </p:grpSpPr>
        <p:sp>
          <p:nvSpPr>
            <p:cNvPr id="17486" name="Freeform 32"/>
            <p:cNvSpPr>
              <a:spLocks/>
            </p:cNvSpPr>
            <p:nvPr/>
          </p:nvSpPr>
          <p:spPr bwMode="auto">
            <a:xfrm flipH="1">
              <a:off x="3464" y="2074"/>
              <a:ext cx="47" cy="392"/>
            </a:xfrm>
            <a:custGeom>
              <a:avLst/>
              <a:gdLst>
                <a:gd name="T0" fmla="*/ 7 w 39"/>
                <a:gd name="T1" fmla="*/ 0 h 392"/>
                <a:gd name="T2" fmla="*/ 19 w 39"/>
                <a:gd name="T3" fmla="*/ 26 h 392"/>
                <a:gd name="T4" fmla="*/ 28 w 39"/>
                <a:gd name="T5" fmla="*/ 52 h 392"/>
                <a:gd name="T6" fmla="*/ 13 w 39"/>
                <a:gd name="T7" fmla="*/ 78 h 392"/>
                <a:gd name="T8" fmla="*/ 16 w 39"/>
                <a:gd name="T9" fmla="*/ 122 h 392"/>
                <a:gd name="T10" fmla="*/ 28 w 39"/>
                <a:gd name="T11" fmla="*/ 156 h 392"/>
                <a:gd name="T12" fmla="*/ 48 w 39"/>
                <a:gd name="T13" fmla="*/ 206 h 392"/>
                <a:gd name="T14" fmla="*/ 40 w 39"/>
                <a:gd name="T15" fmla="*/ 228 h 392"/>
                <a:gd name="T16" fmla="*/ 24 w 39"/>
                <a:gd name="T17" fmla="*/ 260 h 392"/>
                <a:gd name="T18" fmla="*/ 5 w 39"/>
                <a:gd name="T19" fmla="*/ 326 h 392"/>
                <a:gd name="T20" fmla="*/ 48 w 39"/>
                <a:gd name="T21" fmla="*/ 378 h 392"/>
                <a:gd name="T22" fmla="*/ 54 w 39"/>
                <a:gd name="T23" fmla="*/ 392 h 39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39"/>
                <a:gd name="T37" fmla="*/ 0 h 392"/>
                <a:gd name="T38" fmla="*/ 39 w 39"/>
                <a:gd name="T39" fmla="*/ 392 h 392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39" h="392">
                  <a:moveTo>
                    <a:pt x="5" y="0"/>
                  </a:moveTo>
                  <a:cubicBezTo>
                    <a:pt x="8" y="8"/>
                    <a:pt x="11" y="17"/>
                    <a:pt x="13" y="26"/>
                  </a:cubicBezTo>
                  <a:cubicBezTo>
                    <a:pt x="15" y="35"/>
                    <a:pt x="20" y="43"/>
                    <a:pt x="19" y="52"/>
                  </a:cubicBezTo>
                  <a:cubicBezTo>
                    <a:pt x="18" y="61"/>
                    <a:pt x="10" y="66"/>
                    <a:pt x="9" y="78"/>
                  </a:cubicBezTo>
                  <a:cubicBezTo>
                    <a:pt x="8" y="90"/>
                    <a:pt x="9" y="109"/>
                    <a:pt x="11" y="122"/>
                  </a:cubicBezTo>
                  <a:cubicBezTo>
                    <a:pt x="13" y="135"/>
                    <a:pt x="15" y="142"/>
                    <a:pt x="19" y="156"/>
                  </a:cubicBezTo>
                  <a:cubicBezTo>
                    <a:pt x="23" y="170"/>
                    <a:pt x="32" y="194"/>
                    <a:pt x="33" y="206"/>
                  </a:cubicBezTo>
                  <a:cubicBezTo>
                    <a:pt x="34" y="218"/>
                    <a:pt x="30" y="219"/>
                    <a:pt x="27" y="228"/>
                  </a:cubicBezTo>
                  <a:cubicBezTo>
                    <a:pt x="24" y="237"/>
                    <a:pt x="21" y="244"/>
                    <a:pt x="17" y="260"/>
                  </a:cubicBezTo>
                  <a:cubicBezTo>
                    <a:pt x="13" y="276"/>
                    <a:pt x="0" y="306"/>
                    <a:pt x="3" y="326"/>
                  </a:cubicBezTo>
                  <a:cubicBezTo>
                    <a:pt x="6" y="346"/>
                    <a:pt x="27" y="367"/>
                    <a:pt x="33" y="378"/>
                  </a:cubicBezTo>
                  <a:cubicBezTo>
                    <a:pt x="39" y="389"/>
                    <a:pt x="38" y="390"/>
                    <a:pt x="37" y="392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87" name="Freeform 33"/>
            <p:cNvSpPr>
              <a:spLocks/>
            </p:cNvSpPr>
            <p:nvPr/>
          </p:nvSpPr>
          <p:spPr bwMode="auto">
            <a:xfrm>
              <a:off x="4628" y="2070"/>
              <a:ext cx="63" cy="396"/>
            </a:xfrm>
            <a:custGeom>
              <a:avLst/>
              <a:gdLst>
                <a:gd name="T0" fmla="*/ 0 w 90"/>
                <a:gd name="T1" fmla="*/ 0 h 390"/>
                <a:gd name="T2" fmla="*/ 9 w 90"/>
                <a:gd name="T3" fmla="*/ 44 h 390"/>
                <a:gd name="T4" fmla="*/ 20 w 90"/>
                <a:gd name="T5" fmla="*/ 98 h 390"/>
                <a:gd name="T6" fmla="*/ 9 w 90"/>
                <a:gd name="T7" fmla="*/ 180 h 390"/>
                <a:gd name="T8" fmla="*/ 20 w 90"/>
                <a:gd name="T9" fmla="*/ 228 h 390"/>
                <a:gd name="T10" fmla="*/ 27 w 90"/>
                <a:gd name="T11" fmla="*/ 266 h 390"/>
                <a:gd name="T12" fmla="*/ 27 w 90"/>
                <a:gd name="T13" fmla="*/ 316 h 390"/>
                <a:gd name="T14" fmla="*/ 44 w 90"/>
                <a:gd name="T15" fmla="*/ 402 h 39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90"/>
                <a:gd name="T25" fmla="*/ 0 h 390"/>
                <a:gd name="T26" fmla="*/ 90 w 90"/>
                <a:gd name="T27" fmla="*/ 390 h 390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90" h="390">
                  <a:moveTo>
                    <a:pt x="0" y="0"/>
                  </a:moveTo>
                  <a:cubicBezTo>
                    <a:pt x="5" y="13"/>
                    <a:pt x="11" y="26"/>
                    <a:pt x="18" y="42"/>
                  </a:cubicBezTo>
                  <a:cubicBezTo>
                    <a:pt x="25" y="58"/>
                    <a:pt x="42" y="74"/>
                    <a:pt x="42" y="96"/>
                  </a:cubicBezTo>
                  <a:cubicBezTo>
                    <a:pt x="42" y="118"/>
                    <a:pt x="18" y="153"/>
                    <a:pt x="18" y="174"/>
                  </a:cubicBezTo>
                  <a:cubicBezTo>
                    <a:pt x="18" y="195"/>
                    <a:pt x="36" y="208"/>
                    <a:pt x="42" y="222"/>
                  </a:cubicBezTo>
                  <a:cubicBezTo>
                    <a:pt x="48" y="236"/>
                    <a:pt x="52" y="244"/>
                    <a:pt x="54" y="258"/>
                  </a:cubicBezTo>
                  <a:cubicBezTo>
                    <a:pt x="56" y="272"/>
                    <a:pt x="48" y="284"/>
                    <a:pt x="54" y="306"/>
                  </a:cubicBezTo>
                  <a:cubicBezTo>
                    <a:pt x="60" y="328"/>
                    <a:pt x="75" y="359"/>
                    <a:pt x="90" y="390"/>
                  </a:cubicBezTo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88" name="Line 34"/>
            <p:cNvSpPr>
              <a:spLocks noChangeShapeType="1"/>
            </p:cNvSpPr>
            <p:nvPr/>
          </p:nvSpPr>
          <p:spPr bwMode="auto">
            <a:xfrm>
              <a:off x="3502" y="2070"/>
              <a:ext cx="112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89" name="Line 35"/>
            <p:cNvSpPr>
              <a:spLocks noChangeShapeType="1"/>
            </p:cNvSpPr>
            <p:nvPr/>
          </p:nvSpPr>
          <p:spPr bwMode="auto">
            <a:xfrm>
              <a:off x="3501" y="2169"/>
              <a:ext cx="116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90" name="Line 36"/>
            <p:cNvSpPr>
              <a:spLocks noChangeShapeType="1"/>
            </p:cNvSpPr>
            <p:nvPr/>
          </p:nvSpPr>
          <p:spPr bwMode="auto">
            <a:xfrm>
              <a:off x="3504" y="2376"/>
              <a:ext cx="116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91" name="Line 37"/>
            <p:cNvSpPr>
              <a:spLocks noChangeShapeType="1"/>
            </p:cNvSpPr>
            <p:nvPr/>
          </p:nvSpPr>
          <p:spPr bwMode="auto">
            <a:xfrm>
              <a:off x="3465" y="2466"/>
              <a:ext cx="1233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2344" name="Line 72"/>
          <p:cNvSpPr>
            <a:spLocks noChangeShapeType="1"/>
          </p:cNvSpPr>
          <p:nvPr/>
        </p:nvSpPr>
        <p:spPr bwMode="auto">
          <a:xfrm flipV="1">
            <a:off x="3557588" y="4175125"/>
            <a:ext cx="242887" cy="657225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" name="Group 77"/>
          <p:cNvGrpSpPr>
            <a:grpSpLocks/>
          </p:cNvGrpSpPr>
          <p:nvPr/>
        </p:nvGrpSpPr>
        <p:grpSpPr bwMode="auto">
          <a:xfrm>
            <a:off x="3716338" y="3022600"/>
            <a:ext cx="266700" cy="1060450"/>
            <a:chOff x="2000" y="1904"/>
            <a:chExt cx="168" cy="668"/>
          </a:xfrm>
        </p:grpSpPr>
        <p:sp>
          <p:nvSpPr>
            <p:cNvPr id="17484" name="Line 73"/>
            <p:cNvSpPr>
              <a:spLocks noChangeShapeType="1"/>
            </p:cNvSpPr>
            <p:nvPr/>
          </p:nvSpPr>
          <p:spPr bwMode="auto">
            <a:xfrm>
              <a:off x="2000" y="1904"/>
              <a:ext cx="1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85" name="Line 74"/>
            <p:cNvSpPr>
              <a:spLocks noChangeShapeType="1"/>
            </p:cNvSpPr>
            <p:nvPr/>
          </p:nvSpPr>
          <p:spPr bwMode="auto">
            <a:xfrm>
              <a:off x="2008" y="2572"/>
              <a:ext cx="16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2360" name="Line 88"/>
          <p:cNvSpPr>
            <a:spLocks noChangeShapeType="1"/>
          </p:cNvSpPr>
          <p:nvPr/>
        </p:nvSpPr>
        <p:spPr bwMode="auto">
          <a:xfrm>
            <a:off x="7023100" y="3224213"/>
            <a:ext cx="0" cy="76200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Group 127"/>
          <p:cNvGrpSpPr>
            <a:grpSpLocks/>
          </p:cNvGrpSpPr>
          <p:nvPr/>
        </p:nvGrpSpPr>
        <p:grpSpPr bwMode="auto">
          <a:xfrm>
            <a:off x="6746875" y="3281363"/>
            <a:ext cx="550863" cy="636587"/>
            <a:chOff x="3909" y="2067"/>
            <a:chExt cx="347" cy="401"/>
          </a:xfrm>
        </p:grpSpPr>
        <p:sp>
          <p:nvSpPr>
            <p:cNvPr id="17462" name="Arc 82"/>
            <p:cNvSpPr>
              <a:spLocks noChangeAspect="1"/>
            </p:cNvSpPr>
            <p:nvPr/>
          </p:nvSpPr>
          <p:spPr bwMode="auto">
            <a:xfrm>
              <a:off x="4138" y="2067"/>
              <a:ext cx="18" cy="21"/>
            </a:xfrm>
            <a:custGeom>
              <a:avLst/>
              <a:gdLst>
                <a:gd name="T0" fmla="*/ 0 w 21600"/>
                <a:gd name="T1" fmla="*/ 0 h 25285"/>
                <a:gd name="T2" fmla="*/ 0 w 21600"/>
                <a:gd name="T3" fmla="*/ 0 h 25285"/>
                <a:gd name="T4" fmla="*/ 0 w 21600"/>
                <a:gd name="T5" fmla="*/ 0 h 25285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285"/>
                <a:gd name="T11" fmla="*/ 21600 w 21600"/>
                <a:gd name="T12" fmla="*/ 25285 h 252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285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835"/>
                    <a:pt x="21494" y="24068"/>
                    <a:pt x="21283" y="25285"/>
                  </a:cubicBezTo>
                </a:path>
                <a:path w="21600" h="25285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835"/>
                    <a:pt x="21494" y="24068"/>
                    <a:pt x="21283" y="25285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63" name="Line 84"/>
            <p:cNvSpPr>
              <a:spLocks noChangeShapeType="1"/>
            </p:cNvSpPr>
            <p:nvPr/>
          </p:nvSpPr>
          <p:spPr bwMode="auto">
            <a:xfrm>
              <a:off x="4023" y="2067"/>
              <a:ext cx="11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64" name="Line 86"/>
            <p:cNvSpPr>
              <a:spLocks noChangeShapeType="1"/>
            </p:cNvSpPr>
            <p:nvPr/>
          </p:nvSpPr>
          <p:spPr bwMode="auto">
            <a:xfrm>
              <a:off x="3925" y="2375"/>
              <a:ext cx="101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65" name="Line 87"/>
            <p:cNvSpPr>
              <a:spLocks noChangeShapeType="1"/>
            </p:cNvSpPr>
            <p:nvPr/>
          </p:nvSpPr>
          <p:spPr bwMode="auto">
            <a:xfrm>
              <a:off x="3933" y="2468"/>
              <a:ext cx="30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66" name="Line 89"/>
            <p:cNvSpPr>
              <a:spLocks noChangeShapeType="1"/>
            </p:cNvSpPr>
            <p:nvPr/>
          </p:nvSpPr>
          <p:spPr bwMode="auto">
            <a:xfrm flipV="1">
              <a:off x="3909" y="2392"/>
              <a:ext cx="0" cy="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67" name="Line 90"/>
            <p:cNvSpPr>
              <a:spLocks noChangeShapeType="1"/>
            </p:cNvSpPr>
            <p:nvPr/>
          </p:nvSpPr>
          <p:spPr bwMode="auto">
            <a:xfrm flipV="1">
              <a:off x="4255" y="2395"/>
              <a:ext cx="0" cy="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68" name="Line 95"/>
            <p:cNvSpPr>
              <a:spLocks noChangeShapeType="1"/>
            </p:cNvSpPr>
            <p:nvPr/>
          </p:nvSpPr>
          <p:spPr bwMode="auto">
            <a:xfrm>
              <a:off x="4008" y="2088"/>
              <a:ext cx="0" cy="5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69" name="Line 96"/>
            <p:cNvSpPr>
              <a:spLocks noChangeShapeType="1"/>
            </p:cNvSpPr>
            <p:nvPr/>
          </p:nvSpPr>
          <p:spPr bwMode="auto">
            <a:xfrm>
              <a:off x="4157" y="2087"/>
              <a:ext cx="0" cy="6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0" name="Line 97"/>
            <p:cNvSpPr>
              <a:spLocks noChangeShapeType="1"/>
            </p:cNvSpPr>
            <p:nvPr/>
          </p:nvSpPr>
          <p:spPr bwMode="auto">
            <a:xfrm>
              <a:off x="4045" y="2186"/>
              <a:ext cx="0" cy="1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1" name="Line 98"/>
            <p:cNvSpPr>
              <a:spLocks noChangeShapeType="1"/>
            </p:cNvSpPr>
            <p:nvPr/>
          </p:nvSpPr>
          <p:spPr bwMode="auto">
            <a:xfrm>
              <a:off x="4122" y="2189"/>
              <a:ext cx="0" cy="1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2" name="Arc 99"/>
            <p:cNvSpPr>
              <a:spLocks noChangeAspect="1"/>
            </p:cNvSpPr>
            <p:nvPr/>
          </p:nvSpPr>
          <p:spPr bwMode="auto">
            <a:xfrm flipV="1">
              <a:off x="4139" y="2146"/>
              <a:ext cx="18" cy="21"/>
            </a:xfrm>
            <a:custGeom>
              <a:avLst/>
              <a:gdLst>
                <a:gd name="T0" fmla="*/ 0 w 21600"/>
                <a:gd name="T1" fmla="*/ 0 h 25285"/>
                <a:gd name="T2" fmla="*/ 0 w 21600"/>
                <a:gd name="T3" fmla="*/ 0 h 25285"/>
                <a:gd name="T4" fmla="*/ 0 w 21600"/>
                <a:gd name="T5" fmla="*/ 0 h 25285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285"/>
                <a:gd name="T11" fmla="*/ 21600 w 21600"/>
                <a:gd name="T12" fmla="*/ 25285 h 252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285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835"/>
                    <a:pt x="21494" y="24068"/>
                    <a:pt x="21283" y="25285"/>
                  </a:cubicBezTo>
                </a:path>
                <a:path w="21600" h="25285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835"/>
                    <a:pt x="21494" y="24068"/>
                    <a:pt x="21283" y="25285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3" name="Arc 100"/>
            <p:cNvSpPr>
              <a:spLocks/>
            </p:cNvSpPr>
            <p:nvPr/>
          </p:nvSpPr>
          <p:spPr bwMode="auto">
            <a:xfrm>
              <a:off x="4235" y="2375"/>
              <a:ext cx="20" cy="25"/>
            </a:xfrm>
            <a:custGeom>
              <a:avLst/>
              <a:gdLst>
                <a:gd name="T0" fmla="*/ 0 w 21600"/>
                <a:gd name="T1" fmla="*/ 0 h 25285"/>
                <a:gd name="T2" fmla="*/ 0 w 21600"/>
                <a:gd name="T3" fmla="*/ 0 h 25285"/>
                <a:gd name="T4" fmla="*/ 0 w 21600"/>
                <a:gd name="T5" fmla="*/ 0 h 25285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285"/>
                <a:gd name="T11" fmla="*/ 21600 w 21600"/>
                <a:gd name="T12" fmla="*/ 25285 h 252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285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835"/>
                    <a:pt x="21494" y="24068"/>
                    <a:pt x="21283" y="25285"/>
                  </a:cubicBezTo>
                </a:path>
                <a:path w="21600" h="25285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835"/>
                    <a:pt x="21494" y="24068"/>
                    <a:pt x="21283" y="25285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4" name="Arc 101"/>
            <p:cNvSpPr>
              <a:spLocks noChangeAspect="1"/>
            </p:cNvSpPr>
            <p:nvPr/>
          </p:nvSpPr>
          <p:spPr bwMode="auto">
            <a:xfrm flipV="1">
              <a:off x="4236" y="2444"/>
              <a:ext cx="20" cy="24"/>
            </a:xfrm>
            <a:custGeom>
              <a:avLst/>
              <a:gdLst>
                <a:gd name="T0" fmla="*/ 0 w 21600"/>
                <a:gd name="T1" fmla="*/ 0 h 25285"/>
                <a:gd name="T2" fmla="*/ 0 w 21600"/>
                <a:gd name="T3" fmla="*/ 0 h 25285"/>
                <a:gd name="T4" fmla="*/ 0 w 21600"/>
                <a:gd name="T5" fmla="*/ 0 h 25285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285"/>
                <a:gd name="T11" fmla="*/ 21600 w 21600"/>
                <a:gd name="T12" fmla="*/ 25285 h 252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285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835"/>
                    <a:pt x="21494" y="24068"/>
                    <a:pt x="21283" y="25285"/>
                  </a:cubicBezTo>
                </a:path>
                <a:path w="21600" h="25285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835"/>
                    <a:pt x="21494" y="24068"/>
                    <a:pt x="21283" y="25285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5" name="Arc 102"/>
            <p:cNvSpPr>
              <a:spLocks noChangeAspect="1"/>
            </p:cNvSpPr>
            <p:nvPr/>
          </p:nvSpPr>
          <p:spPr bwMode="auto">
            <a:xfrm flipH="1">
              <a:off x="4008" y="2067"/>
              <a:ext cx="18" cy="21"/>
            </a:xfrm>
            <a:custGeom>
              <a:avLst/>
              <a:gdLst>
                <a:gd name="T0" fmla="*/ 0 w 21600"/>
                <a:gd name="T1" fmla="*/ 0 h 25285"/>
                <a:gd name="T2" fmla="*/ 0 w 21600"/>
                <a:gd name="T3" fmla="*/ 0 h 25285"/>
                <a:gd name="T4" fmla="*/ 0 w 21600"/>
                <a:gd name="T5" fmla="*/ 0 h 25285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285"/>
                <a:gd name="T11" fmla="*/ 21600 w 21600"/>
                <a:gd name="T12" fmla="*/ 25285 h 252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285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835"/>
                    <a:pt x="21494" y="24068"/>
                    <a:pt x="21283" y="25285"/>
                  </a:cubicBezTo>
                </a:path>
                <a:path w="21600" h="25285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835"/>
                    <a:pt x="21494" y="24068"/>
                    <a:pt x="21283" y="25285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6" name="Arc 103"/>
            <p:cNvSpPr>
              <a:spLocks noChangeAspect="1"/>
            </p:cNvSpPr>
            <p:nvPr/>
          </p:nvSpPr>
          <p:spPr bwMode="auto">
            <a:xfrm flipH="1" flipV="1">
              <a:off x="4009" y="2144"/>
              <a:ext cx="18" cy="21"/>
            </a:xfrm>
            <a:custGeom>
              <a:avLst/>
              <a:gdLst>
                <a:gd name="T0" fmla="*/ 0 w 21600"/>
                <a:gd name="T1" fmla="*/ 0 h 25285"/>
                <a:gd name="T2" fmla="*/ 0 w 21600"/>
                <a:gd name="T3" fmla="*/ 0 h 25285"/>
                <a:gd name="T4" fmla="*/ 0 w 21600"/>
                <a:gd name="T5" fmla="*/ 0 h 25285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285"/>
                <a:gd name="T11" fmla="*/ 21600 w 21600"/>
                <a:gd name="T12" fmla="*/ 25285 h 252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285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835"/>
                    <a:pt x="21494" y="24068"/>
                    <a:pt x="21283" y="25285"/>
                  </a:cubicBezTo>
                </a:path>
                <a:path w="21600" h="25285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835"/>
                    <a:pt x="21494" y="24068"/>
                    <a:pt x="21283" y="25285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7" name="Arc 104"/>
            <p:cNvSpPr>
              <a:spLocks/>
            </p:cNvSpPr>
            <p:nvPr/>
          </p:nvSpPr>
          <p:spPr bwMode="auto">
            <a:xfrm flipH="1">
              <a:off x="3909" y="2375"/>
              <a:ext cx="20" cy="25"/>
            </a:xfrm>
            <a:custGeom>
              <a:avLst/>
              <a:gdLst>
                <a:gd name="T0" fmla="*/ 0 w 21600"/>
                <a:gd name="T1" fmla="*/ 0 h 25285"/>
                <a:gd name="T2" fmla="*/ 0 w 21600"/>
                <a:gd name="T3" fmla="*/ 0 h 25285"/>
                <a:gd name="T4" fmla="*/ 0 w 21600"/>
                <a:gd name="T5" fmla="*/ 0 h 25285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285"/>
                <a:gd name="T11" fmla="*/ 21600 w 21600"/>
                <a:gd name="T12" fmla="*/ 25285 h 252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285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835"/>
                    <a:pt x="21494" y="24068"/>
                    <a:pt x="21283" y="25285"/>
                  </a:cubicBezTo>
                </a:path>
                <a:path w="21600" h="25285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835"/>
                    <a:pt x="21494" y="24068"/>
                    <a:pt x="21283" y="25285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8" name="Arc 105"/>
            <p:cNvSpPr>
              <a:spLocks noChangeAspect="1"/>
            </p:cNvSpPr>
            <p:nvPr/>
          </p:nvSpPr>
          <p:spPr bwMode="auto">
            <a:xfrm flipH="1" flipV="1">
              <a:off x="3910" y="2444"/>
              <a:ext cx="20" cy="24"/>
            </a:xfrm>
            <a:custGeom>
              <a:avLst/>
              <a:gdLst>
                <a:gd name="T0" fmla="*/ 0 w 21600"/>
                <a:gd name="T1" fmla="*/ 0 h 25285"/>
                <a:gd name="T2" fmla="*/ 0 w 21600"/>
                <a:gd name="T3" fmla="*/ 0 h 25285"/>
                <a:gd name="T4" fmla="*/ 0 w 21600"/>
                <a:gd name="T5" fmla="*/ 0 h 25285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285"/>
                <a:gd name="T11" fmla="*/ 21600 w 21600"/>
                <a:gd name="T12" fmla="*/ 25285 h 252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285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835"/>
                    <a:pt x="21494" y="24068"/>
                    <a:pt x="21283" y="25285"/>
                  </a:cubicBezTo>
                </a:path>
                <a:path w="21600" h="25285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835"/>
                    <a:pt x="21494" y="24068"/>
                    <a:pt x="21283" y="25285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9" name="Arc 106"/>
            <p:cNvSpPr>
              <a:spLocks noChangeAspect="1"/>
            </p:cNvSpPr>
            <p:nvPr/>
          </p:nvSpPr>
          <p:spPr bwMode="auto">
            <a:xfrm flipH="1">
              <a:off x="4122" y="2168"/>
              <a:ext cx="16" cy="20"/>
            </a:xfrm>
            <a:custGeom>
              <a:avLst/>
              <a:gdLst>
                <a:gd name="T0" fmla="*/ 0 w 21600"/>
                <a:gd name="T1" fmla="*/ 0 h 25285"/>
                <a:gd name="T2" fmla="*/ 0 w 21600"/>
                <a:gd name="T3" fmla="*/ 0 h 25285"/>
                <a:gd name="T4" fmla="*/ 0 w 21600"/>
                <a:gd name="T5" fmla="*/ 0 h 25285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285"/>
                <a:gd name="T11" fmla="*/ 21600 w 21600"/>
                <a:gd name="T12" fmla="*/ 25285 h 252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285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835"/>
                    <a:pt x="21494" y="24068"/>
                    <a:pt x="21283" y="25285"/>
                  </a:cubicBezTo>
                </a:path>
                <a:path w="21600" h="25285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835"/>
                    <a:pt x="21494" y="24068"/>
                    <a:pt x="21283" y="25285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80" name="Arc 107"/>
            <p:cNvSpPr>
              <a:spLocks noChangeAspect="1"/>
            </p:cNvSpPr>
            <p:nvPr/>
          </p:nvSpPr>
          <p:spPr bwMode="auto">
            <a:xfrm flipH="1" flipV="1">
              <a:off x="4122" y="2349"/>
              <a:ext cx="20" cy="24"/>
            </a:xfrm>
            <a:custGeom>
              <a:avLst/>
              <a:gdLst>
                <a:gd name="T0" fmla="*/ 0 w 21600"/>
                <a:gd name="T1" fmla="*/ 0 h 25285"/>
                <a:gd name="T2" fmla="*/ 0 w 21600"/>
                <a:gd name="T3" fmla="*/ 0 h 25285"/>
                <a:gd name="T4" fmla="*/ 0 w 21600"/>
                <a:gd name="T5" fmla="*/ 0 h 25285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285"/>
                <a:gd name="T11" fmla="*/ 21600 w 21600"/>
                <a:gd name="T12" fmla="*/ 25285 h 252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285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835"/>
                    <a:pt x="21494" y="24068"/>
                    <a:pt x="21283" y="25285"/>
                  </a:cubicBezTo>
                </a:path>
                <a:path w="21600" h="25285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835"/>
                    <a:pt x="21494" y="24068"/>
                    <a:pt x="21283" y="25285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81" name="Arc 108"/>
            <p:cNvSpPr>
              <a:spLocks noChangeAspect="1"/>
            </p:cNvSpPr>
            <p:nvPr/>
          </p:nvSpPr>
          <p:spPr bwMode="auto">
            <a:xfrm>
              <a:off x="4030" y="2166"/>
              <a:ext cx="16" cy="20"/>
            </a:xfrm>
            <a:custGeom>
              <a:avLst/>
              <a:gdLst>
                <a:gd name="T0" fmla="*/ 0 w 21600"/>
                <a:gd name="T1" fmla="*/ 0 h 25285"/>
                <a:gd name="T2" fmla="*/ 0 w 21600"/>
                <a:gd name="T3" fmla="*/ 0 h 25285"/>
                <a:gd name="T4" fmla="*/ 0 w 21600"/>
                <a:gd name="T5" fmla="*/ 0 h 25285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285"/>
                <a:gd name="T11" fmla="*/ 21600 w 21600"/>
                <a:gd name="T12" fmla="*/ 25285 h 252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285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835"/>
                    <a:pt x="21494" y="24068"/>
                    <a:pt x="21283" y="25285"/>
                  </a:cubicBezTo>
                </a:path>
                <a:path w="21600" h="25285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835"/>
                    <a:pt x="21494" y="24068"/>
                    <a:pt x="21283" y="25285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82" name="Arc 109"/>
            <p:cNvSpPr>
              <a:spLocks noChangeAspect="1"/>
            </p:cNvSpPr>
            <p:nvPr/>
          </p:nvSpPr>
          <p:spPr bwMode="auto">
            <a:xfrm flipV="1">
              <a:off x="4026" y="2351"/>
              <a:ext cx="20" cy="24"/>
            </a:xfrm>
            <a:custGeom>
              <a:avLst/>
              <a:gdLst>
                <a:gd name="T0" fmla="*/ 0 w 21600"/>
                <a:gd name="T1" fmla="*/ 0 h 25285"/>
                <a:gd name="T2" fmla="*/ 0 w 21600"/>
                <a:gd name="T3" fmla="*/ 0 h 25285"/>
                <a:gd name="T4" fmla="*/ 0 w 21600"/>
                <a:gd name="T5" fmla="*/ 0 h 25285"/>
                <a:gd name="T6" fmla="*/ 0 60000 65536"/>
                <a:gd name="T7" fmla="*/ 0 60000 65536"/>
                <a:gd name="T8" fmla="*/ 0 60000 65536"/>
                <a:gd name="T9" fmla="*/ 0 w 21600"/>
                <a:gd name="T10" fmla="*/ 0 h 25285"/>
                <a:gd name="T11" fmla="*/ 21600 w 21600"/>
                <a:gd name="T12" fmla="*/ 25285 h 2528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5285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835"/>
                    <a:pt x="21494" y="24068"/>
                    <a:pt x="21283" y="25285"/>
                  </a:cubicBezTo>
                </a:path>
                <a:path w="21600" h="25285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cubicBezTo>
                    <a:pt x="21600" y="22835"/>
                    <a:pt x="21494" y="24068"/>
                    <a:pt x="21283" y="25285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83" name="Line 110"/>
            <p:cNvSpPr>
              <a:spLocks noChangeShapeType="1"/>
            </p:cNvSpPr>
            <p:nvPr/>
          </p:nvSpPr>
          <p:spPr bwMode="auto">
            <a:xfrm>
              <a:off x="4145" y="2374"/>
              <a:ext cx="86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126"/>
          <p:cNvGrpSpPr>
            <a:grpSpLocks/>
          </p:cNvGrpSpPr>
          <p:nvPr/>
        </p:nvGrpSpPr>
        <p:grpSpPr bwMode="auto">
          <a:xfrm>
            <a:off x="6746875" y="3281363"/>
            <a:ext cx="549275" cy="638175"/>
            <a:chOff x="4755" y="2067"/>
            <a:chExt cx="346" cy="402"/>
          </a:xfrm>
        </p:grpSpPr>
        <p:sp>
          <p:nvSpPr>
            <p:cNvPr id="17450" name="Line 114"/>
            <p:cNvSpPr>
              <a:spLocks noChangeShapeType="1"/>
            </p:cNvSpPr>
            <p:nvPr/>
          </p:nvSpPr>
          <p:spPr bwMode="auto">
            <a:xfrm flipV="1">
              <a:off x="4854" y="2067"/>
              <a:ext cx="63" cy="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1" name="Line 115"/>
            <p:cNvSpPr>
              <a:spLocks noChangeShapeType="1"/>
            </p:cNvSpPr>
            <p:nvPr/>
          </p:nvSpPr>
          <p:spPr bwMode="auto">
            <a:xfrm flipV="1">
              <a:off x="4880" y="2067"/>
              <a:ext cx="99" cy="9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2" name="Line 116"/>
            <p:cNvSpPr>
              <a:spLocks noChangeShapeType="1"/>
            </p:cNvSpPr>
            <p:nvPr/>
          </p:nvSpPr>
          <p:spPr bwMode="auto">
            <a:xfrm flipV="1">
              <a:off x="4892" y="2105"/>
              <a:ext cx="111" cy="1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3" name="Line 117"/>
            <p:cNvSpPr>
              <a:spLocks noChangeShapeType="1"/>
            </p:cNvSpPr>
            <p:nvPr/>
          </p:nvSpPr>
          <p:spPr bwMode="auto">
            <a:xfrm flipV="1">
              <a:off x="4755" y="2375"/>
              <a:ext cx="37" cy="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4" name="Line 118"/>
            <p:cNvSpPr>
              <a:spLocks noChangeShapeType="1"/>
            </p:cNvSpPr>
            <p:nvPr/>
          </p:nvSpPr>
          <p:spPr bwMode="auto">
            <a:xfrm flipV="1">
              <a:off x="4892" y="2204"/>
              <a:ext cx="75" cy="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5" name="Line 119"/>
            <p:cNvSpPr>
              <a:spLocks noChangeShapeType="1"/>
            </p:cNvSpPr>
            <p:nvPr/>
          </p:nvSpPr>
          <p:spPr bwMode="auto">
            <a:xfrm flipV="1">
              <a:off x="4764" y="2375"/>
              <a:ext cx="88" cy="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6" name="Line 120"/>
            <p:cNvSpPr>
              <a:spLocks noChangeShapeType="1"/>
            </p:cNvSpPr>
            <p:nvPr/>
          </p:nvSpPr>
          <p:spPr bwMode="auto">
            <a:xfrm flipV="1">
              <a:off x="4892" y="2262"/>
              <a:ext cx="74" cy="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7" name="Line 121"/>
            <p:cNvSpPr>
              <a:spLocks noChangeShapeType="1"/>
            </p:cNvSpPr>
            <p:nvPr/>
          </p:nvSpPr>
          <p:spPr bwMode="auto">
            <a:xfrm flipV="1">
              <a:off x="4820" y="2321"/>
              <a:ext cx="147" cy="1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8" name="Line 122"/>
            <p:cNvSpPr>
              <a:spLocks noChangeShapeType="1"/>
            </p:cNvSpPr>
            <p:nvPr/>
          </p:nvSpPr>
          <p:spPr bwMode="auto">
            <a:xfrm flipV="1">
              <a:off x="4881" y="2373"/>
              <a:ext cx="96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59" name="Line 123"/>
            <p:cNvSpPr>
              <a:spLocks noChangeShapeType="1"/>
            </p:cNvSpPr>
            <p:nvPr/>
          </p:nvSpPr>
          <p:spPr bwMode="auto">
            <a:xfrm flipV="1">
              <a:off x="4944" y="2376"/>
              <a:ext cx="92" cy="9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60" name="Line 124"/>
            <p:cNvSpPr>
              <a:spLocks noChangeShapeType="1"/>
            </p:cNvSpPr>
            <p:nvPr/>
          </p:nvSpPr>
          <p:spPr bwMode="auto">
            <a:xfrm flipV="1">
              <a:off x="5006" y="2381"/>
              <a:ext cx="87" cy="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61" name="Line 125"/>
            <p:cNvSpPr>
              <a:spLocks noChangeShapeType="1"/>
            </p:cNvSpPr>
            <p:nvPr/>
          </p:nvSpPr>
          <p:spPr bwMode="auto">
            <a:xfrm flipV="1">
              <a:off x="5064" y="2429"/>
              <a:ext cx="37" cy="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" name="Group 131"/>
          <p:cNvGrpSpPr>
            <a:grpSpLocks/>
          </p:cNvGrpSpPr>
          <p:nvPr/>
        </p:nvGrpSpPr>
        <p:grpSpPr bwMode="auto">
          <a:xfrm>
            <a:off x="3717925" y="3295650"/>
            <a:ext cx="538163" cy="536575"/>
            <a:chOff x="2907" y="2076"/>
            <a:chExt cx="339" cy="338"/>
          </a:xfrm>
        </p:grpSpPr>
        <p:sp>
          <p:nvSpPr>
            <p:cNvPr id="17442" name="Freeform 9"/>
            <p:cNvSpPr>
              <a:spLocks/>
            </p:cNvSpPr>
            <p:nvPr/>
          </p:nvSpPr>
          <p:spPr bwMode="auto">
            <a:xfrm>
              <a:off x="2907" y="2078"/>
              <a:ext cx="336" cy="336"/>
            </a:xfrm>
            <a:custGeom>
              <a:avLst/>
              <a:gdLst>
                <a:gd name="T0" fmla="*/ 0 w 336"/>
                <a:gd name="T1" fmla="*/ 0 h 336"/>
                <a:gd name="T2" fmla="*/ 0 w 336"/>
                <a:gd name="T3" fmla="*/ 336 h 336"/>
                <a:gd name="T4" fmla="*/ 336 w 336"/>
                <a:gd name="T5" fmla="*/ 336 h 336"/>
                <a:gd name="T6" fmla="*/ 0 60000 65536"/>
                <a:gd name="T7" fmla="*/ 0 60000 65536"/>
                <a:gd name="T8" fmla="*/ 0 60000 65536"/>
                <a:gd name="T9" fmla="*/ 0 w 336"/>
                <a:gd name="T10" fmla="*/ 0 h 336"/>
                <a:gd name="T11" fmla="*/ 336 w 336"/>
                <a:gd name="T12" fmla="*/ 336 h 3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6" h="336">
                  <a:moveTo>
                    <a:pt x="0" y="0"/>
                  </a:moveTo>
                  <a:lnTo>
                    <a:pt x="0" y="336"/>
                  </a:lnTo>
                  <a:lnTo>
                    <a:pt x="336" y="336"/>
                  </a:lnTo>
                </a:path>
              </a:pathLst>
            </a:custGeom>
            <a:noFill/>
            <a:ln w="952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3" name="Arc 10"/>
            <p:cNvSpPr>
              <a:spLocks noChangeAspect="1"/>
            </p:cNvSpPr>
            <p:nvPr/>
          </p:nvSpPr>
          <p:spPr bwMode="auto">
            <a:xfrm>
              <a:off x="2920" y="2076"/>
              <a:ext cx="82" cy="7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4" name="Arc 11"/>
            <p:cNvSpPr>
              <a:spLocks noChangeAspect="1"/>
            </p:cNvSpPr>
            <p:nvPr/>
          </p:nvSpPr>
          <p:spPr bwMode="auto">
            <a:xfrm>
              <a:off x="3166" y="2318"/>
              <a:ext cx="80" cy="8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5" name="Arc 12"/>
            <p:cNvSpPr>
              <a:spLocks/>
            </p:cNvSpPr>
            <p:nvPr/>
          </p:nvSpPr>
          <p:spPr bwMode="auto">
            <a:xfrm flipH="1" flipV="1">
              <a:off x="3003" y="2271"/>
              <a:ext cx="51" cy="47"/>
            </a:xfrm>
            <a:custGeom>
              <a:avLst/>
              <a:gdLst>
                <a:gd name="T0" fmla="*/ 0 w 22829"/>
                <a:gd name="T1" fmla="*/ 0 h 21600"/>
                <a:gd name="T2" fmla="*/ 0 w 22829"/>
                <a:gd name="T3" fmla="*/ 0 h 21600"/>
                <a:gd name="T4" fmla="*/ 0 w 22829"/>
                <a:gd name="T5" fmla="*/ 0 h 21600"/>
                <a:gd name="T6" fmla="*/ 0 60000 65536"/>
                <a:gd name="T7" fmla="*/ 0 60000 65536"/>
                <a:gd name="T8" fmla="*/ 0 60000 65536"/>
                <a:gd name="T9" fmla="*/ 0 w 22829"/>
                <a:gd name="T10" fmla="*/ 0 h 21600"/>
                <a:gd name="T11" fmla="*/ 22829 w 22829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829" h="21600" fill="none" extrusionOk="0">
                  <a:moveTo>
                    <a:pt x="0" y="40"/>
                  </a:moveTo>
                  <a:cubicBezTo>
                    <a:pt x="437" y="13"/>
                    <a:pt x="875" y="-1"/>
                    <a:pt x="1314" y="0"/>
                  </a:cubicBezTo>
                  <a:cubicBezTo>
                    <a:pt x="12500" y="0"/>
                    <a:pt x="21836" y="8541"/>
                    <a:pt x="22828" y="19684"/>
                  </a:cubicBezTo>
                </a:path>
                <a:path w="22829" h="21600" stroke="0" extrusionOk="0">
                  <a:moveTo>
                    <a:pt x="0" y="40"/>
                  </a:moveTo>
                  <a:cubicBezTo>
                    <a:pt x="437" y="13"/>
                    <a:pt x="875" y="-1"/>
                    <a:pt x="1314" y="0"/>
                  </a:cubicBezTo>
                  <a:cubicBezTo>
                    <a:pt x="12500" y="0"/>
                    <a:pt x="21836" y="8541"/>
                    <a:pt x="22828" y="19684"/>
                  </a:cubicBezTo>
                  <a:lnTo>
                    <a:pt x="1314" y="21600"/>
                  </a:lnTo>
                  <a:lnTo>
                    <a:pt x="0" y="40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6" name="Line 13"/>
            <p:cNvSpPr>
              <a:spLocks noChangeShapeType="1"/>
            </p:cNvSpPr>
            <p:nvPr/>
          </p:nvSpPr>
          <p:spPr bwMode="auto">
            <a:xfrm>
              <a:off x="3003" y="2153"/>
              <a:ext cx="0" cy="1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7" name="Line 128"/>
            <p:cNvSpPr>
              <a:spLocks noChangeShapeType="1"/>
            </p:cNvSpPr>
            <p:nvPr/>
          </p:nvSpPr>
          <p:spPr bwMode="auto">
            <a:xfrm>
              <a:off x="3051" y="2318"/>
              <a:ext cx="11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8" name="Line 129"/>
            <p:cNvSpPr>
              <a:spLocks noChangeShapeType="1"/>
            </p:cNvSpPr>
            <p:nvPr/>
          </p:nvSpPr>
          <p:spPr bwMode="auto">
            <a:xfrm>
              <a:off x="2908" y="2077"/>
              <a:ext cx="1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9" name="Line 130"/>
            <p:cNvSpPr>
              <a:spLocks noChangeShapeType="1"/>
            </p:cNvSpPr>
            <p:nvPr/>
          </p:nvSpPr>
          <p:spPr bwMode="auto">
            <a:xfrm>
              <a:off x="3245" y="2398"/>
              <a:ext cx="0" cy="1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142"/>
          <p:cNvGrpSpPr>
            <a:grpSpLocks/>
          </p:cNvGrpSpPr>
          <p:nvPr/>
        </p:nvGrpSpPr>
        <p:grpSpPr bwMode="auto">
          <a:xfrm>
            <a:off x="3717925" y="3317875"/>
            <a:ext cx="512763" cy="514350"/>
            <a:chOff x="2907" y="2090"/>
            <a:chExt cx="323" cy="324"/>
          </a:xfrm>
        </p:grpSpPr>
        <p:sp>
          <p:nvSpPr>
            <p:cNvPr id="17432" name="Line 132"/>
            <p:cNvSpPr>
              <a:spLocks noChangeShapeType="1"/>
            </p:cNvSpPr>
            <p:nvPr/>
          </p:nvSpPr>
          <p:spPr bwMode="auto">
            <a:xfrm flipV="1">
              <a:off x="2908" y="2090"/>
              <a:ext cx="57" cy="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3" name="Line 133"/>
            <p:cNvSpPr>
              <a:spLocks noChangeShapeType="1"/>
            </p:cNvSpPr>
            <p:nvPr/>
          </p:nvSpPr>
          <p:spPr bwMode="auto">
            <a:xfrm flipV="1">
              <a:off x="2907" y="2120"/>
              <a:ext cx="84" cy="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4" name="Line 134"/>
            <p:cNvSpPr>
              <a:spLocks noChangeShapeType="1"/>
            </p:cNvSpPr>
            <p:nvPr/>
          </p:nvSpPr>
          <p:spPr bwMode="auto">
            <a:xfrm flipV="1">
              <a:off x="2908" y="2166"/>
              <a:ext cx="96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5" name="Line 135"/>
            <p:cNvSpPr>
              <a:spLocks noChangeShapeType="1"/>
            </p:cNvSpPr>
            <p:nvPr/>
          </p:nvSpPr>
          <p:spPr bwMode="auto">
            <a:xfrm flipV="1">
              <a:off x="2907" y="2227"/>
              <a:ext cx="95" cy="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6" name="Line 136"/>
            <p:cNvSpPr>
              <a:spLocks noChangeShapeType="1"/>
            </p:cNvSpPr>
            <p:nvPr/>
          </p:nvSpPr>
          <p:spPr bwMode="auto">
            <a:xfrm flipV="1">
              <a:off x="2909" y="2289"/>
              <a:ext cx="93" cy="9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7" name="Line 137"/>
            <p:cNvSpPr>
              <a:spLocks noChangeShapeType="1"/>
            </p:cNvSpPr>
            <p:nvPr/>
          </p:nvSpPr>
          <p:spPr bwMode="auto">
            <a:xfrm flipV="1">
              <a:off x="2937" y="2316"/>
              <a:ext cx="98" cy="9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8" name="Line 138"/>
            <p:cNvSpPr>
              <a:spLocks noChangeShapeType="1"/>
            </p:cNvSpPr>
            <p:nvPr/>
          </p:nvSpPr>
          <p:spPr bwMode="auto">
            <a:xfrm flipV="1">
              <a:off x="2997" y="2318"/>
              <a:ext cx="94" cy="9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39" name="Line 139"/>
            <p:cNvSpPr>
              <a:spLocks noChangeShapeType="1"/>
            </p:cNvSpPr>
            <p:nvPr/>
          </p:nvSpPr>
          <p:spPr bwMode="auto">
            <a:xfrm flipV="1">
              <a:off x="3056" y="2316"/>
              <a:ext cx="96" cy="9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0" name="Line 140"/>
            <p:cNvSpPr>
              <a:spLocks noChangeShapeType="1"/>
            </p:cNvSpPr>
            <p:nvPr/>
          </p:nvSpPr>
          <p:spPr bwMode="auto">
            <a:xfrm flipV="1">
              <a:off x="3113" y="2327"/>
              <a:ext cx="87" cy="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41" name="Line 141"/>
            <p:cNvSpPr>
              <a:spLocks noChangeShapeType="1"/>
            </p:cNvSpPr>
            <p:nvPr/>
          </p:nvSpPr>
          <p:spPr bwMode="auto">
            <a:xfrm flipV="1">
              <a:off x="3173" y="2357"/>
              <a:ext cx="57" cy="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2415" name="Line 143"/>
          <p:cNvSpPr>
            <a:spLocks noChangeShapeType="1"/>
          </p:cNvSpPr>
          <p:nvPr/>
        </p:nvSpPr>
        <p:spPr bwMode="auto">
          <a:xfrm flipH="1">
            <a:off x="3871913" y="2663825"/>
            <a:ext cx="1150937" cy="92075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417" name="Line 145"/>
          <p:cNvSpPr>
            <a:spLocks noChangeShapeType="1"/>
          </p:cNvSpPr>
          <p:nvPr/>
        </p:nvSpPr>
        <p:spPr bwMode="auto">
          <a:xfrm>
            <a:off x="6310313" y="2663825"/>
            <a:ext cx="652462" cy="933450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418" name="Line 146"/>
          <p:cNvSpPr>
            <a:spLocks noChangeShapeType="1"/>
          </p:cNvSpPr>
          <p:nvPr/>
        </p:nvSpPr>
        <p:spPr bwMode="auto">
          <a:xfrm flipH="1" flipV="1">
            <a:off x="7085013" y="4056063"/>
            <a:ext cx="617537" cy="881062"/>
          </a:xfrm>
          <a:prstGeom prst="line">
            <a:avLst/>
          </a:prstGeom>
          <a:noFill/>
          <a:ln w="12700">
            <a:solidFill>
              <a:srgbClr val="0000FF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2420" name="Rectangle 148"/>
          <p:cNvSpPr>
            <a:spLocks noChangeArrowheads="1"/>
          </p:cNvSpPr>
          <p:nvPr/>
        </p:nvSpPr>
        <p:spPr bwMode="auto">
          <a:xfrm>
            <a:off x="6015038" y="4379913"/>
            <a:ext cx="2513012" cy="711200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  <a:sym typeface="Monotype Sorts" pitchFamily="2" charset="2"/>
              </a:rPr>
              <a:t> </a:t>
            </a: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断面形状对称：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省略标注。</a:t>
            </a:r>
          </a:p>
        </p:txBody>
      </p:sp>
      <p:sp>
        <p:nvSpPr>
          <p:cNvPr id="17430" name="Rectangle 150"/>
          <p:cNvSpPr>
            <a:spLocks noChangeArrowheads="1"/>
          </p:cNvSpPr>
          <p:nvPr/>
        </p:nvSpPr>
        <p:spPr bwMode="auto">
          <a:xfrm>
            <a:off x="284163" y="152400"/>
            <a:ext cx="885983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§12.3</a:t>
            </a:r>
            <a:r>
              <a:rPr lang="zh-CN" altLang="en-US" sz="36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　断面图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	      表达机件断面形状的方法。</a:t>
            </a:r>
          </a:p>
        </p:txBody>
      </p:sp>
      <p:sp>
        <p:nvSpPr>
          <p:cNvPr id="182343" name="Text Box 71"/>
          <p:cNvSpPr txBox="1">
            <a:spLocks noChangeArrowheads="1"/>
          </p:cNvSpPr>
          <p:nvPr/>
        </p:nvSpPr>
        <p:spPr bwMode="auto">
          <a:xfrm>
            <a:off x="2130425" y="4445000"/>
            <a:ext cx="2903538" cy="1016000"/>
          </a:xfrm>
          <a:prstGeom prst="rect">
            <a:avLst/>
          </a:prstGeom>
          <a:solidFill>
            <a:schemeClr val="hlink"/>
          </a:solidFill>
          <a:ln w="9525">
            <a:solidFill>
              <a:srgbClr val="0000FF"/>
            </a:solidFill>
            <a:miter lim="800000"/>
            <a:headEnd/>
            <a:tailEnd type="none" w="sm" len="lg"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断面形状不对称：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标注剖切平面位置及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投影方向，不注名称。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2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2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8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8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82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182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82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182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82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82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7" dur="500"/>
                                        <p:tgtEl>
                                          <p:spTgt spid="182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2274" grpId="0" autoUpdateAnimBg="0"/>
      <p:bldP spid="182275" grpId="0" autoUpdateAnimBg="0"/>
      <p:bldP spid="182276" grpId="0" autoUpdateAnimBg="0"/>
      <p:bldP spid="182277" grpId="0" autoUpdateAnimBg="0"/>
      <p:bldP spid="182296" grpId="0" animBg="1" autoUpdateAnimBg="0"/>
      <p:bldP spid="182344" grpId="0" animBg="1"/>
      <p:bldP spid="182360" grpId="0" animBg="1"/>
      <p:bldP spid="182415" grpId="0" animBg="1"/>
      <p:bldP spid="182417" grpId="0" animBg="1"/>
      <p:bldP spid="182418" grpId="0" animBg="1"/>
      <p:bldP spid="182420" grpId="0" animBg="1" autoUpdateAnimBg="0"/>
      <p:bldP spid="182343" grpId="0" animBg="1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BE3789F-C55B-4881-BD5F-9278A2BF2CB6}" type="slidenum">
              <a:rPr lang="en-US" altLang="zh-CN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183308" name="Oval 12"/>
          <p:cNvSpPr>
            <a:spLocks noChangeArrowheads="1"/>
          </p:cNvSpPr>
          <p:nvPr/>
        </p:nvSpPr>
        <p:spPr bwMode="auto">
          <a:xfrm>
            <a:off x="1082675" y="4051300"/>
            <a:ext cx="549275" cy="561975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183309" name="Rectangle 13"/>
          <p:cNvSpPr>
            <a:spLocks noChangeArrowheads="1"/>
          </p:cNvSpPr>
          <p:nvPr/>
        </p:nvSpPr>
        <p:spPr bwMode="auto">
          <a:xfrm>
            <a:off x="1555750" y="4257675"/>
            <a:ext cx="103188" cy="1460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18437" name="Text Box 14"/>
          <p:cNvSpPr txBox="1">
            <a:spLocks noChangeArrowheads="1"/>
          </p:cNvSpPr>
          <p:nvPr/>
        </p:nvSpPr>
        <p:spPr bwMode="auto">
          <a:xfrm>
            <a:off x="301625" y="190500"/>
            <a:ext cx="88423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二</a:t>
            </a:r>
            <a:r>
              <a:rPr lang="en-US" altLang="zh-CN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. </a:t>
            </a:r>
            <a:r>
              <a:rPr lang="zh-CN" altLang="en-US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移出断面</a:t>
            </a:r>
          </a:p>
        </p:txBody>
      </p:sp>
      <p:sp>
        <p:nvSpPr>
          <p:cNvPr id="183311" name="Text Box 15"/>
          <p:cNvSpPr txBox="1">
            <a:spLocks noChangeArrowheads="1"/>
          </p:cNvSpPr>
          <p:nvPr/>
        </p:nvSpPr>
        <p:spPr bwMode="auto">
          <a:xfrm>
            <a:off x="339725" y="819150"/>
            <a:ext cx="8804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   </a:t>
            </a:r>
            <a:r>
              <a:rPr lang="zh-CN" altLang="en-US" sz="24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断面图置于图形之外。</a:t>
            </a:r>
          </a:p>
        </p:txBody>
      </p:sp>
      <p:sp>
        <p:nvSpPr>
          <p:cNvPr id="183312" name="Text Box 16"/>
          <p:cNvSpPr txBox="1">
            <a:spLocks noChangeArrowheads="1"/>
          </p:cNvSpPr>
          <p:nvPr/>
        </p:nvSpPr>
        <p:spPr bwMode="auto">
          <a:xfrm>
            <a:off x="301625" y="1497013"/>
            <a:ext cx="8842375" cy="1036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AutoNum type="arabicPeriod"/>
            </a:pPr>
            <a:r>
              <a:rPr lang="zh-CN" altLang="en-US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画法</a:t>
            </a:r>
            <a:r>
              <a:rPr lang="zh-CN" altLang="en-US" sz="24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：</a:t>
            </a:r>
          </a:p>
          <a:p>
            <a:pPr eaLnBrk="1" hangingPunct="1">
              <a:spcBef>
                <a:spcPct val="2500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 用粗实线绘制轮廓，加剖面符号。</a:t>
            </a:r>
          </a:p>
        </p:txBody>
      </p:sp>
      <p:grpSp>
        <p:nvGrpSpPr>
          <p:cNvPr id="2" name="Group 107"/>
          <p:cNvGrpSpPr>
            <a:grpSpLocks/>
          </p:cNvGrpSpPr>
          <p:nvPr/>
        </p:nvGrpSpPr>
        <p:grpSpPr bwMode="auto">
          <a:xfrm>
            <a:off x="1358900" y="2733675"/>
            <a:ext cx="1588" cy="1004888"/>
            <a:chOff x="856" y="1722"/>
            <a:chExt cx="1" cy="633"/>
          </a:xfrm>
        </p:grpSpPr>
        <p:sp>
          <p:nvSpPr>
            <p:cNvPr id="18533" name="Line 33"/>
            <p:cNvSpPr>
              <a:spLocks noChangeShapeType="1"/>
            </p:cNvSpPr>
            <p:nvPr/>
          </p:nvSpPr>
          <p:spPr bwMode="auto">
            <a:xfrm flipH="1">
              <a:off x="857" y="1722"/>
              <a:ext cx="0" cy="7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34" name="Line 34"/>
            <p:cNvSpPr>
              <a:spLocks noChangeShapeType="1"/>
            </p:cNvSpPr>
            <p:nvPr/>
          </p:nvSpPr>
          <p:spPr bwMode="auto">
            <a:xfrm flipH="1">
              <a:off x="856" y="2278"/>
              <a:ext cx="0" cy="7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3335" name="Line 39"/>
          <p:cNvSpPr>
            <a:spLocks noChangeShapeType="1"/>
          </p:cNvSpPr>
          <p:nvPr/>
        </p:nvSpPr>
        <p:spPr bwMode="auto">
          <a:xfrm>
            <a:off x="1350963" y="3962400"/>
            <a:ext cx="1587" cy="771525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36" name="Line 40"/>
          <p:cNvSpPr>
            <a:spLocks noChangeShapeType="1"/>
          </p:cNvSpPr>
          <p:nvPr/>
        </p:nvSpPr>
        <p:spPr bwMode="auto">
          <a:xfrm>
            <a:off x="1025525" y="4329113"/>
            <a:ext cx="65563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37" name="Freeform 41"/>
          <p:cNvSpPr>
            <a:spLocks/>
          </p:cNvSpPr>
          <p:nvPr/>
        </p:nvSpPr>
        <p:spPr bwMode="auto">
          <a:xfrm>
            <a:off x="1498600" y="4243388"/>
            <a:ext cx="119063" cy="174625"/>
          </a:xfrm>
          <a:custGeom>
            <a:avLst/>
            <a:gdLst>
              <a:gd name="T0" fmla="*/ 189013306 w 75"/>
              <a:gd name="T1" fmla="*/ 0 h 110"/>
              <a:gd name="T2" fmla="*/ 0 w 75"/>
              <a:gd name="T3" fmla="*/ 0 h 110"/>
              <a:gd name="T4" fmla="*/ 0 w 75"/>
              <a:gd name="T5" fmla="*/ 277217188 h 110"/>
              <a:gd name="T6" fmla="*/ 189013306 w 75"/>
              <a:gd name="T7" fmla="*/ 277217188 h 110"/>
              <a:gd name="T8" fmla="*/ 0 60000 65536"/>
              <a:gd name="T9" fmla="*/ 0 60000 65536"/>
              <a:gd name="T10" fmla="*/ 0 60000 65536"/>
              <a:gd name="T11" fmla="*/ 0 60000 65536"/>
              <a:gd name="T12" fmla="*/ 0 w 75"/>
              <a:gd name="T13" fmla="*/ 0 h 110"/>
              <a:gd name="T14" fmla="*/ 75 w 75"/>
              <a:gd name="T15" fmla="*/ 110 h 11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5" h="110">
                <a:moveTo>
                  <a:pt x="75" y="0"/>
                </a:moveTo>
                <a:lnTo>
                  <a:pt x="0" y="0"/>
                </a:lnTo>
                <a:lnTo>
                  <a:pt x="0" y="110"/>
                </a:lnTo>
                <a:lnTo>
                  <a:pt x="75" y="110"/>
                </a:lnTo>
              </a:path>
            </a:pathLst>
          </a:custGeom>
          <a:noFill/>
          <a:ln w="28575" cmpd="sng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127"/>
          <p:cNvGrpSpPr>
            <a:grpSpLocks/>
          </p:cNvGrpSpPr>
          <p:nvPr/>
        </p:nvGrpSpPr>
        <p:grpSpPr bwMode="auto">
          <a:xfrm>
            <a:off x="1084263" y="4052888"/>
            <a:ext cx="504825" cy="555625"/>
            <a:chOff x="683" y="2553"/>
            <a:chExt cx="318" cy="350"/>
          </a:xfrm>
        </p:grpSpPr>
        <p:sp>
          <p:nvSpPr>
            <p:cNvPr id="18524" name="Line 48"/>
            <p:cNvSpPr>
              <a:spLocks noChangeShapeType="1"/>
            </p:cNvSpPr>
            <p:nvPr/>
          </p:nvSpPr>
          <p:spPr bwMode="auto">
            <a:xfrm flipV="1">
              <a:off x="981" y="2654"/>
              <a:ext cx="18" cy="1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25" name="Line 42"/>
            <p:cNvSpPr>
              <a:spLocks noChangeShapeType="1"/>
            </p:cNvSpPr>
            <p:nvPr/>
          </p:nvSpPr>
          <p:spPr bwMode="auto">
            <a:xfrm flipV="1">
              <a:off x="686" y="2555"/>
              <a:ext cx="137" cy="13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26" name="Line 43"/>
            <p:cNvSpPr>
              <a:spLocks noChangeShapeType="1"/>
            </p:cNvSpPr>
            <p:nvPr/>
          </p:nvSpPr>
          <p:spPr bwMode="auto">
            <a:xfrm flipV="1">
              <a:off x="683" y="2553"/>
              <a:ext cx="195" cy="19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27" name="Line 44"/>
            <p:cNvSpPr>
              <a:spLocks noChangeShapeType="1"/>
            </p:cNvSpPr>
            <p:nvPr/>
          </p:nvSpPr>
          <p:spPr bwMode="auto">
            <a:xfrm flipV="1">
              <a:off x="694" y="2564"/>
              <a:ext cx="229" cy="229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28" name="Line 45"/>
            <p:cNvSpPr>
              <a:spLocks noChangeShapeType="1"/>
            </p:cNvSpPr>
            <p:nvPr/>
          </p:nvSpPr>
          <p:spPr bwMode="auto">
            <a:xfrm flipV="1">
              <a:off x="713" y="2588"/>
              <a:ext cx="245" cy="2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29" name="Line 46"/>
            <p:cNvSpPr>
              <a:spLocks noChangeShapeType="1"/>
            </p:cNvSpPr>
            <p:nvPr/>
          </p:nvSpPr>
          <p:spPr bwMode="auto">
            <a:xfrm flipV="1">
              <a:off x="743" y="2618"/>
              <a:ext cx="245" cy="24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30" name="Line 47"/>
            <p:cNvSpPr>
              <a:spLocks noChangeShapeType="1"/>
            </p:cNvSpPr>
            <p:nvPr/>
          </p:nvSpPr>
          <p:spPr bwMode="auto">
            <a:xfrm flipV="1">
              <a:off x="778" y="2720"/>
              <a:ext cx="166" cy="16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31" name="Line 49"/>
            <p:cNvSpPr>
              <a:spLocks noChangeShapeType="1"/>
            </p:cNvSpPr>
            <p:nvPr/>
          </p:nvSpPr>
          <p:spPr bwMode="auto">
            <a:xfrm flipV="1">
              <a:off x="821" y="2779"/>
              <a:ext cx="123" cy="12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32" name="Line 50"/>
            <p:cNvSpPr>
              <a:spLocks noChangeShapeType="1"/>
            </p:cNvSpPr>
            <p:nvPr/>
          </p:nvSpPr>
          <p:spPr bwMode="auto">
            <a:xfrm flipV="1">
              <a:off x="881" y="2783"/>
              <a:ext cx="120" cy="12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135"/>
          <p:cNvGrpSpPr>
            <a:grpSpLocks/>
          </p:cNvGrpSpPr>
          <p:nvPr/>
        </p:nvGrpSpPr>
        <p:grpSpPr bwMode="auto">
          <a:xfrm>
            <a:off x="6613525" y="862013"/>
            <a:ext cx="2174875" cy="1082675"/>
            <a:chOff x="4166" y="543"/>
            <a:chExt cx="1370" cy="682"/>
          </a:xfrm>
        </p:grpSpPr>
        <p:sp>
          <p:nvSpPr>
            <p:cNvPr id="18514" name="Oval 10"/>
            <p:cNvSpPr>
              <a:spLocks noChangeArrowheads="1"/>
            </p:cNvSpPr>
            <p:nvPr/>
          </p:nvSpPr>
          <p:spPr bwMode="auto">
            <a:xfrm>
              <a:off x="5372" y="570"/>
              <a:ext cx="87" cy="9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8515" name="Freeform 11"/>
            <p:cNvSpPr>
              <a:spLocks/>
            </p:cNvSpPr>
            <p:nvPr/>
          </p:nvSpPr>
          <p:spPr bwMode="auto">
            <a:xfrm>
              <a:off x="5340" y="543"/>
              <a:ext cx="136" cy="146"/>
            </a:xfrm>
            <a:custGeom>
              <a:avLst/>
              <a:gdLst>
                <a:gd name="T0" fmla="*/ 76 w 136"/>
                <a:gd name="T1" fmla="*/ 2 h 146"/>
                <a:gd name="T2" fmla="*/ 76 w 136"/>
                <a:gd name="T3" fmla="*/ 72 h 146"/>
                <a:gd name="T4" fmla="*/ 0 w 136"/>
                <a:gd name="T5" fmla="*/ 70 h 146"/>
                <a:gd name="T6" fmla="*/ 0 w 136"/>
                <a:gd name="T7" fmla="*/ 146 h 146"/>
                <a:gd name="T8" fmla="*/ 136 w 136"/>
                <a:gd name="T9" fmla="*/ 144 h 146"/>
                <a:gd name="T10" fmla="*/ 136 w 136"/>
                <a:gd name="T11" fmla="*/ 0 h 146"/>
                <a:gd name="T12" fmla="*/ 76 w 136"/>
                <a:gd name="T13" fmla="*/ 2 h 1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36"/>
                <a:gd name="T22" fmla="*/ 0 h 146"/>
                <a:gd name="T23" fmla="*/ 136 w 136"/>
                <a:gd name="T24" fmla="*/ 146 h 14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36" h="146">
                  <a:moveTo>
                    <a:pt x="76" y="2"/>
                  </a:moveTo>
                  <a:lnTo>
                    <a:pt x="76" y="72"/>
                  </a:lnTo>
                  <a:lnTo>
                    <a:pt x="0" y="70"/>
                  </a:lnTo>
                  <a:lnTo>
                    <a:pt x="0" y="146"/>
                  </a:lnTo>
                  <a:lnTo>
                    <a:pt x="136" y="144"/>
                  </a:lnTo>
                  <a:lnTo>
                    <a:pt x="136" y="0"/>
                  </a:lnTo>
                  <a:lnTo>
                    <a:pt x="76" y="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 cmpd="sng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16" name="Oval 51"/>
            <p:cNvSpPr>
              <a:spLocks noChangeArrowheads="1"/>
            </p:cNvSpPr>
            <p:nvPr/>
          </p:nvSpPr>
          <p:spPr bwMode="auto">
            <a:xfrm>
              <a:off x="4187" y="1033"/>
              <a:ext cx="87" cy="90"/>
            </a:xfrm>
            <a:prstGeom prst="ellipse">
              <a:avLst/>
            </a:prstGeom>
            <a:solidFill>
              <a:srgbClr val="FFFFFF"/>
            </a:solidFill>
            <a:ln w="28575" algn="ctr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8517" name="Oval 52"/>
            <p:cNvSpPr>
              <a:spLocks noChangeArrowheads="1"/>
            </p:cNvSpPr>
            <p:nvPr/>
          </p:nvSpPr>
          <p:spPr bwMode="auto">
            <a:xfrm>
              <a:off x="5284" y="942"/>
              <a:ext cx="87" cy="9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8518" name="Freeform 53"/>
            <p:cNvSpPr>
              <a:spLocks/>
            </p:cNvSpPr>
            <p:nvPr/>
          </p:nvSpPr>
          <p:spPr bwMode="auto">
            <a:xfrm>
              <a:off x="5258" y="923"/>
              <a:ext cx="122" cy="122"/>
            </a:xfrm>
            <a:custGeom>
              <a:avLst/>
              <a:gdLst>
                <a:gd name="T0" fmla="*/ 122 w 122"/>
                <a:gd name="T1" fmla="*/ 62 h 122"/>
                <a:gd name="T2" fmla="*/ 122 w 122"/>
                <a:gd name="T3" fmla="*/ 0 h 122"/>
                <a:gd name="T4" fmla="*/ 0 w 122"/>
                <a:gd name="T5" fmla="*/ 0 h 122"/>
                <a:gd name="T6" fmla="*/ 0 w 122"/>
                <a:gd name="T7" fmla="*/ 122 h 122"/>
                <a:gd name="T8" fmla="*/ 64 w 122"/>
                <a:gd name="T9" fmla="*/ 122 h 122"/>
                <a:gd name="T10" fmla="*/ 64 w 122"/>
                <a:gd name="T11" fmla="*/ 64 h 122"/>
                <a:gd name="T12" fmla="*/ 122 w 122"/>
                <a:gd name="T13" fmla="*/ 62 h 1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2"/>
                <a:gd name="T22" fmla="*/ 0 h 122"/>
                <a:gd name="T23" fmla="*/ 122 w 122"/>
                <a:gd name="T24" fmla="*/ 122 h 122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2" h="122">
                  <a:moveTo>
                    <a:pt x="122" y="62"/>
                  </a:moveTo>
                  <a:lnTo>
                    <a:pt x="122" y="0"/>
                  </a:lnTo>
                  <a:lnTo>
                    <a:pt x="0" y="0"/>
                  </a:lnTo>
                  <a:lnTo>
                    <a:pt x="0" y="122"/>
                  </a:lnTo>
                  <a:lnTo>
                    <a:pt x="64" y="122"/>
                  </a:lnTo>
                  <a:lnTo>
                    <a:pt x="64" y="64"/>
                  </a:lnTo>
                  <a:lnTo>
                    <a:pt x="122" y="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 cmpd="sng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19" name="Freeform 54"/>
            <p:cNvSpPr>
              <a:spLocks/>
            </p:cNvSpPr>
            <p:nvPr/>
          </p:nvSpPr>
          <p:spPr bwMode="auto">
            <a:xfrm>
              <a:off x="4166" y="1017"/>
              <a:ext cx="126" cy="128"/>
            </a:xfrm>
            <a:custGeom>
              <a:avLst/>
              <a:gdLst>
                <a:gd name="T0" fmla="*/ 62 w 126"/>
                <a:gd name="T1" fmla="*/ 0 h 128"/>
                <a:gd name="T2" fmla="*/ 62 w 126"/>
                <a:gd name="T3" fmla="*/ 64 h 128"/>
                <a:gd name="T4" fmla="*/ 0 w 126"/>
                <a:gd name="T5" fmla="*/ 62 h 128"/>
                <a:gd name="T6" fmla="*/ 0 w 126"/>
                <a:gd name="T7" fmla="*/ 128 h 128"/>
                <a:gd name="T8" fmla="*/ 126 w 126"/>
                <a:gd name="T9" fmla="*/ 128 h 128"/>
                <a:gd name="T10" fmla="*/ 126 w 126"/>
                <a:gd name="T11" fmla="*/ 2 h 128"/>
                <a:gd name="T12" fmla="*/ 62 w 126"/>
                <a:gd name="T13" fmla="*/ 0 h 1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126"/>
                <a:gd name="T22" fmla="*/ 0 h 128"/>
                <a:gd name="T23" fmla="*/ 126 w 126"/>
                <a:gd name="T24" fmla="*/ 128 h 128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126" h="128">
                  <a:moveTo>
                    <a:pt x="62" y="0"/>
                  </a:moveTo>
                  <a:lnTo>
                    <a:pt x="62" y="64"/>
                  </a:lnTo>
                  <a:lnTo>
                    <a:pt x="0" y="62"/>
                  </a:lnTo>
                  <a:lnTo>
                    <a:pt x="0" y="128"/>
                  </a:lnTo>
                  <a:lnTo>
                    <a:pt x="126" y="128"/>
                  </a:lnTo>
                  <a:lnTo>
                    <a:pt x="126" y="2"/>
                  </a:lnTo>
                  <a:lnTo>
                    <a:pt x="6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 cmpd="sng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20" name="Freeform 55"/>
            <p:cNvSpPr>
              <a:spLocks/>
            </p:cNvSpPr>
            <p:nvPr/>
          </p:nvSpPr>
          <p:spPr bwMode="auto">
            <a:xfrm>
              <a:off x="4188" y="569"/>
              <a:ext cx="1348" cy="656"/>
            </a:xfrm>
            <a:custGeom>
              <a:avLst/>
              <a:gdLst>
                <a:gd name="T0" fmla="*/ 1228 w 1348"/>
                <a:gd name="T1" fmla="*/ 0 h 656"/>
                <a:gd name="T2" fmla="*/ 1348 w 1348"/>
                <a:gd name="T3" fmla="*/ 0 h 656"/>
                <a:gd name="T4" fmla="*/ 1348 w 1348"/>
                <a:gd name="T5" fmla="*/ 656 h 656"/>
                <a:gd name="T6" fmla="*/ 0 w 1348"/>
                <a:gd name="T7" fmla="*/ 656 h 656"/>
                <a:gd name="T8" fmla="*/ 0 w 1348"/>
                <a:gd name="T9" fmla="*/ 510 h 6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48"/>
                <a:gd name="T16" fmla="*/ 0 h 656"/>
                <a:gd name="T17" fmla="*/ 1348 w 1348"/>
                <a:gd name="T18" fmla="*/ 656 h 6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48" h="656">
                  <a:moveTo>
                    <a:pt x="1228" y="0"/>
                  </a:moveTo>
                  <a:lnTo>
                    <a:pt x="1348" y="0"/>
                  </a:lnTo>
                  <a:lnTo>
                    <a:pt x="1348" y="656"/>
                  </a:lnTo>
                  <a:lnTo>
                    <a:pt x="0" y="656"/>
                  </a:lnTo>
                  <a:lnTo>
                    <a:pt x="0" y="510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21" name="Line 56"/>
            <p:cNvSpPr>
              <a:spLocks noChangeShapeType="1"/>
            </p:cNvSpPr>
            <p:nvPr/>
          </p:nvSpPr>
          <p:spPr bwMode="auto">
            <a:xfrm>
              <a:off x="4228" y="1033"/>
              <a:ext cx="109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22" name="Line 57"/>
            <p:cNvSpPr>
              <a:spLocks noChangeShapeType="1"/>
            </p:cNvSpPr>
            <p:nvPr/>
          </p:nvSpPr>
          <p:spPr bwMode="auto">
            <a:xfrm>
              <a:off x="5372" y="611"/>
              <a:ext cx="0" cy="38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23" name="Line 58"/>
            <p:cNvSpPr>
              <a:spLocks noChangeShapeType="1"/>
            </p:cNvSpPr>
            <p:nvPr/>
          </p:nvSpPr>
          <p:spPr bwMode="auto">
            <a:xfrm flipV="1">
              <a:off x="4212" y="575"/>
              <a:ext cx="1188" cy="46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3365" name="Line 69"/>
          <p:cNvSpPr>
            <a:spLocks noChangeShapeType="1"/>
          </p:cNvSpPr>
          <p:nvPr/>
        </p:nvSpPr>
        <p:spPr bwMode="auto">
          <a:xfrm>
            <a:off x="7451725" y="655638"/>
            <a:ext cx="314325" cy="803275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5" name="Group 133"/>
          <p:cNvGrpSpPr>
            <a:grpSpLocks/>
          </p:cNvGrpSpPr>
          <p:nvPr/>
        </p:nvGrpSpPr>
        <p:grpSpPr bwMode="auto">
          <a:xfrm>
            <a:off x="7427913" y="719138"/>
            <a:ext cx="242887" cy="317500"/>
            <a:chOff x="4679" y="453"/>
            <a:chExt cx="153" cy="200"/>
          </a:xfrm>
        </p:grpSpPr>
        <p:sp>
          <p:nvSpPr>
            <p:cNvPr id="18511" name="Arc 70"/>
            <p:cNvSpPr>
              <a:spLocks/>
            </p:cNvSpPr>
            <p:nvPr/>
          </p:nvSpPr>
          <p:spPr bwMode="auto">
            <a:xfrm>
              <a:off x="4679" y="453"/>
              <a:ext cx="105" cy="74"/>
            </a:xfrm>
            <a:custGeom>
              <a:avLst/>
              <a:gdLst>
                <a:gd name="T0" fmla="*/ 0 w 40677"/>
                <a:gd name="T1" fmla="*/ 0 h 29938"/>
                <a:gd name="T2" fmla="*/ 0 w 40677"/>
                <a:gd name="T3" fmla="*/ 0 h 29938"/>
                <a:gd name="T4" fmla="*/ 0 w 40677"/>
                <a:gd name="T5" fmla="*/ 0 h 29938"/>
                <a:gd name="T6" fmla="*/ 0 60000 65536"/>
                <a:gd name="T7" fmla="*/ 0 60000 65536"/>
                <a:gd name="T8" fmla="*/ 0 60000 65536"/>
                <a:gd name="T9" fmla="*/ 0 w 40677"/>
                <a:gd name="T10" fmla="*/ 0 h 29938"/>
                <a:gd name="T11" fmla="*/ 40677 w 40677"/>
                <a:gd name="T12" fmla="*/ 29938 h 2993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677" h="29938" fill="none" extrusionOk="0">
                  <a:moveTo>
                    <a:pt x="1674" y="29937"/>
                  </a:moveTo>
                  <a:cubicBezTo>
                    <a:pt x="569" y="27297"/>
                    <a:pt x="0" y="2446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9590" y="-1"/>
                    <a:pt x="36928" y="4411"/>
                    <a:pt x="40676" y="11469"/>
                  </a:cubicBezTo>
                </a:path>
                <a:path w="40677" h="29938" stroke="0" extrusionOk="0">
                  <a:moveTo>
                    <a:pt x="1674" y="29937"/>
                  </a:moveTo>
                  <a:cubicBezTo>
                    <a:pt x="569" y="27297"/>
                    <a:pt x="0" y="24462"/>
                    <a:pt x="0" y="21600"/>
                  </a:cubicBezTo>
                  <a:cubicBezTo>
                    <a:pt x="0" y="9670"/>
                    <a:pt x="9670" y="0"/>
                    <a:pt x="21600" y="0"/>
                  </a:cubicBezTo>
                  <a:cubicBezTo>
                    <a:pt x="29590" y="-1"/>
                    <a:pt x="36928" y="4411"/>
                    <a:pt x="40676" y="11469"/>
                  </a:cubicBezTo>
                  <a:lnTo>
                    <a:pt x="21600" y="21600"/>
                  </a:lnTo>
                  <a:lnTo>
                    <a:pt x="1674" y="29937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12" name="Line 71"/>
            <p:cNvSpPr>
              <a:spLocks noChangeShapeType="1"/>
            </p:cNvSpPr>
            <p:nvPr/>
          </p:nvSpPr>
          <p:spPr bwMode="auto">
            <a:xfrm>
              <a:off x="4784" y="479"/>
              <a:ext cx="48" cy="122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13" name="Line 72"/>
            <p:cNvSpPr>
              <a:spLocks noChangeShapeType="1"/>
            </p:cNvSpPr>
            <p:nvPr/>
          </p:nvSpPr>
          <p:spPr bwMode="auto">
            <a:xfrm>
              <a:off x="4682" y="523"/>
              <a:ext cx="48" cy="13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3369" name="Freeform 73"/>
          <p:cNvSpPr>
            <a:spLocks/>
          </p:cNvSpPr>
          <p:nvPr/>
        </p:nvSpPr>
        <p:spPr bwMode="auto">
          <a:xfrm>
            <a:off x="7508875" y="947738"/>
            <a:ext cx="165100" cy="82550"/>
          </a:xfrm>
          <a:custGeom>
            <a:avLst/>
            <a:gdLst>
              <a:gd name="T0" fmla="*/ 0 w 104"/>
              <a:gd name="T1" fmla="*/ 131048125 h 52"/>
              <a:gd name="T2" fmla="*/ 70564375 w 104"/>
              <a:gd name="T3" fmla="*/ 110886875 h 52"/>
              <a:gd name="T4" fmla="*/ 141128750 w 104"/>
              <a:gd name="T5" fmla="*/ 60483750 h 52"/>
              <a:gd name="T6" fmla="*/ 226814063 w 104"/>
              <a:gd name="T7" fmla="*/ 45362813 h 52"/>
              <a:gd name="T8" fmla="*/ 262096250 w 104"/>
              <a:gd name="T9" fmla="*/ 0 h 5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04"/>
              <a:gd name="T16" fmla="*/ 0 h 52"/>
              <a:gd name="T17" fmla="*/ 104 w 104"/>
              <a:gd name="T18" fmla="*/ 52 h 5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04" h="52">
                <a:moveTo>
                  <a:pt x="0" y="52"/>
                </a:moveTo>
                <a:cubicBezTo>
                  <a:pt x="9" y="50"/>
                  <a:pt x="19" y="49"/>
                  <a:pt x="28" y="44"/>
                </a:cubicBezTo>
                <a:cubicBezTo>
                  <a:pt x="37" y="39"/>
                  <a:pt x="46" y="28"/>
                  <a:pt x="56" y="24"/>
                </a:cubicBezTo>
                <a:cubicBezTo>
                  <a:pt x="66" y="20"/>
                  <a:pt x="82" y="22"/>
                  <a:pt x="90" y="18"/>
                </a:cubicBezTo>
                <a:cubicBezTo>
                  <a:pt x="98" y="14"/>
                  <a:pt x="102" y="3"/>
                  <a:pt x="104" y="0"/>
                </a:cubicBezTo>
              </a:path>
            </a:pathLst>
          </a:cu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Group 134"/>
          <p:cNvGrpSpPr>
            <a:grpSpLocks/>
          </p:cNvGrpSpPr>
          <p:nvPr/>
        </p:nvGrpSpPr>
        <p:grpSpPr bwMode="auto">
          <a:xfrm>
            <a:off x="7445375" y="744538"/>
            <a:ext cx="190500" cy="273050"/>
            <a:chOff x="4690" y="469"/>
            <a:chExt cx="120" cy="172"/>
          </a:xfrm>
        </p:grpSpPr>
        <p:sp>
          <p:nvSpPr>
            <p:cNvPr id="18508" name="Line 74"/>
            <p:cNvSpPr>
              <a:spLocks noChangeShapeType="1"/>
            </p:cNvSpPr>
            <p:nvPr/>
          </p:nvSpPr>
          <p:spPr bwMode="auto">
            <a:xfrm flipV="1">
              <a:off x="4690" y="469"/>
              <a:ext cx="76" cy="7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09" name="Line 75"/>
            <p:cNvSpPr>
              <a:spLocks noChangeShapeType="1"/>
            </p:cNvSpPr>
            <p:nvPr/>
          </p:nvSpPr>
          <p:spPr bwMode="auto">
            <a:xfrm flipV="1">
              <a:off x="4708" y="509"/>
              <a:ext cx="86" cy="8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10" name="Line 76"/>
            <p:cNvSpPr>
              <a:spLocks noChangeShapeType="1"/>
            </p:cNvSpPr>
            <p:nvPr/>
          </p:nvSpPr>
          <p:spPr bwMode="auto">
            <a:xfrm flipV="1">
              <a:off x="4728" y="559"/>
              <a:ext cx="82" cy="8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3379" name="Oval 83"/>
          <p:cNvSpPr>
            <a:spLocks noChangeArrowheads="1"/>
          </p:cNvSpPr>
          <p:nvPr/>
        </p:nvSpPr>
        <p:spPr bwMode="auto">
          <a:xfrm>
            <a:off x="3789363" y="3829050"/>
            <a:ext cx="500062" cy="493713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183380" name="Line 84"/>
          <p:cNvSpPr>
            <a:spLocks noChangeShapeType="1"/>
          </p:cNvSpPr>
          <p:nvPr/>
        </p:nvSpPr>
        <p:spPr bwMode="auto">
          <a:xfrm>
            <a:off x="4041775" y="3736975"/>
            <a:ext cx="0" cy="663575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3381" name="Line 85"/>
          <p:cNvSpPr>
            <a:spLocks noChangeShapeType="1"/>
          </p:cNvSpPr>
          <p:nvPr/>
        </p:nvSpPr>
        <p:spPr bwMode="auto">
          <a:xfrm>
            <a:off x="3668713" y="4084638"/>
            <a:ext cx="719137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" name="Group 129"/>
          <p:cNvGrpSpPr>
            <a:grpSpLocks/>
          </p:cNvGrpSpPr>
          <p:nvPr/>
        </p:nvGrpSpPr>
        <p:grpSpPr bwMode="auto">
          <a:xfrm>
            <a:off x="3795713" y="4003675"/>
            <a:ext cx="492125" cy="163513"/>
            <a:chOff x="2391" y="2522"/>
            <a:chExt cx="310" cy="103"/>
          </a:xfrm>
        </p:grpSpPr>
        <p:sp>
          <p:nvSpPr>
            <p:cNvPr id="18506" name="Line 86"/>
            <p:cNvSpPr>
              <a:spLocks noChangeShapeType="1"/>
            </p:cNvSpPr>
            <p:nvPr/>
          </p:nvSpPr>
          <p:spPr bwMode="auto">
            <a:xfrm>
              <a:off x="2391" y="2522"/>
              <a:ext cx="31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07" name="Line 87"/>
            <p:cNvSpPr>
              <a:spLocks noChangeShapeType="1"/>
            </p:cNvSpPr>
            <p:nvPr/>
          </p:nvSpPr>
          <p:spPr bwMode="auto">
            <a:xfrm>
              <a:off x="2404" y="2622"/>
              <a:ext cx="287" cy="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3392" name="AutoShape 96"/>
          <p:cNvSpPr>
            <a:spLocks noChangeArrowheads="1"/>
          </p:cNvSpPr>
          <p:nvPr/>
        </p:nvSpPr>
        <p:spPr bwMode="auto">
          <a:xfrm>
            <a:off x="4525963" y="4156075"/>
            <a:ext cx="3611562" cy="1289050"/>
          </a:xfrm>
          <a:prstGeom prst="wedgeEllipseCallout">
            <a:avLst>
              <a:gd name="adj1" fmla="val -56199"/>
              <a:gd name="adj2" fmla="val -52954"/>
            </a:avLst>
          </a:prstGeom>
          <a:solidFill>
            <a:schemeClr val="hlink"/>
          </a:solidFill>
          <a:ln w="9525">
            <a:solidFill>
              <a:srgbClr val="0000FF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轴上有回转面的孔、坑：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断面</a:t>
            </a:r>
            <a:r>
              <a:rPr lang="zh-CN" altLang="en-US" sz="20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封口</a:t>
            </a: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sp>
        <p:nvSpPr>
          <p:cNvPr id="183393" name="AutoShape 97"/>
          <p:cNvSpPr>
            <a:spLocks/>
          </p:cNvSpPr>
          <p:nvPr/>
        </p:nvSpPr>
        <p:spPr bwMode="auto">
          <a:xfrm>
            <a:off x="42863" y="4856163"/>
            <a:ext cx="2336800" cy="1019175"/>
          </a:xfrm>
          <a:prstGeom prst="borderCallout3">
            <a:avLst>
              <a:gd name="adj1" fmla="val 11213"/>
              <a:gd name="adj2" fmla="val 103259"/>
              <a:gd name="adj3" fmla="val 11213"/>
              <a:gd name="adj4" fmla="val 108083"/>
              <a:gd name="adj5" fmla="val -25856"/>
              <a:gd name="adj6" fmla="val 108083"/>
              <a:gd name="adj7" fmla="val -51870"/>
              <a:gd name="adj8" fmla="val 70856"/>
            </a:avLst>
          </a:prstGeom>
          <a:solidFill>
            <a:srgbClr val="BDD7E5">
              <a:alpha val="85881"/>
            </a:srgbClr>
          </a:solidFill>
          <a:ln w="12700">
            <a:solidFill>
              <a:srgbClr val="0000FF"/>
            </a:solidFill>
            <a:miter lim="800000"/>
            <a:headEnd/>
            <a:tailEnd type="triangle" w="sm" len="lg"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轴上非回转面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的孔、坑、槽：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断面</a:t>
            </a:r>
            <a:r>
              <a:rPr lang="zh-CN" altLang="en-US" sz="20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开口</a:t>
            </a: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。</a:t>
            </a:r>
          </a:p>
        </p:txBody>
      </p:sp>
      <p:sp>
        <p:nvSpPr>
          <p:cNvPr id="183396" name="AutoShape 100"/>
          <p:cNvSpPr>
            <a:spLocks/>
          </p:cNvSpPr>
          <p:nvPr/>
        </p:nvSpPr>
        <p:spPr bwMode="auto">
          <a:xfrm flipH="1">
            <a:off x="4365625" y="658813"/>
            <a:ext cx="2266950" cy="714375"/>
          </a:xfrm>
          <a:prstGeom prst="borderCallout1">
            <a:avLst>
              <a:gd name="adj1" fmla="val 16000"/>
              <a:gd name="adj2" fmla="val -3366"/>
              <a:gd name="adj3" fmla="val 40889"/>
              <a:gd name="adj4" fmla="val -41250"/>
            </a:avLst>
          </a:prstGeom>
          <a:solidFill>
            <a:schemeClr val="hlink"/>
          </a:solidFill>
          <a:ln w="1270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Char char="•"/>
            </a:pPr>
            <a:r>
              <a:rPr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点划线应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垂直</a:t>
            </a: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于轮廓线。</a:t>
            </a:r>
            <a:endParaRPr lang="zh-CN" altLang="en-US" sz="200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8" name="Group 106"/>
          <p:cNvGrpSpPr>
            <a:grpSpLocks/>
          </p:cNvGrpSpPr>
          <p:nvPr/>
        </p:nvGrpSpPr>
        <p:grpSpPr bwMode="auto">
          <a:xfrm>
            <a:off x="677863" y="2897188"/>
            <a:ext cx="3830637" cy="747712"/>
            <a:chOff x="427" y="1825"/>
            <a:chExt cx="2413" cy="471"/>
          </a:xfrm>
        </p:grpSpPr>
        <p:sp>
          <p:nvSpPr>
            <p:cNvPr id="18487" name="Line 17"/>
            <p:cNvSpPr>
              <a:spLocks noChangeShapeType="1"/>
            </p:cNvSpPr>
            <p:nvPr/>
          </p:nvSpPr>
          <p:spPr bwMode="auto">
            <a:xfrm flipV="1">
              <a:off x="427" y="2049"/>
              <a:ext cx="2413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8" name="Line 18"/>
            <p:cNvSpPr>
              <a:spLocks noChangeShapeType="1"/>
            </p:cNvSpPr>
            <p:nvPr/>
          </p:nvSpPr>
          <p:spPr bwMode="auto">
            <a:xfrm>
              <a:off x="721" y="1930"/>
              <a:ext cx="0" cy="2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9" name="Rectangle 19"/>
            <p:cNvSpPr>
              <a:spLocks noChangeArrowheads="1"/>
            </p:cNvSpPr>
            <p:nvPr/>
          </p:nvSpPr>
          <p:spPr bwMode="auto">
            <a:xfrm>
              <a:off x="539" y="1872"/>
              <a:ext cx="675" cy="359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8490" name="Rectangle 20"/>
            <p:cNvSpPr>
              <a:spLocks noChangeArrowheads="1"/>
            </p:cNvSpPr>
            <p:nvPr/>
          </p:nvSpPr>
          <p:spPr bwMode="auto">
            <a:xfrm>
              <a:off x="1252" y="1825"/>
              <a:ext cx="167" cy="445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8491" name="Line 21"/>
            <p:cNvSpPr>
              <a:spLocks noChangeShapeType="1"/>
            </p:cNvSpPr>
            <p:nvPr/>
          </p:nvSpPr>
          <p:spPr bwMode="auto">
            <a:xfrm>
              <a:off x="1214" y="1899"/>
              <a:ext cx="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92" name="Line 22"/>
            <p:cNvSpPr>
              <a:spLocks noChangeShapeType="1"/>
            </p:cNvSpPr>
            <p:nvPr/>
          </p:nvSpPr>
          <p:spPr bwMode="auto">
            <a:xfrm>
              <a:off x="1213" y="2199"/>
              <a:ext cx="3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93" name="Line 23"/>
            <p:cNvSpPr>
              <a:spLocks noChangeShapeType="1"/>
            </p:cNvSpPr>
            <p:nvPr/>
          </p:nvSpPr>
          <p:spPr bwMode="auto">
            <a:xfrm>
              <a:off x="1418" y="2202"/>
              <a:ext cx="4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94" name="Line 24"/>
            <p:cNvSpPr>
              <a:spLocks noChangeShapeType="1"/>
            </p:cNvSpPr>
            <p:nvPr/>
          </p:nvSpPr>
          <p:spPr bwMode="auto">
            <a:xfrm flipV="1">
              <a:off x="1418" y="1898"/>
              <a:ext cx="4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95" name="Freeform 27"/>
            <p:cNvSpPr>
              <a:spLocks/>
            </p:cNvSpPr>
            <p:nvPr/>
          </p:nvSpPr>
          <p:spPr bwMode="auto">
            <a:xfrm>
              <a:off x="504" y="1873"/>
              <a:ext cx="30" cy="354"/>
            </a:xfrm>
            <a:custGeom>
              <a:avLst/>
              <a:gdLst>
                <a:gd name="T0" fmla="*/ 30 w 30"/>
                <a:gd name="T1" fmla="*/ 0 h 354"/>
                <a:gd name="T2" fmla="*/ 0 w 30"/>
                <a:gd name="T3" fmla="*/ 30 h 354"/>
                <a:gd name="T4" fmla="*/ 0 w 30"/>
                <a:gd name="T5" fmla="*/ 326 h 354"/>
                <a:gd name="T6" fmla="*/ 29 w 30"/>
                <a:gd name="T7" fmla="*/ 354 h 3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354"/>
                <a:gd name="T14" fmla="*/ 30 w 30"/>
                <a:gd name="T15" fmla="*/ 354 h 3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354">
                  <a:moveTo>
                    <a:pt x="30" y="0"/>
                  </a:moveTo>
                  <a:lnTo>
                    <a:pt x="0" y="30"/>
                  </a:lnTo>
                  <a:lnTo>
                    <a:pt x="0" y="326"/>
                  </a:lnTo>
                  <a:lnTo>
                    <a:pt x="29" y="354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96" name="Line 28"/>
            <p:cNvSpPr>
              <a:spLocks noChangeShapeType="1"/>
            </p:cNvSpPr>
            <p:nvPr/>
          </p:nvSpPr>
          <p:spPr bwMode="auto">
            <a:xfrm>
              <a:off x="1002" y="1930"/>
              <a:ext cx="1" cy="2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97" name="Line 29"/>
            <p:cNvSpPr>
              <a:spLocks noChangeShapeType="1"/>
            </p:cNvSpPr>
            <p:nvPr/>
          </p:nvSpPr>
          <p:spPr bwMode="auto">
            <a:xfrm>
              <a:off x="721" y="1995"/>
              <a:ext cx="28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98" name="Line 30"/>
            <p:cNvSpPr>
              <a:spLocks noChangeShapeType="1"/>
            </p:cNvSpPr>
            <p:nvPr/>
          </p:nvSpPr>
          <p:spPr bwMode="auto">
            <a:xfrm>
              <a:off x="721" y="2109"/>
              <a:ext cx="28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99" name="Freeform 31"/>
            <p:cNvSpPr>
              <a:spLocks/>
            </p:cNvSpPr>
            <p:nvPr/>
          </p:nvSpPr>
          <p:spPr bwMode="auto">
            <a:xfrm>
              <a:off x="671" y="1995"/>
              <a:ext cx="53" cy="114"/>
            </a:xfrm>
            <a:custGeom>
              <a:avLst/>
              <a:gdLst>
                <a:gd name="T0" fmla="*/ 50 w 56"/>
                <a:gd name="T1" fmla="*/ 0 h 114"/>
                <a:gd name="T2" fmla="*/ 16 w 56"/>
                <a:gd name="T3" fmla="*/ 20 h 114"/>
                <a:gd name="T4" fmla="*/ 0 w 56"/>
                <a:gd name="T5" fmla="*/ 56 h 114"/>
                <a:gd name="T6" fmla="*/ 15 w 56"/>
                <a:gd name="T7" fmla="*/ 96 h 114"/>
                <a:gd name="T8" fmla="*/ 50 w 56"/>
                <a:gd name="T9" fmla="*/ 114 h 1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14"/>
                <a:gd name="T17" fmla="*/ 56 w 56"/>
                <a:gd name="T18" fmla="*/ 114 h 1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14">
                  <a:moveTo>
                    <a:pt x="56" y="0"/>
                  </a:moveTo>
                  <a:cubicBezTo>
                    <a:pt x="41" y="5"/>
                    <a:pt x="27" y="11"/>
                    <a:pt x="18" y="20"/>
                  </a:cubicBezTo>
                  <a:cubicBezTo>
                    <a:pt x="9" y="29"/>
                    <a:pt x="0" y="43"/>
                    <a:pt x="0" y="56"/>
                  </a:cubicBezTo>
                  <a:cubicBezTo>
                    <a:pt x="0" y="69"/>
                    <a:pt x="8" y="86"/>
                    <a:pt x="17" y="96"/>
                  </a:cubicBezTo>
                  <a:cubicBezTo>
                    <a:pt x="26" y="106"/>
                    <a:pt x="41" y="110"/>
                    <a:pt x="56" y="114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00" name="Freeform 32"/>
            <p:cNvSpPr>
              <a:spLocks/>
            </p:cNvSpPr>
            <p:nvPr/>
          </p:nvSpPr>
          <p:spPr bwMode="auto">
            <a:xfrm flipH="1">
              <a:off x="1001" y="1993"/>
              <a:ext cx="53" cy="114"/>
            </a:xfrm>
            <a:custGeom>
              <a:avLst/>
              <a:gdLst>
                <a:gd name="T0" fmla="*/ 50 w 56"/>
                <a:gd name="T1" fmla="*/ 0 h 114"/>
                <a:gd name="T2" fmla="*/ 16 w 56"/>
                <a:gd name="T3" fmla="*/ 20 h 114"/>
                <a:gd name="T4" fmla="*/ 0 w 56"/>
                <a:gd name="T5" fmla="*/ 56 h 114"/>
                <a:gd name="T6" fmla="*/ 15 w 56"/>
                <a:gd name="T7" fmla="*/ 96 h 114"/>
                <a:gd name="T8" fmla="*/ 50 w 56"/>
                <a:gd name="T9" fmla="*/ 114 h 1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14"/>
                <a:gd name="T17" fmla="*/ 56 w 56"/>
                <a:gd name="T18" fmla="*/ 114 h 1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14">
                  <a:moveTo>
                    <a:pt x="56" y="0"/>
                  </a:moveTo>
                  <a:cubicBezTo>
                    <a:pt x="41" y="5"/>
                    <a:pt x="27" y="11"/>
                    <a:pt x="18" y="20"/>
                  </a:cubicBezTo>
                  <a:cubicBezTo>
                    <a:pt x="9" y="29"/>
                    <a:pt x="0" y="43"/>
                    <a:pt x="0" y="56"/>
                  </a:cubicBezTo>
                  <a:cubicBezTo>
                    <a:pt x="0" y="69"/>
                    <a:pt x="8" y="86"/>
                    <a:pt x="17" y="96"/>
                  </a:cubicBezTo>
                  <a:cubicBezTo>
                    <a:pt x="26" y="106"/>
                    <a:pt x="41" y="110"/>
                    <a:pt x="56" y="114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01" name="Freeform 77"/>
            <p:cNvSpPr>
              <a:spLocks/>
            </p:cNvSpPr>
            <p:nvPr/>
          </p:nvSpPr>
          <p:spPr bwMode="auto">
            <a:xfrm>
              <a:off x="2194" y="1891"/>
              <a:ext cx="593" cy="313"/>
            </a:xfrm>
            <a:custGeom>
              <a:avLst/>
              <a:gdLst>
                <a:gd name="T0" fmla="*/ 0 w 885"/>
                <a:gd name="T1" fmla="*/ 0 h 369"/>
                <a:gd name="T2" fmla="*/ 377 w 885"/>
                <a:gd name="T3" fmla="*/ 0 h 369"/>
                <a:gd name="T4" fmla="*/ 397 w 885"/>
                <a:gd name="T5" fmla="*/ 32 h 369"/>
                <a:gd name="T6" fmla="*/ 397 w 885"/>
                <a:gd name="T7" fmla="*/ 233 h 369"/>
                <a:gd name="T8" fmla="*/ 377 w 885"/>
                <a:gd name="T9" fmla="*/ 265 h 369"/>
                <a:gd name="T10" fmla="*/ 0 w 885"/>
                <a:gd name="T11" fmla="*/ 265 h 3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85"/>
                <a:gd name="T19" fmla="*/ 0 h 369"/>
                <a:gd name="T20" fmla="*/ 885 w 885"/>
                <a:gd name="T21" fmla="*/ 369 h 3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85" h="369">
                  <a:moveTo>
                    <a:pt x="0" y="0"/>
                  </a:moveTo>
                  <a:lnTo>
                    <a:pt x="840" y="0"/>
                  </a:lnTo>
                  <a:lnTo>
                    <a:pt x="885" y="45"/>
                  </a:lnTo>
                  <a:lnTo>
                    <a:pt x="885" y="324"/>
                  </a:lnTo>
                  <a:lnTo>
                    <a:pt x="840" y="369"/>
                  </a:lnTo>
                  <a:lnTo>
                    <a:pt x="0" y="369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02" name="Line 78"/>
            <p:cNvSpPr>
              <a:spLocks noChangeShapeType="1"/>
            </p:cNvSpPr>
            <p:nvPr/>
          </p:nvSpPr>
          <p:spPr bwMode="auto">
            <a:xfrm>
              <a:off x="2750" y="1892"/>
              <a:ext cx="4" cy="30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03" name="Line 81"/>
            <p:cNvSpPr>
              <a:spLocks noChangeShapeType="1"/>
            </p:cNvSpPr>
            <p:nvPr/>
          </p:nvSpPr>
          <p:spPr bwMode="auto">
            <a:xfrm>
              <a:off x="2544" y="1849"/>
              <a:ext cx="0" cy="4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504" name="Oval 82"/>
            <p:cNvSpPr>
              <a:spLocks noChangeArrowheads="1"/>
            </p:cNvSpPr>
            <p:nvPr/>
          </p:nvSpPr>
          <p:spPr bwMode="auto">
            <a:xfrm>
              <a:off x="2493" y="1994"/>
              <a:ext cx="102" cy="102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8505" name="Rectangle 103"/>
            <p:cNvSpPr>
              <a:spLocks noChangeArrowheads="1"/>
            </p:cNvSpPr>
            <p:nvPr/>
          </p:nvSpPr>
          <p:spPr bwMode="auto">
            <a:xfrm>
              <a:off x="1464" y="1864"/>
              <a:ext cx="732" cy="36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</p:grpSp>
      <p:grpSp>
        <p:nvGrpSpPr>
          <p:cNvPr id="9" name="Group 125"/>
          <p:cNvGrpSpPr>
            <a:grpSpLocks/>
          </p:cNvGrpSpPr>
          <p:nvPr/>
        </p:nvGrpSpPr>
        <p:grpSpPr bwMode="auto">
          <a:xfrm>
            <a:off x="1343025" y="2736850"/>
            <a:ext cx="280988" cy="993775"/>
            <a:chOff x="846" y="1724"/>
            <a:chExt cx="177" cy="626"/>
          </a:xfrm>
        </p:grpSpPr>
        <p:sp>
          <p:nvSpPr>
            <p:cNvPr id="18485" name="Line 108"/>
            <p:cNvSpPr>
              <a:spLocks noChangeAspect="1" noChangeShapeType="1"/>
            </p:cNvSpPr>
            <p:nvPr/>
          </p:nvSpPr>
          <p:spPr bwMode="auto">
            <a:xfrm>
              <a:off x="846" y="2348"/>
              <a:ext cx="171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6" name="Line 109"/>
            <p:cNvSpPr>
              <a:spLocks noChangeAspect="1" noChangeShapeType="1"/>
            </p:cNvSpPr>
            <p:nvPr/>
          </p:nvSpPr>
          <p:spPr bwMode="auto">
            <a:xfrm>
              <a:off x="852" y="1724"/>
              <a:ext cx="171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0" name="Group 130"/>
          <p:cNvGrpSpPr>
            <a:grpSpLocks/>
          </p:cNvGrpSpPr>
          <p:nvPr/>
        </p:nvGrpSpPr>
        <p:grpSpPr bwMode="auto">
          <a:xfrm>
            <a:off x="3835400" y="3824288"/>
            <a:ext cx="422275" cy="493712"/>
            <a:chOff x="2416" y="2409"/>
            <a:chExt cx="266" cy="311"/>
          </a:xfrm>
        </p:grpSpPr>
        <p:sp>
          <p:nvSpPr>
            <p:cNvPr id="18475" name="Line 115"/>
            <p:cNvSpPr>
              <a:spLocks noChangeShapeType="1"/>
            </p:cNvSpPr>
            <p:nvPr/>
          </p:nvSpPr>
          <p:spPr bwMode="auto">
            <a:xfrm flipV="1">
              <a:off x="2422" y="2409"/>
              <a:ext cx="113" cy="11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76" name="Line 116"/>
            <p:cNvSpPr>
              <a:spLocks noChangeShapeType="1"/>
            </p:cNvSpPr>
            <p:nvPr/>
          </p:nvSpPr>
          <p:spPr bwMode="auto">
            <a:xfrm flipV="1">
              <a:off x="2478" y="2420"/>
              <a:ext cx="104" cy="10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77" name="Line 117"/>
            <p:cNvSpPr>
              <a:spLocks noChangeShapeType="1"/>
            </p:cNvSpPr>
            <p:nvPr/>
          </p:nvSpPr>
          <p:spPr bwMode="auto">
            <a:xfrm flipV="1">
              <a:off x="2538" y="2438"/>
              <a:ext cx="86" cy="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78" name="Line 118"/>
            <p:cNvSpPr>
              <a:spLocks noChangeShapeType="1"/>
            </p:cNvSpPr>
            <p:nvPr/>
          </p:nvSpPr>
          <p:spPr bwMode="auto">
            <a:xfrm flipV="1">
              <a:off x="2598" y="2470"/>
              <a:ext cx="54" cy="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79" name="Line 119"/>
            <p:cNvSpPr>
              <a:spLocks noChangeShapeType="1"/>
            </p:cNvSpPr>
            <p:nvPr/>
          </p:nvSpPr>
          <p:spPr bwMode="auto">
            <a:xfrm flipV="1">
              <a:off x="2654" y="2496"/>
              <a:ext cx="28" cy="2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0" name="Line 120"/>
            <p:cNvSpPr>
              <a:spLocks noChangeShapeType="1"/>
            </p:cNvSpPr>
            <p:nvPr/>
          </p:nvSpPr>
          <p:spPr bwMode="auto">
            <a:xfrm flipV="1">
              <a:off x="2478" y="2632"/>
              <a:ext cx="74" cy="7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1" name="Line 121"/>
            <p:cNvSpPr>
              <a:spLocks noChangeShapeType="1"/>
            </p:cNvSpPr>
            <p:nvPr/>
          </p:nvSpPr>
          <p:spPr bwMode="auto">
            <a:xfrm flipV="1">
              <a:off x="2442" y="2630"/>
              <a:ext cx="54" cy="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2" name="Line 122"/>
            <p:cNvSpPr>
              <a:spLocks noChangeShapeType="1"/>
            </p:cNvSpPr>
            <p:nvPr/>
          </p:nvSpPr>
          <p:spPr bwMode="auto">
            <a:xfrm flipV="1">
              <a:off x="2522" y="2630"/>
              <a:ext cx="90" cy="9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3" name="Line 123"/>
            <p:cNvSpPr>
              <a:spLocks noChangeShapeType="1"/>
            </p:cNvSpPr>
            <p:nvPr/>
          </p:nvSpPr>
          <p:spPr bwMode="auto">
            <a:xfrm flipV="1">
              <a:off x="2582" y="2634"/>
              <a:ext cx="84" cy="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84" name="Line 124"/>
            <p:cNvSpPr>
              <a:spLocks noChangeShapeType="1"/>
            </p:cNvSpPr>
            <p:nvPr/>
          </p:nvSpPr>
          <p:spPr bwMode="auto">
            <a:xfrm flipV="1">
              <a:off x="2416" y="2632"/>
              <a:ext cx="22" cy="2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1" name="Group 141"/>
          <p:cNvGrpSpPr>
            <a:grpSpLocks/>
          </p:cNvGrpSpPr>
          <p:nvPr/>
        </p:nvGrpSpPr>
        <p:grpSpPr bwMode="auto">
          <a:xfrm>
            <a:off x="6550025" y="2254250"/>
            <a:ext cx="2330450" cy="874713"/>
            <a:chOff x="4126" y="1420"/>
            <a:chExt cx="1468" cy="551"/>
          </a:xfrm>
        </p:grpSpPr>
        <p:sp>
          <p:nvSpPr>
            <p:cNvPr id="18461" name="Line 59"/>
            <p:cNvSpPr>
              <a:spLocks noChangeShapeType="1"/>
            </p:cNvSpPr>
            <p:nvPr/>
          </p:nvSpPr>
          <p:spPr bwMode="auto">
            <a:xfrm>
              <a:off x="4126" y="1693"/>
              <a:ext cx="1468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2" name="Freeform 60"/>
            <p:cNvSpPr>
              <a:spLocks/>
            </p:cNvSpPr>
            <p:nvPr/>
          </p:nvSpPr>
          <p:spPr bwMode="auto">
            <a:xfrm>
              <a:off x="4229" y="1420"/>
              <a:ext cx="1303" cy="551"/>
            </a:xfrm>
            <a:custGeom>
              <a:avLst/>
              <a:gdLst>
                <a:gd name="T0" fmla="*/ 0 w 1304"/>
                <a:gd name="T1" fmla="*/ 0 h 550"/>
                <a:gd name="T2" fmla="*/ 1302 w 1304"/>
                <a:gd name="T3" fmla="*/ 2 h 550"/>
                <a:gd name="T4" fmla="*/ 1302 w 1304"/>
                <a:gd name="T5" fmla="*/ 552 h 550"/>
                <a:gd name="T6" fmla="*/ 2 w 1304"/>
                <a:gd name="T7" fmla="*/ 552 h 5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304"/>
                <a:gd name="T13" fmla="*/ 0 h 550"/>
                <a:gd name="T14" fmla="*/ 1304 w 1304"/>
                <a:gd name="T15" fmla="*/ 550 h 5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304" h="550">
                  <a:moveTo>
                    <a:pt x="0" y="0"/>
                  </a:moveTo>
                  <a:lnTo>
                    <a:pt x="1304" y="2"/>
                  </a:lnTo>
                  <a:lnTo>
                    <a:pt x="1304" y="550"/>
                  </a:lnTo>
                  <a:lnTo>
                    <a:pt x="2" y="550"/>
                  </a:ln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3" name="Line 61"/>
            <p:cNvSpPr>
              <a:spLocks noChangeShapeType="1"/>
            </p:cNvSpPr>
            <p:nvPr/>
          </p:nvSpPr>
          <p:spPr bwMode="auto">
            <a:xfrm>
              <a:off x="5376" y="1467"/>
              <a:ext cx="0" cy="45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4" name="Line 62"/>
            <p:cNvSpPr>
              <a:spLocks noChangeShapeType="1"/>
            </p:cNvSpPr>
            <p:nvPr/>
          </p:nvSpPr>
          <p:spPr bwMode="auto">
            <a:xfrm>
              <a:off x="4186" y="1464"/>
              <a:ext cx="0" cy="45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5" name="Line 63"/>
            <p:cNvSpPr>
              <a:spLocks noChangeShapeType="1"/>
            </p:cNvSpPr>
            <p:nvPr/>
          </p:nvSpPr>
          <p:spPr bwMode="auto">
            <a:xfrm>
              <a:off x="4212" y="1641"/>
              <a:ext cx="113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6" name="Line 64"/>
            <p:cNvSpPr>
              <a:spLocks noChangeShapeType="1"/>
            </p:cNvSpPr>
            <p:nvPr/>
          </p:nvSpPr>
          <p:spPr bwMode="auto">
            <a:xfrm>
              <a:off x="4214" y="1747"/>
              <a:ext cx="113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7" name="Freeform 65"/>
            <p:cNvSpPr>
              <a:spLocks/>
            </p:cNvSpPr>
            <p:nvPr/>
          </p:nvSpPr>
          <p:spPr bwMode="auto">
            <a:xfrm>
              <a:off x="4188" y="1615"/>
              <a:ext cx="28" cy="26"/>
            </a:xfrm>
            <a:custGeom>
              <a:avLst/>
              <a:gdLst>
                <a:gd name="T0" fmla="*/ 0 w 28"/>
                <a:gd name="T1" fmla="*/ 0 h 26"/>
                <a:gd name="T2" fmla="*/ 12 w 28"/>
                <a:gd name="T3" fmla="*/ 18 h 26"/>
                <a:gd name="T4" fmla="*/ 28 w 28"/>
                <a:gd name="T5" fmla="*/ 26 h 26"/>
                <a:gd name="T6" fmla="*/ 0 60000 65536"/>
                <a:gd name="T7" fmla="*/ 0 60000 65536"/>
                <a:gd name="T8" fmla="*/ 0 60000 65536"/>
                <a:gd name="T9" fmla="*/ 0 w 28"/>
                <a:gd name="T10" fmla="*/ 0 h 26"/>
                <a:gd name="T11" fmla="*/ 28 w 28"/>
                <a:gd name="T12" fmla="*/ 26 h 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26">
                  <a:moveTo>
                    <a:pt x="0" y="0"/>
                  </a:moveTo>
                  <a:cubicBezTo>
                    <a:pt x="3" y="7"/>
                    <a:pt x="7" y="14"/>
                    <a:pt x="12" y="18"/>
                  </a:cubicBezTo>
                  <a:cubicBezTo>
                    <a:pt x="17" y="22"/>
                    <a:pt x="22" y="24"/>
                    <a:pt x="28" y="26"/>
                  </a:cubicBez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8" name="Freeform 66"/>
            <p:cNvSpPr>
              <a:spLocks/>
            </p:cNvSpPr>
            <p:nvPr/>
          </p:nvSpPr>
          <p:spPr bwMode="auto">
            <a:xfrm flipV="1">
              <a:off x="4188" y="1747"/>
              <a:ext cx="28" cy="26"/>
            </a:xfrm>
            <a:custGeom>
              <a:avLst/>
              <a:gdLst>
                <a:gd name="T0" fmla="*/ 0 w 28"/>
                <a:gd name="T1" fmla="*/ 0 h 26"/>
                <a:gd name="T2" fmla="*/ 12 w 28"/>
                <a:gd name="T3" fmla="*/ 18 h 26"/>
                <a:gd name="T4" fmla="*/ 28 w 28"/>
                <a:gd name="T5" fmla="*/ 26 h 26"/>
                <a:gd name="T6" fmla="*/ 0 60000 65536"/>
                <a:gd name="T7" fmla="*/ 0 60000 65536"/>
                <a:gd name="T8" fmla="*/ 0 60000 65536"/>
                <a:gd name="T9" fmla="*/ 0 w 28"/>
                <a:gd name="T10" fmla="*/ 0 h 26"/>
                <a:gd name="T11" fmla="*/ 28 w 28"/>
                <a:gd name="T12" fmla="*/ 26 h 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8" h="26">
                  <a:moveTo>
                    <a:pt x="0" y="0"/>
                  </a:moveTo>
                  <a:cubicBezTo>
                    <a:pt x="3" y="7"/>
                    <a:pt x="7" y="14"/>
                    <a:pt x="12" y="18"/>
                  </a:cubicBezTo>
                  <a:cubicBezTo>
                    <a:pt x="17" y="22"/>
                    <a:pt x="22" y="24"/>
                    <a:pt x="28" y="26"/>
                  </a:cubicBez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9" name="Freeform 67"/>
            <p:cNvSpPr>
              <a:spLocks/>
            </p:cNvSpPr>
            <p:nvPr/>
          </p:nvSpPr>
          <p:spPr bwMode="auto">
            <a:xfrm>
              <a:off x="5342" y="1613"/>
              <a:ext cx="34" cy="28"/>
            </a:xfrm>
            <a:custGeom>
              <a:avLst/>
              <a:gdLst>
                <a:gd name="T0" fmla="*/ 0 w 36"/>
                <a:gd name="T1" fmla="*/ 28 h 28"/>
                <a:gd name="T2" fmla="*/ 18 w 36"/>
                <a:gd name="T3" fmla="*/ 20 h 28"/>
                <a:gd name="T4" fmla="*/ 32 w 36"/>
                <a:gd name="T5" fmla="*/ 0 h 28"/>
                <a:gd name="T6" fmla="*/ 0 60000 65536"/>
                <a:gd name="T7" fmla="*/ 0 60000 65536"/>
                <a:gd name="T8" fmla="*/ 0 60000 65536"/>
                <a:gd name="T9" fmla="*/ 0 w 36"/>
                <a:gd name="T10" fmla="*/ 0 h 28"/>
                <a:gd name="T11" fmla="*/ 36 w 36"/>
                <a:gd name="T12" fmla="*/ 28 h 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" h="28">
                  <a:moveTo>
                    <a:pt x="0" y="28"/>
                  </a:moveTo>
                  <a:cubicBezTo>
                    <a:pt x="7" y="26"/>
                    <a:pt x="14" y="25"/>
                    <a:pt x="20" y="20"/>
                  </a:cubicBezTo>
                  <a:cubicBezTo>
                    <a:pt x="26" y="15"/>
                    <a:pt x="33" y="5"/>
                    <a:pt x="36" y="0"/>
                  </a:cubicBez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70" name="Freeform 68"/>
            <p:cNvSpPr>
              <a:spLocks/>
            </p:cNvSpPr>
            <p:nvPr/>
          </p:nvSpPr>
          <p:spPr bwMode="auto">
            <a:xfrm flipV="1">
              <a:off x="5346" y="1746"/>
              <a:ext cx="32" cy="27"/>
            </a:xfrm>
            <a:custGeom>
              <a:avLst/>
              <a:gdLst>
                <a:gd name="T0" fmla="*/ 0 w 36"/>
                <a:gd name="T1" fmla="*/ 26 h 28"/>
                <a:gd name="T2" fmla="*/ 16 w 36"/>
                <a:gd name="T3" fmla="*/ 18 h 28"/>
                <a:gd name="T4" fmla="*/ 28 w 36"/>
                <a:gd name="T5" fmla="*/ 0 h 28"/>
                <a:gd name="T6" fmla="*/ 0 60000 65536"/>
                <a:gd name="T7" fmla="*/ 0 60000 65536"/>
                <a:gd name="T8" fmla="*/ 0 60000 65536"/>
                <a:gd name="T9" fmla="*/ 0 w 36"/>
                <a:gd name="T10" fmla="*/ 0 h 28"/>
                <a:gd name="T11" fmla="*/ 36 w 36"/>
                <a:gd name="T12" fmla="*/ 28 h 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6" h="28">
                  <a:moveTo>
                    <a:pt x="0" y="28"/>
                  </a:moveTo>
                  <a:cubicBezTo>
                    <a:pt x="7" y="26"/>
                    <a:pt x="14" y="25"/>
                    <a:pt x="20" y="20"/>
                  </a:cubicBezTo>
                  <a:cubicBezTo>
                    <a:pt x="26" y="15"/>
                    <a:pt x="33" y="5"/>
                    <a:pt x="36" y="0"/>
                  </a:cubicBezTo>
                </a:path>
              </a:pathLst>
            </a:cu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71" name="Arc 137"/>
            <p:cNvSpPr>
              <a:spLocks/>
            </p:cNvSpPr>
            <p:nvPr/>
          </p:nvSpPr>
          <p:spPr bwMode="auto">
            <a:xfrm>
              <a:off x="4186" y="1420"/>
              <a:ext cx="48" cy="48"/>
            </a:xfrm>
            <a:custGeom>
              <a:avLst/>
              <a:gdLst>
                <a:gd name="T0" fmla="*/ 0 w 21600"/>
                <a:gd name="T1" fmla="*/ 0 h 22344"/>
                <a:gd name="T2" fmla="*/ 0 w 21600"/>
                <a:gd name="T3" fmla="*/ 0 h 22344"/>
                <a:gd name="T4" fmla="*/ 0 w 21600"/>
                <a:gd name="T5" fmla="*/ 0 h 22344"/>
                <a:gd name="T6" fmla="*/ 0 60000 65536"/>
                <a:gd name="T7" fmla="*/ 0 60000 65536"/>
                <a:gd name="T8" fmla="*/ 0 60000 65536"/>
                <a:gd name="T9" fmla="*/ 0 w 21600"/>
                <a:gd name="T10" fmla="*/ 0 h 22344"/>
                <a:gd name="T11" fmla="*/ 21600 w 21600"/>
                <a:gd name="T12" fmla="*/ 22344 h 223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2344" fill="none" extrusionOk="0">
                  <a:moveTo>
                    <a:pt x="12" y="22344"/>
                  </a:moveTo>
                  <a:cubicBezTo>
                    <a:pt x="4" y="22096"/>
                    <a:pt x="0" y="21848"/>
                    <a:pt x="0" y="21600"/>
                  </a:cubicBezTo>
                  <a:cubicBezTo>
                    <a:pt x="-1" y="9670"/>
                    <a:pt x="9670" y="0"/>
                    <a:pt x="21599" y="0"/>
                  </a:cubicBezTo>
                </a:path>
                <a:path w="21600" h="22344" stroke="0" extrusionOk="0">
                  <a:moveTo>
                    <a:pt x="12" y="22344"/>
                  </a:moveTo>
                  <a:cubicBezTo>
                    <a:pt x="4" y="22096"/>
                    <a:pt x="0" y="21848"/>
                    <a:pt x="0" y="21600"/>
                  </a:cubicBezTo>
                  <a:cubicBezTo>
                    <a:pt x="-1" y="9670"/>
                    <a:pt x="9670" y="0"/>
                    <a:pt x="21599" y="0"/>
                  </a:cubicBezTo>
                  <a:lnTo>
                    <a:pt x="21600" y="21600"/>
                  </a:lnTo>
                  <a:lnTo>
                    <a:pt x="12" y="22344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72" name="Arc 138"/>
            <p:cNvSpPr>
              <a:spLocks/>
            </p:cNvSpPr>
            <p:nvPr/>
          </p:nvSpPr>
          <p:spPr bwMode="auto">
            <a:xfrm flipV="1">
              <a:off x="4187" y="1923"/>
              <a:ext cx="48" cy="48"/>
            </a:xfrm>
            <a:custGeom>
              <a:avLst/>
              <a:gdLst>
                <a:gd name="T0" fmla="*/ 0 w 21600"/>
                <a:gd name="T1" fmla="*/ 0 h 22344"/>
                <a:gd name="T2" fmla="*/ 0 w 21600"/>
                <a:gd name="T3" fmla="*/ 0 h 22344"/>
                <a:gd name="T4" fmla="*/ 0 w 21600"/>
                <a:gd name="T5" fmla="*/ 0 h 22344"/>
                <a:gd name="T6" fmla="*/ 0 60000 65536"/>
                <a:gd name="T7" fmla="*/ 0 60000 65536"/>
                <a:gd name="T8" fmla="*/ 0 60000 65536"/>
                <a:gd name="T9" fmla="*/ 0 w 21600"/>
                <a:gd name="T10" fmla="*/ 0 h 22344"/>
                <a:gd name="T11" fmla="*/ 21600 w 21600"/>
                <a:gd name="T12" fmla="*/ 22344 h 2234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2344" fill="none" extrusionOk="0">
                  <a:moveTo>
                    <a:pt x="12" y="22344"/>
                  </a:moveTo>
                  <a:cubicBezTo>
                    <a:pt x="4" y="22096"/>
                    <a:pt x="0" y="21848"/>
                    <a:pt x="0" y="21600"/>
                  </a:cubicBezTo>
                  <a:cubicBezTo>
                    <a:pt x="-1" y="9670"/>
                    <a:pt x="9670" y="0"/>
                    <a:pt x="21599" y="0"/>
                  </a:cubicBezTo>
                </a:path>
                <a:path w="21600" h="22344" stroke="0" extrusionOk="0">
                  <a:moveTo>
                    <a:pt x="12" y="22344"/>
                  </a:moveTo>
                  <a:cubicBezTo>
                    <a:pt x="4" y="22096"/>
                    <a:pt x="0" y="21848"/>
                    <a:pt x="0" y="21600"/>
                  </a:cubicBezTo>
                  <a:cubicBezTo>
                    <a:pt x="-1" y="9670"/>
                    <a:pt x="9670" y="0"/>
                    <a:pt x="21599" y="0"/>
                  </a:cubicBezTo>
                  <a:lnTo>
                    <a:pt x="21600" y="21600"/>
                  </a:lnTo>
                  <a:lnTo>
                    <a:pt x="12" y="22344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73" name="Arc 139"/>
            <p:cNvSpPr>
              <a:spLocks/>
            </p:cNvSpPr>
            <p:nvPr/>
          </p:nvSpPr>
          <p:spPr bwMode="auto">
            <a:xfrm>
              <a:off x="5376" y="1423"/>
              <a:ext cx="48" cy="48"/>
            </a:xfrm>
            <a:custGeom>
              <a:avLst/>
              <a:gdLst>
                <a:gd name="T0" fmla="*/ 0 w 21600"/>
                <a:gd name="T1" fmla="*/ 0 h 22197"/>
                <a:gd name="T2" fmla="*/ 0 w 21600"/>
                <a:gd name="T3" fmla="*/ 0 h 22197"/>
                <a:gd name="T4" fmla="*/ 0 w 21600"/>
                <a:gd name="T5" fmla="*/ 0 h 22197"/>
                <a:gd name="T6" fmla="*/ 0 60000 65536"/>
                <a:gd name="T7" fmla="*/ 0 60000 65536"/>
                <a:gd name="T8" fmla="*/ 0 60000 65536"/>
                <a:gd name="T9" fmla="*/ 0 w 21600"/>
                <a:gd name="T10" fmla="*/ 0 h 22197"/>
                <a:gd name="T11" fmla="*/ 21600 w 21600"/>
                <a:gd name="T12" fmla="*/ 22197 h 2219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2197" fill="none" extrusionOk="0">
                  <a:moveTo>
                    <a:pt x="12" y="22197"/>
                  </a:moveTo>
                  <a:cubicBezTo>
                    <a:pt x="4" y="21949"/>
                    <a:pt x="0" y="21701"/>
                    <a:pt x="0" y="21453"/>
                  </a:cubicBezTo>
                  <a:cubicBezTo>
                    <a:pt x="-1" y="10498"/>
                    <a:pt x="8200" y="1277"/>
                    <a:pt x="19081" y="0"/>
                  </a:cubicBezTo>
                </a:path>
                <a:path w="21600" h="22197" stroke="0" extrusionOk="0">
                  <a:moveTo>
                    <a:pt x="12" y="22197"/>
                  </a:moveTo>
                  <a:cubicBezTo>
                    <a:pt x="4" y="21949"/>
                    <a:pt x="0" y="21701"/>
                    <a:pt x="0" y="21453"/>
                  </a:cubicBezTo>
                  <a:cubicBezTo>
                    <a:pt x="-1" y="10498"/>
                    <a:pt x="8200" y="1277"/>
                    <a:pt x="19081" y="0"/>
                  </a:cubicBezTo>
                  <a:lnTo>
                    <a:pt x="21600" y="21453"/>
                  </a:lnTo>
                  <a:lnTo>
                    <a:pt x="12" y="22197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74" name="Arc 140"/>
            <p:cNvSpPr>
              <a:spLocks/>
            </p:cNvSpPr>
            <p:nvPr/>
          </p:nvSpPr>
          <p:spPr bwMode="auto">
            <a:xfrm flipV="1">
              <a:off x="5376" y="1922"/>
              <a:ext cx="48" cy="48"/>
            </a:xfrm>
            <a:custGeom>
              <a:avLst/>
              <a:gdLst>
                <a:gd name="T0" fmla="*/ 0 w 21600"/>
                <a:gd name="T1" fmla="*/ 0 h 22127"/>
                <a:gd name="T2" fmla="*/ 0 w 21600"/>
                <a:gd name="T3" fmla="*/ 0 h 22127"/>
                <a:gd name="T4" fmla="*/ 0 w 21600"/>
                <a:gd name="T5" fmla="*/ 0 h 22127"/>
                <a:gd name="T6" fmla="*/ 0 60000 65536"/>
                <a:gd name="T7" fmla="*/ 0 60000 65536"/>
                <a:gd name="T8" fmla="*/ 0 60000 65536"/>
                <a:gd name="T9" fmla="*/ 0 w 21600"/>
                <a:gd name="T10" fmla="*/ 0 h 22127"/>
                <a:gd name="T11" fmla="*/ 21600 w 21600"/>
                <a:gd name="T12" fmla="*/ 22127 h 221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2127" fill="none" extrusionOk="0">
                  <a:moveTo>
                    <a:pt x="12" y="22127"/>
                  </a:moveTo>
                  <a:cubicBezTo>
                    <a:pt x="4" y="21879"/>
                    <a:pt x="0" y="21631"/>
                    <a:pt x="0" y="21383"/>
                  </a:cubicBezTo>
                  <a:cubicBezTo>
                    <a:pt x="-1" y="10633"/>
                    <a:pt x="7905" y="1519"/>
                    <a:pt x="18546" y="-1"/>
                  </a:cubicBezTo>
                </a:path>
                <a:path w="21600" h="22127" stroke="0" extrusionOk="0">
                  <a:moveTo>
                    <a:pt x="12" y="22127"/>
                  </a:moveTo>
                  <a:cubicBezTo>
                    <a:pt x="4" y="21879"/>
                    <a:pt x="0" y="21631"/>
                    <a:pt x="0" y="21383"/>
                  </a:cubicBezTo>
                  <a:cubicBezTo>
                    <a:pt x="-1" y="10633"/>
                    <a:pt x="7905" y="1519"/>
                    <a:pt x="18546" y="-1"/>
                  </a:cubicBezTo>
                  <a:lnTo>
                    <a:pt x="21600" y="21383"/>
                  </a:lnTo>
                  <a:lnTo>
                    <a:pt x="12" y="22127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83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3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83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3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83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8" dur="500"/>
                                        <p:tgtEl>
                                          <p:spTgt spid="183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3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7" dur="500"/>
                                        <p:tgtEl>
                                          <p:spTgt spid="183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183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08" grpId="0" animBg="1"/>
      <p:bldP spid="183309" grpId="0" animBg="1"/>
      <p:bldP spid="183311" grpId="0" autoUpdateAnimBg="0"/>
      <p:bldP spid="183312" grpId="0" autoUpdateAnimBg="0"/>
      <p:bldP spid="183335" grpId="0" animBg="1"/>
      <p:bldP spid="183336" grpId="0" animBg="1"/>
      <p:bldP spid="183337" grpId="0" animBg="1"/>
      <p:bldP spid="183365" grpId="0" animBg="1"/>
      <p:bldP spid="183365" grpId="1" animBg="1"/>
      <p:bldP spid="183369" grpId="0" animBg="1"/>
      <p:bldP spid="183379" grpId="0" animBg="1"/>
      <p:bldP spid="183380" grpId="0" animBg="1"/>
      <p:bldP spid="183381" grpId="0" animBg="1"/>
      <p:bldP spid="183392" grpId="0" animBg="1" autoUpdateAnimBg="0"/>
      <p:bldP spid="183393" grpId="0" animBg="1" autoUpdateAnimBg="0"/>
      <p:bldP spid="183396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2FB695F-ACBE-4799-A7AF-C6CC897C0E40}" type="slidenum">
              <a:rPr lang="en-US" altLang="zh-CN"/>
              <a:pPr>
                <a:defRPr/>
              </a:pPr>
              <a:t>19</a:t>
            </a:fld>
            <a:endParaRPr lang="en-US" altLang="zh-CN"/>
          </a:p>
        </p:txBody>
      </p:sp>
      <p:graphicFrame>
        <p:nvGraphicFramePr>
          <p:cNvPr id="222464" name="Group 256"/>
          <p:cNvGraphicFramePr>
            <a:graphicFrameLocks noGrp="1"/>
          </p:cNvGraphicFramePr>
          <p:nvPr/>
        </p:nvGraphicFramePr>
        <p:xfrm>
          <a:off x="292100" y="741363"/>
          <a:ext cx="8394700" cy="2500314"/>
        </p:xfrm>
        <a:graphic>
          <a:graphicData uri="http://schemas.openxmlformats.org/drawingml/2006/table">
            <a:tbl>
              <a:tblPr/>
              <a:tblGrid>
                <a:gridCol w="2070100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744663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128746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1298575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1323975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</a:tblGrid>
              <a:tr h="411163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断面图放置位置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断面形状特点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标注内容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图例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412750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剖切位置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断面名称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投影方向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42068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不在剖切平面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imes New Roman" pitchFamily="18" charset="0"/>
                          <a:ea typeface="黑体" pitchFamily="2" charset="-122"/>
                        </a:rPr>
                        <a:t>的延长线上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不对称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√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√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√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422275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对  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√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√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×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42227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置于剖切平面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的延长线上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不对称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√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×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√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41116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对  称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黑体" pitchFamily="2" charset="-122"/>
                          <a:ea typeface="黑体" pitchFamily="2" charset="-122"/>
                        </a:rPr>
                        <a:t>点划线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Tx/>
                        <a:buFont typeface="Monotype Sorts" pitchFamily="2" charset="2"/>
                        <a:buNone/>
                        <a:tabLst/>
                      </a:pPr>
                      <a:endParaRPr kumimoji="1" lang="zh-CN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黑体" pitchFamily="2" charset="-122"/>
                        <a:ea typeface="黑体" pitchFamily="2" charset="-122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sm" len="lg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</a:tbl>
          </a:graphicData>
        </a:graphic>
      </p:graphicFrame>
      <p:sp>
        <p:nvSpPr>
          <p:cNvPr id="19501" name="Text Box 26"/>
          <p:cNvSpPr txBox="1">
            <a:spLocks noChangeArrowheads="1"/>
          </p:cNvSpPr>
          <p:nvPr/>
        </p:nvSpPr>
        <p:spPr bwMode="auto">
          <a:xfrm>
            <a:off x="369888" y="128588"/>
            <a:ext cx="87741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标注</a:t>
            </a:r>
            <a:endParaRPr lang="zh-CN" altLang="en-US" sz="240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</p:txBody>
      </p:sp>
      <p:grpSp>
        <p:nvGrpSpPr>
          <p:cNvPr id="2" name="Group 36"/>
          <p:cNvGrpSpPr>
            <a:grpSpLocks/>
          </p:cNvGrpSpPr>
          <p:nvPr/>
        </p:nvGrpSpPr>
        <p:grpSpPr bwMode="auto">
          <a:xfrm>
            <a:off x="5316538" y="3873500"/>
            <a:ext cx="1587" cy="1004888"/>
            <a:chOff x="856" y="1722"/>
            <a:chExt cx="1" cy="633"/>
          </a:xfrm>
        </p:grpSpPr>
        <p:sp>
          <p:nvSpPr>
            <p:cNvPr id="19639" name="Line 37"/>
            <p:cNvSpPr>
              <a:spLocks noChangeShapeType="1"/>
            </p:cNvSpPr>
            <p:nvPr/>
          </p:nvSpPr>
          <p:spPr bwMode="auto">
            <a:xfrm flipH="1">
              <a:off x="857" y="1722"/>
              <a:ext cx="0" cy="7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40" name="Line 38"/>
            <p:cNvSpPr>
              <a:spLocks noChangeShapeType="1"/>
            </p:cNvSpPr>
            <p:nvPr/>
          </p:nvSpPr>
          <p:spPr bwMode="auto">
            <a:xfrm flipH="1">
              <a:off x="856" y="2278"/>
              <a:ext cx="0" cy="7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39"/>
          <p:cNvGrpSpPr>
            <a:grpSpLocks/>
          </p:cNvGrpSpPr>
          <p:nvPr/>
        </p:nvGrpSpPr>
        <p:grpSpPr bwMode="auto">
          <a:xfrm>
            <a:off x="4983163" y="5102225"/>
            <a:ext cx="655637" cy="771525"/>
            <a:chOff x="646" y="2496"/>
            <a:chExt cx="413" cy="486"/>
          </a:xfrm>
        </p:grpSpPr>
        <p:sp>
          <p:nvSpPr>
            <p:cNvPr id="19624" name="Oval 40"/>
            <p:cNvSpPr>
              <a:spLocks noChangeArrowheads="1"/>
            </p:cNvSpPr>
            <p:nvPr/>
          </p:nvSpPr>
          <p:spPr bwMode="auto">
            <a:xfrm>
              <a:off x="682" y="2552"/>
              <a:ext cx="346" cy="35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9625" name="Rectangle 41"/>
            <p:cNvSpPr>
              <a:spLocks noChangeArrowheads="1"/>
            </p:cNvSpPr>
            <p:nvPr/>
          </p:nvSpPr>
          <p:spPr bwMode="auto">
            <a:xfrm>
              <a:off x="980" y="2682"/>
              <a:ext cx="65" cy="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9626" name="Line 42"/>
            <p:cNvSpPr>
              <a:spLocks noChangeShapeType="1"/>
            </p:cNvSpPr>
            <p:nvPr/>
          </p:nvSpPr>
          <p:spPr bwMode="auto">
            <a:xfrm>
              <a:off x="851" y="2496"/>
              <a:ext cx="1" cy="4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27" name="Line 43"/>
            <p:cNvSpPr>
              <a:spLocks noChangeShapeType="1"/>
            </p:cNvSpPr>
            <p:nvPr/>
          </p:nvSpPr>
          <p:spPr bwMode="auto">
            <a:xfrm>
              <a:off x="646" y="2727"/>
              <a:ext cx="4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28" name="Freeform 44"/>
            <p:cNvSpPr>
              <a:spLocks/>
            </p:cNvSpPr>
            <p:nvPr/>
          </p:nvSpPr>
          <p:spPr bwMode="auto">
            <a:xfrm>
              <a:off x="944" y="2673"/>
              <a:ext cx="75" cy="110"/>
            </a:xfrm>
            <a:custGeom>
              <a:avLst/>
              <a:gdLst>
                <a:gd name="T0" fmla="*/ 75 w 75"/>
                <a:gd name="T1" fmla="*/ 0 h 110"/>
                <a:gd name="T2" fmla="*/ 0 w 75"/>
                <a:gd name="T3" fmla="*/ 0 h 110"/>
                <a:gd name="T4" fmla="*/ 0 w 75"/>
                <a:gd name="T5" fmla="*/ 110 h 110"/>
                <a:gd name="T6" fmla="*/ 75 w 75"/>
                <a:gd name="T7" fmla="*/ 110 h 11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110"/>
                <a:gd name="T14" fmla="*/ 75 w 75"/>
                <a:gd name="T15" fmla="*/ 110 h 11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110">
                  <a:moveTo>
                    <a:pt x="75" y="0"/>
                  </a:moveTo>
                  <a:lnTo>
                    <a:pt x="0" y="0"/>
                  </a:lnTo>
                  <a:lnTo>
                    <a:pt x="0" y="110"/>
                  </a:lnTo>
                  <a:lnTo>
                    <a:pt x="75" y="11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9629" name="Group 45"/>
            <p:cNvGrpSpPr>
              <a:grpSpLocks/>
            </p:cNvGrpSpPr>
            <p:nvPr/>
          </p:nvGrpSpPr>
          <p:grpSpPr bwMode="auto">
            <a:xfrm>
              <a:off x="683" y="2553"/>
              <a:ext cx="318" cy="350"/>
              <a:chOff x="683" y="2553"/>
              <a:chExt cx="318" cy="350"/>
            </a:xfrm>
          </p:grpSpPr>
          <p:sp>
            <p:nvSpPr>
              <p:cNvPr id="19630" name="Line 46"/>
              <p:cNvSpPr>
                <a:spLocks noChangeShapeType="1"/>
              </p:cNvSpPr>
              <p:nvPr/>
            </p:nvSpPr>
            <p:spPr bwMode="auto">
              <a:xfrm flipV="1">
                <a:off x="981" y="2654"/>
                <a:ext cx="18" cy="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631" name="Line 47"/>
              <p:cNvSpPr>
                <a:spLocks noChangeShapeType="1"/>
              </p:cNvSpPr>
              <p:nvPr/>
            </p:nvSpPr>
            <p:spPr bwMode="auto">
              <a:xfrm flipV="1">
                <a:off x="686" y="2555"/>
                <a:ext cx="137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632" name="Line 48"/>
              <p:cNvSpPr>
                <a:spLocks noChangeShapeType="1"/>
              </p:cNvSpPr>
              <p:nvPr/>
            </p:nvSpPr>
            <p:spPr bwMode="auto">
              <a:xfrm flipV="1">
                <a:off x="683" y="2553"/>
                <a:ext cx="195" cy="19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633" name="Line 49"/>
              <p:cNvSpPr>
                <a:spLocks noChangeShapeType="1"/>
              </p:cNvSpPr>
              <p:nvPr/>
            </p:nvSpPr>
            <p:spPr bwMode="auto">
              <a:xfrm flipV="1">
                <a:off x="694" y="2564"/>
                <a:ext cx="229" cy="2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634" name="Line 50"/>
              <p:cNvSpPr>
                <a:spLocks noChangeShapeType="1"/>
              </p:cNvSpPr>
              <p:nvPr/>
            </p:nvSpPr>
            <p:spPr bwMode="auto">
              <a:xfrm flipV="1">
                <a:off x="713" y="2588"/>
                <a:ext cx="245" cy="2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635" name="Line 51"/>
              <p:cNvSpPr>
                <a:spLocks noChangeShapeType="1"/>
              </p:cNvSpPr>
              <p:nvPr/>
            </p:nvSpPr>
            <p:spPr bwMode="auto">
              <a:xfrm flipV="1">
                <a:off x="743" y="2618"/>
                <a:ext cx="245" cy="2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636" name="Line 52"/>
              <p:cNvSpPr>
                <a:spLocks noChangeShapeType="1"/>
              </p:cNvSpPr>
              <p:nvPr/>
            </p:nvSpPr>
            <p:spPr bwMode="auto">
              <a:xfrm flipV="1">
                <a:off x="778" y="2720"/>
                <a:ext cx="166" cy="1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637" name="Line 53"/>
              <p:cNvSpPr>
                <a:spLocks noChangeShapeType="1"/>
              </p:cNvSpPr>
              <p:nvPr/>
            </p:nvSpPr>
            <p:spPr bwMode="auto">
              <a:xfrm flipV="1">
                <a:off x="821" y="2779"/>
                <a:ext cx="123" cy="1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638" name="Line 54"/>
              <p:cNvSpPr>
                <a:spLocks noChangeShapeType="1"/>
              </p:cNvSpPr>
              <p:nvPr/>
            </p:nvSpPr>
            <p:spPr bwMode="auto">
              <a:xfrm flipV="1">
                <a:off x="881" y="2783"/>
                <a:ext cx="120" cy="1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Group 55"/>
          <p:cNvGrpSpPr>
            <a:grpSpLocks/>
          </p:cNvGrpSpPr>
          <p:nvPr/>
        </p:nvGrpSpPr>
        <p:grpSpPr bwMode="auto">
          <a:xfrm>
            <a:off x="4635500" y="4037013"/>
            <a:ext cx="3830638" cy="747712"/>
            <a:chOff x="427" y="1825"/>
            <a:chExt cx="2413" cy="471"/>
          </a:xfrm>
        </p:grpSpPr>
        <p:sp>
          <p:nvSpPr>
            <p:cNvPr id="19605" name="Line 56"/>
            <p:cNvSpPr>
              <a:spLocks noChangeShapeType="1"/>
            </p:cNvSpPr>
            <p:nvPr/>
          </p:nvSpPr>
          <p:spPr bwMode="auto">
            <a:xfrm flipV="1">
              <a:off x="427" y="2049"/>
              <a:ext cx="2413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06" name="Line 57"/>
            <p:cNvSpPr>
              <a:spLocks noChangeShapeType="1"/>
            </p:cNvSpPr>
            <p:nvPr/>
          </p:nvSpPr>
          <p:spPr bwMode="auto">
            <a:xfrm>
              <a:off x="721" y="1930"/>
              <a:ext cx="0" cy="2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07" name="Rectangle 58"/>
            <p:cNvSpPr>
              <a:spLocks noChangeArrowheads="1"/>
            </p:cNvSpPr>
            <p:nvPr/>
          </p:nvSpPr>
          <p:spPr bwMode="auto">
            <a:xfrm>
              <a:off x="539" y="1872"/>
              <a:ext cx="675" cy="359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9608" name="Rectangle 59"/>
            <p:cNvSpPr>
              <a:spLocks noChangeArrowheads="1"/>
            </p:cNvSpPr>
            <p:nvPr/>
          </p:nvSpPr>
          <p:spPr bwMode="auto">
            <a:xfrm>
              <a:off x="1252" y="1825"/>
              <a:ext cx="167" cy="445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9609" name="Line 60"/>
            <p:cNvSpPr>
              <a:spLocks noChangeShapeType="1"/>
            </p:cNvSpPr>
            <p:nvPr/>
          </p:nvSpPr>
          <p:spPr bwMode="auto">
            <a:xfrm>
              <a:off x="1214" y="1899"/>
              <a:ext cx="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10" name="Line 61"/>
            <p:cNvSpPr>
              <a:spLocks noChangeShapeType="1"/>
            </p:cNvSpPr>
            <p:nvPr/>
          </p:nvSpPr>
          <p:spPr bwMode="auto">
            <a:xfrm>
              <a:off x="1213" y="2199"/>
              <a:ext cx="3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11" name="Line 62"/>
            <p:cNvSpPr>
              <a:spLocks noChangeShapeType="1"/>
            </p:cNvSpPr>
            <p:nvPr/>
          </p:nvSpPr>
          <p:spPr bwMode="auto">
            <a:xfrm>
              <a:off x="1418" y="2202"/>
              <a:ext cx="4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12" name="Line 63"/>
            <p:cNvSpPr>
              <a:spLocks noChangeShapeType="1"/>
            </p:cNvSpPr>
            <p:nvPr/>
          </p:nvSpPr>
          <p:spPr bwMode="auto">
            <a:xfrm flipV="1">
              <a:off x="1418" y="1898"/>
              <a:ext cx="4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13" name="Freeform 64"/>
            <p:cNvSpPr>
              <a:spLocks/>
            </p:cNvSpPr>
            <p:nvPr/>
          </p:nvSpPr>
          <p:spPr bwMode="auto">
            <a:xfrm>
              <a:off x="504" y="1873"/>
              <a:ext cx="30" cy="354"/>
            </a:xfrm>
            <a:custGeom>
              <a:avLst/>
              <a:gdLst>
                <a:gd name="T0" fmla="*/ 30 w 30"/>
                <a:gd name="T1" fmla="*/ 0 h 354"/>
                <a:gd name="T2" fmla="*/ 0 w 30"/>
                <a:gd name="T3" fmla="*/ 30 h 354"/>
                <a:gd name="T4" fmla="*/ 0 w 30"/>
                <a:gd name="T5" fmla="*/ 326 h 354"/>
                <a:gd name="T6" fmla="*/ 29 w 30"/>
                <a:gd name="T7" fmla="*/ 354 h 3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354"/>
                <a:gd name="T14" fmla="*/ 30 w 30"/>
                <a:gd name="T15" fmla="*/ 354 h 3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354">
                  <a:moveTo>
                    <a:pt x="30" y="0"/>
                  </a:moveTo>
                  <a:lnTo>
                    <a:pt x="0" y="30"/>
                  </a:lnTo>
                  <a:lnTo>
                    <a:pt x="0" y="326"/>
                  </a:lnTo>
                  <a:lnTo>
                    <a:pt x="29" y="354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14" name="Line 65"/>
            <p:cNvSpPr>
              <a:spLocks noChangeShapeType="1"/>
            </p:cNvSpPr>
            <p:nvPr/>
          </p:nvSpPr>
          <p:spPr bwMode="auto">
            <a:xfrm>
              <a:off x="1002" y="1930"/>
              <a:ext cx="1" cy="2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15" name="Line 66"/>
            <p:cNvSpPr>
              <a:spLocks noChangeShapeType="1"/>
            </p:cNvSpPr>
            <p:nvPr/>
          </p:nvSpPr>
          <p:spPr bwMode="auto">
            <a:xfrm>
              <a:off x="721" y="1995"/>
              <a:ext cx="28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16" name="Line 67"/>
            <p:cNvSpPr>
              <a:spLocks noChangeShapeType="1"/>
            </p:cNvSpPr>
            <p:nvPr/>
          </p:nvSpPr>
          <p:spPr bwMode="auto">
            <a:xfrm>
              <a:off x="721" y="2109"/>
              <a:ext cx="28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17" name="Freeform 68"/>
            <p:cNvSpPr>
              <a:spLocks/>
            </p:cNvSpPr>
            <p:nvPr/>
          </p:nvSpPr>
          <p:spPr bwMode="auto">
            <a:xfrm>
              <a:off x="671" y="1995"/>
              <a:ext cx="53" cy="114"/>
            </a:xfrm>
            <a:custGeom>
              <a:avLst/>
              <a:gdLst>
                <a:gd name="T0" fmla="*/ 50 w 56"/>
                <a:gd name="T1" fmla="*/ 0 h 114"/>
                <a:gd name="T2" fmla="*/ 16 w 56"/>
                <a:gd name="T3" fmla="*/ 20 h 114"/>
                <a:gd name="T4" fmla="*/ 0 w 56"/>
                <a:gd name="T5" fmla="*/ 56 h 114"/>
                <a:gd name="T6" fmla="*/ 15 w 56"/>
                <a:gd name="T7" fmla="*/ 96 h 114"/>
                <a:gd name="T8" fmla="*/ 50 w 56"/>
                <a:gd name="T9" fmla="*/ 114 h 1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14"/>
                <a:gd name="T17" fmla="*/ 56 w 56"/>
                <a:gd name="T18" fmla="*/ 114 h 1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14">
                  <a:moveTo>
                    <a:pt x="56" y="0"/>
                  </a:moveTo>
                  <a:cubicBezTo>
                    <a:pt x="41" y="5"/>
                    <a:pt x="27" y="11"/>
                    <a:pt x="18" y="20"/>
                  </a:cubicBezTo>
                  <a:cubicBezTo>
                    <a:pt x="9" y="29"/>
                    <a:pt x="0" y="43"/>
                    <a:pt x="0" y="56"/>
                  </a:cubicBezTo>
                  <a:cubicBezTo>
                    <a:pt x="0" y="69"/>
                    <a:pt x="8" y="86"/>
                    <a:pt x="17" y="96"/>
                  </a:cubicBezTo>
                  <a:cubicBezTo>
                    <a:pt x="26" y="106"/>
                    <a:pt x="41" y="110"/>
                    <a:pt x="56" y="114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18" name="Freeform 69"/>
            <p:cNvSpPr>
              <a:spLocks/>
            </p:cNvSpPr>
            <p:nvPr/>
          </p:nvSpPr>
          <p:spPr bwMode="auto">
            <a:xfrm flipH="1">
              <a:off x="1001" y="1993"/>
              <a:ext cx="53" cy="114"/>
            </a:xfrm>
            <a:custGeom>
              <a:avLst/>
              <a:gdLst>
                <a:gd name="T0" fmla="*/ 50 w 56"/>
                <a:gd name="T1" fmla="*/ 0 h 114"/>
                <a:gd name="T2" fmla="*/ 16 w 56"/>
                <a:gd name="T3" fmla="*/ 20 h 114"/>
                <a:gd name="T4" fmla="*/ 0 w 56"/>
                <a:gd name="T5" fmla="*/ 56 h 114"/>
                <a:gd name="T6" fmla="*/ 15 w 56"/>
                <a:gd name="T7" fmla="*/ 96 h 114"/>
                <a:gd name="T8" fmla="*/ 50 w 56"/>
                <a:gd name="T9" fmla="*/ 114 h 1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14"/>
                <a:gd name="T17" fmla="*/ 56 w 56"/>
                <a:gd name="T18" fmla="*/ 114 h 1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14">
                  <a:moveTo>
                    <a:pt x="56" y="0"/>
                  </a:moveTo>
                  <a:cubicBezTo>
                    <a:pt x="41" y="5"/>
                    <a:pt x="27" y="11"/>
                    <a:pt x="18" y="20"/>
                  </a:cubicBezTo>
                  <a:cubicBezTo>
                    <a:pt x="9" y="29"/>
                    <a:pt x="0" y="43"/>
                    <a:pt x="0" y="56"/>
                  </a:cubicBezTo>
                  <a:cubicBezTo>
                    <a:pt x="0" y="69"/>
                    <a:pt x="8" y="86"/>
                    <a:pt x="17" y="96"/>
                  </a:cubicBezTo>
                  <a:cubicBezTo>
                    <a:pt x="26" y="106"/>
                    <a:pt x="41" y="110"/>
                    <a:pt x="56" y="114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19" name="Freeform 70"/>
            <p:cNvSpPr>
              <a:spLocks/>
            </p:cNvSpPr>
            <p:nvPr/>
          </p:nvSpPr>
          <p:spPr bwMode="auto">
            <a:xfrm>
              <a:off x="2194" y="1891"/>
              <a:ext cx="593" cy="313"/>
            </a:xfrm>
            <a:custGeom>
              <a:avLst/>
              <a:gdLst>
                <a:gd name="T0" fmla="*/ 0 w 885"/>
                <a:gd name="T1" fmla="*/ 0 h 369"/>
                <a:gd name="T2" fmla="*/ 377 w 885"/>
                <a:gd name="T3" fmla="*/ 0 h 369"/>
                <a:gd name="T4" fmla="*/ 397 w 885"/>
                <a:gd name="T5" fmla="*/ 32 h 369"/>
                <a:gd name="T6" fmla="*/ 397 w 885"/>
                <a:gd name="T7" fmla="*/ 233 h 369"/>
                <a:gd name="T8" fmla="*/ 377 w 885"/>
                <a:gd name="T9" fmla="*/ 265 h 369"/>
                <a:gd name="T10" fmla="*/ 0 w 885"/>
                <a:gd name="T11" fmla="*/ 265 h 3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85"/>
                <a:gd name="T19" fmla="*/ 0 h 369"/>
                <a:gd name="T20" fmla="*/ 885 w 885"/>
                <a:gd name="T21" fmla="*/ 369 h 3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85" h="369">
                  <a:moveTo>
                    <a:pt x="0" y="0"/>
                  </a:moveTo>
                  <a:lnTo>
                    <a:pt x="840" y="0"/>
                  </a:lnTo>
                  <a:lnTo>
                    <a:pt x="885" y="45"/>
                  </a:lnTo>
                  <a:lnTo>
                    <a:pt x="885" y="324"/>
                  </a:lnTo>
                  <a:lnTo>
                    <a:pt x="840" y="369"/>
                  </a:lnTo>
                  <a:lnTo>
                    <a:pt x="0" y="369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20" name="Line 71"/>
            <p:cNvSpPr>
              <a:spLocks noChangeShapeType="1"/>
            </p:cNvSpPr>
            <p:nvPr/>
          </p:nvSpPr>
          <p:spPr bwMode="auto">
            <a:xfrm>
              <a:off x="2750" y="1892"/>
              <a:ext cx="4" cy="30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21" name="Line 72"/>
            <p:cNvSpPr>
              <a:spLocks noChangeShapeType="1"/>
            </p:cNvSpPr>
            <p:nvPr/>
          </p:nvSpPr>
          <p:spPr bwMode="auto">
            <a:xfrm>
              <a:off x="2544" y="1849"/>
              <a:ext cx="0" cy="4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22" name="Oval 73"/>
            <p:cNvSpPr>
              <a:spLocks noChangeArrowheads="1"/>
            </p:cNvSpPr>
            <p:nvPr/>
          </p:nvSpPr>
          <p:spPr bwMode="auto">
            <a:xfrm>
              <a:off x="2493" y="1994"/>
              <a:ext cx="102" cy="102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9623" name="Rectangle 74"/>
            <p:cNvSpPr>
              <a:spLocks noChangeArrowheads="1"/>
            </p:cNvSpPr>
            <p:nvPr/>
          </p:nvSpPr>
          <p:spPr bwMode="auto">
            <a:xfrm>
              <a:off x="1464" y="1864"/>
              <a:ext cx="732" cy="36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</p:grpSp>
      <p:grpSp>
        <p:nvGrpSpPr>
          <p:cNvPr id="6" name="Group 75"/>
          <p:cNvGrpSpPr>
            <a:grpSpLocks/>
          </p:cNvGrpSpPr>
          <p:nvPr/>
        </p:nvGrpSpPr>
        <p:grpSpPr bwMode="auto">
          <a:xfrm>
            <a:off x="5300663" y="3876675"/>
            <a:ext cx="280987" cy="993775"/>
            <a:chOff x="846" y="1724"/>
            <a:chExt cx="177" cy="626"/>
          </a:xfrm>
        </p:grpSpPr>
        <p:sp>
          <p:nvSpPr>
            <p:cNvPr id="19603" name="Line 76"/>
            <p:cNvSpPr>
              <a:spLocks noChangeAspect="1" noChangeShapeType="1"/>
            </p:cNvSpPr>
            <p:nvPr/>
          </p:nvSpPr>
          <p:spPr bwMode="auto">
            <a:xfrm>
              <a:off x="846" y="2348"/>
              <a:ext cx="171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604" name="Line 77"/>
            <p:cNvSpPr>
              <a:spLocks noChangeAspect="1" noChangeShapeType="1"/>
            </p:cNvSpPr>
            <p:nvPr/>
          </p:nvSpPr>
          <p:spPr bwMode="auto">
            <a:xfrm>
              <a:off x="852" y="1724"/>
              <a:ext cx="171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7" name="Group 78"/>
          <p:cNvGrpSpPr>
            <a:grpSpLocks/>
          </p:cNvGrpSpPr>
          <p:nvPr/>
        </p:nvGrpSpPr>
        <p:grpSpPr bwMode="auto">
          <a:xfrm>
            <a:off x="7626350" y="5146675"/>
            <a:ext cx="719138" cy="663575"/>
            <a:chOff x="2311" y="2354"/>
            <a:chExt cx="453" cy="418"/>
          </a:xfrm>
        </p:grpSpPr>
        <p:sp>
          <p:nvSpPr>
            <p:cNvPr id="19586" name="Oval 79"/>
            <p:cNvSpPr>
              <a:spLocks noChangeArrowheads="1"/>
            </p:cNvSpPr>
            <p:nvPr/>
          </p:nvSpPr>
          <p:spPr bwMode="auto">
            <a:xfrm>
              <a:off x="2387" y="2412"/>
              <a:ext cx="315" cy="31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9587" name="Line 80"/>
            <p:cNvSpPr>
              <a:spLocks noChangeShapeType="1"/>
            </p:cNvSpPr>
            <p:nvPr/>
          </p:nvSpPr>
          <p:spPr bwMode="auto">
            <a:xfrm>
              <a:off x="2546" y="2354"/>
              <a:ext cx="0" cy="4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88" name="Line 81"/>
            <p:cNvSpPr>
              <a:spLocks noChangeShapeType="1"/>
            </p:cNvSpPr>
            <p:nvPr/>
          </p:nvSpPr>
          <p:spPr bwMode="auto">
            <a:xfrm>
              <a:off x="2311" y="2573"/>
              <a:ext cx="4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9589" name="Group 82"/>
            <p:cNvGrpSpPr>
              <a:grpSpLocks/>
            </p:cNvGrpSpPr>
            <p:nvPr/>
          </p:nvGrpSpPr>
          <p:grpSpPr bwMode="auto">
            <a:xfrm>
              <a:off x="2391" y="2522"/>
              <a:ext cx="310" cy="103"/>
              <a:chOff x="2391" y="2522"/>
              <a:chExt cx="310" cy="103"/>
            </a:xfrm>
          </p:grpSpPr>
          <p:sp>
            <p:nvSpPr>
              <p:cNvPr id="19601" name="Line 83"/>
              <p:cNvSpPr>
                <a:spLocks noChangeShapeType="1"/>
              </p:cNvSpPr>
              <p:nvPr/>
            </p:nvSpPr>
            <p:spPr bwMode="auto">
              <a:xfrm>
                <a:off x="2391" y="2522"/>
                <a:ext cx="31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602" name="Line 84"/>
              <p:cNvSpPr>
                <a:spLocks noChangeShapeType="1"/>
              </p:cNvSpPr>
              <p:nvPr/>
            </p:nvSpPr>
            <p:spPr bwMode="auto">
              <a:xfrm>
                <a:off x="2404" y="2622"/>
                <a:ext cx="287" cy="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9590" name="Group 85"/>
            <p:cNvGrpSpPr>
              <a:grpSpLocks/>
            </p:cNvGrpSpPr>
            <p:nvPr/>
          </p:nvGrpSpPr>
          <p:grpSpPr bwMode="auto">
            <a:xfrm>
              <a:off x="2416" y="2409"/>
              <a:ext cx="266" cy="311"/>
              <a:chOff x="2416" y="2409"/>
              <a:chExt cx="266" cy="311"/>
            </a:xfrm>
          </p:grpSpPr>
          <p:sp>
            <p:nvSpPr>
              <p:cNvPr id="19591" name="Line 86"/>
              <p:cNvSpPr>
                <a:spLocks noChangeShapeType="1"/>
              </p:cNvSpPr>
              <p:nvPr/>
            </p:nvSpPr>
            <p:spPr bwMode="auto">
              <a:xfrm flipV="1">
                <a:off x="2422" y="2409"/>
                <a:ext cx="113" cy="1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92" name="Line 87"/>
              <p:cNvSpPr>
                <a:spLocks noChangeShapeType="1"/>
              </p:cNvSpPr>
              <p:nvPr/>
            </p:nvSpPr>
            <p:spPr bwMode="auto">
              <a:xfrm flipV="1">
                <a:off x="2478" y="2420"/>
                <a:ext cx="104" cy="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93" name="Line 88"/>
              <p:cNvSpPr>
                <a:spLocks noChangeShapeType="1"/>
              </p:cNvSpPr>
              <p:nvPr/>
            </p:nvSpPr>
            <p:spPr bwMode="auto">
              <a:xfrm flipV="1">
                <a:off x="2538" y="2438"/>
                <a:ext cx="86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94" name="Line 89"/>
              <p:cNvSpPr>
                <a:spLocks noChangeShapeType="1"/>
              </p:cNvSpPr>
              <p:nvPr/>
            </p:nvSpPr>
            <p:spPr bwMode="auto">
              <a:xfrm flipV="1">
                <a:off x="2598" y="2470"/>
                <a:ext cx="54" cy="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95" name="Line 90"/>
              <p:cNvSpPr>
                <a:spLocks noChangeShapeType="1"/>
              </p:cNvSpPr>
              <p:nvPr/>
            </p:nvSpPr>
            <p:spPr bwMode="auto">
              <a:xfrm flipV="1">
                <a:off x="2654" y="2496"/>
                <a:ext cx="28" cy="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96" name="Line 91"/>
              <p:cNvSpPr>
                <a:spLocks noChangeShapeType="1"/>
              </p:cNvSpPr>
              <p:nvPr/>
            </p:nvSpPr>
            <p:spPr bwMode="auto">
              <a:xfrm flipV="1">
                <a:off x="2478" y="2632"/>
                <a:ext cx="74" cy="7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97" name="Line 92"/>
              <p:cNvSpPr>
                <a:spLocks noChangeShapeType="1"/>
              </p:cNvSpPr>
              <p:nvPr/>
            </p:nvSpPr>
            <p:spPr bwMode="auto">
              <a:xfrm flipV="1">
                <a:off x="2442" y="2630"/>
                <a:ext cx="54" cy="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98" name="Line 93"/>
              <p:cNvSpPr>
                <a:spLocks noChangeShapeType="1"/>
              </p:cNvSpPr>
              <p:nvPr/>
            </p:nvSpPr>
            <p:spPr bwMode="auto">
              <a:xfrm flipV="1">
                <a:off x="2522" y="2630"/>
                <a:ext cx="90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99" name="Line 94"/>
              <p:cNvSpPr>
                <a:spLocks noChangeShapeType="1"/>
              </p:cNvSpPr>
              <p:nvPr/>
            </p:nvSpPr>
            <p:spPr bwMode="auto">
              <a:xfrm flipV="1">
                <a:off x="2582" y="2634"/>
                <a:ext cx="84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600" name="Line 95"/>
              <p:cNvSpPr>
                <a:spLocks noChangeShapeType="1"/>
              </p:cNvSpPr>
              <p:nvPr/>
            </p:nvSpPr>
            <p:spPr bwMode="auto">
              <a:xfrm flipV="1">
                <a:off x="2416" y="2632"/>
                <a:ext cx="22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0" name="Group 96"/>
          <p:cNvGrpSpPr>
            <a:grpSpLocks/>
          </p:cNvGrpSpPr>
          <p:nvPr/>
        </p:nvGrpSpPr>
        <p:grpSpPr bwMode="auto">
          <a:xfrm>
            <a:off x="519113" y="4037013"/>
            <a:ext cx="3830637" cy="747712"/>
            <a:chOff x="427" y="1825"/>
            <a:chExt cx="2413" cy="471"/>
          </a:xfrm>
        </p:grpSpPr>
        <p:sp>
          <p:nvSpPr>
            <p:cNvPr id="19567" name="Line 97"/>
            <p:cNvSpPr>
              <a:spLocks noChangeShapeType="1"/>
            </p:cNvSpPr>
            <p:nvPr/>
          </p:nvSpPr>
          <p:spPr bwMode="auto">
            <a:xfrm flipV="1">
              <a:off x="427" y="2049"/>
              <a:ext cx="2413" cy="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68" name="Line 98"/>
            <p:cNvSpPr>
              <a:spLocks noChangeShapeType="1"/>
            </p:cNvSpPr>
            <p:nvPr/>
          </p:nvSpPr>
          <p:spPr bwMode="auto">
            <a:xfrm>
              <a:off x="721" y="1930"/>
              <a:ext cx="0" cy="25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69" name="Rectangle 99"/>
            <p:cNvSpPr>
              <a:spLocks noChangeArrowheads="1"/>
            </p:cNvSpPr>
            <p:nvPr/>
          </p:nvSpPr>
          <p:spPr bwMode="auto">
            <a:xfrm>
              <a:off x="539" y="1872"/>
              <a:ext cx="675" cy="359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9570" name="Rectangle 100"/>
            <p:cNvSpPr>
              <a:spLocks noChangeArrowheads="1"/>
            </p:cNvSpPr>
            <p:nvPr/>
          </p:nvSpPr>
          <p:spPr bwMode="auto">
            <a:xfrm>
              <a:off x="1252" y="1825"/>
              <a:ext cx="167" cy="445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9571" name="Line 101"/>
            <p:cNvSpPr>
              <a:spLocks noChangeShapeType="1"/>
            </p:cNvSpPr>
            <p:nvPr/>
          </p:nvSpPr>
          <p:spPr bwMode="auto">
            <a:xfrm>
              <a:off x="1214" y="1899"/>
              <a:ext cx="3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72" name="Line 102"/>
            <p:cNvSpPr>
              <a:spLocks noChangeShapeType="1"/>
            </p:cNvSpPr>
            <p:nvPr/>
          </p:nvSpPr>
          <p:spPr bwMode="auto">
            <a:xfrm>
              <a:off x="1213" y="2199"/>
              <a:ext cx="39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73" name="Line 103"/>
            <p:cNvSpPr>
              <a:spLocks noChangeShapeType="1"/>
            </p:cNvSpPr>
            <p:nvPr/>
          </p:nvSpPr>
          <p:spPr bwMode="auto">
            <a:xfrm>
              <a:off x="1418" y="2202"/>
              <a:ext cx="4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74" name="Line 104"/>
            <p:cNvSpPr>
              <a:spLocks noChangeShapeType="1"/>
            </p:cNvSpPr>
            <p:nvPr/>
          </p:nvSpPr>
          <p:spPr bwMode="auto">
            <a:xfrm flipV="1">
              <a:off x="1418" y="1898"/>
              <a:ext cx="42" cy="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75" name="Freeform 105"/>
            <p:cNvSpPr>
              <a:spLocks/>
            </p:cNvSpPr>
            <p:nvPr/>
          </p:nvSpPr>
          <p:spPr bwMode="auto">
            <a:xfrm>
              <a:off x="504" y="1873"/>
              <a:ext cx="30" cy="354"/>
            </a:xfrm>
            <a:custGeom>
              <a:avLst/>
              <a:gdLst>
                <a:gd name="T0" fmla="*/ 30 w 30"/>
                <a:gd name="T1" fmla="*/ 0 h 354"/>
                <a:gd name="T2" fmla="*/ 0 w 30"/>
                <a:gd name="T3" fmla="*/ 30 h 354"/>
                <a:gd name="T4" fmla="*/ 0 w 30"/>
                <a:gd name="T5" fmla="*/ 326 h 354"/>
                <a:gd name="T6" fmla="*/ 29 w 30"/>
                <a:gd name="T7" fmla="*/ 354 h 35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0"/>
                <a:gd name="T13" fmla="*/ 0 h 354"/>
                <a:gd name="T14" fmla="*/ 30 w 30"/>
                <a:gd name="T15" fmla="*/ 354 h 35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0" h="354">
                  <a:moveTo>
                    <a:pt x="30" y="0"/>
                  </a:moveTo>
                  <a:lnTo>
                    <a:pt x="0" y="30"/>
                  </a:lnTo>
                  <a:lnTo>
                    <a:pt x="0" y="326"/>
                  </a:lnTo>
                  <a:lnTo>
                    <a:pt x="29" y="354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76" name="Line 106"/>
            <p:cNvSpPr>
              <a:spLocks noChangeShapeType="1"/>
            </p:cNvSpPr>
            <p:nvPr/>
          </p:nvSpPr>
          <p:spPr bwMode="auto">
            <a:xfrm>
              <a:off x="1002" y="1930"/>
              <a:ext cx="1" cy="2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77" name="Line 107"/>
            <p:cNvSpPr>
              <a:spLocks noChangeShapeType="1"/>
            </p:cNvSpPr>
            <p:nvPr/>
          </p:nvSpPr>
          <p:spPr bwMode="auto">
            <a:xfrm>
              <a:off x="721" y="1995"/>
              <a:ext cx="28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78" name="Line 108"/>
            <p:cNvSpPr>
              <a:spLocks noChangeShapeType="1"/>
            </p:cNvSpPr>
            <p:nvPr/>
          </p:nvSpPr>
          <p:spPr bwMode="auto">
            <a:xfrm>
              <a:off x="721" y="2109"/>
              <a:ext cx="28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79" name="Freeform 109"/>
            <p:cNvSpPr>
              <a:spLocks/>
            </p:cNvSpPr>
            <p:nvPr/>
          </p:nvSpPr>
          <p:spPr bwMode="auto">
            <a:xfrm>
              <a:off x="671" y="1995"/>
              <a:ext cx="53" cy="114"/>
            </a:xfrm>
            <a:custGeom>
              <a:avLst/>
              <a:gdLst>
                <a:gd name="T0" fmla="*/ 50 w 56"/>
                <a:gd name="T1" fmla="*/ 0 h 114"/>
                <a:gd name="T2" fmla="*/ 16 w 56"/>
                <a:gd name="T3" fmla="*/ 20 h 114"/>
                <a:gd name="T4" fmla="*/ 0 w 56"/>
                <a:gd name="T5" fmla="*/ 56 h 114"/>
                <a:gd name="T6" fmla="*/ 15 w 56"/>
                <a:gd name="T7" fmla="*/ 96 h 114"/>
                <a:gd name="T8" fmla="*/ 50 w 56"/>
                <a:gd name="T9" fmla="*/ 114 h 1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14"/>
                <a:gd name="T17" fmla="*/ 56 w 56"/>
                <a:gd name="T18" fmla="*/ 114 h 1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14">
                  <a:moveTo>
                    <a:pt x="56" y="0"/>
                  </a:moveTo>
                  <a:cubicBezTo>
                    <a:pt x="41" y="5"/>
                    <a:pt x="27" y="11"/>
                    <a:pt x="18" y="20"/>
                  </a:cubicBezTo>
                  <a:cubicBezTo>
                    <a:pt x="9" y="29"/>
                    <a:pt x="0" y="43"/>
                    <a:pt x="0" y="56"/>
                  </a:cubicBezTo>
                  <a:cubicBezTo>
                    <a:pt x="0" y="69"/>
                    <a:pt x="8" y="86"/>
                    <a:pt x="17" y="96"/>
                  </a:cubicBezTo>
                  <a:cubicBezTo>
                    <a:pt x="26" y="106"/>
                    <a:pt x="41" y="110"/>
                    <a:pt x="56" y="114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80" name="Freeform 110"/>
            <p:cNvSpPr>
              <a:spLocks/>
            </p:cNvSpPr>
            <p:nvPr/>
          </p:nvSpPr>
          <p:spPr bwMode="auto">
            <a:xfrm flipH="1">
              <a:off x="1001" y="1993"/>
              <a:ext cx="53" cy="114"/>
            </a:xfrm>
            <a:custGeom>
              <a:avLst/>
              <a:gdLst>
                <a:gd name="T0" fmla="*/ 50 w 56"/>
                <a:gd name="T1" fmla="*/ 0 h 114"/>
                <a:gd name="T2" fmla="*/ 16 w 56"/>
                <a:gd name="T3" fmla="*/ 20 h 114"/>
                <a:gd name="T4" fmla="*/ 0 w 56"/>
                <a:gd name="T5" fmla="*/ 56 h 114"/>
                <a:gd name="T6" fmla="*/ 15 w 56"/>
                <a:gd name="T7" fmla="*/ 96 h 114"/>
                <a:gd name="T8" fmla="*/ 50 w 56"/>
                <a:gd name="T9" fmla="*/ 114 h 1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6"/>
                <a:gd name="T16" fmla="*/ 0 h 114"/>
                <a:gd name="T17" fmla="*/ 56 w 56"/>
                <a:gd name="T18" fmla="*/ 114 h 1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6" h="114">
                  <a:moveTo>
                    <a:pt x="56" y="0"/>
                  </a:moveTo>
                  <a:cubicBezTo>
                    <a:pt x="41" y="5"/>
                    <a:pt x="27" y="11"/>
                    <a:pt x="18" y="20"/>
                  </a:cubicBezTo>
                  <a:cubicBezTo>
                    <a:pt x="9" y="29"/>
                    <a:pt x="0" y="43"/>
                    <a:pt x="0" y="56"/>
                  </a:cubicBezTo>
                  <a:cubicBezTo>
                    <a:pt x="0" y="69"/>
                    <a:pt x="8" y="86"/>
                    <a:pt x="17" y="96"/>
                  </a:cubicBezTo>
                  <a:cubicBezTo>
                    <a:pt x="26" y="106"/>
                    <a:pt x="41" y="110"/>
                    <a:pt x="56" y="114"/>
                  </a:cubicBez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81" name="Freeform 111"/>
            <p:cNvSpPr>
              <a:spLocks/>
            </p:cNvSpPr>
            <p:nvPr/>
          </p:nvSpPr>
          <p:spPr bwMode="auto">
            <a:xfrm>
              <a:off x="2194" y="1891"/>
              <a:ext cx="593" cy="313"/>
            </a:xfrm>
            <a:custGeom>
              <a:avLst/>
              <a:gdLst>
                <a:gd name="T0" fmla="*/ 0 w 885"/>
                <a:gd name="T1" fmla="*/ 0 h 369"/>
                <a:gd name="T2" fmla="*/ 377 w 885"/>
                <a:gd name="T3" fmla="*/ 0 h 369"/>
                <a:gd name="T4" fmla="*/ 397 w 885"/>
                <a:gd name="T5" fmla="*/ 32 h 369"/>
                <a:gd name="T6" fmla="*/ 397 w 885"/>
                <a:gd name="T7" fmla="*/ 233 h 369"/>
                <a:gd name="T8" fmla="*/ 377 w 885"/>
                <a:gd name="T9" fmla="*/ 265 h 369"/>
                <a:gd name="T10" fmla="*/ 0 w 885"/>
                <a:gd name="T11" fmla="*/ 265 h 36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885"/>
                <a:gd name="T19" fmla="*/ 0 h 369"/>
                <a:gd name="T20" fmla="*/ 885 w 885"/>
                <a:gd name="T21" fmla="*/ 369 h 36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885" h="369">
                  <a:moveTo>
                    <a:pt x="0" y="0"/>
                  </a:moveTo>
                  <a:lnTo>
                    <a:pt x="840" y="0"/>
                  </a:lnTo>
                  <a:lnTo>
                    <a:pt x="885" y="45"/>
                  </a:lnTo>
                  <a:lnTo>
                    <a:pt x="885" y="324"/>
                  </a:lnTo>
                  <a:lnTo>
                    <a:pt x="840" y="369"/>
                  </a:lnTo>
                  <a:lnTo>
                    <a:pt x="0" y="369"/>
                  </a:lnTo>
                </a:path>
              </a:pathLst>
            </a:custGeom>
            <a:noFill/>
            <a:ln w="28575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82" name="Line 112"/>
            <p:cNvSpPr>
              <a:spLocks noChangeShapeType="1"/>
            </p:cNvSpPr>
            <p:nvPr/>
          </p:nvSpPr>
          <p:spPr bwMode="auto">
            <a:xfrm>
              <a:off x="2750" y="1892"/>
              <a:ext cx="4" cy="309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83" name="Line 113"/>
            <p:cNvSpPr>
              <a:spLocks noChangeShapeType="1"/>
            </p:cNvSpPr>
            <p:nvPr/>
          </p:nvSpPr>
          <p:spPr bwMode="auto">
            <a:xfrm>
              <a:off x="2544" y="1849"/>
              <a:ext cx="0" cy="44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84" name="Oval 114"/>
            <p:cNvSpPr>
              <a:spLocks noChangeArrowheads="1"/>
            </p:cNvSpPr>
            <p:nvPr/>
          </p:nvSpPr>
          <p:spPr bwMode="auto">
            <a:xfrm>
              <a:off x="2493" y="1994"/>
              <a:ext cx="102" cy="102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9585" name="Rectangle 115"/>
            <p:cNvSpPr>
              <a:spLocks noChangeArrowheads="1"/>
            </p:cNvSpPr>
            <p:nvPr/>
          </p:nvSpPr>
          <p:spPr bwMode="auto">
            <a:xfrm>
              <a:off x="1464" y="1864"/>
              <a:ext cx="732" cy="368"/>
            </a:xfrm>
            <a:prstGeom prst="rect">
              <a:avLst/>
            </a:prstGeom>
            <a:noFill/>
            <a:ln w="2857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</p:grpSp>
      <p:grpSp>
        <p:nvGrpSpPr>
          <p:cNvPr id="11" name="Group 116"/>
          <p:cNvGrpSpPr>
            <a:grpSpLocks/>
          </p:cNvGrpSpPr>
          <p:nvPr/>
        </p:nvGrpSpPr>
        <p:grpSpPr bwMode="auto">
          <a:xfrm>
            <a:off x="1198563" y="3859213"/>
            <a:ext cx="1587" cy="1004887"/>
            <a:chOff x="856" y="1722"/>
            <a:chExt cx="1" cy="633"/>
          </a:xfrm>
        </p:grpSpPr>
        <p:sp>
          <p:nvSpPr>
            <p:cNvPr id="19565" name="Line 117"/>
            <p:cNvSpPr>
              <a:spLocks noChangeShapeType="1"/>
            </p:cNvSpPr>
            <p:nvPr/>
          </p:nvSpPr>
          <p:spPr bwMode="auto">
            <a:xfrm flipH="1">
              <a:off x="857" y="1722"/>
              <a:ext cx="0" cy="7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66" name="Line 118"/>
            <p:cNvSpPr>
              <a:spLocks noChangeShapeType="1"/>
            </p:cNvSpPr>
            <p:nvPr/>
          </p:nvSpPr>
          <p:spPr bwMode="auto">
            <a:xfrm flipH="1">
              <a:off x="856" y="2278"/>
              <a:ext cx="0" cy="7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" name="Group 119"/>
          <p:cNvGrpSpPr>
            <a:grpSpLocks/>
          </p:cNvGrpSpPr>
          <p:nvPr/>
        </p:nvGrpSpPr>
        <p:grpSpPr bwMode="auto">
          <a:xfrm>
            <a:off x="1630363" y="5160963"/>
            <a:ext cx="655637" cy="771525"/>
            <a:chOff x="646" y="2496"/>
            <a:chExt cx="413" cy="486"/>
          </a:xfrm>
        </p:grpSpPr>
        <p:sp>
          <p:nvSpPr>
            <p:cNvPr id="19550" name="Oval 120"/>
            <p:cNvSpPr>
              <a:spLocks noChangeArrowheads="1"/>
            </p:cNvSpPr>
            <p:nvPr/>
          </p:nvSpPr>
          <p:spPr bwMode="auto">
            <a:xfrm>
              <a:off x="682" y="2552"/>
              <a:ext cx="346" cy="354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9551" name="Rectangle 121"/>
            <p:cNvSpPr>
              <a:spLocks noChangeArrowheads="1"/>
            </p:cNvSpPr>
            <p:nvPr/>
          </p:nvSpPr>
          <p:spPr bwMode="auto">
            <a:xfrm>
              <a:off x="980" y="2682"/>
              <a:ext cx="65" cy="9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9552" name="Line 122"/>
            <p:cNvSpPr>
              <a:spLocks noChangeShapeType="1"/>
            </p:cNvSpPr>
            <p:nvPr/>
          </p:nvSpPr>
          <p:spPr bwMode="auto">
            <a:xfrm>
              <a:off x="851" y="2496"/>
              <a:ext cx="1" cy="48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53" name="Line 123"/>
            <p:cNvSpPr>
              <a:spLocks noChangeShapeType="1"/>
            </p:cNvSpPr>
            <p:nvPr/>
          </p:nvSpPr>
          <p:spPr bwMode="auto">
            <a:xfrm>
              <a:off x="646" y="2727"/>
              <a:ext cx="41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54" name="Freeform 124"/>
            <p:cNvSpPr>
              <a:spLocks/>
            </p:cNvSpPr>
            <p:nvPr/>
          </p:nvSpPr>
          <p:spPr bwMode="auto">
            <a:xfrm>
              <a:off x="944" y="2673"/>
              <a:ext cx="75" cy="110"/>
            </a:xfrm>
            <a:custGeom>
              <a:avLst/>
              <a:gdLst>
                <a:gd name="T0" fmla="*/ 75 w 75"/>
                <a:gd name="T1" fmla="*/ 0 h 110"/>
                <a:gd name="T2" fmla="*/ 0 w 75"/>
                <a:gd name="T3" fmla="*/ 0 h 110"/>
                <a:gd name="T4" fmla="*/ 0 w 75"/>
                <a:gd name="T5" fmla="*/ 110 h 110"/>
                <a:gd name="T6" fmla="*/ 75 w 75"/>
                <a:gd name="T7" fmla="*/ 110 h 11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5"/>
                <a:gd name="T13" fmla="*/ 0 h 110"/>
                <a:gd name="T14" fmla="*/ 75 w 75"/>
                <a:gd name="T15" fmla="*/ 110 h 11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5" h="110">
                  <a:moveTo>
                    <a:pt x="75" y="0"/>
                  </a:moveTo>
                  <a:lnTo>
                    <a:pt x="0" y="0"/>
                  </a:lnTo>
                  <a:lnTo>
                    <a:pt x="0" y="110"/>
                  </a:lnTo>
                  <a:lnTo>
                    <a:pt x="75" y="11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9555" name="Group 125"/>
            <p:cNvGrpSpPr>
              <a:grpSpLocks/>
            </p:cNvGrpSpPr>
            <p:nvPr/>
          </p:nvGrpSpPr>
          <p:grpSpPr bwMode="auto">
            <a:xfrm>
              <a:off x="683" y="2553"/>
              <a:ext cx="318" cy="350"/>
              <a:chOff x="683" y="2553"/>
              <a:chExt cx="318" cy="350"/>
            </a:xfrm>
          </p:grpSpPr>
          <p:sp>
            <p:nvSpPr>
              <p:cNvPr id="19556" name="Line 126"/>
              <p:cNvSpPr>
                <a:spLocks noChangeShapeType="1"/>
              </p:cNvSpPr>
              <p:nvPr/>
            </p:nvSpPr>
            <p:spPr bwMode="auto">
              <a:xfrm flipV="1">
                <a:off x="981" y="2654"/>
                <a:ext cx="18" cy="1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57" name="Line 127"/>
              <p:cNvSpPr>
                <a:spLocks noChangeShapeType="1"/>
              </p:cNvSpPr>
              <p:nvPr/>
            </p:nvSpPr>
            <p:spPr bwMode="auto">
              <a:xfrm flipV="1">
                <a:off x="686" y="2555"/>
                <a:ext cx="137" cy="13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58" name="Line 128"/>
              <p:cNvSpPr>
                <a:spLocks noChangeShapeType="1"/>
              </p:cNvSpPr>
              <p:nvPr/>
            </p:nvSpPr>
            <p:spPr bwMode="auto">
              <a:xfrm flipV="1">
                <a:off x="683" y="2553"/>
                <a:ext cx="195" cy="19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59" name="Line 129"/>
              <p:cNvSpPr>
                <a:spLocks noChangeShapeType="1"/>
              </p:cNvSpPr>
              <p:nvPr/>
            </p:nvSpPr>
            <p:spPr bwMode="auto">
              <a:xfrm flipV="1">
                <a:off x="694" y="2564"/>
                <a:ext cx="229" cy="22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60" name="Line 130"/>
              <p:cNvSpPr>
                <a:spLocks noChangeShapeType="1"/>
              </p:cNvSpPr>
              <p:nvPr/>
            </p:nvSpPr>
            <p:spPr bwMode="auto">
              <a:xfrm flipV="1">
                <a:off x="713" y="2588"/>
                <a:ext cx="245" cy="2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61" name="Line 131"/>
              <p:cNvSpPr>
                <a:spLocks noChangeShapeType="1"/>
              </p:cNvSpPr>
              <p:nvPr/>
            </p:nvSpPr>
            <p:spPr bwMode="auto">
              <a:xfrm flipV="1">
                <a:off x="743" y="2618"/>
                <a:ext cx="245" cy="24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62" name="Line 132"/>
              <p:cNvSpPr>
                <a:spLocks noChangeShapeType="1"/>
              </p:cNvSpPr>
              <p:nvPr/>
            </p:nvSpPr>
            <p:spPr bwMode="auto">
              <a:xfrm flipV="1">
                <a:off x="778" y="2720"/>
                <a:ext cx="166" cy="1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63" name="Line 133"/>
              <p:cNvSpPr>
                <a:spLocks noChangeShapeType="1"/>
              </p:cNvSpPr>
              <p:nvPr/>
            </p:nvSpPr>
            <p:spPr bwMode="auto">
              <a:xfrm flipV="1">
                <a:off x="821" y="2779"/>
                <a:ext cx="123" cy="12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64" name="Line 134"/>
              <p:cNvSpPr>
                <a:spLocks noChangeShapeType="1"/>
              </p:cNvSpPr>
              <p:nvPr/>
            </p:nvSpPr>
            <p:spPr bwMode="auto">
              <a:xfrm flipV="1">
                <a:off x="881" y="2783"/>
                <a:ext cx="120" cy="1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4" name="Group 135"/>
          <p:cNvGrpSpPr>
            <a:grpSpLocks/>
          </p:cNvGrpSpPr>
          <p:nvPr/>
        </p:nvGrpSpPr>
        <p:grpSpPr bwMode="auto">
          <a:xfrm>
            <a:off x="1182688" y="3862388"/>
            <a:ext cx="280987" cy="993775"/>
            <a:chOff x="846" y="1724"/>
            <a:chExt cx="177" cy="626"/>
          </a:xfrm>
        </p:grpSpPr>
        <p:sp>
          <p:nvSpPr>
            <p:cNvPr id="19548" name="Line 136"/>
            <p:cNvSpPr>
              <a:spLocks noChangeAspect="1" noChangeShapeType="1"/>
            </p:cNvSpPr>
            <p:nvPr/>
          </p:nvSpPr>
          <p:spPr bwMode="auto">
            <a:xfrm>
              <a:off x="846" y="2348"/>
              <a:ext cx="171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49" name="Line 137"/>
            <p:cNvSpPr>
              <a:spLocks noChangeAspect="1" noChangeShapeType="1"/>
            </p:cNvSpPr>
            <p:nvPr/>
          </p:nvSpPr>
          <p:spPr bwMode="auto">
            <a:xfrm>
              <a:off x="852" y="1724"/>
              <a:ext cx="171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" name="Group 138"/>
          <p:cNvGrpSpPr>
            <a:grpSpLocks/>
          </p:cNvGrpSpPr>
          <p:nvPr/>
        </p:nvGrpSpPr>
        <p:grpSpPr bwMode="auto">
          <a:xfrm>
            <a:off x="2751138" y="5224463"/>
            <a:ext cx="719137" cy="663575"/>
            <a:chOff x="2311" y="2354"/>
            <a:chExt cx="453" cy="418"/>
          </a:xfrm>
        </p:grpSpPr>
        <p:sp>
          <p:nvSpPr>
            <p:cNvPr id="19531" name="Oval 139"/>
            <p:cNvSpPr>
              <a:spLocks noChangeArrowheads="1"/>
            </p:cNvSpPr>
            <p:nvPr/>
          </p:nvSpPr>
          <p:spPr bwMode="auto">
            <a:xfrm>
              <a:off x="2387" y="2412"/>
              <a:ext cx="315" cy="311"/>
            </a:xfrm>
            <a:prstGeom prst="ellips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19532" name="Line 140"/>
            <p:cNvSpPr>
              <a:spLocks noChangeShapeType="1"/>
            </p:cNvSpPr>
            <p:nvPr/>
          </p:nvSpPr>
          <p:spPr bwMode="auto">
            <a:xfrm>
              <a:off x="2546" y="2354"/>
              <a:ext cx="0" cy="4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33" name="Line 141"/>
            <p:cNvSpPr>
              <a:spLocks noChangeShapeType="1"/>
            </p:cNvSpPr>
            <p:nvPr/>
          </p:nvSpPr>
          <p:spPr bwMode="auto">
            <a:xfrm>
              <a:off x="2311" y="2573"/>
              <a:ext cx="4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9534" name="Group 142"/>
            <p:cNvGrpSpPr>
              <a:grpSpLocks/>
            </p:cNvGrpSpPr>
            <p:nvPr/>
          </p:nvGrpSpPr>
          <p:grpSpPr bwMode="auto">
            <a:xfrm>
              <a:off x="2391" y="2522"/>
              <a:ext cx="310" cy="103"/>
              <a:chOff x="2391" y="2522"/>
              <a:chExt cx="310" cy="103"/>
            </a:xfrm>
          </p:grpSpPr>
          <p:sp>
            <p:nvSpPr>
              <p:cNvPr id="19546" name="Line 143"/>
              <p:cNvSpPr>
                <a:spLocks noChangeShapeType="1"/>
              </p:cNvSpPr>
              <p:nvPr/>
            </p:nvSpPr>
            <p:spPr bwMode="auto">
              <a:xfrm>
                <a:off x="2391" y="2522"/>
                <a:ext cx="31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47" name="Line 144"/>
              <p:cNvSpPr>
                <a:spLocks noChangeShapeType="1"/>
              </p:cNvSpPr>
              <p:nvPr/>
            </p:nvSpPr>
            <p:spPr bwMode="auto">
              <a:xfrm>
                <a:off x="2404" y="2622"/>
                <a:ext cx="287" cy="3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19535" name="Group 145"/>
            <p:cNvGrpSpPr>
              <a:grpSpLocks/>
            </p:cNvGrpSpPr>
            <p:nvPr/>
          </p:nvGrpSpPr>
          <p:grpSpPr bwMode="auto">
            <a:xfrm>
              <a:off x="2416" y="2409"/>
              <a:ext cx="266" cy="311"/>
              <a:chOff x="2416" y="2409"/>
              <a:chExt cx="266" cy="311"/>
            </a:xfrm>
          </p:grpSpPr>
          <p:sp>
            <p:nvSpPr>
              <p:cNvPr id="19536" name="Line 146"/>
              <p:cNvSpPr>
                <a:spLocks noChangeShapeType="1"/>
              </p:cNvSpPr>
              <p:nvPr/>
            </p:nvSpPr>
            <p:spPr bwMode="auto">
              <a:xfrm flipV="1">
                <a:off x="2422" y="2409"/>
                <a:ext cx="113" cy="11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37" name="Line 147"/>
              <p:cNvSpPr>
                <a:spLocks noChangeShapeType="1"/>
              </p:cNvSpPr>
              <p:nvPr/>
            </p:nvSpPr>
            <p:spPr bwMode="auto">
              <a:xfrm flipV="1">
                <a:off x="2478" y="2420"/>
                <a:ext cx="104" cy="10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38" name="Line 148"/>
              <p:cNvSpPr>
                <a:spLocks noChangeShapeType="1"/>
              </p:cNvSpPr>
              <p:nvPr/>
            </p:nvSpPr>
            <p:spPr bwMode="auto">
              <a:xfrm flipV="1">
                <a:off x="2538" y="2438"/>
                <a:ext cx="86" cy="8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39" name="Line 149"/>
              <p:cNvSpPr>
                <a:spLocks noChangeShapeType="1"/>
              </p:cNvSpPr>
              <p:nvPr/>
            </p:nvSpPr>
            <p:spPr bwMode="auto">
              <a:xfrm flipV="1">
                <a:off x="2598" y="2470"/>
                <a:ext cx="54" cy="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40" name="Line 150"/>
              <p:cNvSpPr>
                <a:spLocks noChangeShapeType="1"/>
              </p:cNvSpPr>
              <p:nvPr/>
            </p:nvSpPr>
            <p:spPr bwMode="auto">
              <a:xfrm flipV="1">
                <a:off x="2654" y="2496"/>
                <a:ext cx="28" cy="2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41" name="Line 151"/>
              <p:cNvSpPr>
                <a:spLocks noChangeShapeType="1"/>
              </p:cNvSpPr>
              <p:nvPr/>
            </p:nvSpPr>
            <p:spPr bwMode="auto">
              <a:xfrm flipV="1">
                <a:off x="2478" y="2632"/>
                <a:ext cx="74" cy="7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42" name="Line 152"/>
              <p:cNvSpPr>
                <a:spLocks noChangeShapeType="1"/>
              </p:cNvSpPr>
              <p:nvPr/>
            </p:nvSpPr>
            <p:spPr bwMode="auto">
              <a:xfrm flipV="1">
                <a:off x="2442" y="2630"/>
                <a:ext cx="54" cy="5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43" name="Line 153"/>
              <p:cNvSpPr>
                <a:spLocks noChangeShapeType="1"/>
              </p:cNvSpPr>
              <p:nvPr/>
            </p:nvSpPr>
            <p:spPr bwMode="auto">
              <a:xfrm flipV="1">
                <a:off x="2522" y="2630"/>
                <a:ext cx="90" cy="9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44" name="Line 154"/>
              <p:cNvSpPr>
                <a:spLocks noChangeShapeType="1"/>
              </p:cNvSpPr>
              <p:nvPr/>
            </p:nvSpPr>
            <p:spPr bwMode="auto">
              <a:xfrm flipV="1">
                <a:off x="2582" y="2634"/>
                <a:ext cx="84" cy="8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45" name="Line 155"/>
              <p:cNvSpPr>
                <a:spLocks noChangeShapeType="1"/>
              </p:cNvSpPr>
              <p:nvPr/>
            </p:nvSpPr>
            <p:spPr bwMode="auto">
              <a:xfrm flipV="1">
                <a:off x="2416" y="2632"/>
                <a:ext cx="22" cy="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18" name="Group 156"/>
          <p:cNvGrpSpPr>
            <a:grpSpLocks/>
          </p:cNvGrpSpPr>
          <p:nvPr/>
        </p:nvGrpSpPr>
        <p:grpSpPr bwMode="auto">
          <a:xfrm>
            <a:off x="3879850" y="3911600"/>
            <a:ext cx="1588" cy="1004888"/>
            <a:chOff x="856" y="1722"/>
            <a:chExt cx="1" cy="633"/>
          </a:xfrm>
        </p:grpSpPr>
        <p:sp>
          <p:nvSpPr>
            <p:cNvPr id="19529" name="Line 157"/>
            <p:cNvSpPr>
              <a:spLocks noChangeShapeType="1"/>
            </p:cNvSpPr>
            <p:nvPr/>
          </p:nvSpPr>
          <p:spPr bwMode="auto">
            <a:xfrm flipH="1">
              <a:off x="857" y="1722"/>
              <a:ext cx="0" cy="7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30" name="Line 158"/>
            <p:cNvSpPr>
              <a:spLocks noChangeShapeType="1"/>
            </p:cNvSpPr>
            <p:nvPr/>
          </p:nvSpPr>
          <p:spPr bwMode="auto">
            <a:xfrm flipH="1">
              <a:off x="856" y="2278"/>
              <a:ext cx="0" cy="7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9" name="Group 159"/>
          <p:cNvGrpSpPr>
            <a:grpSpLocks/>
          </p:cNvGrpSpPr>
          <p:nvPr/>
        </p:nvGrpSpPr>
        <p:grpSpPr bwMode="auto">
          <a:xfrm>
            <a:off x="1036638" y="3562350"/>
            <a:ext cx="323850" cy="1665288"/>
            <a:chOff x="3334" y="1604"/>
            <a:chExt cx="204" cy="1049"/>
          </a:xfrm>
        </p:grpSpPr>
        <p:sp>
          <p:nvSpPr>
            <p:cNvPr id="19527" name="Text Box 160"/>
            <p:cNvSpPr txBox="1">
              <a:spLocks noChangeArrowheads="1"/>
            </p:cNvSpPr>
            <p:nvPr/>
          </p:nvSpPr>
          <p:spPr bwMode="auto">
            <a:xfrm>
              <a:off x="3335" y="1604"/>
              <a:ext cx="20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ISOCPEUR" pitchFamily="34" charset="0"/>
                  <a:ea typeface="黑体" pitchFamily="2" charset="-122"/>
                </a:rPr>
                <a:t>A</a:t>
              </a:r>
            </a:p>
          </p:txBody>
        </p:sp>
        <p:sp>
          <p:nvSpPr>
            <p:cNvPr id="19528" name="Text Box 161"/>
            <p:cNvSpPr txBox="1">
              <a:spLocks noChangeArrowheads="1"/>
            </p:cNvSpPr>
            <p:nvPr/>
          </p:nvSpPr>
          <p:spPr bwMode="auto">
            <a:xfrm>
              <a:off x="3334" y="2422"/>
              <a:ext cx="20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ISOCPEUR" pitchFamily="34" charset="0"/>
                  <a:ea typeface="黑体" pitchFamily="2" charset="-122"/>
                </a:rPr>
                <a:t>A</a:t>
              </a:r>
            </a:p>
          </p:txBody>
        </p:sp>
      </p:grpSp>
      <p:sp>
        <p:nvSpPr>
          <p:cNvPr id="222370" name="Text Box 162"/>
          <p:cNvSpPr txBox="1">
            <a:spLocks noChangeArrowheads="1"/>
          </p:cNvSpPr>
          <p:nvPr/>
        </p:nvSpPr>
        <p:spPr bwMode="auto">
          <a:xfrm>
            <a:off x="1624013" y="4860925"/>
            <a:ext cx="56673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 i="1">
                <a:solidFill>
                  <a:srgbClr val="000000"/>
                </a:solidFill>
                <a:latin typeface="ISOCPEUR" pitchFamily="34" charset="0"/>
              </a:rPr>
              <a:t>A-A</a:t>
            </a:r>
          </a:p>
        </p:txBody>
      </p:sp>
      <p:sp>
        <p:nvSpPr>
          <p:cNvPr id="222371" name="Text Box 163"/>
          <p:cNvSpPr txBox="1">
            <a:spLocks noChangeArrowheads="1"/>
          </p:cNvSpPr>
          <p:nvPr/>
        </p:nvSpPr>
        <p:spPr bwMode="auto">
          <a:xfrm>
            <a:off x="2757488" y="4914900"/>
            <a:ext cx="534987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1800" b="1" i="1">
                <a:solidFill>
                  <a:srgbClr val="000000"/>
                </a:solidFill>
                <a:latin typeface="ISOCPEUR" pitchFamily="34" charset="0"/>
              </a:rPr>
              <a:t>B-B</a:t>
            </a:r>
          </a:p>
        </p:txBody>
      </p:sp>
      <p:grpSp>
        <p:nvGrpSpPr>
          <p:cNvPr id="20" name="Group 164"/>
          <p:cNvGrpSpPr>
            <a:grpSpLocks/>
          </p:cNvGrpSpPr>
          <p:nvPr/>
        </p:nvGrpSpPr>
        <p:grpSpPr bwMode="auto">
          <a:xfrm>
            <a:off x="3570288" y="3678238"/>
            <a:ext cx="307975" cy="1454150"/>
            <a:chOff x="4928" y="2447"/>
            <a:chExt cx="194" cy="916"/>
          </a:xfrm>
        </p:grpSpPr>
        <p:sp>
          <p:nvSpPr>
            <p:cNvPr id="19525" name="Text Box 165"/>
            <p:cNvSpPr txBox="1">
              <a:spLocks noChangeArrowheads="1"/>
            </p:cNvSpPr>
            <p:nvPr/>
          </p:nvSpPr>
          <p:spPr bwMode="auto">
            <a:xfrm>
              <a:off x="4929" y="2447"/>
              <a:ext cx="1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ISOCPEUR" pitchFamily="34" charset="0"/>
                  <a:ea typeface="黑体" pitchFamily="2" charset="-122"/>
                </a:rPr>
                <a:t>B</a:t>
              </a:r>
            </a:p>
          </p:txBody>
        </p:sp>
        <p:sp>
          <p:nvSpPr>
            <p:cNvPr id="19526" name="Text Box 166"/>
            <p:cNvSpPr txBox="1">
              <a:spLocks noChangeArrowheads="1"/>
            </p:cNvSpPr>
            <p:nvPr/>
          </p:nvSpPr>
          <p:spPr bwMode="auto">
            <a:xfrm>
              <a:off x="4928" y="3132"/>
              <a:ext cx="193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800" b="1" i="1">
                  <a:solidFill>
                    <a:srgbClr val="000000"/>
                  </a:solidFill>
                  <a:latin typeface="ISOCPEUR" pitchFamily="34" charset="0"/>
                  <a:ea typeface="黑体" pitchFamily="2" charset="-122"/>
                </a:rPr>
                <a:t>B</a:t>
              </a:r>
            </a:p>
          </p:txBody>
        </p:sp>
      </p:grpSp>
      <p:sp>
        <p:nvSpPr>
          <p:cNvPr id="222375" name="Text Box 167"/>
          <p:cNvSpPr txBox="1">
            <a:spLocks noChangeArrowheads="1"/>
          </p:cNvSpPr>
          <p:nvPr/>
        </p:nvSpPr>
        <p:spPr bwMode="auto">
          <a:xfrm>
            <a:off x="1651000" y="5918200"/>
            <a:ext cx="7493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图</a:t>
            </a:r>
            <a:r>
              <a:rPr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a</a:t>
            </a:r>
          </a:p>
        </p:txBody>
      </p:sp>
      <p:sp>
        <p:nvSpPr>
          <p:cNvPr id="222376" name="Text Box 168"/>
          <p:cNvSpPr txBox="1">
            <a:spLocks noChangeArrowheads="1"/>
          </p:cNvSpPr>
          <p:nvPr/>
        </p:nvSpPr>
        <p:spPr bwMode="auto">
          <a:xfrm>
            <a:off x="8031163" y="1560513"/>
            <a:ext cx="11128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40000"/>
              </a:spcAft>
              <a:buClr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图</a:t>
            </a:r>
            <a:r>
              <a:rPr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a</a:t>
            </a:r>
          </a:p>
        </p:txBody>
      </p:sp>
      <p:sp>
        <p:nvSpPr>
          <p:cNvPr id="222465" name="Text Box 257"/>
          <p:cNvSpPr txBox="1">
            <a:spLocks noChangeArrowheads="1"/>
          </p:cNvSpPr>
          <p:nvPr/>
        </p:nvSpPr>
        <p:spPr bwMode="auto">
          <a:xfrm>
            <a:off x="8031163" y="1993900"/>
            <a:ext cx="11128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40000"/>
              </a:spcAft>
              <a:buClr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图</a:t>
            </a:r>
            <a:r>
              <a:rPr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b</a:t>
            </a:r>
          </a:p>
        </p:txBody>
      </p:sp>
      <p:sp>
        <p:nvSpPr>
          <p:cNvPr id="222466" name="Text Box 258"/>
          <p:cNvSpPr txBox="1">
            <a:spLocks noChangeArrowheads="1"/>
          </p:cNvSpPr>
          <p:nvPr/>
        </p:nvSpPr>
        <p:spPr bwMode="auto">
          <a:xfrm>
            <a:off x="8031163" y="2414588"/>
            <a:ext cx="11128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40000"/>
              </a:spcAft>
              <a:buClr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图</a:t>
            </a:r>
            <a:r>
              <a:rPr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c</a:t>
            </a:r>
          </a:p>
        </p:txBody>
      </p:sp>
      <p:sp>
        <p:nvSpPr>
          <p:cNvPr id="222467" name="Text Box 259"/>
          <p:cNvSpPr txBox="1">
            <a:spLocks noChangeArrowheads="1"/>
          </p:cNvSpPr>
          <p:nvPr/>
        </p:nvSpPr>
        <p:spPr bwMode="auto">
          <a:xfrm>
            <a:off x="8031163" y="2822575"/>
            <a:ext cx="111283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spcAft>
                <a:spcPct val="40000"/>
              </a:spcAft>
              <a:buClr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图</a:t>
            </a:r>
            <a:r>
              <a:rPr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d</a:t>
            </a:r>
          </a:p>
        </p:txBody>
      </p:sp>
      <p:sp>
        <p:nvSpPr>
          <p:cNvPr id="222469" name="Text Box 261"/>
          <p:cNvSpPr txBox="1">
            <a:spLocks noChangeArrowheads="1"/>
          </p:cNvSpPr>
          <p:nvPr/>
        </p:nvSpPr>
        <p:spPr bwMode="auto">
          <a:xfrm>
            <a:off x="2852738" y="5918200"/>
            <a:ext cx="6324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图</a:t>
            </a:r>
            <a:r>
              <a:rPr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b</a:t>
            </a:r>
          </a:p>
        </p:txBody>
      </p:sp>
      <p:sp>
        <p:nvSpPr>
          <p:cNvPr id="222470" name="Text Box 262"/>
          <p:cNvSpPr txBox="1">
            <a:spLocks noChangeArrowheads="1"/>
          </p:cNvSpPr>
          <p:nvPr/>
        </p:nvSpPr>
        <p:spPr bwMode="auto">
          <a:xfrm>
            <a:off x="5105400" y="5918200"/>
            <a:ext cx="4038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图</a:t>
            </a:r>
            <a:r>
              <a:rPr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c</a:t>
            </a:r>
          </a:p>
        </p:txBody>
      </p:sp>
      <p:sp>
        <p:nvSpPr>
          <p:cNvPr id="222471" name="Text Box 263"/>
          <p:cNvSpPr txBox="1">
            <a:spLocks noChangeArrowheads="1"/>
          </p:cNvSpPr>
          <p:nvPr/>
        </p:nvSpPr>
        <p:spPr bwMode="auto">
          <a:xfrm>
            <a:off x="7721600" y="5918200"/>
            <a:ext cx="1422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图</a:t>
            </a:r>
            <a:r>
              <a:rPr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2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2370" grpId="0" autoUpdateAnimBg="0"/>
      <p:bldP spid="222371" grpId="0" autoUpdateAnimBg="0"/>
      <p:bldP spid="222375" grpId="0" autoUpdateAnimBg="0"/>
      <p:bldP spid="222376" grpId="0" autoUpdateAnimBg="0"/>
      <p:bldP spid="222465" grpId="0" autoUpdateAnimBg="0"/>
      <p:bldP spid="222466" grpId="0" autoUpdateAnimBg="0"/>
      <p:bldP spid="222467" grpId="0" autoUpdateAnimBg="0"/>
      <p:bldP spid="222469" grpId="0" autoUpdateAnimBg="0"/>
      <p:bldP spid="222470" grpId="0" autoUpdateAnimBg="0"/>
      <p:bldP spid="222471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398A87-41D5-47D6-AE06-0CB64111B2C8}" type="slidenum">
              <a:rPr lang="en-US" altLang="zh-CN"/>
              <a:pPr>
                <a:defRPr/>
              </a:pPr>
              <a:t>20</a:t>
            </a:fld>
            <a:endParaRPr lang="en-US" altLang="zh-CN"/>
          </a:p>
        </p:txBody>
      </p:sp>
      <p:grpSp>
        <p:nvGrpSpPr>
          <p:cNvPr id="2" name="Group 213"/>
          <p:cNvGrpSpPr>
            <a:grpSpLocks/>
          </p:cNvGrpSpPr>
          <p:nvPr/>
        </p:nvGrpSpPr>
        <p:grpSpPr bwMode="auto">
          <a:xfrm>
            <a:off x="5129213" y="4045663"/>
            <a:ext cx="2598737" cy="1344613"/>
            <a:chOff x="3231" y="3304"/>
            <a:chExt cx="1637" cy="847"/>
          </a:xfrm>
        </p:grpSpPr>
        <p:sp>
          <p:nvSpPr>
            <p:cNvPr id="20595" name="Line 157"/>
            <p:cNvSpPr>
              <a:spLocks noChangeShapeType="1"/>
            </p:cNvSpPr>
            <p:nvPr/>
          </p:nvSpPr>
          <p:spPr bwMode="auto">
            <a:xfrm>
              <a:off x="4456" y="3304"/>
              <a:ext cx="0" cy="84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96" name="Line 158"/>
            <p:cNvSpPr>
              <a:spLocks noChangeShapeType="1"/>
            </p:cNvSpPr>
            <p:nvPr/>
          </p:nvSpPr>
          <p:spPr bwMode="auto">
            <a:xfrm>
              <a:off x="3231" y="3718"/>
              <a:ext cx="1637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97" name="Oval 159"/>
            <p:cNvSpPr>
              <a:spLocks noChangeArrowheads="1"/>
            </p:cNvSpPr>
            <p:nvPr/>
          </p:nvSpPr>
          <p:spPr bwMode="auto">
            <a:xfrm>
              <a:off x="4094" y="3345"/>
              <a:ext cx="726" cy="741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20598" name="Oval 160"/>
            <p:cNvSpPr>
              <a:spLocks noChangeArrowheads="1"/>
            </p:cNvSpPr>
            <p:nvPr/>
          </p:nvSpPr>
          <p:spPr bwMode="auto">
            <a:xfrm>
              <a:off x="4193" y="3450"/>
              <a:ext cx="528" cy="537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20599" name="Oval 161"/>
            <p:cNvSpPr>
              <a:spLocks noChangeArrowheads="1"/>
            </p:cNvSpPr>
            <p:nvPr/>
          </p:nvSpPr>
          <p:spPr bwMode="auto">
            <a:xfrm>
              <a:off x="4360" y="3621"/>
              <a:ext cx="192" cy="189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20600" name="Line 162"/>
            <p:cNvSpPr>
              <a:spLocks noChangeShapeType="1"/>
            </p:cNvSpPr>
            <p:nvPr/>
          </p:nvSpPr>
          <p:spPr bwMode="auto">
            <a:xfrm flipH="1">
              <a:off x="3377" y="3345"/>
              <a:ext cx="108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01" name="Line 163"/>
            <p:cNvSpPr>
              <a:spLocks noChangeShapeType="1"/>
            </p:cNvSpPr>
            <p:nvPr/>
          </p:nvSpPr>
          <p:spPr bwMode="auto">
            <a:xfrm>
              <a:off x="3383" y="4086"/>
              <a:ext cx="1074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02" name="Line 164"/>
            <p:cNvSpPr>
              <a:spLocks noChangeShapeType="1"/>
            </p:cNvSpPr>
            <p:nvPr/>
          </p:nvSpPr>
          <p:spPr bwMode="auto">
            <a:xfrm>
              <a:off x="3275" y="3438"/>
              <a:ext cx="0" cy="543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03" name="Line 165"/>
            <p:cNvSpPr>
              <a:spLocks noChangeShapeType="1"/>
            </p:cNvSpPr>
            <p:nvPr/>
          </p:nvSpPr>
          <p:spPr bwMode="auto">
            <a:xfrm>
              <a:off x="3275" y="3645"/>
              <a:ext cx="8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04" name="Line 166"/>
            <p:cNvSpPr>
              <a:spLocks noChangeShapeType="1"/>
            </p:cNvSpPr>
            <p:nvPr/>
          </p:nvSpPr>
          <p:spPr bwMode="auto">
            <a:xfrm>
              <a:off x="3275" y="3783"/>
              <a:ext cx="82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05" name="Arc 167"/>
            <p:cNvSpPr>
              <a:spLocks/>
            </p:cNvSpPr>
            <p:nvPr/>
          </p:nvSpPr>
          <p:spPr bwMode="auto">
            <a:xfrm>
              <a:off x="3274" y="3344"/>
              <a:ext cx="108" cy="108"/>
            </a:xfrm>
            <a:custGeom>
              <a:avLst/>
              <a:gdLst>
                <a:gd name="T0" fmla="*/ 0 w 21590"/>
                <a:gd name="T1" fmla="*/ 0 h 21592"/>
                <a:gd name="T2" fmla="*/ 0 w 21590"/>
                <a:gd name="T3" fmla="*/ 0 h 21592"/>
                <a:gd name="T4" fmla="*/ 0 w 21590"/>
                <a:gd name="T5" fmla="*/ 0 h 21592"/>
                <a:gd name="T6" fmla="*/ 0 60000 65536"/>
                <a:gd name="T7" fmla="*/ 0 60000 65536"/>
                <a:gd name="T8" fmla="*/ 0 60000 65536"/>
                <a:gd name="T9" fmla="*/ 0 w 21590"/>
                <a:gd name="T10" fmla="*/ 0 h 21592"/>
                <a:gd name="T11" fmla="*/ 21590 w 21590"/>
                <a:gd name="T12" fmla="*/ 21592 h 2159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590" h="21592" fill="none" extrusionOk="0">
                  <a:moveTo>
                    <a:pt x="-1" y="20937"/>
                  </a:moveTo>
                  <a:cubicBezTo>
                    <a:pt x="346" y="9498"/>
                    <a:pt x="9554" y="315"/>
                    <a:pt x="20995" y="0"/>
                  </a:cubicBezTo>
                </a:path>
                <a:path w="21590" h="21592" stroke="0" extrusionOk="0">
                  <a:moveTo>
                    <a:pt x="-1" y="20937"/>
                  </a:moveTo>
                  <a:cubicBezTo>
                    <a:pt x="346" y="9498"/>
                    <a:pt x="9554" y="315"/>
                    <a:pt x="20995" y="0"/>
                  </a:cubicBezTo>
                  <a:lnTo>
                    <a:pt x="21590" y="21592"/>
                  </a:lnTo>
                  <a:lnTo>
                    <a:pt x="-1" y="20937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06" name="Arc 168"/>
            <p:cNvSpPr>
              <a:spLocks/>
            </p:cNvSpPr>
            <p:nvPr/>
          </p:nvSpPr>
          <p:spPr bwMode="auto">
            <a:xfrm>
              <a:off x="3276" y="3975"/>
              <a:ext cx="108" cy="111"/>
            </a:xfrm>
            <a:custGeom>
              <a:avLst/>
              <a:gdLst>
                <a:gd name="T0" fmla="*/ 0 w 21600"/>
                <a:gd name="T1" fmla="*/ 0 h 22213"/>
                <a:gd name="T2" fmla="*/ 0 w 21600"/>
                <a:gd name="T3" fmla="*/ 0 h 22213"/>
                <a:gd name="T4" fmla="*/ 0 w 21600"/>
                <a:gd name="T5" fmla="*/ 0 h 2221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2213"/>
                <a:gd name="T11" fmla="*/ 21600 w 21600"/>
                <a:gd name="T12" fmla="*/ 22213 h 2221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2213" fill="none" extrusionOk="0">
                  <a:moveTo>
                    <a:pt x="21600" y="22213"/>
                  </a:moveTo>
                  <a:cubicBezTo>
                    <a:pt x="9670" y="22213"/>
                    <a:pt x="0" y="12542"/>
                    <a:pt x="0" y="613"/>
                  </a:cubicBezTo>
                  <a:cubicBezTo>
                    <a:pt x="-1" y="408"/>
                    <a:pt x="2" y="204"/>
                    <a:pt x="8" y="-1"/>
                  </a:cubicBezTo>
                </a:path>
                <a:path w="21600" h="22213" stroke="0" extrusionOk="0">
                  <a:moveTo>
                    <a:pt x="21600" y="22213"/>
                  </a:moveTo>
                  <a:cubicBezTo>
                    <a:pt x="9670" y="22213"/>
                    <a:pt x="0" y="12542"/>
                    <a:pt x="0" y="613"/>
                  </a:cubicBezTo>
                  <a:cubicBezTo>
                    <a:pt x="-1" y="408"/>
                    <a:pt x="2" y="204"/>
                    <a:pt x="8" y="-1"/>
                  </a:cubicBezTo>
                  <a:lnTo>
                    <a:pt x="21600" y="613"/>
                  </a:lnTo>
                  <a:lnTo>
                    <a:pt x="21600" y="22213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07" name="Line 169"/>
            <p:cNvSpPr>
              <a:spLocks noChangeShapeType="1"/>
            </p:cNvSpPr>
            <p:nvPr/>
          </p:nvSpPr>
          <p:spPr bwMode="auto">
            <a:xfrm>
              <a:off x="4537" y="3352"/>
              <a:ext cx="0" cy="1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08" name="Line 170"/>
            <p:cNvSpPr>
              <a:spLocks noChangeShapeType="1"/>
            </p:cNvSpPr>
            <p:nvPr/>
          </p:nvSpPr>
          <p:spPr bwMode="auto">
            <a:xfrm>
              <a:off x="4375" y="3355"/>
              <a:ext cx="0" cy="1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09" name="Line 171"/>
            <p:cNvSpPr>
              <a:spLocks noChangeShapeType="1"/>
            </p:cNvSpPr>
            <p:nvPr/>
          </p:nvSpPr>
          <p:spPr bwMode="auto">
            <a:xfrm>
              <a:off x="4537" y="3972"/>
              <a:ext cx="0" cy="1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610" name="Line 172"/>
            <p:cNvSpPr>
              <a:spLocks noChangeShapeType="1"/>
            </p:cNvSpPr>
            <p:nvPr/>
          </p:nvSpPr>
          <p:spPr bwMode="auto">
            <a:xfrm>
              <a:off x="4375" y="3972"/>
              <a:ext cx="0" cy="11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5424" name="Line 80"/>
          <p:cNvSpPr>
            <a:spLocks noChangeShapeType="1"/>
          </p:cNvSpPr>
          <p:nvPr/>
        </p:nvSpPr>
        <p:spPr bwMode="auto">
          <a:xfrm>
            <a:off x="6524625" y="3194763"/>
            <a:ext cx="55245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346" name="Line 2"/>
          <p:cNvSpPr>
            <a:spLocks noChangeShapeType="1"/>
          </p:cNvSpPr>
          <p:nvPr/>
        </p:nvSpPr>
        <p:spPr bwMode="auto">
          <a:xfrm flipV="1">
            <a:off x="6492875" y="2339101"/>
            <a:ext cx="26988" cy="190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347" name="Line 3"/>
          <p:cNvSpPr>
            <a:spLocks noChangeShapeType="1"/>
          </p:cNvSpPr>
          <p:nvPr/>
        </p:nvSpPr>
        <p:spPr bwMode="auto">
          <a:xfrm flipV="1">
            <a:off x="6518275" y="2345451"/>
            <a:ext cx="0" cy="862012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352" name="Rectangle 8"/>
          <p:cNvSpPr>
            <a:spLocks noChangeArrowheads="1"/>
          </p:cNvSpPr>
          <p:nvPr/>
        </p:nvSpPr>
        <p:spPr bwMode="auto">
          <a:xfrm>
            <a:off x="6434138" y="3148726"/>
            <a:ext cx="1003300" cy="1000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185420" name="Rectangle 76"/>
          <p:cNvSpPr>
            <a:spLocks noChangeArrowheads="1"/>
          </p:cNvSpPr>
          <p:nvPr/>
        </p:nvSpPr>
        <p:spPr bwMode="auto">
          <a:xfrm>
            <a:off x="6402388" y="2258138"/>
            <a:ext cx="165100" cy="9207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20489" name="Text Box 13"/>
          <p:cNvSpPr txBox="1">
            <a:spLocks noChangeArrowheads="1"/>
          </p:cNvSpPr>
          <p:nvPr/>
        </p:nvSpPr>
        <p:spPr bwMode="auto">
          <a:xfrm>
            <a:off x="101245" y="285045"/>
            <a:ext cx="8610600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§12.4   </a:t>
            </a:r>
            <a:r>
              <a:rPr lang="zh-CN" altLang="en-US" sz="36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规定画法</a:t>
            </a:r>
            <a:endParaRPr lang="zh-CN" altLang="en-US" sz="3600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85358" name="Text Box 14"/>
          <p:cNvSpPr txBox="1">
            <a:spLocks noChangeArrowheads="1"/>
          </p:cNvSpPr>
          <p:nvPr/>
        </p:nvSpPr>
        <p:spPr bwMode="auto">
          <a:xfrm>
            <a:off x="269875" y="1640601"/>
            <a:ext cx="88741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1.</a:t>
            </a:r>
            <a:r>
              <a:rPr lang="zh-CN" altLang="en-US" sz="2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肋不剖</a:t>
            </a:r>
            <a:endParaRPr lang="zh-CN" altLang="en-US" sz="280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85359" name="Text Box 15"/>
          <p:cNvSpPr txBox="1">
            <a:spLocks noChangeArrowheads="1"/>
          </p:cNvSpPr>
          <p:nvPr/>
        </p:nvSpPr>
        <p:spPr bwMode="auto">
          <a:xfrm>
            <a:off x="438150" y="2202576"/>
            <a:ext cx="870585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4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如果剖切平面通过肋板的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对称面时，肋板的剖面不画剖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面线，且用粗实线将其与相邻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形体分开。</a:t>
            </a:r>
          </a:p>
        </p:txBody>
      </p:sp>
      <p:sp>
        <p:nvSpPr>
          <p:cNvPr id="185381" name="Line 37"/>
          <p:cNvSpPr>
            <a:spLocks noChangeShapeType="1"/>
          </p:cNvSpPr>
          <p:nvPr/>
        </p:nvSpPr>
        <p:spPr bwMode="auto">
          <a:xfrm>
            <a:off x="6651625" y="2086688"/>
            <a:ext cx="0" cy="9715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382" name="Line 38"/>
          <p:cNvSpPr>
            <a:spLocks noChangeShapeType="1"/>
          </p:cNvSpPr>
          <p:nvPr/>
        </p:nvSpPr>
        <p:spPr bwMode="auto">
          <a:xfrm>
            <a:off x="6651625" y="3053476"/>
            <a:ext cx="838200" cy="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383" name="Line 39"/>
          <p:cNvSpPr>
            <a:spLocks noChangeShapeType="1"/>
          </p:cNvSpPr>
          <p:nvPr/>
        </p:nvSpPr>
        <p:spPr bwMode="auto">
          <a:xfrm flipV="1">
            <a:off x="7489825" y="2081926"/>
            <a:ext cx="0" cy="9715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384" name="Line 40"/>
          <p:cNvSpPr>
            <a:spLocks noChangeShapeType="1"/>
          </p:cNvSpPr>
          <p:nvPr/>
        </p:nvSpPr>
        <p:spPr bwMode="auto">
          <a:xfrm>
            <a:off x="7223125" y="3053476"/>
            <a:ext cx="0" cy="3714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385" name="Line 41"/>
          <p:cNvSpPr>
            <a:spLocks noChangeShapeType="1"/>
          </p:cNvSpPr>
          <p:nvPr/>
        </p:nvSpPr>
        <p:spPr bwMode="auto">
          <a:xfrm>
            <a:off x="6497638" y="2345451"/>
            <a:ext cx="0" cy="8509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" name="Group 81"/>
          <p:cNvGrpSpPr>
            <a:grpSpLocks/>
          </p:cNvGrpSpPr>
          <p:nvPr/>
        </p:nvGrpSpPr>
        <p:grpSpPr bwMode="auto">
          <a:xfrm>
            <a:off x="5205413" y="1958101"/>
            <a:ext cx="2457450" cy="1587500"/>
            <a:chOff x="3765" y="168"/>
            <a:chExt cx="1548" cy="1000"/>
          </a:xfrm>
        </p:grpSpPr>
        <p:sp>
          <p:nvSpPr>
            <p:cNvPr id="20582" name="Line 7"/>
            <p:cNvSpPr>
              <a:spLocks noChangeShapeType="1"/>
            </p:cNvSpPr>
            <p:nvPr/>
          </p:nvSpPr>
          <p:spPr bwMode="auto">
            <a:xfrm>
              <a:off x="3765" y="948"/>
              <a:ext cx="82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3" name="Line 24"/>
            <p:cNvSpPr>
              <a:spLocks noChangeShapeType="1"/>
            </p:cNvSpPr>
            <p:nvPr/>
          </p:nvSpPr>
          <p:spPr bwMode="auto">
            <a:xfrm>
              <a:off x="4581" y="243"/>
              <a:ext cx="732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4" name="Line 25"/>
            <p:cNvSpPr>
              <a:spLocks noChangeShapeType="1"/>
            </p:cNvSpPr>
            <p:nvPr/>
          </p:nvSpPr>
          <p:spPr bwMode="auto">
            <a:xfrm>
              <a:off x="5313" y="240"/>
              <a:ext cx="0" cy="85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5" name="Line 26"/>
            <p:cNvSpPr>
              <a:spLocks noChangeShapeType="1"/>
            </p:cNvSpPr>
            <p:nvPr/>
          </p:nvSpPr>
          <p:spPr bwMode="auto">
            <a:xfrm flipH="1">
              <a:off x="3765" y="1095"/>
              <a:ext cx="154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6" name="Line 27"/>
            <p:cNvSpPr>
              <a:spLocks noChangeShapeType="1"/>
            </p:cNvSpPr>
            <p:nvPr/>
          </p:nvSpPr>
          <p:spPr bwMode="auto">
            <a:xfrm flipV="1">
              <a:off x="3765" y="948"/>
              <a:ext cx="0" cy="15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7" name="Line 28"/>
            <p:cNvSpPr>
              <a:spLocks noChangeShapeType="1"/>
            </p:cNvSpPr>
            <p:nvPr/>
          </p:nvSpPr>
          <p:spPr bwMode="auto">
            <a:xfrm flipH="1">
              <a:off x="4581" y="243"/>
              <a:ext cx="0" cy="17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8" name="Line 29"/>
            <p:cNvSpPr>
              <a:spLocks noChangeShapeType="1"/>
            </p:cNvSpPr>
            <p:nvPr/>
          </p:nvSpPr>
          <p:spPr bwMode="auto">
            <a:xfrm flipV="1">
              <a:off x="3765" y="420"/>
              <a:ext cx="816" cy="525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9" name="Line 32"/>
            <p:cNvSpPr>
              <a:spLocks noChangeShapeType="1"/>
            </p:cNvSpPr>
            <p:nvPr/>
          </p:nvSpPr>
          <p:spPr bwMode="auto">
            <a:xfrm>
              <a:off x="4677" y="240"/>
              <a:ext cx="0" cy="621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90" name="Line 33"/>
            <p:cNvSpPr>
              <a:spLocks noChangeShapeType="1"/>
            </p:cNvSpPr>
            <p:nvPr/>
          </p:nvSpPr>
          <p:spPr bwMode="auto">
            <a:xfrm>
              <a:off x="4680" y="858"/>
              <a:ext cx="5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91" name="Line 34"/>
            <p:cNvSpPr>
              <a:spLocks noChangeShapeType="1"/>
            </p:cNvSpPr>
            <p:nvPr/>
          </p:nvSpPr>
          <p:spPr bwMode="auto">
            <a:xfrm flipH="1">
              <a:off x="5205" y="240"/>
              <a:ext cx="3" cy="61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92" name="Line 35"/>
            <p:cNvSpPr>
              <a:spLocks noChangeShapeType="1"/>
            </p:cNvSpPr>
            <p:nvPr/>
          </p:nvSpPr>
          <p:spPr bwMode="auto">
            <a:xfrm>
              <a:off x="4845" y="855"/>
              <a:ext cx="0" cy="24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93" name="Line 36"/>
            <p:cNvSpPr>
              <a:spLocks noChangeShapeType="1"/>
            </p:cNvSpPr>
            <p:nvPr/>
          </p:nvSpPr>
          <p:spPr bwMode="auto">
            <a:xfrm>
              <a:off x="5040" y="855"/>
              <a:ext cx="0" cy="2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94" name="Line 43"/>
            <p:cNvSpPr>
              <a:spLocks noChangeShapeType="1"/>
            </p:cNvSpPr>
            <p:nvPr/>
          </p:nvSpPr>
          <p:spPr bwMode="auto">
            <a:xfrm>
              <a:off x="4946" y="168"/>
              <a:ext cx="0" cy="100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79"/>
          <p:cNvGrpSpPr>
            <a:grpSpLocks/>
          </p:cNvGrpSpPr>
          <p:nvPr/>
        </p:nvGrpSpPr>
        <p:grpSpPr bwMode="auto">
          <a:xfrm>
            <a:off x="5199063" y="2072401"/>
            <a:ext cx="2457450" cy="1362075"/>
            <a:chOff x="3765" y="240"/>
            <a:chExt cx="1548" cy="858"/>
          </a:xfrm>
        </p:grpSpPr>
        <p:sp>
          <p:nvSpPr>
            <p:cNvPr id="20557" name="Line 44"/>
            <p:cNvSpPr>
              <a:spLocks noChangeShapeType="1"/>
            </p:cNvSpPr>
            <p:nvPr/>
          </p:nvSpPr>
          <p:spPr bwMode="auto">
            <a:xfrm flipV="1">
              <a:off x="3765" y="948"/>
              <a:ext cx="99" cy="9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8" name="Line 45"/>
            <p:cNvSpPr>
              <a:spLocks noChangeShapeType="1"/>
            </p:cNvSpPr>
            <p:nvPr/>
          </p:nvSpPr>
          <p:spPr bwMode="auto">
            <a:xfrm flipV="1">
              <a:off x="3837" y="951"/>
              <a:ext cx="138" cy="1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9" name="Line 46"/>
            <p:cNvSpPr>
              <a:spLocks noChangeShapeType="1"/>
            </p:cNvSpPr>
            <p:nvPr/>
          </p:nvSpPr>
          <p:spPr bwMode="auto">
            <a:xfrm flipV="1">
              <a:off x="4581" y="249"/>
              <a:ext cx="96" cy="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0" name="Line 47"/>
            <p:cNvSpPr>
              <a:spLocks noChangeShapeType="1"/>
            </p:cNvSpPr>
            <p:nvPr/>
          </p:nvSpPr>
          <p:spPr bwMode="auto">
            <a:xfrm flipV="1">
              <a:off x="3954" y="948"/>
              <a:ext cx="138" cy="1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1" name="Line 48"/>
            <p:cNvSpPr>
              <a:spLocks noChangeShapeType="1"/>
            </p:cNvSpPr>
            <p:nvPr/>
          </p:nvSpPr>
          <p:spPr bwMode="auto">
            <a:xfrm flipV="1">
              <a:off x="4584" y="366"/>
              <a:ext cx="96" cy="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2" name="Line 49"/>
            <p:cNvSpPr>
              <a:spLocks noChangeShapeType="1"/>
            </p:cNvSpPr>
            <p:nvPr/>
          </p:nvSpPr>
          <p:spPr bwMode="auto">
            <a:xfrm flipV="1">
              <a:off x="4062" y="951"/>
              <a:ext cx="138" cy="1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3" name="Line 50"/>
            <p:cNvSpPr>
              <a:spLocks noChangeShapeType="1"/>
            </p:cNvSpPr>
            <p:nvPr/>
          </p:nvSpPr>
          <p:spPr bwMode="auto">
            <a:xfrm flipV="1">
              <a:off x="4584" y="477"/>
              <a:ext cx="96" cy="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4" name="Line 51"/>
            <p:cNvSpPr>
              <a:spLocks noChangeShapeType="1"/>
            </p:cNvSpPr>
            <p:nvPr/>
          </p:nvSpPr>
          <p:spPr bwMode="auto">
            <a:xfrm flipV="1">
              <a:off x="4176" y="954"/>
              <a:ext cx="138" cy="1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5" name="Line 52"/>
            <p:cNvSpPr>
              <a:spLocks noChangeShapeType="1"/>
            </p:cNvSpPr>
            <p:nvPr/>
          </p:nvSpPr>
          <p:spPr bwMode="auto">
            <a:xfrm flipV="1">
              <a:off x="4584" y="591"/>
              <a:ext cx="96" cy="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6" name="Line 53"/>
            <p:cNvSpPr>
              <a:spLocks noChangeShapeType="1"/>
            </p:cNvSpPr>
            <p:nvPr/>
          </p:nvSpPr>
          <p:spPr bwMode="auto">
            <a:xfrm flipV="1">
              <a:off x="4293" y="951"/>
              <a:ext cx="138" cy="1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7" name="Line 54"/>
            <p:cNvSpPr>
              <a:spLocks noChangeShapeType="1"/>
            </p:cNvSpPr>
            <p:nvPr/>
          </p:nvSpPr>
          <p:spPr bwMode="auto">
            <a:xfrm flipV="1">
              <a:off x="4590" y="705"/>
              <a:ext cx="96" cy="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8" name="Line 55"/>
            <p:cNvSpPr>
              <a:spLocks noChangeShapeType="1"/>
            </p:cNvSpPr>
            <p:nvPr/>
          </p:nvSpPr>
          <p:spPr bwMode="auto">
            <a:xfrm flipV="1">
              <a:off x="4410" y="954"/>
              <a:ext cx="138" cy="13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69" name="Line 56"/>
            <p:cNvSpPr>
              <a:spLocks noChangeShapeType="1"/>
            </p:cNvSpPr>
            <p:nvPr/>
          </p:nvSpPr>
          <p:spPr bwMode="auto">
            <a:xfrm flipV="1">
              <a:off x="4587" y="822"/>
              <a:ext cx="96" cy="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70" name="Line 57"/>
            <p:cNvSpPr>
              <a:spLocks noChangeShapeType="1"/>
            </p:cNvSpPr>
            <p:nvPr/>
          </p:nvSpPr>
          <p:spPr bwMode="auto">
            <a:xfrm flipV="1">
              <a:off x="5211" y="240"/>
              <a:ext cx="60" cy="6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71" name="Line 58"/>
            <p:cNvSpPr>
              <a:spLocks noChangeShapeType="1"/>
            </p:cNvSpPr>
            <p:nvPr/>
          </p:nvSpPr>
          <p:spPr bwMode="auto">
            <a:xfrm flipV="1">
              <a:off x="4533" y="861"/>
              <a:ext cx="231" cy="2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72" name="Line 59"/>
            <p:cNvSpPr>
              <a:spLocks noChangeShapeType="1"/>
            </p:cNvSpPr>
            <p:nvPr/>
          </p:nvSpPr>
          <p:spPr bwMode="auto">
            <a:xfrm flipV="1">
              <a:off x="5211" y="315"/>
              <a:ext cx="99" cy="9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73" name="Line 60"/>
            <p:cNvSpPr>
              <a:spLocks noChangeShapeType="1"/>
            </p:cNvSpPr>
            <p:nvPr/>
          </p:nvSpPr>
          <p:spPr bwMode="auto">
            <a:xfrm flipV="1">
              <a:off x="4653" y="906"/>
              <a:ext cx="186" cy="18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74" name="Line 61"/>
            <p:cNvSpPr>
              <a:spLocks noChangeShapeType="1"/>
            </p:cNvSpPr>
            <p:nvPr/>
          </p:nvSpPr>
          <p:spPr bwMode="auto">
            <a:xfrm flipV="1">
              <a:off x="5208" y="438"/>
              <a:ext cx="105" cy="9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75" name="Line 62"/>
            <p:cNvSpPr>
              <a:spLocks noChangeShapeType="1"/>
            </p:cNvSpPr>
            <p:nvPr/>
          </p:nvSpPr>
          <p:spPr bwMode="auto">
            <a:xfrm flipV="1">
              <a:off x="4773" y="1026"/>
              <a:ext cx="63" cy="6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76" name="Line 63"/>
            <p:cNvSpPr>
              <a:spLocks noChangeShapeType="1"/>
            </p:cNvSpPr>
            <p:nvPr/>
          </p:nvSpPr>
          <p:spPr bwMode="auto">
            <a:xfrm flipV="1">
              <a:off x="5211" y="552"/>
              <a:ext cx="99" cy="9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77" name="Line 64"/>
            <p:cNvSpPr>
              <a:spLocks noChangeShapeType="1"/>
            </p:cNvSpPr>
            <p:nvPr/>
          </p:nvSpPr>
          <p:spPr bwMode="auto">
            <a:xfrm flipV="1">
              <a:off x="5037" y="858"/>
              <a:ext cx="90" cy="8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78" name="Line 65"/>
            <p:cNvSpPr>
              <a:spLocks noChangeShapeType="1"/>
            </p:cNvSpPr>
            <p:nvPr/>
          </p:nvSpPr>
          <p:spPr bwMode="auto">
            <a:xfrm flipV="1">
              <a:off x="5211" y="672"/>
              <a:ext cx="99" cy="9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79" name="Line 66"/>
            <p:cNvSpPr>
              <a:spLocks noChangeShapeType="1"/>
            </p:cNvSpPr>
            <p:nvPr/>
          </p:nvSpPr>
          <p:spPr bwMode="auto">
            <a:xfrm flipV="1">
              <a:off x="5043" y="792"/>
              <a:ext cx="270" cy="26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0" name="Line 67"/>
            <p:cNvSpPr>
              <a:spLocks noChangeShapeType="1"/>
            </p:cNvSpPr>
            <p:nvPr/>
          </p:nvSpPr>
          <p:spPr bwMode="auto">
            <a:xfrm flipV="1">
              <a:off x="5127" y="909"/>
              <a:ext cx="186" cy="18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81" name="Line 68"/>
            <p:cNvSpPr>
              <a:spLocks noChangeShapeType="1"/>
            </p:cNvSpPr>
            <p:nvPr/>
          </p:nvSpPr>
          <p:spPr bwMode="auto">
            <a:xfrm flipV="1">
              <a:off x="5232" y="1020"/>
              <a:ext cx="75" cy="7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5413" name="Text Box 69"/>
          <p:cNvSpPr txBox="1">
            <a:spLocks noChangeArrowheads="1"/>
          </p:cNvSpPr>
          <p:nvPr/>
        </p:nvSpPr>
        <p:spPr bwMode="auto">
          <a:xfrm>
            <a:off x="2090738" y="5353763"/>
            <a:ext cx="6362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对于轮幅、薄板等结构均按此处理。</a:t>
            </a:r>
          </a:p>
        </p:txBody>
      </p:sp>
      <p:sp>
        <p:nvSpPr>
          <p:cNvPr id="185416" name="AutoShape 72"/>
          <p:cNvSpPr>
            <a:spLocks noChangeArrowheads="1"/>
          </p:cNvSpPr>
          <p:nvPr/>
        </p:nvSpPr>
        <p:spPr bwMode="auto">
          <a:xfrm>
            <a:off x="1057275" y="3823413"/>
            <a:ext cx="3600450" cy="685800"/>
          </a:xfrm>
          <a:prstGeom prst="wedgeRectCallout">
            <a:avLst>
              <a:gd name="adj1" fmla="val 83861"/>
              <a:gd name="adj2" fmla="val -175000"/>
            </a:avLst>
          </a:prstGeom>
          <a:solidFill>
            <a:schemeClr val="hlink">
              <a:alpha val="50195"/>
            </a:schemeClr>
          </a:solidFill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肋板的剖面不画剖面线</a:t>
            </a:r>
          </a:p>
        </p:txBody>
      </p:sp>
      <p:sp>
        <p:nvSpPr>
          <p:cNvPr id="185422" name="Line 78"/>
          <p:cNvSpPr>
            <a:spLocks noChangeShapeType="1"/>
          </p:cNvSpPr>
          <p:nvPr/>
        </p:nvSpPr>
        <p:spPr bwMode="auto">
          <a:xfrm>
            <a:off x="6911975" y="3056651"/>
            <a:ext cx="0" cy="36830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426" name="Line 82"/>
          <p:cNvSpPr>
            <a:spLocks noChangeShapeType="1"/>
          </p:cNvSpPr>
          <p:nvPr/>
        </p:nvSpPr>
        <p:spPr bwMode="auto">
          <a:xfrm>
            <a:off x="6832600" y="2661363"/>
            <a:ext cx="4953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427" name="Oval 83"/>
          <p:cNvSpPr>
            <a:spLocks noChangeArrowheads="1"/>
          </p:cNvSpPr>
          <p:nvPr/>
        </p:nvSpPr>
        <p:spPr bwMode="auto">
          <a:xfrm>
            <a:off x="6940550" y="2528013"/>
            <a:ext cx="260350" cy="260350"/>
          </a:xfrm>
          <a:prstGeom prst="ellips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grpSp>
        <p:nvGrpSpPr>
          <p:cNvPr id="5" name="Group 102"/>
          <p:cNvGrpSpPr>
            <a:grpSpLocks/>
          </p:cNvGrpSpPr>
          <p:nvPr/>
        </p:nvGrpSpPr>
        <p:grpSpPr bwMode="auto">
          <a:xfrm>
            <a:off x="6938963" y="4126626"/>
            <a:ext cx="273050" cy="1155700"/>
            <a:chOff x="4368" y="1944"/>
            <a:chExt cx="172" cy="728"/>
          </a:xfrm>
        </p:grpSpPr>
        <p:sp>
          <p:nvSpPr>
            <p:cNvPr id="20553" name="Line 86"/>
            <p:cNvSpPr>
              <a:spLocks noChangeShapeType="1"/>
            </p:cNvSpPr>
            <p:nvPr/>
          </p:nvSpPr>
          <p:spPr bwMode="auto">
            <a:xfrm>
              <a:off x="4368" y="1948"/>
              <a:ext cx="0" cy="10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4" name="Line 87"/>
            <p:cNvSpPr>
              <a:spLocks noChangeShapeType="1"/>
            </p:cNvSpPr>
            <p:nvPr/>
          </p:nvSpPr>
          <p:spPr bwMode="auto">
            <a:xfrm>
              <a:off x="4540" y="1944"/>
              <a:ext cx="0" cy="10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5" name="Line 88"/>
            <p:cNvSpPr>
              <a:spLocks noChangeShapeType="1"/>
            </p:cNvSpPr>
            <p:nvPr/>
          </p:nvSpPr>
          <p:spPr bwMode="auto">
            <a:xfrm>
              <a:off x="4372" y="2560"/>
              <a:ext cx="0" cy="10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6" name="Line 89"/>
            <p:cNvSpPr>
              <a:spLocks noChangeShapeType="1"/>
            </p:cNvSpPr>
            <p:nvPr/>
          </p:nvSpPr>
          <p:spPr bwMode="auto">
            <a:xfrm>
              <a:off x="4540" y="2564"/>
              <a:ext cx="0" cy="10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5434" name="Rectangle 90"/>
          <p:cNvSpPr>
            <a:spLocks noChangeArrowheads="1"/>
          </p:cNvSpPr>
          <p:nvPr/>
        </p:nvSpPr>
        <p:spPr bwMode="auto">
          <a:xfrm>
            <a:off x="6477000" y="4606051"/>
            <a:ext cx="74613" cy="1905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grpSp>
        <p:nvGrpSpPr>
          <p:cNvPr id="6" name="Group 136"/>
          <p:cNvGrpSpPr>
            <a:grpSpLocks/>
          </p:cNvGrpSpPr>
          <p:nvPr/>
        </p:nvGrpSpPr>
        <p:grpSpPr bwMode="auto">
          <a:xfrm>
            <a:off x="5441950" y="2229563"/>
            <a:ext cx="2592388" cy="681038"/>
            <a:chOff x="3437" y="930"/>
            <a:chExt cx="1633" cy="429"/>
          </a:xfrm>
        </p:grpSpPr>
        <p:sp>
          <p:nvSpPr>
            <p:cNvPr id="20547" name="Line 93"/>
            <p:cNvSpPr>
              <a:spLocks noChangeShapeType="1"/>
            </p:cNvSpPr>
            <p:nvPr/>
          </p:nvSpPr>
          <p:spPr bwMode="auto">
            <a:xfrm>
              <a:off x="4956" y="1200"/>
              <a:ext cx="11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8" name="Line 94"/>
            <p:cNvSpPr>
              <a:spLocks noChangeShapeType="1"/>
            </p:cNvSpPr>
            <p:nvPr/>
          </p:nvSpPr>
          <p:spPr bwMode="auto">
            <a:xfrm flipH="1">
              <a:off x="3498" y="1200"/>
              <a:ext cx="12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9" name="Line 95"/>
            <p:cNvSpPr>
              <a:spLocks noChangeShapeType="1"/>
            </p:cNvSpPr>
            <p:nvPr/>
          </p:nvSpPr>
          <p:spPr bwMode="auto">
            <a:xfrm>
              <a:off x="5067" y="1191"/>
              <a:ext cx="0" cy="1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0" name="Line 96"/>
            <p:cNvSpPr>
              <a:spLocks noChangeShapeType="1"/>
            </p:cNvSpPr>
            <p:nvPr/>
          </p:nvSpPr>
          <p:spPr bwMode="auto">
            <a:xfrm>
              <a:off x="3501" y="1197"/>
              <a:ext cx="0" cy="14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51" name="Text Box 97"/>
            <p:cNvSpPr txBox="1">
              <a:spLocks noChangeArrowheads="1"/>
            </p:cNvSpPr>
            <p:nvPr/>
          </p:nvSpPr>
          <p:spPr bwMode="auto">
            <a:xfrm>
              <a:off x="3437" y="942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ISOCPEUR" pitchFamily="34" charset="0"/>
                </a:rPr>
                <a:t>B</a:t>
              </a:r>
            </a:p>
          </p:txBody>
        </p:sp>
        <p:sp>
          <p:nvSpPr>
            <p:cNvPr id="20552" name="Text Box 98"/>
            <p:cNvSpPr txBox="1">
              <a:spLocks noChangeArrowheads="1"/>
            </p:cNvSpPr>
            <p:nvPr/>
          </p:nvSpPr>
          <p:spPr bwMode="auto">
            <a:xfrm>
              <a:off x="4823" y="930"/>
              <a:ext cx="2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ISOCPEUR" pitchFamily="34" charset="0"/>
                </a:rPr>
                <a:t>B</a:t>
              </a:r>
            </a:p>
          </p:txBody>
        </p:sp>
      </p:grpSp>
      <p:sp>
        <p:nvSpPr>
          <p:cNvPr id="185436" name="Line 92"/>
          <p:cNvSpPr>
            <a:spLocks noChangeShapeType="1"/>
          </p:cNvSpPr>
          <p:nvPr/>
        </p:nvSpPr>
        <p:spPr bwMode="auto">
          <a:xfrm flipH="1">
            <a:off x="5676900" y="2661363"/>
            <a:ext cx="20764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443" name="Line 99"/>
          <p:cNvSpPr>
            <a:spLocks noChangeShapeType="1"/>
          </p:cNvSpPr>
          <p:nvPr/>
        </p:nvSpPr>
        <p:spPr bwMode="auto">
          <a:xfrm>
            <a:off x="6010275" y="2661363"/>
            <a:ext cx="0" cy="16478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444" name="Line 100"/>
          <p:cNvSpPr>
            <a:spLocks noChangeShapeType="1"/>
          </p:cNvSpPr>
          <p:nvPr/>
        </p:nvSpPr>
        <p:spPr bwMode="auto">
          <a:xfrm>
            <a:off x="6010275" y="4593351"/>
            <a:ext cx="0" cy="2190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7" name="Group 123"/>
          <p:cNvGrpSpPr>
            <a:grpSpLocks/>
          </p:cNvGrpSpPr>
          <p:nvPr/>
        </p:nvGrpSpPr>
        <p:grpSpPr bwMode="auto">
          <a:xfrm>
            <a:off x="6013450" y="4167901"/>
            <a:ext cx="1633538" cy="1095375"/>
            <a:chOff x="3788" y="1970"/>
            <a:chExt cx="1029" cy="690"/>
          </a:xfrm>
        </p:grpSpPr>
        <p:sp>
          <p:nvSpPr>
            <p:cNvPr id="20532" name="Line 106"/>
            <p:cNvSpPr>
              <a:spLocks noChangeShapeType="1"/>
            </p:cNvSpPr>
            <p:nvPr/>
          </p:nvSpPr>
          <p:spPr bwMode="auto">
            <a:xfrm flipV="1">
              <a:off x="3788" y="2237"/>
              <a:ext cx="131" cy="13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33" name="Line 107"/>
            <p:cNvSpPr>
              <a:spLocks noChangeShapeType="1"/>
            </p:cNvSpPr>
            <p:nvPr/>
          </p:nvSpPr>
          <p:spPr bwMode="auto">
            <a:xfrm flipV="1">
              <a:off x="3903" y="2237"/>
              <a:ext cx="136" cy="13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34" name="Line 108"/>
            <p:cNvSpPr>
              <a:spLocks noChangeShapeType="1"/>
            </p:cNvSpPr>
            <p:nvPr/>
          </p:nvSpPr>
          <p:spPr bwMode="auto">
            <a:xfrm flipV="1">
              <a:off x="4134" y="1970"/>
              <a:ext cx="171" cy="17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35" name="Line 109"/>
            <p:cNvSpPr>
              <a:spLocks noChangeShapeType="1"/>
            </p:cNvSpPr>
            <p:nvPr/>
          </p:nvSpPr>
          <p:spPr bwMode="auto">
            <a:xfrm flipV="1">
              <a:off x="4022" y="2029"/>
              <a:ext cx="343" cy="34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36" name="Line 110"/>
            <p:cNvSpPr>
              <a:spLocks noChangeShapeType="1"/>
            </p:cNvSpPr>
            <p:nvPr/>
          </p:nvSpPr>
          <p:spPr bwMode="auto">
            <a:xfrm flipV="1">
              <a:off x="4107" y="2323"/>
              <a:ext cx="86" cy="86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37" name="Line 112"/>
            <p:cNvSpPr>
              <a:spLocks noChangeShapeType="1"/>
            </p:cNvSpPr>
            <p:nvPr/>
          </p:nvSpPr>
          <p:spPr bwMode="auto">
            <a:xfrm flipH="1">
              <a:off x="4142" y="2418"/>
              <a:ext cx="70" cy="7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38" name="Line 113"/>
            <p:cNvSpPr>
              <a:spLocks noChangeShapeType="1"/>
            </p:cNvSpPr>
            <p:nvPr/>
          </p:nvSpPr>
          <p:spPr bwMode="auto">
            <a:xfrm flipV="1">
              <a:off x="4562" y="1987"/>
              <a:ext cx="72" cy="7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39" name="Line 115"/>
            <p:cNvSpPr>
              <a:spLocks noChangeShapeType="1"/>
            </p:cNvSpPr>
            <p:nvPr/>
          </p:nvSpPr>
          <p:spPr bwMode="auto">
            <a:xfrm flipH="1">
              <a:off x="4190" y="2487"/>
              <a:ext cx="72" cy="7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0" name="Line 116"/>
            <p:cNvSpPr>
              <a:spLocks noChangeShapeType="1"/>
            </p:cNvSpPr>
            <p:nvPr/>
          </p:nvSpPr>
          <p:spPr bwMode="auto">
            <a:xfrm flipV="1">
              <a:off x="4633" y="2038"/>
              <a:ext cx="69" cy="6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1" name="Line 117"/>
            <p:cNvSpPr>
              <a:spLocks noChangeShapeType="1"/>
            </p:cNvSpPr>
            <p:nvPr/>
          </p:nvSpPr>
          <p:spPr bwMode="auto">
            <a:xfrm flipH="1">
              <a:off x="4251" y="2541"/>
              <a:ext cx="69" cy="6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2" name="Line 118"/>
            <p:cNvSpPr>
              <a:spLocks noChangeShapeType="1"/>
            </p:cNvSpPr>
            <p:nvPr/>
          </p:nvSpPr>
          <p:spPr bwMode="auto">
            <a:xfrm flipV="1">
              <a:off x="4686" y="2109"/>
              <a:ext cx="68" cy="6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3" name="Line 119"/>
            <p:cNvSpPr>
              <a:spLocks noChangeShapeType="1"/>
            </p:cNvSpPr>
            <p:nvPr/>
          </p:nvSpPr>
          <p:spPr bwMode="auto">
            <a:xfrm flipV="1">
              <a:off x="4332" y="2609"/>
              <a:ext cx="39" cy="3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4" name="Line 120"/>
            <p:cNvSpPr>
              <a:spLocks noChangeShapeType="1"/>
            </p:cNvSpPr>
            <p:nvPr/>
          </p:nvSpPr>
          <p:spPr bwMode="auto">
            <a:xfrm flipV="1">
              <a:off x="4716" y="2184"/>
              <a:ext cx="81" cy="81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5" name="Line 121"/>
            <p:cNvSpPr>
              <a:spLocks noChangeShapeType="1"/>
            </p:cNvSpPr>
            <p:nvPr/>
          </p:nvSpPr>
          <p:spPr bwMode="auto">
            <a:xfrm flipV="1">
              <a:off x="4709" y="2282"/>
              <a:ext cx="108" cy="10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46" name="Line 122"/>
            <p:cNvSpPr>
              <a:spLocks noChangeShapeType="1"/>
            </p:cNvSpPr>
            <p:nvPr/>
          </p:nvSpPr>
          <p:spPr bwMode="auto">
            <a:xfrm flipV="1">
              <a:off x="4556" y="2413"/>
              <a:ext cx="247" cy="247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5468" name="Text Box 124"/>
          <p:cNvSpPr txBox="1">
            <a:spLocks noChangeArrowheads="1"/>
          </p:cNvSpPr>
          <p:nvPr/>
        </p:nvSpPr>
        <p:spPr bwMode="auto">
          <a:xfrm>
            <a:off x="6683375" y="3582113"/>
            <a:ext cx="654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i="1">
                <a:solidFill>
                  <a:srgbClr val="000000"/>
                </a:solidFill>
                <a:latin typeface="ISOCPEUR" pitchFamily="34" charset="0"/>
              </a:rPr>
              <a:t>B-B</a:t>
            </a:r>
          </a:p>
        </p:txBody>
      </p:sp>
      <p:grpSp>
        <p:nvGrpSpPr>
          <p:cNvPr id="8" name="Group 132"/>
          <p:cNvGrpSpPr>
            <a:grpSpLocks/>
          </p:cNvGrpSpPr>
          <p:nvPr/>
        </p:nvGrpSpPr>
        <p:grpSpPr bwMode="auto">
          <a:xfrm>
            <a:off x="4633913" y="4421901"/>
            <a:ext cx="3489325" cy="671512"/>
            <a:chOff x="2919" y="2133"/>
            <a:chExt cx="2198" cy="423"/>
          </a:xfrm>
        </p:grpSpPr>
        <p:sp>
          <p:nvSpPr>
            <p:cNvPr id="20526" name="Line 125"/>
            <p:cNvSpPr>
              <a:spLocks noChangeShapeType="1"/>
            </p:cNvSpPr>
            <p:nvPr/>
          </p:nvSpPr>
          <p:spPr bwMode="auto">
            <a:xfrm>
              <a:off x="3067" y="2311"/>
              <a:ext cx="12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7" name="Line 126"/>
            <p:cNvSpPr>
              <a:spLocks noChangeShapeType="1"/>
            </p:cNvSpPr>
            <p:nvPr/>
          </p:nvSpPr>
          <p:spPr bwMode="auto">
            <a:xfrm>
              <a:off x="4912" y="2311"/>
              <a:ext cx="14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8" name="Line 127"/>
            <p:cNvSpPr>
              <a:spLocks noChangeShapeType="1"/>
            </p:cNvSpPr>
            <p:nvPr/>
          </p:nvSpPr>
          <p:spPr bwMode="auto">
            <a:xfrm flipV="1">
              <a:off x="3070" y="2142"/>
              <a:ext cx="0" cy="17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9" name="Line 128"/>
            <p:cNvSpPr>
              <a:spLocks noChangeShapeType="1"/>
            </p:cNvSpPr>
            <p:nvPr/>
          </p:nvSpPr>
          <p:spPr bwMode="auto">
            <a:xfrm flipV="1">
              <a:off x="5054" y="2133"/>
              <a:ext cx="0" cy="17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30" name="Text Box 129"/>
            <p:cNvSpPr txBox="1">
              <a:spLocks noChangeArrowheads="1"/>
            </p:cNvSpPr>
            <p:nvPr/>
          </p:nvSpPr>
          <p:spPr bwMode="auto">
            <a:xfrm>
              <a:off x="2919" y="2257"/>
              <a:ext cx="23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ISOCPEUR" pitchFamily="34" charset="0"/>
                </a:rPr>
                <a:t>A</a:t>
              </a:r>
            </a:p>
          </p:txBody>
        </p:sp>
        <p:sp>
          <p:nvSpPr>
            <p:cNvPr id="20531" name="Text Box 130"/>
            <p:cNvSpPr txBox="1">
              <a:spLocks noChangeArrowheads="1"/>
            </p:cNvSpPr>
            <p:nvPr/>
          </p:nvSpPr>
          <p:spPr bwMode="auto">
            <a:xfrm>
              <a:off x="4873" y="2268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 type="none" w="sm" len="lg"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>
                  <a:solidFill>
                    <a:srgbClr val="000000"/>
                  </a:solidFill>
                  <a:latin typeface="ISOCPEUR" pitchFamily="34" charset="0"/>
                </a:rPr>
                <a:t>A</a:t>
              </a:r>
            </a:p>
          </p:txBody>
        </p:sp>
      </p:grpSp>
      <p:sp>
        <p:nvSpPr>
          <p:cNvPr id="185475" name="Text Box 131"/>
          <p:cNvSpPr txBox="1">
            <a:spLocks noChangeArrowheads="1"/>
          </p:cNvSpPr>
          <p:nvPr/>
        </p:nvSpPr>
        <p:spPr bwMode="auto">
          <a:xfrm>
            <a:off x="6588125" y="1532651"/>
            <a:ext cx="692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 i="1">
                <a:solidFill>
                  <a:srgbClr val="000000"/>
                </a:solidFill>
                <a:latin typeface="ISOCPEUR" pitchFamily="34" charset="0"/>
              </a:rPr>
              <a:t>A-A</a:t>
            </a:r>
          </a:p>
        </p:txBody>
      </p:sp>
      <p:grpSp>
        <p:nvGrpSpPr>
          <p:cNvPr id="9" name="Group 212"/>
          <p:cNvGrpSpPr>
            <a:grpSpLocks/>
          </p:cNvGrpSpPr>
          <p:nvPr/>
        </p:nvGrpSpPr>
        <p:grpSpPr bwMode="auto">
          <a:xfrm>
            <a:off x="5602288" y="1831101"/>
            <a:ext cx="434975" cy="542925"/>
            <a:chOff x="3329" y="557"/>
            <a:chExt cx="274" cy="342"/>
          </a:xfrm>
        </p:grpSpPr>
        <p:sp>
          <p:nvSpPr>
            <p:cNvPr id="20516" name="Line 173"/>
            <p:cNvSpPr>
              <a:spLocks noChangeShapeType="1"/>
            </p:cNvSpPr>
            <p:nvPr/>
          </p:nvSpPr>
          <p:spPr bwMode="auto">
            <a:xfrm>
              <a:off x="3361" y="557"/>
              <a:ext cx="212" cy="34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7" name="Line 174"/>
            <p:cNvSpPr>
              <a:spLocks noChangeShapeType="1"/>
            </p:cNvSpPr>
            <p:nvPr/>
          </p:nvSpPr>
          <p:spPr bwMode="auto">
            <a:xfrm flipV="1">
              <a:off x="3339" y="562"/>
              <a:ext cx="88" cy="5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8" name="Line 177"/>
            <p:cNvSpPr>
              <a:spLocks noChangeShapeType="1"/>
            </p:cNvSpPr>
            <p:nvPr/>
          </p:nvSpPr>
          <p:spPr bwMode="auto">
            <a:xfrm>
              <a:off x="3460" y="570"/>
              <a:ext cx="143" cy="231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9" name="Line 178"/>
            <p:cNvSpPr>
              <a:spLocks noChangeShapeType="1"/>
            </p:cNvSpPr>
            <p:nvPr/>
          </p:nvSpPr>
          <p:spPr bwMode="auto">
            <a:xfrm>
              <a:off x="3334" y="656"/>
              <a:ext cx="147" cy="236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0" name="Arc 180"/>
            <p:cNvSpPr>
              <a:spLocks/>
            </p:cNvSpPr>
            <p:nvPr/>
          </p:nvSpPr>
          <p:spPr bwMode="auto">
            <a:xfrm>
              <a:off x="3329" y="617"/>
              <a:ext cx="28" cy="41"/>
            </a:xfrm>
            <a:custGeom>
              <a:avLst/>
              <a:gdLst>
                <a:gd name="T0" fmla="*/ 0 w 21600"/>
                <a:gd name="T1" fmla="*/ 0 h 31609"/>
                <a:gd name="T2" fmla="*/ 0 w 21600"/>
                <a:gd name="T3" fmla="*/ 0 h 31609"/>
                <a:gd name="T4" fmla="*/ 0 w 21600"/>
                <a:gd name="T5" fmla="*/ 0 h 31609"/>
                <a:gd name="T6" fmla="*/ 0 60000 65536"/>
                <a:gd name="T7" fmla="*/ 0 60000 65536"/>
                <a:gd name="T8" fmla="*/ 0 60000 65536"/>
                <a:gd name="T9" fmla="*/ 0 w 21600"/>
                <a:gd name="T10" fmla="*/ 0 h 31609"/>
                <a:gd name="T11" fmla="*/ 21600 w 21600"/>
                <a:gd name="T12" fmla="*/ 31609 h 3160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31609" fill="none" extrusionOk="0">
                  <a:moveTo>
                    <a:pt x="4933" y="31609"/>
                  </a:moveTo>
                  <a:cubicBezTo>
                    <a:pt x="1744" y="27740"/>
                    <a:pt x="0" y="22882"/>
                    <a:pt x="0" y="17869"/>
                  </a:cubicBezTo>
                  <a:cubicBezTo>
                    <a:pt x="-1" y="10712"/>
                    <a:pt x="3544" y="4020"/>
                    <a:pt x="9464" y="-1"/>
                  </a:cubicBezTo>
                </a:path>
                <a:path w="21600" h="31609" stroke="0" extrusionOk="0">
                  <a:moveTo>
                    <a:pt x="4933" y="31609"/>
                  </a:moveTo>
                  <a:cubicBezTo>
                    <a:pt x="1744" y="27740"/>
                    <a:pt x="0" y="22882"/>
                    <a:pt x="0" y="17869"/>
                  </a:cubicBezTo>
                  <a:cubicBezTo>
                    <a:pt x="-1" y="10712"/>
                    <a:pt x="3544" y="4020"/>
                    <a:pt x="9464" y="-1"/>
                  </a:cubicBezTo>
                  <a:lnTo>
                    <a:pt x="21600" y="17869"/>
                  </a:lnTo>
                  <a:lnTo>
                    <a:pt x="4933" y="31609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1" name="Arc 182"/>
            <p:cNvSpPr>
              <a:spLocks/>
            </p:cNvSpPr>
            <p:nvPr/>
          </p:nvSpPr>
          <p:spPr bwMode="auto">
            <a:xfrm>
              <a:off x="3420" y="561"/>
              <a:ext cx="44" cy="28"/>
            </a:xfrm>
            <a:custGeom>
              <a:avLst/>
              <a:gdLst>
                <a:gd name="T0" fmla="*/ 0 w 33027"/>
                <a:gd name="T1" fmla="*/ 0 h 21600"/>
                <a:gd name="T2" fmla="*/ 0 w 33027"/>
                <a:gd name="T3" fmla="*/ 0 h 21600"/>
                <a:gd name="T4" fmla="*/ 0 w 33027"/>
                <a:gd name="T5" fmla="*/ 0 h 21600"/>
                <a:gd name="T6" fmla="*/ 0 60000 65536"/>
                <a:gd name="T7" fmla="*/ 0 60000 65536"/>
                <a:gd name="T8" fmla="*/ 0 60000 65536"/>
                <a:gd name="T9" fmla="*/ 0 w 33027"/>
                <a:gd name="T10" fmla="*/ 0 h 21600"/>
                <a:gd name="T11" fmla="*/ 33027 w 33027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027" h="21600" fill="none" extrusionOk="0">
                  <a:moveTo>
                    <a:pt x="0" y="4653"/>
                  </a:moveTo>
                  <a:cubicBezTo>
                    <a:pt x="3813" y="1639"/>
                    <a:pt x="8532" y="-1"/>
                    <a:pt x="13393" y="0"/>
                  </a:cubicBezTo>
                  <a:cubicBezTo>
                    <a:pt x="21837" y="0"/>
                    <a:pt x="29507" y="4920"/>
                    <a:pt x="33027" y="12596"/>
                  </a:cubicBezTo>
                </a:path>
                <a:path w="33027" h="21600" stroke="0" extrusionOk="0">
                  <a:moveTo>
                    <a:pt x="0" y="4653"/>
                  </a:moveTo>
                  <a:cubicBezTo>
                    <a:pt x="3813" y="1639"/>
                    <a:pt x="8532" y="-1"/>
                    <a:pt x="13393" y="0"/>
                  </a:cubicBezTo>
                  <a:cubicBezTo>
                    <a:pt x="21837" y="0"/>
                    <a:pt x="29507" y="4920"/>
                    <a:pt x="33027" y="12596"/>
                  </a:cubicBezTo>
                  <a:lnTo>
                    <a:pt x="13393" y="21600"/>
                  </a:lnTo>
                  <a:lnTo>
                    <a:pt x="0" y="4653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2" name="Freeform 184"/>
            <p:cNvSpPr>
              <a:spLocks/>
            </p:cNvSpPr>
            <p:nvPr/>
          </p:nvSpPr>
          <p:spPr bwMode="auto">
            <a:xfrm>
              <a:off x="3479" y="801"/>
              <a:ext cx="124" cy="89"/>
            </a:xfrm>
            <a:custGeom>
              <a:avLst/>
              <a:gdLst>
                <a:gd name="T0" fmla="*/ 124 w 124"/>
                <a:gd name="T1" fmla="*/ 0 h 89"/>
                <a:gd name="T2" fmla="*/ 102 w 124"/>
                <a:gd name="T3" fmla="*/ 11 h 89"/>
                <a:gd name="T4" fmla="*/ 85 w 124"/>
                <a:gd name="T5" fmla="*/ 23 h 89"/>
                <a:gd name="T6" fmla="*/ 72 w 124"/>
                <a:gd name="T7" fmla="*/ 35 h 89"/>
                <a:gd name="T8" fmla="*/ 49 w 124"/>
                <a:gd name="T9" fmla="*/ 44 h 89"/>
                <a:gd name="T10" fmla="*/ 36 w 124"/>
                <a:gd name="T11" fmla="*/ 56 h 89"/>
                <a:gd name="T12" fmla="*/ 28 w 124"/>
                <a:gd name="T13" fmla="*/ 63 h 89"/>
                <a:gd name="T14" fmla="*/ 16 w 124"/>
                <a:gd name="T15" fmla="*/ 74 h 89"/>
                <a:gd name="T16" fmla="*/ 6 w 124"/>
                <a:gd name="T17" fmla="*/ 81 h 89"/>
                <a:gd name="T18" fmla="*/ 0 w 124"/>
                <a:gd name="T19" fmla="*/ 89 h 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24"/>
                <a:gd name="T31" fmla="*/ 0 h 89"/>
                <a:gd name="T32" fmla="*/ 124 w 124"/>
                <a:gd name="T33" fmla="*/ 89 h 89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24" h="89">
                  <a:moveTo>
                    <a:pt x="124" y="0"/>
                  </a:moveTo>
                  <a:cubicBezTo>
                    <a:pt x="116" y="3"/>
                    <a:pt x="109" y="7"/>
                    <a:pt x="102" y="11"/>
                  </a:cubicBezTo>
                  <a:cubicBezTo>
                    <a:pt x="95" y="15"/>
                    <a:pt x="90" y="19"/>
                    <a:pt x="85" y="23"/>
                  </a:cubicBezTo>
                  <a:cubicBezTo>
                    <a:pt x="80" y="27"/>
                    <a:pt x="78" y="32"/>
                    <a:pt x="72" y="35"/>
                  </a:cubicBezTo>
                  <a:cubicBezTo>
                    <a:pt x="66" y="38"/>
                    <a:pt x="55" y="41"/>
                    <a:pt x="49" y="44"/>
                  </a:cubicBezTo>
                  <a:cubicBezTo>
                    <a:pt x="43" y="47"/>
                    <a:pt x="39" y="53"/>
                    <a:pt x="36" y="56"/>
                  </a:cubicBezTo>
                  <a:cubicBezTo>
                    <a:pt x="33" y="59"/>
                    <a:pt x="31" y="60"/>
                    <a:pt x="28" y="63"/>
                  </a:cubicBezTo>
                  <a:cubicBezTo>
                    <a:pt x="25" y="66"/>
                    <a:pt x="20" y="71"/>
                    <a:pt x="16" y="74"/>
                  </a:cubicBezTo>
                  <a:cubicBezTo>
                    <a:pt x="12" y="77"/>
                    <a:pt x="9" y="79"/>
                    <a:pt x="6" y="81"/>
                  </a:cubicBezTo>
                  <a:cubicBezTo>
                    <a:pt x="3" y="83"/>
                    <a:pt x="1" y="86"/>
                    <a:pt x="0" y="89"/>
                  </a:cubicBez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3" name="Line 206"/>
            <p:cNvSpPr>
              <a:spLocks noChangeShapeType="1"/>
            </p:cNvSpPr>
            <p:nvPr/>
          </p:nvSpPr>
          <p:spPr bwMode="auto">
            <a:xfrm flipV="1">
              <a:off x="3359" y="591"/>
              <a:ext cx="116" cy="109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4" name="Line 208"/>
            <p:cNvSpPr>
              <a:spLocks noChangeShapeType="1"/>
            </p:cNvSpPr>
            <p:nvPr/>
          </p:nvSpPr>
          <p:spPr bwMode="auto">
            <a:xfrm flipV="1">
              <a:off x="3403" y="668"/>
              <a:ext cx="113" cy="112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5" name="Line 209"/>
            <p:cNvSpPr>
              <a:spLocks noChangeShapeType="1"/>
            </p:cNvSpPr>
            <p:nvPr/>
          </p:nvSpPr>
          <p:spPr bwMode="auto">
            <a:xfrm flipV="1">
              <a:off x="3454" y="743"/>
              <a:ext cx="105" cy="103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5555" name="Line 211"/>
          <p:cNvSpPr>
            <a:spLocks noChangeShapeType="1"/>
          </p:cNvSpPr>
          <p:nvPr/>
        </p:nvSpPr>
        <p:spPr bwMode="auto">
          <a:xfrm>
            <a:off x="5992813" y="2378788"/>
            <a:ext cx="336550" cy="542925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1" name="AutoShape 72"/>
          <p:cNvSpPr>
            <a:spLocks noChangeArrowheads="1"/>
          </p:cNvSpPr>
          <p:nvPr/>
        </p:nvSpPr>
        <p:spPr bwMode="auto">
          <a:xfrm>
            <a:off x="5641183" y="1196451"/>
            <a:ext cx="3085128" cy="462139"/>
          </a:xfrm>
          <a:prstGeom prst="wedgeRectCallout">
            <a:avLst>
              <a:gd name="adj1" fmla="val -22619"/>
              <a:gd name="adj2" fmla="val 253738"/>
            </a:avLst>
          </a:prstGeom>
          <a:solidFill>
            <a:schemeClr val="hlink">
              <a:alpha val="50195"/>
            </a:schemeClr>
          </a:solidFill>
          <a:ln w="9525">
            <a:solidFill>
              <a:srgbClr val="FF0066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 smtClean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分隔线是外形轮廓线</a:t>
            </a:r>
            <a:endParaRPr lang="zh-CN" altLang="en-US" sz="2400" b="1" dirty="0">
              <a:solidFill>
                <a:srgbClr val="0000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1" dur="500"/>
                                        <p:tgtEl>
                                          <p:spTgt spid="1854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85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85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85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85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85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1000"/>
                                        <p:tgtEl>
                                          <p:spTgt spid="185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1000"/>
                                        <p:tgtEl>
                                          <p:spTgt spid="185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853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854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854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185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853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1854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1" dur="2000"/>
                                        <p:tgtEl>
                                          <p:spTgt spid="1854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09"/>
                                            </p:cond>
                                          </p:stCondLst>
                                        </p:cTn>
                                        <p:tgtEl>
                                          <p:spTgt spid="185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1000"/>
                                        <p:tgtEl>
                                          <p:spTgt spid="18544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85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1000"/>
                                        <p:tgtEl>
                                          <p:spTgt spid="185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9" dur="500"/>
                                        <p:tgtEl>
                                          <p:spTgt spid="185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9" dur="500"/>
                                        <p:tgtEl>
                                          <p:spTgt spid="1854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4" dur="500"/>
                                        <p:tgtEl>
                                          <p:spTgt spid="185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500"/>
                            </p:stCondLst>
                            <p:childTnLst>
                              <p:par>
                                <p:cTn id="14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424" grpId="0" animBg="1"/>
      <p:bldP spid="185346" grpId="0" animBg="1"/>
      <p:bldP spid="185347" grpId="0" animBg="1"/>
      <p:bldP spid="185352" grpId="0" animBg="1"/>
      <p:bldP spid="185420" grpId="0" animBg="1"/>
      <p:bldP spid="185358" grpId="0" build="p" autoUpdateAnimBg="0"/>
      <p:bldP spid="185359" grpId="0" autoUpdateAnimBg="0"/>
      <p:bldP spid="185381" grpId="0" animBg="1"/>
      <p:bldP spid="185382" grpId="0" animBg="1"/>
      <p:bldP spid="185383" grpId="0" animBg="1"/>
      <p:bldP spid="185384" grpId="0" animBg="1"/>
      <p:bldP spid="185385" grpId="0" animBg="1"/>
      <p:bldP spid="185413" grpId="0" build="p" autoUpdateAnimBg="0"/>
      <p:bldP spid="185416" grpId="0" build="p" animBg="1" autoUpdateAnimBg="0"/>
      <p:bldP spid="185422" grpId="0" animBg="1"/>
      <p:bldP spid="185426" grpId="0" animBg="1"/>
      <p:bldP spid="185427" grpId="0" animBg="1"/>
      <p:bldP spid="185434" grpId="0" animBg="1"/>
      <p:bldP spid="185436" grpId="0" animBg="1"/>
      <p:bldP spid="185443" grpId="0" animBg="1"/>
      <p:bldP spid="185444" grpId="0" animBg="1"/>
      <p:bldP spid="185468" grpId="0" build="p" autoUpdateAnimBg="0"/>
      <p:bldP spid="185475" grpId="0" build="p" autoUpdateAnimBg="0"/>
      <p:bldP spid="185555" grpId="0" animBg="1"/>
      <p:bldP spid="131" grpId="0" build="p" animBg="1" autoUpdateAnimBg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C72EF6-0B87-4D7C-8645-12DAFFD5E7B4}" type="slidenum">
              <a:rPr lang="en-US" altLang="zh-CN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189505" name="Line 65"/>
          <p:cNvSpPr>
            <a:spLocks noChangeShapeType="1"/>
          </p:cNvSpPr>
          <p:nvPr/>
        </p:nvSpPr>
        <p:spPr bwMode="auto">
          <a:xfrm flipV="1">
            <a:off x="4510088" y="3062288"/>
            <a:ext cx="1555750" cy="11112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9576" name="Line 136"/>
          <p:cNvSpPr>
            <a:spLocks noChangeShapeType="1"/>
          </p:cNvSpPr>
          <p:nvPr/>
        </p:nvSpPr>
        <p:spPr bwMode="auto">
          <a:xfrm>
            <a:off x="4551363" y="2130425"/>
            <a:ext cx="5334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"/>
            <a:round/>
            <a:headEnd/>
            <a:tailEnd type="non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9614" name="Line 174"/>
          <p:cNvSpPr>
            <a:spLocks noChangeShapeType="1"/>
          </p:cNvSpPr>
          <p:nvPr/>
        </p:nvSpPr>
        <p:spPr bwMode="auto">
          <a:xfrm>
            <a:off x="5024438" y="1819275"/>
            <a:ext cx="954087" cy="7556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9615" name="Line 175"/>
          <p:cNvSpPr>
            <a:spLocks noChangeShapeType="1"/>
          </p:cNvSpPr>
          <p:nvPr/>
        </p:nvSpPr>
        <p:spPr bwMode="auto">
          <a:xfrm flipV="1">
            <a:off x="5021263" y="3556000"/>
            <a:ext cx="942975" cy="742950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191"/>
          <p:cNvGrpSpPr>
            <a:grpSpLocks/>
          </p:cNvGrpSpPr>
          <p:nvPr/>
        </p:nvGrpSpPr>
        <p:grpSpPr bwMode="auto">
          <a:xfrm>
            <a:off x="4605338" y="1901825"/>
            <a:ext cx="434975" cy="469900"/>
            <a:chOff x="2330" y="944"/>
            <a:chExt cx="274" cy="296"/>
          </a:xfrm>
        </p:grpSpPr>
        <p:sp>
          <p:nvSpPr>
            <p:cNvPr id="21591" name="Line 68"/>
            <p:cNvSpPr>
              <a:spLocks noChangeShapeType="1"/>
            </p:cNvSpPr>
            <p:nvPr/>
          </p:nvSpPr>
          <p:spPr bwMode="auto">
            <a:xfrm>
              <a:off x="2332" y="1024"/>
              <a:ext cx="182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92" name="Line 69"/>
            <p:cNvSpPr>
              <a:spLocks noChangeShapeType="1"/>
            </p:cNvSpPr>
            <p:nvPr/>
          </p:nvSpPr>
          <p:spPr bwMode="auto">
            <a:xfrm>
              <a:off x="2330" y="1160"/>
              <a:ext cx="1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93" name="Line 70"/>
            <p:cNvSpPr>
              <a:spLocks noChangeShapeType="1"/>
            </p:cNvSpPr>
            <p:nvPr/>
          </p:nvSpPr>
          <p:spPr bwMode="auto">
            <a:xfrm>
              <a:off x="2516" y="1232"/>
              <a:ext cx="8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94" name="Line 103"/>
            <p:cNvSpPr>
              <a:spLocks noChangeShapeType="1"/>
            </p:cNvSpPr>
            <p:nvPr/>
          </p:nvSpPr>
          <p:spPr bwMode="auto">
            <a:xfrm>
              <a:off x="2518" y="948"/>
              <a:ext cx="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95" name="Line 176"/>
            <p:cNvSpPr>
              <a:spLocks noChangeShapeType="1"/>
            </p:cNvSpPr>
            <p:nvPr/>
          </p:nvSpPr>
          <p:spPr bwMode="auto">
            <a:xfrm>
              <a:off x="2516" y="944"/>
              <a:ext cx="0" cy="29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9629" name="Line 189"/>
          <p:cNvSpPr>
            <a:spLocks noChangeShapeType="1"/>
          </p:cNvSpPr>
          <p:nvPr/>
        </p:nvSpPr>
        <p:spPr bwMode="auto">
          <a:xfrm>
            <a:off x="4545013" y="3990975"/>
            <a:ext cx="53975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9643" name="Text Box 203"/>
          <p:cNvSpPr txBox="1">
            <a:spLocks noChangeArrowheads="1"/>
          </p:cNvSpPr>
          <p:nvPr/>
        </p:nvSpPr>
        <p:spPr bwMode="auto">
          <a:xfrm>
            <a:off x="1193800" y="4603750"/>
            <a:ext cx="75819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回转体上均匀分布的肋、轮辐、孔等结构不处于剖切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平面上时，可将其旋转到剖切平面上画出。</a:t>
            </a:r>
          </a:p>
        </p:txBody>
      </p:sp>
      <p:grpSp>
        <p:nvGrpSpPr>
          <p:cNvPr id="3" name="Group 325"/>
          <p:cNvGrpSpPr>
            <a:grpSpLocks/>
          </p:cNvGrpSpPr>
          <p:nvPr/>
        </p:nvGrpSpPr>
        <p:grpSpPr bwMode="auto">
          <a:xfrm>
            <a:off x="4595813" y="1824038"/>
            <a:ext cx="1371600" cy="2484437"/>
            <a:chOff x="2145" y="1039"/>
            <a:chExt cx="864" cy="1565"/>
          </a:xfrm>
        </p:grpSpPr>
        <p:grpSp>
          <p:nvGrpSpPr>
            <p:cNvPr id="21566" name="Group 188"/>
            <p:cNvGrpSpPr>
              <a:grpSpLocks/>
            </p:cNvGrpSpPr>
            <p:nvPr/>
          </p:nvGrpSpPr>
          <p:grpSpPr bwMode="auto">
            <a:xfrm>
              <a:off x="2145" y="1039"/>
              <a:ext cx="864" cy="1565"/>
              <a:chOff x="2324" y="895"/>
              <a:chExt cx="864" cy="1565"/>
            </a:xfrm>
          </p:grpSpPr>
          <p:sp>
            <p:nvSpPr>
              <p:cNvPr id="21568" name="Line 106"/>
              <p:cNvSpPr>
                <a:spLocks noChangeShapeType="1"/>
              </p:cNvSpPr>
              <p:nvPr/>
            </p:nvSpPr>
            <p:spPr bwMode="auto">
              <a:xfrm flipV="1">
                <a:off x="2335" y="895"/>
                <a:ext cx="121" cy="12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69" name="Line 107"/>
              <p:cNvSpPr>
                <a:spLocks noChangeShapeType="1"/>
              </p:cNvSpPr>
              <p:nvPr/>
            </p:nvSpPr>
            <p:spPr bwMode="auto">
              <a:xfrm flipV="1">
                <a:off x="2448" y="896"/>
                <a:ext cx="124" cy="12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70" name="Line 108"/>
              <p:cNvSpPr>
                <a:spLocks noChangeShapeType="1"/>
              </p:cNvSpPr>
              <p:nvPr/>
            </p:nvSpPr>
            <p:spPr bwMode="auto">
              <a:xfrm flipV="1">
                <a:off x="2324" y="1160"/>
                <a:ext cx="180" cy="18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71" name="Line 109"/>
              <p:cNvSpPr>
                <a:spLocks noChangeShapeType="1"/>
              </p:cNvSpPr>
              <p:nvPr/>
            </p:nvSpPr>
            <p:spPr bwMode="auto">
              <a:xfrm flipV="1">
                <a:off x="2328" y="1232"/>
                <a:ext cx="224" cy="22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72" name="Line 110"/>
              <p:cNvSpPr>
                <a:spLocks noChangeShapeType="1"/>
              </p:cNvSpPr>
              <p:nvPr/>
            </p:nvSpPr>
            <p:spPr bwMode="auto">
              <a:xfrm flipV="1">
                <a:off x="2447" y="1317"/>
                <a:ext cx="140" cy="14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73" name="Line 111"/>
              <p:cNvSpPr>
                <a:spLocks noChangeShapeType="1"/>
              </p:cNvSpPr>
              <p:nvPr/>
            </p:nvSpPr>
            <p:spPr bwMode="auto">
              <a:xfrm flipV="1">
                <a:off x="2564" y="1368"/>
                <a:ext cx="92" cy="9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74" name="Line 112"/>
              <p:cNvSpPr>
                <a:spLocks noChangeShapeType="1"/>
              </p:cNvSpPr>
              <p:nvPr/>
            </p:nvSpPr>
            <p:spPr bwMode="auto">
              <a:xfrm flipV="1">
                <a:off x="2684" y="1368"/>
                <a:ext cx="96" cy="9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75" name="Line 113"/>
              <p:cNvSpPr>
                <a:spLocks noChangeShapeType="1"/>
              </p:cNvSpPr>
              <p:nvPr/>
            </p:nvSpPr>
            <p:spPr bwMode="auto">
              <a:xfrm flipV="1">
                <a:off x="2326" y="1894"/>
                <a:ext cx="56" cy="5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76" name="Line 114"/>
              <p:cNvSpPr>
                <a:spLocks noChangeShapeType="1"/>
              </p:cNvSpPr>
              <p:nvPr/>
            </p:nvSpPr>
            <p:spPr bwMode="auto">
              <a:xfrm flipV="1">
                <a:off x="2812" y="1364"/>
                <a:ext cx="96" cy="9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77" name="Line 115"/>
              <p:cNvSpPr>
                <a:spLocks noChangeShapeType="1"/>
              </p:cNvSpPr>
              <p:nvPr/>
            </p:nvSpPr>
            <p:spPr bwMode="auto">
              <a:xfrm flipV="1">
                <a:off x="2324" y="1891"/>
                <a:ext cx="181" cy="18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78" name="Line 116"/>
              <p:cNvSpPr>
                <a:spLocks noChangeShapeType="1"/>
              </p:cNvSpPr>
              <p:nvPr/>
            </p:nvSpPr>
            <p:spPr bwMode="auto">
              <a:xfrm flipV="1">
                <a:off x="2932" y="1372"/>
                <a:ext cx="88" cy="8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79" name="Line 117"/>
              <p:cNvSpPr>
                <a:spLocks noChangeShapeType="1"/>
              </p:cNvSpPr>
              <p:nvPr/>
            </p:nvSpPr>
            <p:spPr bwMode="auto">
              <a:xfrm flipV="1">
                <a:off x="2331" y="1890"/>
                <a:ext cx="294" cy="29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80" name="Line 118"/>
              <p:cNvSpPr>
                <a:spLocks noChangeShapeType="1"/>
              </p:cNvSpPr>
              <p:nvPr/>
            </p:nvSpPr>
            <p:spPr bwMode="auto">
              <a:xfrm flipV="1">
                <a:off x="2328" y="2040"/>
                <a:ext cx="264" cy="2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81" name="Line 119"/>
              <p:cNvSpPr>
                <a:spLocks noChangeShapeType="1"/>
              </p:cNvSpPr>
              <p:nvPr/>
            </p:nvSpPr>
            <p:spPr bwMode="auto">
              <a:xfrm flipV="1">
                <a:off x="2652" y="1896"/>
                <a:ext cx="84" cy="8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82" name="Line 121"/>
              <p:cNvSpPr>
                <a:spLocks noChangeShapeType="1"/>
              </p:cNvSpPr>
              <p:nvPr/>
            </p:nvSpPr>
            <p:spPr bwMode="auto">
              <a:xfrm flipV="1">
                <a:off x="2769" y="1893"/>
                <a:ext cx="87" cy="8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83" name="Line 123"/>
              <p:cNvSpPr>
                <a:spLocks noChangeShapeType="1"/>
              </p:cNvSpPr>
              <p:nvPr/>
            </p:nvSpPr>
            <p:spPr bwMode="auto">
              <a:xfrm flipV="1">
                <a:off x="2889" y="1896"/>
                <a:ext cx="84" cy="8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84" name="Line 180"/>
              <p:cNvSpPr>
                <a:spLocks noChangeShapeType="1"/>
              </p:cNvSpPr>
              <p:nvPr/>
            </p:nvSpPr>
            <p:spPr bwMode="auto">
              <a:xfrm flipV="1">
                <a:off x="3048" y="1364"/>
                <a:ext cx="96" cy="9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85" name="Line 181"/>
              <p:cNvSpPr>
                <a:spLocks noChangeShapeType="1"/>
              </p:cNvSpPr>
              <p:nvPr/>
            </p:nvSpPr>
            <p:spPr bwMode="auto">
              <a:xfrm flipV="1">
                <a:off x="2328" y="2152"/>
                <a:ext cx="264" cy="26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86" name="Line 182"/>
              <p:cNvSpPr>
                <a:spLocks noChangeShapeType="1"/>
              </p:cNvSpPr>
              <p:nvPr/>
            </p:nvSpPr>
            <p:spPr bwMode="auto">
              <a:xfrm flipV="1">
                <a:off x="2396" y="2268"/>
                <a:ext cx="192" cy="19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87" name="Line 183"/>
              <p:cNvSpPr>
                <a:spLocks noChangeShapeType="1"/>
              </p:cNvSpPr>
              <p:nvPr/>
            </p:nvSpPr>
            <p:spPr bwMode="auto">
              <a:xfrm flipV="1">
                <a:off x="2508" y="2384"/>
                <a:ext cx="76" cy="7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88" name="Line 184"/>
              <p:cNvSpPr>
                <a:spLocks noChangeShapeType="1"/>
              </p:cNvSpPr>
              <p:nvPr/>
            </p:nvSpPr>
            <p:spPr bwMode="auto">
              <a:xfrm flipV="1">
                <a:off x="2984" y="1892"/>
                <a:ext cx="92" cy="9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89" name="Line 185"/>
              <p:cNvSpPr>
                <a:spLocks noChangeShapeType="1"/>
              </p:cNvSpPr>
              <p:nvPr/>
            </p:nvSpPr>
            <p:spPr bwMode="auto">
              <a:xfrm flipV="1">
                <a:off x="3092" y="1892"/>
                <a:ext cx="96" cy="9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90" name="Line 186"/>
              <p:cNvSpPr>
                <a:spLocks noChangeShapeType="1"/>
              </p:cNvSpPr>
              <p:nvPr/>
            </p:nvSpPr>
            <p:spPr bwMode="auto">
              <a:xfrm flipV="1">
                <a:off x="3156" y="1428"/>
                <a:ext cx="32" cy="3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1567" name="Line 324"/>
            <p:cNvSpPr>
              <a:spLocks noChangeShapeType="1"/>
            </p:cNvSpPr>
            <p:nvPr/>
          </p:nvSpPr>
          <p:spPr bwMode="auto">
            <a:xfrm flipV="1">
              <a:off x="2145" y="1305"/>
              <a:ext cx="75" cy="75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89767" name="Text Box 327"/>
          <p:cNvSpPr txBox="1">
            <a:spLocks noChangeArrowheads="1"/>
          </p:cNvSpPr>
          <p:nvPr/>
        </p:nvSpPr>
        <p:spPr bwMode="auto">
          <a:xfrm>
            <a:off x="339725" y="322263"/>
            <a:ext cx="88042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2. </a:t>
            </a:r>
            <a:r>
              <a:rPr lang="zh-CN" altLang="en-US" sz="2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均匀分布在回转体上的轮幅、肋</a:t>
            </a:r>
            <a:r>
              <a:rPr lang="zh-CN" altLang="en-US" sz="280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、</a:t>
            </a:r>
            <a:r>
              <a:rPr lang="zh-CN" altLang="en-US" sz="2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孔等，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   先转正，后投影。</a:t>
            </a:r>
          </a:p>
        </p:txBody>
      </p:sp>
      <p:grpSp>
        <p:nvGrpSpPr>
          <p:cNvPr id="5" name="Group 348"/>
          <p:cNvGrpSpPr>
            <a:grpSpLocks/>
          </p:cNvGrpSpPr>
          <p:nvPr/>
        </p:nvGrpSpPr>
        <p:grpSpPr bwMode="auto">
          <a:xfrm>
            <a:off x="3414713" y="2371725"/>
            <a:ext cx="2562225" cy="509588"/>
            <a:chOff x="2151" y="1494"/>
            <a:chExt cx="1614" cy="321"/>
          </a:xfrm>
        </p:grpSpPr>
        <p:grpSp>
          <p:nvGrpSpPr>
            <p:cNvPr id="21553" name="Group 347"/>
            <p:cNvGrpSpPr>
              <a:grpSpLocks/>
            </p:cNvGrpSpPr>
            <p:nvPr/>
          </p:nvGrpSpPr>
          <p:grpSpPr bwMode="auto">
            <a:xfrm>
              <a:off x="2151" y="1494"/>
              <a:ext cx="1614" cy="243"/>
              <a:chOff x="2151" y="1494"/>
              <a:chExt cx="1614" cy="243"/>
            </a:xfrm>
          </p:grpSpPr>
          <p:sp>
            <p:nvSpPr>
              <p:cNvPr id="21560" name="Line 317"/>
              <p:cNvSpPr>
                <a:spLocks noChangeShapeType="1"/>
              </p:cNvSpPr>
              <p:nvPr/>
            </p:nvSpPr>
            <p:spPr bwMode="auto">
              <a:xfrm>
                <a:off x="2557" y="1496"/>
                <a:ext cx="283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61" name="Line 318"/>
              <p:cNvSpPr>
                <a:spLocks noChangeShapeType="1"/>
              </p:cNvSpPr>
              <p:nvPr/>
            </p:nvSpPr>
            <p:spPr bwMode="auto">
              <a:xfrm>
                <a:off x="2151" y="1736"/>
                <a:ext cx="678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62" name="Line 319"/>
              <p:cNvSpPr>
                <a:spLocks noChangeShapeType="1"/>
              </p:cNvSpPr>
              <p:nvPr/>
            </p:nvSpPr>
            <p:spPr bwMode="auto">
              <a:xfrm>
                <a:off x="3165" y="1494"/>
                <a:ext cx="317" cy="127"/>
              </a:xfrm>
              <a:prstGeom prst="line">
                <a:avLst/>
              </a:prstGeom>
              <a:noFill/>
              <a:ln w="28575">
                <a:solidFill>
                  <a:srgbClr val="0000FF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63" name="Line 320"/>
              <p:cNvSpPr>
                <a:spLocks noChangeShapeType="1"/>
              </p:cNvSpPr>
              <p:nvPr/>
            </p:nvSpPr>
            <p:spPr bwMode="auto">
              <a:xfrm>
                <a:off x="3480" y="1620"/>
                <a:ext cx="285" cy="114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prstDash val="lgDash"/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64" name="Line 331"/>
              <p:cNvSpPr>
                <a:spLocks noChangeShapeType="1"/>
              </p:cNvSpPr>
              <p:nvPr/>
            </p:nvSpPr>
            <p:spPr bwMode="auto">
              <a:xfrm>
                <a:off x="2836" y="1497"/>
                <a:ext cx="330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65" name="Line 332"/>
              <p:cNvSpPr>
                <a:spLocks noChangeShapeType="1"/>
              </p:cNvSpPr>
              <p:nvPr/>
            </p:nvSpPr>
            <p:spPr bwMode="auto">
              <a:xfrm>
                <a:off x="2820" y="1737"/>
                <a:ext cx="943" cy="0"/>
              </a:xfrm>
              <a:prstGeom prst="line">
                <a:avLst/>
              </a:prstGeom>
              <a:noFill/>
              <a:ln w="9525">
                <a:solidFill>
                  <a:srgbClr val="0000FF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1554" name="Group 346"/>
            <p:cNvGrpSpPr>
              <a:grpSpLocks/>
            </p:cNvGrpSpPr>
            <p:nvPr/>
          </p:nvGrpSpPr>
          <p:grpSpPr bwMode="auto">
            <a:xfrm>
              <a:off x="2196" y="1572"/>
              <a:ext cx="1565" cy="243"/>
              <a:chOff x="2196" y="1572"/>
              <a:chExt cx="1565" cy="243"/>
            </a:xfrm>
          </p:grpSpPr>
          <p:sp>
            <p:nvSpPr>
              <p:cNvPr id="21555" name="Line 339"/>
              <p:cNvSpPr>
                <a:spLocks noChangeShapeType="1"/>
              </p:cNvSpPr>
              <p:nvPr/>
            </p:nvSpPr>
            <p:spPr bwMode="auto">
              <a:xfrm>
                <a:off x="2606" y="1575"/>
                <a:ext cx="235" cy="0"/>
              </a:xfrm>
              <a:prstGeom prst="line">
                <a:avLst/>
              </a:prstGeom>
              <a:noFill/>
              <a:ln w="9525">
                <a:solidFill>
                  <a:srgbClr val="FF3399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56" name="Line 340"/>
              <p:cNvSpPr>
                <a:spLocks noChangeShapeType="1"/>
              </p:cNvSpPr>
              <p:nvPr/>
            </p:nvSpPr>
            <p:spPr bwMode="auto">
              <a:xfrm>
                <a:off x="2196" y="1815"/>
                <a:ext cx="632" cy="0"/>
              </a:xfrm>
              <a:prstGeom prst="line">
                <a:avLst/>
              </a:prstGeom>
              <a:noFill/>
              <a:ln w="9525">
                <a:solidFill>
                  <a:srgbClr val="FF3399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57" name="Line 343"/>
              <p:cNvSpPr>
                <a:spLocks noChangeShapeType="1"/>
              </p:cNvSpPr>
              <p:nvPr/>
            </p:nvSpPr>
            <p:spPr bwMode="auto">
              <a:xfrm>
                <a:off x="3163" y="1572"/>
                <a:ext cx="595" cy="238"/>
              </a:xfrm>
              <a:prstGeom prst="line">
                <a:avLst/>
              </a:prstGeom>
              <a:noFill/>
              <a:ln w="9525">
                <a:solidFill>
                  <a:srgbClr val="FF3399"/>
                </a:solidFill>
                <a:prstDash val="lgDash"/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58" name="Line 344"/>
              <p:cNvSpPr>
                <a:spLocks noChangeShapeType="1"/>
              </p:cNvSpPr>
              <p:nvPr/>
            </p:nvSpPr>
            <p:spPr bwMode="auto">
              <a:xfrm>
                <a:off x="2837" y="1576"/>
                <a:ext cx="330" cy="0"/>
              </a:xfrm>
              <a:prstGeom prst="line">
                <a:avLst/>
              </a:prstGeom>
              <a:noFill/>
              <a:ln w="9525">
                <a:solidFill>
                  <a:srgbClr val="FF3399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1559" name="Line 345"/>
              <p:cNvSpPr>
                <a:spLocks noChangeShapeType="1"/>
              </p:cNvSpPr>
              <p:nvPr/>
            </p:nvSpPr>
            <p:spPr bwMode="auto">
              <a:xfrm>
                <a:off x="2825" y="1814"/>
                <a:ext cx="936" cy="0"/>
              </a:xfrm>
              <a:prstGeom prst="line">
                <a:avLst/>
              </a:prstGeom>
              <a:noFill/>
              <a:ln w="9525">
                <a:solidFill>
                  <a:srgbClr val="FF3399"/>
                </a:solidFill>
                <a:round/>
                <a:headEnd/>
                <a:tailEnd type="non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grpSp>
        <p:nvGrpSpPr>
          <p:cNvPr id="8" name="Group 190"/>
          <p:cNvGrpSpPr>
            <a:grpSpLocks/>
          </p:cNvGrpSpPr>
          <p:nvPr/>
        </p:nvGrpSpPr>
        <p:grpSpPr bwMode="auto">
          <a:xfrm>
            <a:off x="4594225" y="1819275"/>
            <a:ext cx="1389063" cy="2497138"/>
            <a:chOff x="2323" y="892"/>
            <a:chExt cx="875" cy="1573"/>
          </a:xfrm>
        </p:grpSpPr>
        <p:sp>
          <p:nvSpPr>
            <p:cNvPr id="21543" name="Line 66"/>
            <p:cNvSpPr>
              <a:spLocks noChangeShapeType="1"/>
            </p:cNvSpPr>
            <p:nvPr/>
          </p:nvSpPr>
          <p:spPr bwMode="auto">
            <a:xfrm>
              <a:off x="2595" y="1368"/>
              <a:ext cx="59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4" name="Line 67"/>
            <p:cNvSpPr>
              <a:spLocks noChangeShapeType="1"/>
            </p:cNvSpPr>
            <p:nvPr/>
          </p:nvSpPr>
          <p:spPr bwMode="auto">
            <a:xfrm>
              <a:off x="2332" y="1464"/>
              <a:ext cx="858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5" name="Line 71"/>
            <p:cNvSpPr>
              <a:spLocks noChangeShapeType="1"/>
            </p:cNvSpPr>
            <p:nvPr/>
          </p:nvSpPr>
          <p:spPr bwMode="auto">
            <a:xfrm>
              <a:off x="2325" y="2460"/>
              <a:ext cx="271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6" name="Line 94"/>
            <p:cNvSpPr>
              <a:spLocks noChangeShapeType="1"/>
            </p:cNvSpPr>
            <p:nvPr/>
          </p:nvSpPr>
          <p:spPr bwMode="auto">
            <a:xfrm>
              <a:off x="2596" y="892"/>
              <a:ext cx="0" cy="48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7" name="Line 96"/>
            <p:cNvSpPr>
              <a:spLocks noChangeShapeType="1"/>
            </p:cNvSpPr>
            <p:nvPr/>
          </p:nvSpPr>
          <p:spPr bwMode="auto">
            <a:xfrm>
              <a:off x="3192" y="1366"/>
              <a:ext cx="0" cy="62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8" name="Line 97"/>
            <p:cNvSpPr>
              <a:spLocks noChangeShapeType="1"/>
            </p:cNvSpPr>
            <p:nvPr/>
          </p:nvSpPr>
          <p:spPr bwMode="auto">
            <a:xfrm>
              <a:off x="2328" y="1892"/>
              <a:ext cx="870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9" name="Line 98"/>
            <p:cNvSpPr>
              <a:spLocks noChangeShapeType="1"/>
            </p:cNvSpPr>
            <p:nvPr/>
          </p:nvSpPr>
          <p:spPr bwMode="auto">
            <a:xfrm>
              <a:off x="2591" y="1987"/>
              <a:ext cx="605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0" name="Line 99"/>
            <p:cNvSpPr>
              <a:spLocks noChangeShapeType="1"/>
            </p:cNvSpPr>
            <p:nvPr/>
          </p:nvSpPr>
          <p:spPr bwMode="auto">
            <a:xfrm>
              <a:off x="2323" y="892"/>
              <a:ext cx="276" cy="0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1" name="Line 104"/>
            <p:cNvSpPr>
              <a:spLocks noChangeShapeType="1"/>
            </p:cNvSpPr>
            <p:nvPr/>
          </p:nvSpPr>
          <p:spPr bwMode="auto">
            <a:xfrm>
              <a:off x="2593" y="1979"/>
              <a:ext cx="0" cy="484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52" name="Line 173"/>
            <p:cNvSpPr>
              <a:spLocks noChangeShapeType="1"/>
            </p:cNvSpPr>
            <p:nvPr/>
          </p:nvSpPr>
          <p:spPr bwMode="auto">
            <a:xfrm>
              <a:off x="2328" y="897"/>
              <a:ext cx="0" cy="1568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9" name="Group 202"/>
          <p:cNvGrpSpPr>
            <a:grpSpLocks/>
          </p:cNvGrpSpPr>
          <p:nvPr/>
        </p:nvGrpSpPr>
        <p:grpSpPr bwMode="auto">
          <a:xfrm>
            <a:off x="1697038" y="1728788"/>
            <a:ext cx="2643187" cy="2663825"/>
            <a:chOff x="498" y="835"/>
            <a:chExt cx="1665" cy="1678"/>
          </a:xfrm>
        </p:grpSpPr>
        <p:sp>
          <p:nvSpPr>
            <p:cNvPr id="21519" name="Oval 140"/>
            <p:cNvSpPr>
              <a:spLocks noChangeArrowheads="1"/>
            </p:cNvSpPr>
            <p:nvPr/>
          </p:nvSpPr>
          <p:spPr bwMode="auto">
            <a:xfrm>
              <a:off x="697" y="1820"/>
              <a:ext cx="284" cy="284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21520" name="Oval 141"/>
            <p:cNvSpPr>
              <a:spLocks noChangeArrowheads="1"/>
            </p:cNvSpPr>
            <p:nvPr/>
          </p:nvSpPr>
          <p:spPr bwMode="auto">
            <a:xfrm rot="5400000">
              <a:off x="766" y="1893"/>
              <a:ext cx="141" cy="141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21521" name="Line 143"/>
            <p:cNvSpPr>
              <a:spLocks noChangeShapeType="1"/>
            </p:cNvSpPr>
            <p:nvPr/>
          </p:nvSpPr>
          <p:spPr bwMode="auto">
            <a:xfrm>
              <a:off x="1342" y="835"/>
              <a:ext cx="0" cy="167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2" name="Line 144"/>
            <p:cNvSpPr>
              <a:spLocks noChangeShapeType="1"/>
            </p:cNvSpPr>
            <p:nvPr/>
          </p:nvSpPr>
          <p:spPr bwMode="auto">
            <a:xfrm>
              <a:off x="498" y="1675"/>
              <a:ext cx="166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23" name="Oval 145"/>
            <p:cNvSpPr>
              <a:spLocks noChangeArrowheads="1"/>
            </p:cNvSpPr>
            <p:nvPr/>
          </p:nvSpPr>
          <p:spPr bwMode="auto">
            <a:xfrm>
              <a:off x="559" y="892"/>
              <a:ext cx="1565" cy="1565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21524" name="Oval 148"/>
            <p:cNvSpPr>
              <a:spLocks noChangeArrowheads="1"/>
            </p:cNvSpPr>
            <p:nvPr/>
          </p:nvSpPr>
          <p:spPr bwMode="auto">
            <a:xfrm>
              <a:off x="1030" y="1364"/>
              <a:ext cx="618" cy="618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21525" name="Oval 149"/>
            <p:cNvSpPr>
              <a:spLocks noChangeArrowheads="1"/>
            </p:cNvSpPr>
            <p:nvPr/>
          </p:nvSpPr>
          <p:spPr bwMode="auto">
            <a:xfrm>
              <a:off x="1126" y="1460"/>
              <a:ext cx="426" cy="426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21526" name="Oval 150"/>
            <p:cNvSpPr>
              <a:spLocks noChangeArrowheads="1"/>
            </p:cNvSpPr>
            <p:nvPr/>
          </p:nvSpPr>
          <p:spPr bwMode="auto">
            <a:xfrm>
              <a:off x="1270" y="1022"/>
              <a:ext cx="141" cy="141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21527" name="Oval 152"/>
            <p:cNvSpPr>
              <a:spLocks noChangeArrowheads="1"/>
            </p:cNvSpPr>
            <p:nvPr/>
          </p:nvSpPr>
          <p:spPr bwMode="auto">
            <a:xfrm rot="5400000">
              <a:off x="1778" y="1898"/>
              <a:ext cx="141" cy="141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21528" name="Oval 154"/>
            <p:cNvSpPr>
              <a:spLocks noChangeArrowheads="1"/>
            </p:cNvSpPr>
            <p:nvPr/>
          </p:nvSpPr>
          <p:spPr bwMode="auto">
            <a:xfrm>
              <a:off x="1703" y="1827"/>
              <a:ext cx="284" cy="284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21529" name="Oval 156"/>
            <p:cNvSpPr>
              <a:spLocks noChangeArrowheads="1"/>
            </p:cNvSpPr>
            <p:nvPr/>
          </p:nvSpPr>
          <p:spPr bwMode="auto">
            <a:xfrm>
              <a:off x="1196" y="956"/>
              <a:ext cx="284" cy="284"/>
            </a:xfrm>
            <a:prstGeom prst="ellips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 type="non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21530" name="Line 157"/>
            <p:cNvSpPr>
              <a:spLocks noChangeShapeType="1"/>
            </p:cNvSpPr>
            <p:nvPr/>
          </p:nvSpPr>
          <p:spPr bwMode="auto">
            <a:xfrm flipH="1">
              <a:off x="675" y="1870"/>
              <a:ext cx="327" cy="1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1" name="Line 159"/>
            <p:cNvSpPr>
              <a:spLocks noChangeShapeType="1"/>
            </p:cNvSpPr>
            <p:nvPr/>
          </p:nvSpPr>
          <p:spPr bwMode="auto">
            <a:xfrm>
              <a:off x="1689" y="1875"/>
              <a:ext cx="307" cy="17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2" name="Line 160"/>
            <p:cNvSpPr>
              <a:spLocks noChangeShapeType="1"/>
            </p:cNvSpPr>
            <p:nvPr/>
          </p:nvSpPr>
          <p:spPr bwMode="auto">
            <a:xfrm flipV="1">
              <a:off x="1485" y="1258"/>
              <a:ext cx="567" cy="32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3" name="Line 161"/>
            <p:cNvSpPr>
              <a:spLocks noChangeShapeType="1"/>
            </p:cNvSpPr>
            <p:nvPr/>
          </p:nvSpPr>
          <p:spPr bwMode="auto">
            <a:xfrm flipV="1">
              <a:off x="1581" y="1239"/>
              <a:ext cx="411" cy="23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4" name="Line 162"/>
            <p:cNvSpPr>
              <a:spLocks noChangeShapeType="1"/>
            </p:cNvSpPr>
            <p:nvPr/>
          </p:nvSpPr>
          <p:spPr bwMode="auto">
            <a:xfrm flipV="1">
              <a:off x="1626" y="1317"/>
              <a:ext cx="411" cy="23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5" name="Line 165"/>
            <p:cNvSpPr>
              <a:spLocks noChangeShapeType="1"/>
            </p:cNvSpPr>
            <p:nvPr/>
          </p:nvSpPr>
          <p:spPr bwMode="auto">
            <a:xfrm rot="14400000" flipV="1">
              <a:off x="624" y="1258"/>
              <a:ext cx="484" cy="28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6" name="Line 166"/>
            <p:cNvSpPr>
              <a:spLocks noChangeShapeType="1"/>
            </p:cNvSpPr>
            <p:nvPr/>
          </p:nvSpPr>
          <p:spPr bwMode="auto">
            <a:xfrm rot="14400000" flipV="1">
              <a:off x="637" y="1319"/>
              <a:ext cx="411" cy="23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7" name="Line 167"/>
            <p:cNvSpPr>
              <a:spLocks noChangeShapeType="1"/>
            </p:cNvSpPr>
            <p:nvPr/>
          </p:nvSpPr>
          <p:spPr bwMode="auto">
            <a:xfrm rot="14400000" flipV="1">
              <a:off x="682" y="1241"/>
              <a:ext cx="411" cy="23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8" name="Line 170"/>
            <p:cNvSpPr>
              <a:spLocks noChangeShapeType="1"/>
            </p:cNvSpPr>
            <p:nvPr/>
          </p:nvSpPr>
          <p:spPr bwMode="auto">
            <a:xfrm rot="7200000" flipV="1">
              <a:off x="1180" y="2100"/>
              <a:ext cx="411" cy="23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9" name="Line 171"/>
            <p:cNvSpPr>
              <a:spLocks noChangeShapeType="1"/>
            </p:cNvSpPr>
            <p:nvPr/>
          </p:nvSpPr>
          <p:spPr bwMode="auto">
            <a:xfrm rot="7200000" flipV="1">
              <a:off x="1090" y="2100"/>
              <a:ext cx="411" cy="237"/>
            </a:xfrm>
            <a:prstGeom prst="line">
              <a:avLst/>
            </a:pr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0" name="Arc 199"/>
            <p:cNvSpPr>
              <a:spLocks/>
            </p:cNvSpPr>
            <p:nvPr/>
          </p:nvSpPr>
          <p:spPr bwMode="auto">
            <a:xfrm>
              <a:off x="1139" y="1094"/>
              <a:ext cx="406" cy="580"/>
            </a:xfrm>
            <a:custGeom>
              <a:avLst/>
              <a:gdLst>
                <a:gd name="T0" fmla="*/ 0 w 15082"/>
                <a:gd name="T1" fmla="*/ 0 h 21600"/>
                <a:gd name="T2" fmla="*/ 0 w 15082"/>
                <a:gd name="T3" fmla="*/ 0 h 21600"/>
                <a:gd name="T4" fmla="*/ 0 w 15082"/>
                <a:gd name="T5" fmla="*/ 0 h 21600"/>
                <a:gd name="T6" fmla="*/ 0 60000 65536"/>
                <a:gd name="T7" fmla="*/ 0 60000 65536"/>
                <a:gd name="T8" fmla="*/ 0 60000 65536"/>
                <a:gd name="T9" fmla="*/ 0 w 15082"/>
                <a:gd name="T10" fmla="*/ 0 h 21600"/>
                <a:gd name="T11" fmla="*/ 15082 w 1508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082" h="21600" fill="none" extrusionOk="0">
                  <a:moveTo>
                    <a:pt x="0" y="1288"/>
                  </a:moveTo>
                  <a:cubicBezTo>
                    <a:pt x="2356" y="435"/>
                    <a:pt x="4842" y="-1"/>
                    <a:pt x="7348" y="0"/>
                  </a:cubicBezTo>
                  <a:cubicBezTo>
                    <a:pt x="9991" y="0"/>
                    <a:pt x="12613" y="485"/>
                    <a:pt x="15081" y="1432"/>
                  </a:cubicBezTo>
                </a:path>
                <a:path w="15082" h="21600" stroke="0" extrusionOk="0">
                  <a:moveTo>
                    <a:pt x="0" y="1288"/>
                  </a:moveTo>
                  <a:cubicBezTo>
                    <a:pt x="2356" y="435"/>
                    <a:pt x="4842" y="-1"/>
                    <a:pt x="7348" y="0"/>
                  </a:cubicBezTo>
                  <a:cubicBezTo>
                    <a:pt x="9991" y="0"/>
                    <a:pt x="12613" y="485"/>
                    <a:pt x="15081" y="1432"/>
                  </a:cubicBezTo>
                  <a:lnTo>
                    <a:pt x="7348" y="21600"/>
                  </a:lnTo>
                  <a:lnTo>
                    <a:pt x="0" y="1288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1" name="Arc 200"/>
            <p:cNvSpPr>
              <a:spLocks/>
            </p:cNvSpPr>
            <p:nvPr/>
          </p:nvSpPr>
          <p:spPr bwMode="auto">
            <a:xfrm>
              <a:off x="767" y="1674"/>
              <a:ext cx="573" cy="430"/>
            </a:xfrm>
            <a:custGeom>
              <a:avLst/>
              <a:gdLst>
                <a:gd name="T0" fmla="*/ 0 w 21289"/>
                <a:gd name="T1" fmla="*/ 0 h 15988"/>
                <a:gd name="T2" fmla="*/ 0 w 21289"/>
                <a:gd name="T3" fmla="*/ 0 h 15988"/>
                <a:gd name="T4" fmla="*/ 0 w 21289"/>
                <a:gd name="T5" fmla="*/ 0 h 15988"/>
                <a:gd name="T6" fmla="*/ 0 60000 65536"/>
                <a:gd name="T7" fmla="*/ 0 60000 65536"/>
                <a:gd name="T8" fmla="*/ 0 60000 65536"/>
                <a:gd name="T9" fmla="*/ 0 w 21289"/>
                <a:gd name="T10" fmla="*/ 0 h 15988"/>
                <a:gd name="T11" fmla="*/ 21289 w 21289"/>
                <a:gd name="T12" fmla="*/ 15988 h 159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289" h="15988" fill="none" extrusionOk="0">
                  <a:moveTo>
                    <a:pt x="6765" y="15987"/>
                  </a:moveTo>
                  <a:cubicBezTo>
                    <a:pt x="3196" y="12746"/>
                    <a:pt x="815" y="8403"/>
                    <a:pt x="-1" y="3652"/>
                  </a:cubicBezTo>
                </a:path>
                <a:path w="21289" h="15988" stroke="0" extrusionOk="0">
                  <a:moveTo>
                    <a:pt x="6765" y="15987"/>
                  </a:moveTo>
                  <a:cubicBezTo>
                    <a:pt x="3196" y="12746"/>
                    <a:pt x="815" y="8403"/>
                    <a:pt x="-1" y="3652"/>
                  </a:cubicBezTo>
                  <a:lnTo>
                    <a:pt x="21289" y="0"/>
                  </a:lnTo>
                  <a:lnTo>
                    <a:pt x="6765" y="15987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2" name="Arc 201"/>
            <p:cNvSpPr>
              <a:spLocks/>
            </p:cNvSpPr>
            <p:nvPr/>
          </p:nvSpPr>
          <p:spPr bwMode="auto">
            <a:xfrm>
              <a:off x="1338" y="1674"/>
              <a:ext cx="571" cy="453"/>
            </a:xfrm>
            <a:custGeom>
              <a:avLst/>
              <a:gdLst>
                <a:gd name="T0" fmla="*/ 0 w 21228"/>
                <a:gd name="T1" fmla="*/ 0 h 16870"/>
                <a:gd name="T2" fmla="*/ 0 w 21228"/>
                <a:gd name="T3" fmla="*/ 0 h 16870"/>
                <a:gd name="T4" fmla="*/ 0 w 21228"/>
                <a:gd name="T5" fmla="*/ 0 h 16870"/>
                <a:gd name="T6" fmla="*/ 0 60000 65536"/>
                <a:gd name="T7" fmla="*/ 0 60000 65536"/>
                <a:gd name="T8" fmla="*/ 0 60000 65536"/>
                <a:gd name="T9" fmla="*/ 0 w 21228"/>
                <a:gd name="T10" fmla="*/ 0 h 16870"/>
                <a:gd name="T11" fmla="*/ 21228 w 21228"/>
                <a:gd name="T12" fmla="*/ 16870 h 168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228" h="16870" fill="none" extrusionOk="0">
                  <a:moveTo>
                    <a:pt x="21227" y="3991"/>
                  </a:moveTo>
                  <a:cubicBezTo>
                    <a:pt x="20272" y="9072"/>
                    <a:pt x="17526" y="13641"/>
                    <a:pt x="13489" y="16870"/>
                  </a:cubicBezTo>
                </a:path>
                <a:path w="21228" h="16870" stroke="0" extrusionOk="0">
                  <a:moveTo>
                    <a:pt x="21227" y="3991"/>
                  </a:moveTo>
                  <a:cubicBezTo>
                    <a:pt x="20272" y="9072"/>
                    <a:pt x="17526" y="13641"/>
                    <a:pt x="13489" y="16870"/>
                  </a:cubicBezTo>
                  <a:lnTo>
                    <a:pt x="0" y="0"/>
                  </a:lnTo>
                  <a:lnTo>
                    <a:pt x="21227" y="3991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9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89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89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9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89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89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89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505" grpId="0" animBg="1"/>
      <p:bldP spid="189576" grpId="0" animBg="1"/>
      <p:bldP spid="189614" grpId="0" animBg="1"/>
      <p:bldP spid="189615" grpId="0" animBg="1"/>
      <p:bldP spid="189629" grpId="0" animBg="1"/>
      <p:bldP spid="189643" grpId="0" autoUpdateAnimBg="0"/>
      <p:bldP spid="189767" grpId="0" autoUpdateAnimBg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D0D2A3-2001-4079-AF85-A2F205D915BA}" type="slidenum">
              <a:rPr lang="en-US" altLang="zh-CN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247810" name="Text Box 2"/>
          <p:cNvSpPr txBox="1">
            <a:spLocks noChangeArrowheads="1"/>
          </p:cNvSpPr>
          <p:nvPr/>
        </p:nvSpPr>
        <p:spPr bwMode="auto">
          <a:xfrm>
            <a:off x="474663" y="287338"/>
            <a:ext cx="8183562" cy="860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3 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若干直径相同且成规律分布的孔，可以仅画出一个或几个，其余只需用细点画线表示其中心位置。</a:t>
            </a:r>
          </a:p>
        </p:txBody>
      </p:sp>
      <p:sp>
        <p:nvSpPr>
          <p:cNvPr id="247812" name="AutoShape 4"/>
          <p:cNvSpPr>
            <a:spLocks noChangeArrowheads="1"/>
          </p:cNvSpPr>
          <p:nvPr/>
        </p:nvSpPr>
        <p:spPr bwMode="auto">
          <a:xfrm>
            <a:off x="753885" y="1599320"/>
            <a:ext cx="1654175" cy="693737"/>
          </a:xfrm>
          <a:prstGeom prst="wedgeRoundRectCallout">
            <a:avLst>
              <a:gd name="adj1" fmla="val 55088"/>
              <a:gd name="adj2" fmla="val 140389"/>
              <a:gd name="adj3" fmla="val 16667"/>
            </a:avLst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b="1"/>
              <a:t>肋不对称</a:t>
            </a:r>
          </a:p>
          <a:p>
            <a:pPr algn="ctr"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zh-CN" altLang="en-US" sz="2000" b="1"/>
              <a:t>画成对称</a:t>
            </a:r>
          </a:p>
        </p:txBody>
      </p:sp>
      <p:sp>
        <p:nvSpPr>
          <p:cNvPr id="247813" name="AutoShape 5"/>
          <p:cNvSpPr>
            <a:spLocks noChangeArrowheads="1"/>
          </p:cNvSpPr>
          <p:nvPr/>
        </p:nvSpPr>
        <p:spPr bwMode="auto">
          <a:xfrm>
            <a:off x="5734050" y="1571626"/>
            <a:ext cx="1450975" cy="758825"/>
          </a:xfrm>
          <a:prstGeom prst="wedgeRoundRectCallout">
            <a:avLst>
              <a:gd name="adj1" fmla="val 24521"/>
              <a:gd name="adj2" fmla="val 186838"/>
              <a:gd name="adj3" fmla="val 16667"/>
            </a:avLst>
          </a:prstGeom>
          <a:solidFill>
            <a:srgbClr val="66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/>
              <a:t>孔未剖到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/>
              <a:t>画成剖到</a:t>
            </a:r>
          </a:p>
        </p:txBody>
      </p:sp>
      <p:grpSp>
        <p:nvGrpSpPr>
          <p:cNvPr id="22534" name="Group 7"/>
          <p:cNvGrpSpPr>
            <a:grpSpLocks/>
          </p:cNvGrpSpPr>
          <p:nvPr/>
        </p:nvGrpSpPr>
        <p:grpSpPr bwMode="auto">
          <a:xfrm>
            <a:off x="1470025" y="2147888"/>
            <a:ext cx="3429000" cy="3998912"/>
            <a:chOff x="1034" y="612"/>
            <a:chExt cx="2160" cy="2519"/>
          </a:xfrm>
        </p:grpSpPr>
        <p:grpSp>
          <p:nvGrpSpPr>
            <p:cNvPr id="22621" name="Group 8"/>
            <p:cNvGrpSpPr>
              <a:grpSpLocks/>
            </p:cNvGrpSpPr>
            <p:nvPr/>
          </p:nvGrpSpPr>
          <p:grpSpPr bwMode="auto">
            <a:xfrm>
              <a:off x="1034" y="1710"/>
              <a:ext cx="2160" cy="1421"/>
              <a:chOff x="1034" y="1710"/>
              <a:chExt cx="2160" cy="1421"/>
            </a:xfrm>
          </p:grpSpPr>
          <p:sp>
            <p:nvSpPr>
              <p:cNvPr id="22674" name="Oval 9"/>
              <p:cNvSpPr>
                <a:spLocks noChangeArrowheads="1"/>
              </p:cNvSpPr>
              <p:nvPr/>
            </p:nvSpPr>
            <p:spPr bwMode="auto">
              <a:xfrm>
                <a:off x="1548" y="2368"/>
                <a:ext cx="140" cy="14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22675" name="Oval 10"/>
              <p:cNvSpPr>
                <a:spLocks noChangeArrowheads="1"/>
              </p:cNvSpPr>
              <p:nvPr/>
            </p:nvSpPr>
            <p:spPr bwMode="auto">
              <a:xfrm>
                <a:off x="1880" y="2204"/>
                <a:ext cx="488" cy="456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22676" name="Oval 11"/>
              <p:cNvSpPr>
                <a:spLocks noChangeArrowheads="1"/>
              </p:cNvSpPr>
              <p:nvPr/>
            </p:nvSpPr>
            <p:spPr bwMode="auto">
              <a:xfrm>
                <a:off x="2004" y="2312"/>
                <a:ext cx="240" cy="240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22677" name="Oval 12"/>
              <p:cNvSpPr>
                <a:spLocks noChangeArrowheads="1"/>
              </p:cNvSpPr>
              <p:nvPr/>
            </p:nvSpPr>
            <p:spPr bwMode="auto">
              <a:xfrm>
                <a:off x="1816" y="2120"/>
                <a:ext cx="624" cy="616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22678" name="Oval 13"/>
              <p:cNvSpPr>
                <a:spLocks noChangeArrowheads="1"/>
              </p:cNvSpPr>
              <p:nvPr/>
            </p:nvSpPr>
            <p:spPr bwMode="auto">
              <a:xfrm>
                <a:off x="1416" y="1760"/>
                <a:ext cx="1408" cy="1344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22679" name="Line 14"/>
              <p:cNvSpPr>
                <a:spLocks noChangeShapeType="1"/>
              </p:cNvSpPr>
              <p:nvPr/>
            </p:nvSpPr>
            <p:spPr bwMode="auto">
              <a:xfrm>
                <a:off x="1324" y="2438"/>
                <a:ext cx="1599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80" name="Line 15"/>
              <p:cNvSpPr>
                <a:spLocks noChangeShapeType="1"/>
              </p:cNvSpPr>
              <p:nvPr/>
            </p:nvSpPr>
            <p:spPr bwMode="auto">
              <a:xfrm>
                <a:off x="2127" y="1710"/>
                <a:ext cx="0" cy="142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81" name="Line 16"/>
              <p:cNvSpPr>
                <a:spLocks noChangeShapeType="1"/>
              </p:cNvSpPr>
              <p:nvPr/>
            </p:nvSpPr>
            <p:spPr bwMode="auto">
              <a:xfrm flipV="1">
                <a:off x="2310" y="1928"/>
                <a:ext cx="103" cy="18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82" name="Line 17"/>
              <p:cNvSpPr>
                <a:spLocks noChangeShapeType="1"/>
              </p:cNvSpPr>
              <p:nvPr/>
            </p:nvSpPr>
            <p:spPr bwMode="auto">
              <a:xfrm>
                <a:off x="2304" y="2752"/>
                <a:ext cx="95" cy="16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83" name="Arc 18"/>
              <p:cNvSpPr>
                <a:spLocks/>
              </p:cNvSpPr>
              <p:nvPr/>
            </p:nvSpPr>
            <p:spPr bwMode="auto">
              <a:xfrm flipH="1">
                <a:off x="1615" y="2289"/>
                <a:ext cx="349" cy="312"/>
              </a:xfrm>
              <a:custGeom>
                <a:avLst/>
                <a:gdLst>
                  <a:gd name="T0" fmla="*/ 0 w 21600"/>
                  <a:gd name="T1" fmla="*/ 0 h 16533"/>
                  <a:gd name="T2" fmla="*/ 0 w 21600"/>
                  <a:gd name="T3" fmla="*/ 0 h 16533"/>
                  <a:gd name="T4" fmla="*/ 0 w 21600"/>
                  <a:gd name="T5" fmla="*/ 0 h 16533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16533"/>
                  <a:gd name="T11" fmla="*/ 21600 w 21600"/>
                  <a:gd name="T12" fmla="*/ 16533 h 1653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16533" fill="none" extrusionOk="0">
                    <a:moveTo>
                      <a:pt x="20514" y="0"/>
                    </a:moveTo>
                    <a:cubicBezTo>
                      <a:pt x="21233" y="2181"/>
                      <a:pt x="21600" y="4463"/>
                      <a:pt x="21600" y="6761"/>
                    </a:cubicBezTo>
                    <a:cubicBezTo>
                      <a:pt x="21600" y="10156"/>
                      <a:pt x="20799" y="13504"/>
                      <a:pt x="19263" y="16533"/>
                    </a:cubicBezTo>
                  </a:path>
                  <a:path w="21600" h="16533" stroke="0" extrusionOk="0">
                    <a:moveTo>
                      <a:pt x="20514" y="0"/>
                    </a:moveTo>
                    <a:cubicBezTo>
                      <a:pt x="21233" y="2181"/>
                      <a:pt x="21600" y="4463"/>
                      <a:pt x="21600" y="6761"/>
                    </a:cubicBezTo>
                    <a:cubicBezTo>
                      <a:pt x="21600" y="10156"/>
                      <a:pt x="20799" y="13504"/>
                      <a:pt x="19263" y="16533"/>
                    </a:cubicBezTo>
                    <a:lnTo>
                      <a:pt x="0" y="6761"/>
                    </a:lnTo>
                    <a:lnTo>
                      <a:pt x="20514" y="0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84" name="Arc 19"/>
              <p:cNvSpPr>
                <a:spLocks/>
              </p:cNvSpPr>
              <p:nvPr/>
            </p:nvSpPr>
            <p:spPr bwMode="auto">
              <a:xfrm rot="21228794" flipV="1">
                <a:off x="2112" y="2444"/>
                <a:ext cx="312" cy="417"/>
              </a:xfrm>
              <a:custGeom>
                <a:avLst/>
                <a:gdLst>
                  <a:gd name="T0" fmla="*/ 0 w 14011"/>
                  <a:gd name="T1" fmla="*/ 0 h 20863"/>
                  <a:gd name="T2" fmla="*/ 0 w 14011"/>
                  <a:gd name="T3" fmla="*/ 0 h 20863"/>
                  <a:gd name="T4" fmla="*/ 0 w 14011"/>
                  <a:gd name="T5" fmla="*/ 0 h 20863"/>
                  <a:gd name="T6" fmla="*/ 0 60000 65536"/>
                  <a:gd name="T7" fmla="*/ 0 60000 65536"/>
                  <a:gd name="T8" fmla="*/ 0 60000 65536"/>
                  <a:gd name="T9" fmla="*/ 0 w 14011"/>
                  <a:gd name="T10" fmla="*/ 0 h 20863"/>
                  <a:gd name="T11" fmla="*/ 14011 w 14011"/>
                  <a:gd name="T12" fmla="*/ 20863 h 2086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011" h="20863" fill="none" extrusionOk="0">
                    <a:moveTo>
                      <a:pt x="5595" y="0"/>
                    </a:moveTo>
                    <a:cubicBezTo>
                      <a:pt x="8694" y="831"/>
                      <a:pt x="11569" y="2342"/>
                      <a:pt x="14010" y="4423"/>
                    </a:cubicBezTo>
                  </a:path>
                  <a:path w="14011" h="20863" stroke="0" extrusionOk="0">
                    <a:moveTo>
                      <a:pt x="5595" y="0"/>
                    </a:moveTo>
                    <a:cubicBezTo>
                      <a:pt x="8694" y="831"/>
                      <a:pt x="11569" y="2342"/>
                      <a:pt x="14010" y="4423"/>
                    </a:cubicBezTo>
                    <a:lnTo>
                      <a:pt x="0" y="20863"/>
                    </a:lnTo>
                    <a:lnTo>
                      <a:pt x="5595" y="0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85" name="Line 20"/>
              <p:cNvSpPr>
                <a:spLocks noChangeShapeType="1"/>
              </p:cNvSpPr>
              <p:nvPr/>
            </p:nvSpPr>
            <p:spPr bwMode="auto">
              <a:xfrm flipH="1">
                <a:off x="1780" y="2631"/>
                <a:ext cx="247" cy="43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86" name="Line 21"/>
              <p:cNvSpPr>
                <a:spLocks noChangeShapeType="1"/>
              </p:cNvSpPr>
              <p:nvPr/>
            </p:nvSpPr>
            <p:spPr bwMode="auto">
              <a:xfrm flipH="1" flipV="1">
                <a:off x="1769" y="1805"/>
                <a:ext cx="242" cy="42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87" name="Freeform 22"/>
              <p:cNvSpPr>
                <a:spLocks/>
              </p:cNvSpPr>
              <p:nvPr/>
            </p:nvSpPr>
            <p:spPr bwMode="auto">
              <a:xfrm>
                <a:off x="2495" y="2364"/>
                <a:ext cx="271" cy="8"/>
              </a:xfrm>
              <a:custGeom>
                <a:avLst/>
                <a:gdLst>
                  <a:gd name="T0" fmla="*/ 0 w 271"/>
                  <a:gd name="T1" fmla="*/ 8 h 8"/>
                  <a:gd name="T2" fmla="*/ 271 w 271"/>
                  <a:gd name="T3" fmla="*/ 0 h 8"/>
                  <a:gd name="T4" fmla="*/ 0 60000 65536"/>
                  <a:gd name="T5" fmla="*/ 0 60000 65536"/>
                  <a:gd name="T6" fmla="*/ 0 w 271"/>
                  <a:gd name="T7" fmla="*/ 0 h 8"/>
                  <a:gd name="T8" fmla="*/ 271 w 271"/>
                  <a:gd name="T9" fmla="*/ 8 h 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71" h="8">
                    <a:moveTo>
                      <a:pt x="0" y="8"/>
                    </a:moveTo>
                    <a:lnTo>
                      <a:pt x="271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88" name="Freeform 23"/>
              <p:cNvSpPr>
                <a:spLocks/>
              </p:cNvSpPr>
              <p:nvPr/>
            </p:nvSpPr>
            <p:spPr bwMode="auto">
              <a:xfrm>
                <a:off x="2495" y="2489"/>
                <a:ext cx="271" cy="1"/>
              </a:xfrm>
              <a:custGeom>
                <a:avLst/>
                <a:gdLst>
                  <a:gd name="T0" fmla="*/ 0 w 271"/>
                  <a:gd name="T1" fmla="*/ 0 h 1"/>
                  <a:gd name="T2" fmla="*/ 271 w 271"/>
                  <a:gd name="T3" fmla="*/ 1 h 1"/>
                  <a:gd name="T4" fmla="*/ 0 60000 65536"/>
                  <a:gd name="T5" fmla="*/ 0 60000 65536"/>
                  <a:gd name="T6" fmla="*/ 0 w 271"/>
                  <a:gd name="T7" fmla="*/ 0 h 1"/>
                  <a:gd name="T8" fmla="*/ 271 w 271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71" h="1">
                    <a:moveTo>
                      <a:pt x="0" y="0"/>
                    </a:moveTo>
                    <a:lnTo>
                      <a:pt x="271" y="1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89" name="Line 24"/>
              <p:cNvSpPr>
                <a:spLocks noChangeShapeType="1"/>
              </p:cNvSpPr>
              <p:nvPr/>
            </p:nvSpPr>
            <p:spPr bwMode="auto">
              <a:xfrm>
                <a:off x="1861" y="1850"/>
                <a:ext cx="140" cy="24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90" name="Freeform 25"/>
              <p:cNvSpPr>
                <a:spLocks/>
              </p:cNvSpPr>
              <p:nvPr/>
            </p:nvSpPr>
            <p:spPr bwMode="auto">
              <a:xfrm>
                <a:off x="1758" y="1920"/>
                <a:ext cx="138" cy="222"/>
              </a:xfrm>
              <a:custGeom>
                <a:avLst/>
                <a:gdLst>
                  <a:gd name="T0" fmla="*/ 0 w 138"/>
                  <a:gd name="T1" fmla="*/ 0 h 222"/>
                  <a:gd name="T2" fmla="*/ 138 w 138"/>
                  <a:gd name="T3" fmla="*/ 222 h 222"/>
                  <a:gd name="T4" fmla="*/ 0 60000 65536"/>
                  <a:gd name="T5" fmla="*/ 0 60000 65536"/>
                  <a:gd name="T6" fmla="*/ 0 w 138"/>
                  <a:gd name="T7" fmla="*/ 0 h 222"/>
                  <a:gd name="T8" fmla="*/ 138 w 138"/>
                  <a:gd name="T9" fmla="*/ 222 h 22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38" h="222">
                    <a:moveTo>
                      <a:pt x="0" y="0"/>
                    </a:moveTo>
                    <a:lnTo>
                      <a:pt x="138" y="222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91" name="Line 26"/>
              <p:cNvSpPr>
                <a:spLocks noChangeShapeType="1"/>
              </p:cNvSpPr>
              <p:nvPr/>
            </p:nvSpPr>
            <p:spPr bwMode="auto">
              <a:xfrm flipH="1">
                <a:off x="1879" y="2776"/>
                <a:ext cx="133" cy="23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92" name="Line 27"/>
              <p:cNvSpPr>
                <a:spLocks noChangeShapeType="1"/>
              </p:cNvSpPr>
              <p:nvPr/>
            </p:nvSpPr>
            <p:spPr bwMode="auto">
              <a:xfrm flipH="1">
                <a:off x="1774" y="2715"/>
                <a:ext cx="128" cy="22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93" name="Freeform 28"/>
              <p:cNvSpPr>
                <a:spLocks/>
              </p:cNvSpPr>
              <p:nvPr/>
            </p:nvSpPr>
            <p:spPr bwMode="auto">
              <a:xfrm>
                <a:off x="2760" y="2310"/>
                <a:ext cx="54" cy="54"/>
              </a:xfrm>
              <a:custGeom>
                <a:avLst/>
                <a:gdLst>
                  <a:gd name="T0" fmla="*/ 0 w 54"/>
                  <a:gd name="T1" fmla="*/ 54 h 54"/>
                  <a:gd name="T2" fmla="*/ 42 w 54"/>
                  <a:gd name="T3" fmla="*/ 36 h 54"/>
                  <a:gd name="T4" fmla="*/ 54 w 54"/>
                  <a:gd name="T5" fmla="*/ 0 h 54"/>
                  <a:gd name="T6" fmla="*/ 0 60000 65536"/>
                  <a:gd name="T7" fmla="*/ 0 60000 65536"/>
                  <a:gd name="T8" fmla="*/ 0 60000 65536"/>
                  <a:gd name="T9" fmla="*/ 0 w 54"/>
                  <a:gd name="T10" fmla="*/ 0 h 54"/>
                  <a:gd name="T11" fmla="*/ 54 w 54"/>
                  <a:gd name="T12" fmla="*/ 54 h 5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4" h="54">
                    <a:moveTo>
                      <a:pt x="0" y="54"/>
                    </a:moveTo>
                    <a:cubicBezTo>
                      <a:pt x="7" y="51"/>
                      <a:pt x="33" y="45"/>
                      <a:pt x="42" y="36"/>
                    </a:cubicBezTo>
                    <a:cubicBezTo>
                      <a:pt x="51" y="27"/>
                      <a:pt x="52" y="7"/>
                      <a:pt x="54" y="0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94" name="Freeform 29"/>
              <p:cNvSpPr>
                <a:spLocks/>
              </p:cNvSpPr>
              <p:nvPr/>
            </p:nvSpPr>
            <p:spPr bwMode="auto">
              <a:xfrm>
                <a:off x="2754" y="2490"/>
                <a:ext cx="66" cy="26"/>
              </a:xfrm>
              <a:custGeom>
                <a:avLst/>
                <a:gdLst>
                  <a:gd name="T0" fmla="*/ 0 w 66"/>
                  <a:gd name="T1" fmla="*/ 0 h 26"/>
                  <a:gd name="T2" fmla="*/ 36 w 66"/>
                  <a:gd name="T3" fmla="*/ 6 h 26"/>
                  <a:gd name="T4" fmla="*/ 66 w 66"/>
                  <a:gd name="T5" fmla="*/ 26 h 26"/>
                  <a:gd name="T6" fmla="*/ 0 60000 65536"/>
                  <a:gd name="T7" fmla="*/ 0 60000 65536"/>
                  <a:gd name="T8" fmla="*/ 0 60000 65536"/>
                  <a:gd name="T9" fmla="*/ 0 w 66"/>
                  <a:gd name="T10" fmla="*/ 0 h 26"/>
                  <a:gd name="T11" fmla="*/ 66 w 66"/>
                  <a:gd name="T12" fmla="*/ 26 h 2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6" h="26">
                    <a:moveTo>
                      <a:pt x="0" y="0"/>
                    </a:moveTo>
                    <a:cubicBezTo>
                      <a:pt x="6" y="1"/>
                      <a:pt x="25" y="2"/>
                      <a:pt x="36" y="6"/>
                    </a:cubicBezTo>
                    <a:cubicBezTo>
                      <a:pt x="47" y="10"/>
                      <a:pt x="60" y="22"/>
                      <a:pt x="66" y="26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95" name="Freeform 30"/>
              <p:cNvSpPr>
                <a:spLocks/>
              </p:cNvSpPr>
              <p:nvPr/>
            </p:nvSpPr>
            <p:spPr bwMode="auto">
              <a:xfrm>
                <a:off x="2430" y="2322"/>
                <a:ext cx="78" cy="50"/>
              </a:xfrm>
              <a:custGeom>
                <a:avLst/>
                <a:gdLst>
                  <a:gd name="T0" fmla="*/ 78 w 78"/>
                  <a:gd name="T1" fmla="*/ 48 h 50"/>
                  <a:gd name="T2" fmla="*/ 36 w 78"/>
                  <a:gd name="T3" fmla="*/ 42 h 50"/>
                  <a:gd name="T4" fmla="*/ 0 w 78"/>
                  <a:gd name="T5" fmla="*/ 0 h 50"/>
                  <a:gd name="T6" fmla="*/ 0 60000 65536"/>
                  <a:gd name="T7" fmla="*/ 0 60000 65536"/>
                  <a:gd name="T8" fmla="*/ 0 60000 65536"/>
                  <a:gd name="T9" fmla="*/ 0 w 78"/>
                  <a:gd name="T10" fmla="*/ 0 h 50"/>
                  <a:gd name="T11" fmla="*/ 78 w 78"/>
                  <a:gd name="T12" fmla="*/ 50 h 5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8" h="50">
                    <a:moveTo>
                      <a:pt x="78" y="48"/>
                    </a:moveTo>
                    <a:cubicBezTo>
                      <a:pt x="71" y="46"/>
                      <a:pt x="49" y="50"/>
                      <a:pt x="36" y="42"/>
                    </a:cubicBezTo>
                    <a:cubicBezTo>
                      <a:pt x="23" y="34"/>
                      <a:pt x="7" y="9"/>
                      <a:pt x="0" y="0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96" name="Freeform 31"/>
              <p:cNvSpPr>
                <a:spLocks/>
              </p:cNvSpPr>
              <p:nvPr/>
            </p:nvSpPr>
            <p:spPr bwMode="auto">
              <a:xfrm>
                <a:off x="2424" y="2490"/>
                <a:ext cx="84" cy="48"/>
              </a:xfrm>
              <a:custGeom>
                <a:avLst/>
                <a:gdLst>
                  <a:gd name="T0" fmla="*/ 84 w 84"/>
                  <a:gd name="T1" fmla="*/ 0 h 48"/>
                  <a:gd name="T2" fmla="*/ 42 w 84"/>
                  <a:gd name="T3" fmla="*/ 12 h 48"/>
                  <a:gd name="T4" fmla="*/ 0 w 84"/>
                  <a:gd name="T5" fmla="*/ 48 h 48"/>
                  <a:gd name="T6" fmla="*/ 0 60000 65536"/>
                  <a:gd name="T7" fmla="*/ 0 60000 65536"/>
                  <a:gd name="T8" fmla="*/ 0 60000 65536"/>
                  <a:gd name="T9" fmla="*/ 0 w 84"/>
                  <a:gd name="T10" fmla="*/ 0 h 48"/>
                  <a:gd name="T11" fmla="*/ 84 w 84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4" h="48">
                    <a:moveTo>
                      <a:pt x="84" y="0"/>
                    </a:moveTo>
                    <a:cubicBezTo>
                      <a:pt x="77" y="2"/>
                      <a:pt x="56" y="4"/>
                      <a:pt x="42" y="12"/>
                    </a:cubicBezTo>
                    <a:cubicBezTo>
                      <a:pt x="28" y="20"/>
                      <a:pt x="9" y="41"/>
                      <a:pt x="0" y="48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97" name="Freeform 32"/>
              <p:cNvSpPr>
                <a:spLocks/>
              </p:cNvSpPr>
              <p:nvPr/>
            </p:nvSpPr>
            <p:spPr bwMode="auto">
              <a:xfrm>
                <a:off x="1995" y="2086"/>
                <a:ext cx="87" cy="38"/>
              </a:xfrm>
              <a:custGeom>
                <a:avLst/>
                <a:gdLst>
                  <a:gd name="T0" fmla="*/ 0 w 87"/>
                  <a:gd name="T1" fmla="*/ 0 h 38"/>
                  <a:gd name="T2" fmla="*/ 45 w 87"/>
                  <a:gd name="T3" fmla="*/ 32 h 38"/>
                  <a:gd name="T4" fmla="*/ 87 w 87"/>
                  <a:gd name="T5" fmla="*/ 38 h 38"/>
                  <a:gd name="T6" fmla="*/ 0 60000 65536"/>
                  <a:gd name="T7" fmla="*/ 0 60000 65536"/>
                  <a:gd name="T8" fmla="*/ 0 60000 65536"/>
                  <a:gd name="T9" fmla="*/ 0 w 87"/>
                  <a:gd name="T10" fmla="*/ 0 h 38"/>
                  <a:gd name="T11" fmla="*/ 87 w 87"/>
                  <a:gd name="T12" fmla="*/ 38 h 3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7" h="38">
                    <a:moveTo>
                      <a:pt x="0" y="0"/>
                    </a:moveTo>
                    <a:cubicBezTo>
                      <a:pt x="7" y="5"/>
                      <a:pt x="31" y="26"/>
                      <a:pt x="45" y="32"/>
                    </a:cubicBezTo>
                    <a:cubicBezTo>
                      <a:pt x="59" y="38"/>
                      <a:pt x="78" y="37"/>
                      <a:pt x="87" y="38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98" name="Freeform 33"/>
              <p:cNvSpPr>
                <a:spLocks/>
              </p:cNvSpPr>
              <p:nvPr/>
            </p:nvSpPr>
            <p:spPr bwMode="auto">
              <a:xfrm>
                <a:off x="1898" y="2142"/>
                <a:ext cx="11" cy="75"/>
              </a:xfrm>
              <a:custGeom>
                <a:avLst/>
                <a:gdLst>
                  <a:gd name="T0" fmla="*/ 4 w 11"/>
                  <a:gd name="T1" fmla="*/ 0 h 75"/>
                  <a:gd name="T2" fmla="*/ 10 w 11"/>
                  <a:gd name="T3" fmla="*/ 36 h 75"/>
                  <a:gd name="T4" fmla="*/ 0 w 11"/>
                  <a:gd name="T5" fmla="*/ 75 h 75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75"/>
                  <a:gd name="T11" fmla="*/ 11 w 11"/>
                  <a:gd name="T12" fmla="*/ 75 h 7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75">
                    <a:moveTo>
                      <a:pt x="4" y="0"/>
                    </a:moveTo>
                    <a:cubicBezTo>
                      <a:pt x="4" y="6"/>
                      <a:pt x="11" y="24"/>
                      <a:pt x="10" y="36"/>
                    </a:cubicBezTo>
                    <a:cubicBezTo>
                      <a:pt x="9" y="48"/>
                      <a:pt x="2" y="67"/>
                      <a:pt x="0" y="75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99" name="Freeform 34"/>
              <p:cNvSpPr>
                <a:spLocks/>
              </p:cNvSpPr>
              <p:nvPr/>
            </p:nvSpPr>
            <p:spPr bwMode="auto">
              <a:xfrm>
                <a:off x="1863" y="1797"/>
                <a:ext cx="26" cy="70"/>
              </a:xfrm>
              <a:custGeom>
                <a:avLst/>
                <a:gdLst>
                  <a:gd name="T0" fmla="*/ 6 w 26"/>
                  <a:gd name="T1" fmla="*/ 70 h 70"/>
                  <a:gd name="T2" fmla="*/ 3 w 26"/>
                  <a:gd name="T3" fmla="*/ 33 h 70"/>
                  <a:gd name="T4" fmla="*/ 26 w 26"/>
                  <a:gd name="T5" fmla="*/ 0 h 70"/>
                  <a:gd name="T6" fmla="*/ 0 60000 65536"/>
                  <a:gd name="T7" fmla="*/ 0 60000 65536"/>
                  <a:gd name="T8" fmla="*/ 0 60000 65536"/>
                  <a:gd name="T9" fmla="*/ 0 w 26"/>
                  <a:gd name="T10" fmla="*/ 0 h 70"/>
                  <a:gd name="T11" fmla="*/ 26 w 26"/>
                  <a:gd name="T12" fmla="*/ 70 h 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6" h="70">
                    <a:moveTo>
                      <a:pt x="6" y="70"/>
                    </a:moveTo>
                    <a:cubicBezTo>
                      <a:pt x="6" y="64"/>
                      <a:pt x="0" y="45"/>
                      <a:pt x="3" y="33"/>
                    </a:cubicBezTo>
                    <a:cubicBezTo>
                      <a:pt x="6" y="21"/>
                      <a:pt x="21" y="7"/>
                      <a:pt x="26" y="0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700" name="Freeform 35"/>
              <p:cNvSpPr>
                <a:spLocks/>
              </p:cNvSpPr>
              <p:nvPr/>
            </p:nvSpPr>
            <p:spPr bwMode="auto">
              <a:xfrm>
                <a:off x="1698" y="1898"/>
                <a:ext cx="66" cy="28"/>
              </a:xfrm>
              <a:custGeom>
                <a:avLst/>
                <a:gdLst>
                  <a:gd name="T0" fmla="*/ 66 w 66"/>
                  <a:gd name="T1" fmla="*/ 28 h 28"/>
                  <a:gd name="T2" fmla="*/ 42 w 66"/>
                  <a:gd name="T3" fmla="*/ 4 h 28"/>
                  <a:gd name="T4" fmla="*/ 0 w 66"/>
                  <a:gd name="T5" fmla="*/ 4 h 28"/>
                  <a:gd name="T6" fmla="*/ 0 60000 65536"/>
                  <a:gd name="T7" fmla="*/ 0 60000 65536"/>
                  <a:gd name="T8" fmla="*/ 0 60000 65536"/>
                  <a:gd name="T9" fmla="*/ 0 w 66"/>
                  <a:gd name="T10" fmla="*/ 0 h 28"/>
                  <a:gd name="T11" fmla="*/ 66 w 66"/>
                  <a:gd name="T12" fmla="*/ 28 h 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6" h="28">
                    <a:moveTo>
                      <a:pt x="66" y="28"/>
                    </a:moveTo>
                    <a:cubicBezTo>
                      <a:pt x="61" y="24"/>
                      <a:pt x="53" y="8"/>
                      <a:pt x="42" y="4"/>
                    </a:cubicBezTo>
                    <a:cubicBezTo>
                      <a:pt x="31" y="0"/>
                      <a:pt x="9" y="4"/>
                      <a:pt x="0" y="4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701" name="Freeform 36"/>
              <p:cNvSpPr>
                <a:spLocks/>
              </p:cNvSpPr>
              <p:nvPr/>
            </p:nvSpPr>
            <p:spPr bwMode="auto">
              <a:xfrm>
                <a:off x="2016" y="2735"/>
                <a:ext cx="80" cy="43"/>
              </a:xfrm>
              <a:custGeom>
                <a:avLst/>
                <a:gdLst>
                  <a:gd name="T0" fmla="*/ 0 w 80"/>
                  <a:gd name="T1" fmla="*/ 43 h 43"/>
                  <a:gd name="T2" fmla="*/ 24 w 80"/>
                  <a:gd name="T3" fmla="*/ 7 h 43"/>
                  <a:gd name="T4" fmla="*/ 80 w 80"/>
                  <a:gd name="T5" fmla="*/ 0 h 43"/>
                  <a:gd name="T6" fmla="*/ 0 60000 65536"/>
                  <a:gd name="T7" fmla="*/ 0 60000 65536"/>
                  <a:gd name="T8" fmla="*/ 0 60000 65536"/>
                  <a:gd name="T9" fmla="*/ 0 w 80"/>
                  <a:gd name="T10" fmla="*/ 0 h 43"/>
                  <a:gd name="T11" fmla="*/ 80 w 80"/>
                  <a:gd name="T12" fmla="*/ 43 h 4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0" h="43">
                    <a:moveTo>
                      <a:pt x="0" y="43"/>
                    </a:moveTo>
                    <a:cubicBezTo>
                      <a:pt x="4" y="37"/>
                      <a:pt x="11" y="14"/>
                      <a:pt x="24" y="7"/>
                    </a:cubicBezTo>
                    <a:cubicBezTo>
                      <a:pt x="37" y="0"/>
                      <a:pt x="68" y="1"/>
                      <a:pt x="80" y="0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702" name="Freeform 37"/>
              <p:cNvSpPr>
                <a:spLocks/>
              </p:cNvSpPr>
              <p:nvPr/>
            </p:nvSpPr>
            <p:spPr bwMode="auto">
              <a:xfrm>
                <a:off x="1895" y="2645"/>
                <a:ext cx="22" cy="80"/>
              </a:xfrm>
              <a:custGeom>
                <a:avLst/>
                <a:gdLst>
                  <a:gd name="T0" fmla="*/ 0 w 25"/>
                  <a:gd name="T1" fmla="*/ 70 h 91"/>
                  <a:gd name="T2" fmla="*/ 12 w 25"/>
                  <a:gd name="T3" fmla="*/ 49 h 91"/>
                  <a:gd name="T4" fmla="*/ 16 w 25"/>
                  <a:gd name="T5" fmla="*/ 37 h 91"/>
                  <a:gd name="T6" fmla="*/ 18 w 25"/>
                  <a:gd name="T7" fmla="*/ 24 h 91"/>
                  <a:gd name="T8" fmla="*/ 12 w 25"/>
                  <a:gd name="T9" fmla="*/ 11 h 91"/>
                  <a:gd name="T10" fmla="*/ 7 w 25"/>
                  <a:gd name="T11" fmla="*/ 0 h 9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"/>
                  <a:gd name="T19" fmla="*/ 0 h 91"/>
                  <a:gd name="T20" fmla="*/ 25 w 25"/>
                  <a:gd name="T21" fmla="*/ 91 h 9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" h="91">
                    <a:moveTo>
                      <a:pt x="0" y="91"/>
                    </a:moveTo>
                    <a:cubicBezTo>
                      <a:pt x="6" y="81"/>
                      <a:pt x="13" y="71"/>
                      <a:pt x="16" y="64"/>
                    </a:cubicBezTo>
                    <a:cubicBezTo>
                      <a:pt x="19" y="57"/>
                      <a:pt x="20" y="53"/>
                      <a:pt x="21" y="48"/>
                    </a:cubicBezTo>
                    <a:cubicBezTo>
                      <a:pt x="22" y="43"/>
                      <a:pt x="25" y="37"/>
                      <a:pt x="24" y="31"/>
                    </a:cubicBezTo>
                    <a:cubicBezTo>
                      <a:pt x="23" y="25"/>
                      <a:pt x="18" y="19"/>
                      <a:pt x="16" y="14"/>
                    </a:cubicBezTo>
                    <a:cubicBezTo>
                      <a:pt x="14" y="9"/>
                      <a:pt x="11" y="4"/>
                      <a:pt x="9" y="0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703" name="Freeform 38"/>
              <p:cNvSpPr>
                <a:spLocks/>
              </p:cNvSpPr>
              <p:nvPr/>
            </p:nvSpPr>
            <p:spPr bwMode="auto">
              <a:xfrm>
                <a:off x="1885" y="2994"/>
                <a:ext cx="35" cy="90"/>
              </a:xfrm>
              <a:custGeom>
                <a:avLst/>
                <a:gdLst>
                  <a:gd name="T0" fmla="*/ 5 w 35"/>
                  <a:gd name="T1" fmla="*/ 0 h 90"/>
                  <a:gd name="T2" fmla="*/ 5 w 35"/>
                  <a:gd name="T3" fmla="*/ 48 h 90"/>
                  <a:gd name="T4" fmla="*/ 35 w 35"/>
                  <a:gd name="T5" fmla="*/ 90 h 90"/>
                  <a:gd name="T6" fmla="*/ 0 60000 65536"/>
                  <a:gd name="T7" fmla="*/ 0 60000 65536"/>
                  <a:gd name="T8" fmla="*/ 0 60000 65536"/>
                  <a:gd name="T9" fmla="*/ 0 w 35"/>
                  <a:gd name="T10" fmla="*/ 0 h 90"/>
                  <a:gd name="T11" fmla="*/ 35 w 35"/>
                  <a:gd name="T12" fmla="*/ 90 h 9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5" h="90">
                    <a:moveTo>
                      <a:pt x="5" y="0"/>
                    </a:moveTo>
                    <a:cubicBezTo>
                      <a:pt x="5" y="8"/>
                      <a:pt x="0" y="33"/>
                      <a:pt x="5" y="48"/>
                    </a:cubicBezTo>
                    <a:cubicBezTo>
                      <a:pt x="10" y="63"/>
                      <a:pt x="29" y="81"/>
                      <a:pt x="35" y="90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704" name="Freeform 39"/>
              <p:cNvSpPr>
                <a:spLocks/>
              </p:cNvSpPr>
              <p:nvPr/>
            </p:nvSpPr>
            <p:spPr bwMode="auto">
              <a:xfrm>
                <a:off x="1704" y="2931"/>
                <a:ext cx="73" cy="43"/>
              </a:xfrm>
              <a:custGeom>
                <a:avLst/>
                <a:gdLst>
                  <a:gd name="T0" fmla="*/ 63 w 84"/>
                  <a:gd name="T1" fmla="*/ 0 h 49"/>
                  <a:gd name="T2" fmla="*/ 53 w 84"/>
                  <a:gd name="T3" fmla="*/ 16 h 49"/>
                  <a:gd name="T4" fmla="*/ 42 w 84"/>
                  <a:gd name="T5" fmla="*/ 28 h 49"/>
                  <a:gd name="T6" fmla="*/ 29 w 84"/>
                  <a:gd name="T7" fmla="*/ 34 h 49"/>
                  <a:gd name="T8" fmla="*/ 17 w 84"/>
                  <a:gd name="T9" fmla="*/ 37 h 49"/>
                  <a:gd name="T10" fmla="*/ 0 w 84"/>
                  <a:gd name="T11" fmla="*/ 32 h 4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84"/>
                  <a:gd name="T19" fmla="*/ 0 h 49"/>
                  <a:gd name="T20" fmla="*/ 84 w 84"/>
                  <a:gd name="T21" fmla="*/ 49 h 4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84" h="49">
                    <a:moveTo>
                      <a:pt x="84" y="0"/>
                    </a:moveTo>
                    <a:cubicBezTo>
                      <a:pt x="82" y="4"/>
                      <a:pt x="75" y="15"/>
                      <a:pt x="70" y="21"/>
                    </a:cubicBezTo>
                    <a:cubicBezTo>
                      <a:pt x="65" y="27"/>
                      <a:pt x="60" y="32"/>
                      <a:pt x="55" y="36"/>
                    </a:cubicBezTo>
                    <a:cubicBezTo>
                      <a:pt x="50" y="40"/>
                      <a:pt x="43" y="43"/>
                      <a:pt x="38" y="45"/>
                    </a:cubicBezTo>
                    <a:cubicBezTo>
                      <a:pt x="33" y="47"/>
                      <a:pt x="28" y="49"/>
                      <a:pt x="22" y="48"/>
                    </a:cubicBezTo>
                    <a:cubicBezTo>
                      <a:pt x="16" y="47"/>
                      <a:pt x="5" y="42"/>
                      <a:pt x="0" y="41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705" name="Text Box 40"/>
              <p:cNvSpPr txBox="1">
                <a:spLocks noChangeArrowheads="1"/>
              </p:cNvSpPr>
              <p:nvPr/>
            </p:nvSpPr>
            <p:spPr bwMode="auto">
              <a:xfrm>
                <a:off x="2980" y="2248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i="1">
                    <a:latin typeface="宋体" pitchFamily="2" charset="-122"/>
                  </a:rPr>
                  <a:t>A</a:t>
                </a:r>
                <a:endParaRPr lang="en-US" altLang="zh-CN" sz="2400" b="1"/>
              </a:p>
            </p:txBody>
          </p:sp>
          <p:sp>
            <p:nvSpPr>
              <p:cNvPr id="22706" name="Line 41"/>
              <p:cNvSpPr>
                <a:spLocks noChangeShapeType="1"/>
              </p:cNvSpPr>
              <p:nvPr/>
            </p:nvSpPr>
            <p:spPr bwMode="auto">
              <a:xfrm>
                <a:off x="2904" y="2440"/>
                <a:ext cx="8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707" name="Line 42"/>
              <p:cNvSpPr>
                <a:spLocks noChangeShapeType="1"/>
              </p:cNvSpPr>
              <p:nvPr/>
            </p:nvSpPr>
            <p:spPr bwMode="auto">
              <a:xfrm>
                <a:off x="1253" y="2441"/>
                <a:ext cx="89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708" name="Line 43"/>
              <p:cNvSpPr>
                <a:spLocks noChangeShapeType="1"/>
              </p:cNvSpPr>
              <p:nvPr/>
            </p:nvSpPr>
            <p:spPr bwMode="auto">
              <a:xfrm flipV="1">
                <a:off x="1251" y="2259"/>
                <a:ext cx="0" cy="18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709" name="Line 44"/>
              <p:cNvSpPr>
                <a:spLocks noChangeShapeType="1"/>
              </p:cNvSpPr>
              <p:nvPr/>
            </p:nvSpPr>
            <p:spPr bwMode="auto">
              <a:xfrm flipV="1">
                <a:off x="2986" y="2262"/>
                <a:ext cx="0" cy="17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710" name="Text Box 45"/>
              <p:cNvSpPr txBox="1">
                <a:spLocks noChangeArrowheads="1"/>
              </p:cNvSpPr>
              <p:nvPr/>
            </p:nvSpPr>
            <p:spPr bwMode="auto">
              <a:xfrm>
                <a:off x="1034" y="2276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i="1">
                    <a:latin typeface="宋体" pitchFamily="2" charset="-122"/>
                  </a:rPr>
                  <a:t>A</a:t>
                </a:r>
                <a:endParaRPr lang="en-US" altLang="zh-CN" sz="2400" b="1"/>
              </a:p>
            </p:txBody>
          </p:sp>
          <p:sp>
            <p:nvSpPr>
              <p:cNvPr id="22711" name="Freeform 46"/>
              <p:cNvSpPr>
                <a:spLocks/>
              </p:cNvSpPr>
              <p:nvPr/>
            </p:nvSpPr>
            <p:spPr bwMode="auto">
              <a:xfrm>
                <a:off x="2241" y="1979"/>
                <a:ext cx="211" cy="116"/>
              </a:xfrm>
              <a:custGeom>
                <a:avLst/>
                <a:gdLst>
                  <a:gd name="T0" fmla="*/ 0 w 211"/>
                  <a:gd name="T1" fmla="*/ 0 h 116"/>
                  <a:gd name="T2" fmla="*/ 109 w 211"/>
                  <a:gd name="T3" fmla="*/ 43 h 116"/>
                  <a:gd name="T4" fmla="*/ 211 w 211"/>
                  <a:gd name="T5" fmla="*/ 116 h 116"/>
                  <a:gd name="T6" fmla="*/ 0 60000 65536"/>
                  <a:gd name="T7" fmla="*/ 0 60000 65536"/>
                  <a:gd name="T8" fmla="*/ 0 60000 65536"/>
                  <a:gd name="T9" fmla="*/ 0 w 211"/>
                  <a:gd name="T10" fmla="*/ 0 h 116"/>
                  <a:gd name="T11" fmla="*/ 211 w 211"/>
                  <a:gd name="T12" fmla="*/ 116 h 11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1" h="116">
                    <a:moveTo>
                      <a:pt x="0" y="0"/>
                    </a:moveTo>
                    <a:cubicBezTo>
                      <a:pt x="37" y="12"/>
                      <a:pt x="74" y="24"/>
                      <a:pt x="109" y="43"/>
                    </a:cubicBezTo>
                    <a:cubicBezTo>
                      <a:pt x="144" y="62"/>
                      <a:pt x="177" y="89"/>
                      <a:pt x="211" y="116"/>
                    </a:cubicBez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712" name="Oval 47"/>
              <p:cNvSpPr>
                <a:spLocks noChangeArrowheads="1"/>
              </p:cNvSpPr>
              <p:nvPr/>
            </p:nvSpPr>
            <p:spPr bwMode="auto">
              <a:xfrm>
                <a:off x="1500" y="2324"/>
                <a:ext cx="232" cy="228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</p:grpSp>
        <p:grpSp>
          <p:nvGrpSpPr>
            <p:cNvPr id="22622" name="Group 48"/>
            <p:cNvGrpSpPr>
              <a:grpSpLocks/>
            </p:cNvGrpSpPr>
            <p:nvPr/>
          </p:nvGrpSpPr>
          <p:grpSpPr bwMode="auto">
            <a:xfrm>
              <a:off x="1397" y="612"/>
              <a:ext cx="1447" cy="1046"/>
              <a:chOff x="1397" y="612"/>
              <a:chExt cx="1447" cy="1046"/>
            </a:xfrm>
          </p:grpSpPr>
          <p:sp>
            <p:nvSpPr>
              <p:cNvPr id="22623" name="Line 49"/>
              <p:cNvSpPr>
                <a:spLocks noChangeShapeType="1"/>
              </p:cNvSpPr>
              <p:nvPr/>
            </p:nvSpPr>
            <p:spPr bwMode="auto">
              <a:xfrm flipV="1">
                <a:off x="2127" y="789"/>
                <a:ext cx="0" cy="86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24" name="Line 50"/>
              <p:cNvSpPr>
                <a:spLocks noChangeShapeType="1"/>
              </p:cNvSpPr>
              <p:nvPr/>
            </p:nvSpPr>
            <p:spPr bwMode="auto">
              <a:xfrm>
                <a:off x="1616" y="1372"/>
                <a:ext cx="0" cy="26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25" name="Freeform 51"/>
              <p:cNvSpPr>
                <a:spLocks/>
              </p:cNvSpPr>
              <p:nvPr/>
            </p:nvSpPr>
            <p:spPr bwMode="auto">
              <a:xfrm>
                <a:off x="1404" y="1451"/>
                <a:ext cx="1" cy="135"/>
              </a:xfrm>
              <a:custGeom>
                <a:avLst/>
                <a:gdLst>
                  <a:gd name="T0" fmla="*/ 0 w 1"/>
                  <a:gd name="T1" fmla="*/ 120 h 152"/>
                  <a:gd name="T2" fmla="*/ 0 w 1"/>
                  <a:gd name="T3" fmla="*/ 0 h 152"/>
                  <a:gd name="T4" fmla="*/ 0 60000 65536"/>
                  <a:gd name="T5" fmla="*/ 0 60000 65536"/>
                  <a:gd name="T6" fmla="*/ 0 w 1"/>
                  <a:gd name="T7" fmla="*/ 0 h 152"/>
                  <a:gd name="T8" fmla="*/ 1 w 1"/>
                  <a:gd name="T9" fmla="*/ 152 h 15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52">
                    <a:moveTo>
                      <a:pt x="0" y="152"/>
                    </a:moveTo>
                    <a:lnTo>
                      <a:pt x="0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26" name="Freeform 52"/>
              <p:cNvSpPr>
                <a:spLocks/>
              </p:cNvSpPr>
              <p:nvPr/>
            </p:nvSpPr>
            <p:spPr bwMode="auto">
              <a:xfrm>
                <a:off x="1771" y="1368"/>
                <a:ext cx="40" cy="49"/>
              </a:xfrm>
              <a:custGeom>
                <a:avLst/>
                <a:gdLst>
                  <a:gd name="T0" fmla="*/ 35 w 46"/>
                  <a:gd name="T1" fmla="*/ 0 h 55"/>
                  <a:gd name="T2" fmla="*/ 31 w 46"/>
                  <a:gd name="T3" fmla="*/ 29 h 55"/>
                  <a:gd name="T4" fmla="*/ 17 w 46"/>
                  <a:gd name="T5" fmla="*/ 40 h 55"/>
                  <a:gd name="T6" fmla="*/ 0 w 46"/>
                  <a:gd name="T7" fmla="*/ 44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"/>
                  <a:gd name="T13" fmla="*/ 0 h 55"/>
                  <a:gd name="T14" fmla="*/ 46 w 46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" h="55">
                    <a:moveTo>
                      <a:pt x="46" y="0"/>
                    </a:moveTo>
                    <a:cubicBezTo>
                      <a:pt x="46" y="6"/>
                      <a:pt x="45" y="28"/>
                      <a:pt x="41" y="36"/>
                    </a:cubicBezTo>
                    <a:cubicBezTo>
                      <a:pt x="37" y="44"/>
                      <a:pt x="30" y="48"/>
                      <a:pt x="23" y="51"/>
                    </a:cubicBezTo>
                    <a:cubicBezTo>
                      <a:pt x="16" y="54"/>
                      <a:pt x="5" y="54"/>
                      <a:pt x="0" y="55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27" name="Freeform 53"/>
              <p:cNvSpPr>
                <a:spLocks/>
              </p:cNvSpPr>
              <p:nvPr/>
            </p:nvSpPr>
            <p:spPr bwMode="auto">
              <a:xfrm>
                <a:off x="1402" y="1576"/>
                <a:ext cx="1438" cy="2"/>
              </a:xfrm>
              <a:custGeom>
                <a:avLst/>
                <a:gdLst>
                  <a:gd name="T0" fmla="*/ 0 w 1644"/>
                  <a:gd name="T1" fmla="*/ 0 h 2"/>
                  <a:gd name="T2" fmla="*/ 1258 w 1644"/>
                  <a:gd name="T3" fmla="*/ 2 h 2"/>
                  <a:gd name="T4" fmla="*/ 0 60000 65536"/>
                  <a:gd name="T5" fmla="*/ 0 60000 65536"/>
                  <a:gd name="T6" fmla="*/ 0 w 1644"/>
                  <a:gd name="T7" fmla="*/ 0 h 2"/>
                  <a:gd name="T8" fmla="*/ 1644 w 1644"/>
                  <a:gd name="T9" fmla="*/ 2 h 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44" h="2">
                    <a:moveTo>
                      <a:pt x="0" y="0"/>
                    </a:moveTo>
                    <a:lnTo>
                      <a:pt x="1644" y="2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28" name="Rectangle 54"/>
              <p:cNvSpPr>
                <a:spLocks noChangeArrowheads="1"/>
              </p:cNvSpPr>
              <p:nvPr/>
            </p:nvSpPr>
            <p:spPr bwMode="auto">
              <a:xfrm>
                <a:off x="2004" y="878"/>
                <a:ext cx="248" cy="219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22629" name="Line 55"/>
              <p:cNvSpPr>
                <a:spLocks noChangeShapeType="1"/>
              </p:cNvSpPr>
              <p:nvPr/>
            </p:nvSpPr>
            <p:spPr bwMode="auto">
              <a:xfrm flipV="1">
                <a:off x="2437" y="938"/>
                <a:ext cx="0" cy="44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30" name="Line 56"/>
              <p:cNvSpPr>
                <a:spLocks noChangeShapeType="1"/>
              </p:cNvSpPr>
              <p:nvPr/>
            </p:nvSpPr>
            <p:spPr bwMode="auto">
              <a:xfrm flipV="1">
                <a:off x="1808" y="932"/>
                <a:ext cx="0" cy="45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31" name="Freeform 57"/>
              <p:cNvSpPr>
                <a:spLocks/>
              </p:cNvSpPr>
              <p:nvPr/>
            </p:nvSpPr>
            <p:spPr bwMode="auto">
              <a:xfrm>
                <a:off x="1863" y="876"/>
                <a:ext cx="515" cy="2"/>
              </a:xfrm>
              <a:custGeom>
                <a:avLst/>
                <a:gdLst>
                  <a:gd name="T0" fmla="*/ 0 w 589"/>
                  <a:gd name="T1" fmla="*/ 1 h 3"/>
                  <a:gd name="T2" fmla="*/ 450 w 589"/>
                  <a:gd name="T3" fmla="*/ 0 h 3"/>
                  <a:gd name="T4" fmla="*/ 0 60000 65536"/>
                  <a:gd name="T5" fmla="*/ 0 60000 65536"/>
                  <a:gd name="T6" fmla="*/ 0 w 589"/>
                  <a:gd name="T7" fmla="*/ 0 h 3"/>
                  <a:gd name="T8" fmla="*/ 589 w 589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89" h="3">
                    <a:moveTo>
                      <a:pt x="0" y="3"/>
                    </a:moveTo>
                    <a:lnTo>
                      <a:pt x="589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32" name="Line 58"/>
              <p:cNvSpPr>
                <a:spLocks noChangeShapeType="1"/>
              </p:cNvSpPr>
              <p:nvPr/>
            </p:nvSpPr>
            <p:spPr bwMode="auto">
              <a:xfrm>
                <a:off x="2467" y="1416"/>
                <a:ext cx="34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33" name="Line 59"/>
              <p:cNvSpPr>
                <a:spLocks noChangeShapeType="1"/>
              </p:cNvSpPr>
              <p:nvPr/>
            </p:nvSpPr>
            <p:spPr bwMode="auto">
              <a:xfrm flipV="1">
                <a:off x="2840" y="1446"/>
                <a:ext cx="0" cy="14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34" name="Freeform 60"/>
              <p:cNvSpPr>
                <a:spLocks/>
              </p:cNvSpPr>
              <p:nvPr/>
            </p:nvSpPr>
            <p:spPr bwMode="auto">
              <a:xfrm>
                <a:off x="1740" y="1419"/>
                <a:ext cx="1" cy="57"/>
              </a:xfrm>
              <a:custGeom>
                <a:avLst/>
                <a:gdLst>
                  <a:gd name="T0" fmla="*/ 1 w 1"/>
                  <a:gd name="T1" fmla="*/ 51 h 64"/>
                  <a:gd name="T2" fmla="*/ 0 w 1"/>
                  <a:gd name="T3" fmla="*/ 0 h 64"/>
                  <a:gd name="T4" fmla="*/ 0 60000 65536"/>
                  <a:gd name="T5" fmla="*/ 0 60000 65536"/>
                  <a:gd name="T6" fmla="*/ 0 w 1"/>
                  <a:gd name="T7" fmla="*/ 0 h 64"/>
                  <a:gd name="T8" fmla="*/ 1 w 1"/>
                  <a:gd name="T9" fmla="*/ 64 h 6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64">
                    <a:moveTo>
                      <a:pt x="1" y="64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35" name="Freeform 61"/>
              <p:cNvSpPr>
                <a:spLocks/>
              </p:cNvSpPr>
              <p:nvPr/>
            </p:nvSpPr>
            <p:spPr bwMode="auto">
              <a:xfrm>
                <a:off x="1494" y="1471"/>
                <a:ext cx="247" cy="1"/>
              </a:xfrm>
              <a:custGeom>
                <a:avLst/>
                <a:gdLst>
                  <a:gd name="T0" fmla="*/ 0 w 282"/>
                  <a:gd name="T1" fmla="*/ 1 h 1"/>
                  <a:gd name="T2" fmla="*/ 216 w 282"/>
                  <a:gd name="T3" fmla="*/ 0 h 1"/>
                  <a:gd name="T4" fmla="*/ 0 60000 65536"/>
                  <a:gd name="T5" fmla="*/ 0 60000 65536"/>
                  <a:gd name="T6" fmla="*/ 0 w 282"/>
                  <a:gd name="T7" fmla="*/ 0 h 1"/>
                  <a:gd name="T8" fmla="*/ 282 w 282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82" h="1">
                    <a:moveTo>
                      <a:pt x="0" y="1"/>
                    </a:moveTo>
                    <a:lnTo>
                      <a:pt x="282" y="0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36" name="Freeform 62"/>
              <p:cNvSpPr>
                <a:spLocks/>
              </p:cNvSpPr>
              <p:nvPr/>
            </p:nvSpPr>
            <p:spPr bwMode="auto">
              <a:xfrm>
                <a:off x="1693" y="1469"/>
                <a:ext cx="1" cy="109"/>
              </a:xfrm>
              <a:custGeom>
                <a:avLst/>
                <a:gdLst>
                  <a:gd name="T0" fmla="*/ 0 w 1"/>
                  <a:gd name="T1" fmla="*/ 0 h 123"/>
                  <a:gd name="T2" fmla="*/ 0 w 1"/>
                  <a:gd name="T3" fmla="*/ 97 h 123"/>
                  <a:gd name="T4" fmla="*/ 0 60000 65536"/>
                  <a:gd name="T5" fmla="*/ 0 60000 65536"/>
                  <a:gd name="T6" fmla="*/ 0 w 1"/>
                  <a:gd name="T7" fmla="*/ 0 h 123"/>
                  <a:gd name="T8" fmla="*/ 1 w 1"/>
                  <a:gd name="T9" fmla="*/ 123 h 12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23">
                    <a:moveTo>
                      <a:pt x="0" y="0"/>
                    </a:moveTo>
                    <a:lnTo>
                      <a:pt x="0" y="123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37" name="Line 63"/>
              <p:cNvSpPr>
                <a:spLocks noChangeShapeType="1"/>
              </p:cNvSpPr>
              <p:nvPr/>
            </p:nvSpPr>
            <p:spPr bwMode="auto">
              <a:xfrm>
                <a:off x="2374" y="876"/>
                <a:ext cx="63" cy="6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38" name="Line 64"/>
              <p:cNvSpPr>
                <a:spLocks noChangeShapeType="1"/>
              </p:cNvSpPr>
              <p:nvPr/>
            </p:nvSpPr>
            <p:spPr bwMode="auto">
              <a:xfrm flipH="1">
                <a:off x="1811" y="875"/>
                <a:ext cx="57" cy="5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39" name="Freeform 65"/>
              <p:cNvSpPr>
                <a:spLocks/>
              </p:cNvSpPr>
              <p:nvPr/>
            </p:nvSpPr>
            <p:spPr bwMode="auto">
              <a:xfrm>
                <a:off x="2813" y="1415"/>
                <a:ext cx="28" cy="41"/>
              </a:xfrm>
              <a:custGeom>
                <a:avLst/>
                <a:gdLst>
                  <a:gd name="T0" fmla="*/ 0 w 32"/>
                  <a:gd name="T1" fmla="*/ 0 h 46"/>
                  <a:gd name="T2" fmla="*/ 21 w 32"/>
                  <a:gd name="T3" fmla="*/ 18 h 46"/>
                  <a:gd name="T4" fmla="*/ 24 w 32"/>
                  <a:gd name="T5" fmla="*/ 37 h 46"/>
                  <a:gd name="T6" fmla="*/ 0 60000 65536"/>
                  <a:gd name="T7" fmla="*/ 0 60000 65536"/>
                  <a:gd name="T8" fmla="*/ 0 60000 65536"/>
                  <a:gd name="T9" fmla="*/ 0 w 32"/>
                  <a:gd name="T10" fmla="*/ 0 h 46"/>
                  <a:gd name="T11" fmla="*/ 32 w 32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2" h="46">
                    <a:moveTo>
                      <a:pt x="0" y="0"/>
                    </a:moveTo>
                    <a:cubicBezTo>
                      <a:pt x="4" y="4"/>
                      <a:pt x="22" y="14"/>
                      <a:pt x="27" y="22"/>
                    </a:cubicBezTo>
                    <a:cubicBezTo>
                      <a:pt x="32" y="30"/>
                      <a:pt x="30" y="41"/>
                      <a:pt x="31" y="46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40" name="Line 66"/>
              <p:cNvSpPr>
                <a:spLocks noChangeShapeType="1"/>
              </p:cNvSpPr>
              <p:nvPr/>
            </p:nvSpPr>
            <p:spPr bwMode="auto">
              <a:xfrm>
                <a:off x="2281" y="1135"/>
                <a:ext cx="0" cy="44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41" name="Freeform 67"/>
              <p:cNvSpPr>
                <a:spLocks/>
              </p:cNvSpPr>
              <p:nvPr/>
            </p:nvSpPr>
            <p:spPr bwMode="auto">
              <a:xfrm>
                <a:off x="2249" y="1097"/>
                <a:ext cx="35" cy="44"/>
              </a:xfrm>
              <a:custGeom>
                <a:avLst/>
                <a:gdLst>
                  <a:gd name="T0" fmla="*/ 0 w 39"/>
                  <a:gd name="T1" fmla="*/ 0 h 50"/>
                  <a:gd name="T2" fmla="*/ 23 w 39"/>
                  <a:gd name="T3" fmla="*/ 15 h 50"/>
                  <a:gd name="T4" fmla="*/ 31 w 39"/>
                  <a:gd name="T5" fmla="*/ 39 h 50"/>
                  <a:gd name="T6" fmla="*/ 0 60000 65536"/>
                  <a:gd name="T7" fmla="*/ 0 60000 65536"/>
                  <a:gd name="T8" fmla="*/ 0 60000 65536"/>
                  <a:gd name="T9" fmla="*/ 0 w 39"/>
                  <a:gd name="T10" fmla="*/ 0 h 50"/>
                  <a:gd name="T11" fmla="*/ 39 w 39"/>
                  <a:gd name="T12" fmla="*/ 50 h 5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" h="50">
                    <a:moveTo>
                      <a:pt x="0" y="0"/>
                    </a:moveTo>
                    <a:cubicBezTo>
                      <a:pt x="5" y="3"/>
                      <a:pt x="23" y="11"/>
                      <a:pt x="29" y="19"/>
                    </a:cubicBezTo>
                    <a:cubicBezTo>
                      <a:pt x="35" y="27"/>
                      <a:pt x="37" y="44"/>
                      <a:pt x="39" y="50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42" name="Freeform 68"/>
              <p:cNvSpPr>
                <a:spLocks/>
              </p:cNvSpPr>
              <p:nvPr/>
            </p:nvSpPr>
            <p:spPr bwMode="auto">
              <a:xfrm>
                <a:off x="2434" y="1031"/>
                <a:ext cx="385" cy="388"/>
              </a:xfrm>
              <a:custGeom>
                <a:avLst/>
                <a:gdLst>
                  <a:gd name="T0" fmla="*/ 337 w 440"/>
                  <a:gd name="T1" fmla="*/ 343 h 439"/>
                  <a:gd name="T2" fmla="*/ 0 w 440"/>
                  <a:gd name="T3" fmla="*/ 0 h 439"/>
                  <a:gd name="T4" fmla="*/ 0 60000 65536"/>
                  <a:gd name="T5" fmla="*/ 0 60000 65536"/>
                  <a:gd name="T6" fmla="*/ 0 w 440"/>
                  <a:gd name="T7" fmla="*/ 0 h 439"/>
                  <a:gd name="T8" fmla="*/ 440 w 440"/>
                  <a:gd name="T9" fmla="*/ 439 h 43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40" h="439">
                    <a:moveTo>
                      <a:pt x="440" y="439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43" name="Line 69"/>
              <p:cNvSpPr>
                <a:spLocks noChangeShapeType="1"/>
              </p:cNvSpPr>
              <p:nvPr/>
            </p:nvSpPr>
            <p:spPr bwMode="auto">
              <a:xfrm flipH="1">
                <a:off x="1429" y="1034"/>
                <a:ext cx="381" cy="38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44" name="Freeform 70"/>
              <p:cNvSpPr>
                <a:spLocks/>
              </p:cNvSpPr>
              <p:nvPr/>
            </p:nvSpPr>
            <p:spPr bwMode="auto">
              <a:xfrm>
                <a:off x="2437" y="1370"/>
                <a:ext cx="42" cy="47"/>
              </a:xfrm>
              <a:custGeom>
                <a:avLst/>
                <a:gdLst>
                  <a:gd name="T0" fmla="*/ 0 w 48"/>
                  <a:gd name="T1" fmla="*/ 0 h 53"/>
                  <a:gd name="T2" fmla="*/ 11 w 48"/>
                  <a:gd name="T3" fmla="*/ 28 h 53"/>
                  <a:gd name="T4" fmla="*/ 37 w 48"/>
                  <a:gd name="T5" fmla="*/ 42 h 53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53"/>
                  <a:gd name="T11" fmla="*/ 48 w 48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53">
                    <a:moveTo>
                      <a:pt x="0" y="0"/>
                    </a:moveTo>
                    <a:cubicBezTo>
                      <a:pt x="2" y="6"/>
                      <a:pt x="6" y="27"/>
                      <a:pt x="14" y="36"/>
                    </a:cubicBezTo>
                    <a:cubicBezTo>
                      <a:pt x="22" y="45"/>
                      <a:pt x="41" y="50"/>
                      <a:pt x="48" y="53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45" name="Freeform 71"/>
              <p:cNvSpPr>
                <a:spLocks/>
              </p:cNvSpPr>
              <p:nvPr/>
            </p:nvSpPr>
            <p:spPr bwMode="auto">
              <a:xfrm>
                <a:off x="1401" y="1417"/>
                <a:ext cx="30" cy="42"/>
              </a:xfrm>
              <a:custGeom>
                <a:avLst/>
                <a:gdLst>
                  <a:gd name="T0" fmla="*/ 26 w 34"/>
                  <a:gd name="T1" fmla="*/ 0 h 48"/>
                  <a:gd name="T2" fmla="*/ 11 w 34"/>
                  <a:gd name="T3" fmla="*/ 11 h 48"/>
                  <a:gd name="T4" fmla="*/ 0 w 34"/>
                  <a:gd name="T5" fmla="*/ 37 h 48"/>
                  <a:gd name="T6" fmla="*/ 0 60000 65536"/>
                  <a:gd name="T7" fmla="*/ 0 60000 65536"/>
                  <a:gd name="T8" fmla="*/ 0 60000 65536"/>
                  <a:gd name="T9" fmla="*/ 0 w 34"/>
                  <a:gd name="T10" fmla="*/ 0 h 48"/>
                  <a:gd name="T11" fmla="*/ 34 w 34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" h="48">
                    <a:moveTo>
                      <a:pt x="34" y="0"/>
                    </a:moveTo>
                    <a:cubicBezTo>
                      <a:pt x="31" y="2"/>
                      <a:pt x="20" y="7"/>
                      <a:pt x="14" y="15"/>
                    </a:cubicBezTo>
                    <a:cubicBezTo>
                      <a:pt x="8" y="23"/>
                      <a:pt x="3" y="41"/>
                      <a:pt x="0" y="48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46" name="Freeform 72"/>
              <p:cNvSpPr>
                <a:spLocks/>
              </p:cNvSpPr>
              <p:nvPr/>
            </p:nvSpPr>
            <p:spPr bwMode="auto">
              <a:xfrm>
                <a:off x="1973" y="1098"/>
                <a:ext cx="28" cy="34"/>
              </a:xfrm>
              <a:custGeom>
                <a:avLst/>
                <a:gdLst>
                  <a:gd name="T0" fmla="*/ 25 w 32"/>
                  <a:gd name="T1" fmla="*/ 0 h 38"/>
                  <a:gd name="T2" fmla="*/ 7 w 32"/>
                  <a:gd name="T3" fmla="*/ 10 h 38"/>
                  <a:gd name="T4" fmla="*/ 0 w 32"/>
                  <a:gd name="T5" fmla="*/ 30 h 38"/>
                  <a:gd name="T6" fmla="*/ 0 60000 65536"/>
                  <a:gd name="T7" fmla="*/ 0 60000 65536"/>
                  <a:gd name="T8" fmla="*/ 0 60000 65536"/>
                  <a:gd name="T9" fmla="*/ 0 w 32"/>
                  <a:gd name="T10" fmla="*/ 0 h 38"/>
                  <a:gd name="T11" fmla="*/ 32 w 32"/>
                  <a:gd name="T12" fmla="*/ 38 h 3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2" h="38">
                    <a:moveTo>
                      <a:pt x="32" y="0"/>
                    </a:moveTo>
                    <a:cubicBezTo>
                      <a:pt x="28" y="2"/>
                      <a:pt x="14" y="6"/>
                      <a:pt x="9" y="12"/>
                    </a:cubicBezTo>
                    <a:cubicBezTo>
                      <a:pt x="4" y="18"/>
                      <a:pt x="2" y="33"/>
                      <a:pt x="0" y="38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47" name="Freeform 73"/>
              <p:cNvSpPr>
                <a:spLocks/>
              </p:cNvSpPr>
              <p:nvPr/>
            </p:nvSpPr>
            <p:spPr bwMode="auto">
              <a:xfrm>
                <a:off x="1693" y="1278"/>
                <a:ext cx="290" cy="292"/>
              </a:xfrm>
              <a:custGeom>
                <a:avLst/>
                <a:gdLst>
                  <a:gd name="T0" fmla="*/ 0 w 331"/>
                  <a:gd name="T1" fmla="*/ 258 h 331"/>
                  <a:gd name="T2" fmla="*/ 254 w 331"/>
                  <a:gd name="T3" fmla="*/ 0 h 331"/>
                  <a:gd name="T4" fmla="*/ 0 60000 65536"/>
                  <a:gd name="T5" fmla="*/ 0 60000 65536"/>
                  <a:gd name="T6" fmla="*/ 0 w 331"/>
                  <a:gd name="T7" fmla="*/ 0 h 331"/>
                  <a:gd name="T8" fmla="*/ 331 w 331"/>
                  <a:gd name="T9" fmla="*/ 331 h 33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31" h="331">
                    <a:moveTo>
                      <a:pt x="0" y="331"/>
                    </a:moveTo>
                    <a:lnTo>
                      <a:pt x="331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48" name="Freeform 74"/>
              <p:cNvSpPr>
                <a:spLocks/>
              </p:cNvSpPr>
              <p:nvPr/>
            </p:nvSpPr>
            <p:spPr bwMode="auto">
              <a:xfrm>
                <a:off x="1798" y="1400"/>
                <a:ext cx="179" cy="180"/>
              </a:xfrm>
              <a:custGeom>
                <a:avLst/>
                <a:gdLst>
                  <a:gd name="T0" fmla="*/ 0 w 204"/>
                  <a:gd name="T1" fmla="*/ 159 h 204"/>
                  <a:gd name="T2" fmla="*/ 157 w 204"/>
                  <a:gd name="T3" fmla="*/ 0 h 204"/>
                  <a:gd name="T4" fmla="*/ 0 60000 65536"/>
                  <a:gd name="T5" fmla="*/ 0 60000 65536"/>
                  <a:gd name="T6" fmla="*/ 0 w 204"/>
                  <a:gd name="T7" fmla="*/ 0 h 204"/>
                  <a:gd name="T8" fmla="*/ 204 w 204"/>
                  <a:gd name="T9" fmla="*/ 204 h 20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4" h="204">
                    <a:moveTo>
                      <a:pt x="0" y="204"/>
                    </a:moveTo>
                    <a:lnTo>
                      <a:pt x="204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49" name="Freeform 75"/>
              <p:cNvSpPr>
                <a:spLocks/>
              </p:cNvSpPr>
              <p:nvPr/>
            </p:nvSpPr>
            <p:spPr bwMode="auto">
              <a:xfrm>
                <a:off x="1811" y="1174"/>
                <a:ext cx="166" cy="168"/>
              </a:xfrm>
              <a:custGeom>
                <a:avLst/>
                <a:gdLst>
                  <a:gd name="T0" fmla="*/ 0 w 190"/>
                  <a:gd name="T1" fmla="*/ 149 h 190"/>
                  <a:gd name="T2" fmla="*/ 145 w 190"/>
                  <a:gd name="T3" fmla="*/ 0 h 190"/>
                  <a:gd name="T4" fmla="*/ 0 60000 65536"/>
                  <a:gd name="T5" fmla="*/ 0 60000 65536"/>
                  <a:gd name="T6" fmla="*/ 0 w 190"/>
                  <a:gd name="T7" fmla="*/ 0 h 190"/>
                  <a:gd name="T8" fmla="*/ 190 w 190"/>
                  <a:gd name="T9" fmla="*/ 190 h 19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90" h="190">
                    <a:moveTo>
                      <a:pt x="0" y="190"/>
                    </a:moveTo>
                    <a:lnTo>
                      <a:pt x="190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50" name="Freeform 76"/>
              <p:cNvSpPr>
                <a:spLocks/>
              </p:cNvSpPr>
              <p:nvPr/>
            </p:nvSpPr>
            <p:spPr bwMode="auto">
              <a:xfrm>
                <a:off x="1812" y="1040"/>
                <a:ext cx="189" cy="191"/>
              </a:xfrm>
              <a:custGeom>
                <a:avLst/>
                <a:gdLst>
                  <a:gd name="T0" fmla="*/ 0 w 216"/>
                  <a:gd name="T1" fmla="*/ 169 h 216"/>
                  <a:gd name="T2" fmla="*/ 165 w 216"/>
                  <a:gd name="T3" fmla="*/ 0 h 216"/>
                  <a:gd name="T4" fmla="*/ 0 60000 65536"/>
                  <a:gd name="T5" fmla="*/ 0 60000 65536"/>
                  <a:gd name="T6" fmla="*/ 0 w 216"/>
                  <a:gd name="T7" fmla="*/ 0 h 216"/>
                  <a:gd name="T8" fmla="*/ 216 w 216"/>
                  <a:gd name="T9" fmla="*/ 216 h 21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16" h="216">
                    <a:moveTo>
                      <a:pt x="0" y="216"/>
                    </a:moveTo>
                    <a:lnTo>
                      <a:pt x="216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51" name="Line 77"/>
              <p:cNvSpPr>
                <a:spLocks noChangeShapeType="1"/>
              </p:cNvSpPr>
              <p:nvPr/>
            </p:nvSpPr>
            <p:spPr bwMode="auto">
              <a:xfrm flipV="1">
                <a:off x="1812" y="920"/>
                <a:ext cx="198" cy="20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52" name="Freeform 78"/>
              <p:cNvSpPr>
                <a:spLocks/>
              </p:cNvSpPr>
              <p:nvPr/>
            </p:nvSpPr>
            <p:spPr bwMode="auto">
              <a:xfrm>
                <a:off x="1808" y="879"/>
                <a:ext cx="135" cy="138"/>
              </a:xfrm>
              <a:custGeom>
                <a:avLst/>
                <a:gdLst>
                  <a:gd name="T0" fmla="*/ 0 w 154"/>
                  <a:gd name="T1" fmla="*/ 122 h 156"/>
                  <a:gd name="T2" fmla="*/ 118 w 154"/>
                  <a:gd name="T3" fmla="*/ 0 h 156"/>
                  <a:gd name="T4" fmla="*/ 0 60000 65536"/>
                  <a:gd name="T5" fmla="*/ 0 60000 65536"/>
                  <a:gd name="T6" fmla="*/ 0 w 154"/>
                  <a:gd name="T7" fmla="*/ 0 h 156"/>
                  <a:gd name="T8" fmla="*/ 154 w 154"/>
                  <a:gd name="T9" fmla="*/ 156 h 15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54" h="156">
                    <a:moveTo>
                      <a:pt x="0" y="156"/>
                    </a:moveTo>
                    <a:lnTo>
                      <a:pt x="154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53" name="Freeform 79"/>
              <p:cNvSpPr>
                <a:spLocks/>
              </p:cNvSpPr>
              <p:nvPr/>
            </p:nvSpPr>
            <p:spPr bwMode="auto">
              <a:xfrm>
                <a:off x="1471" y="1509"/>
                <a:ext cx="65" cy="68"/>
              </a:xfrm>
              <a:custGeom>
                <a:avLst/>
                <a:gdLst>
                  <a:gd name="T0" fmla="*/ 0 w 74"/>
                  <a:gd name="T1" fmla="*/ 61 h 76"/>
                  <a:gd name="T2" fmla="*/ 57 w 74"/>
                  <a:gd name="T3" fmla="*/ 0 h 76"/>
                  <a:gd name="T4" fmla="*/ 0 60000 65536"/>
                  <a:gd name="T5" fmla="*/ 0 60000 65536"/>
                  <a:gd name="T6" fmla="*/ 0 w 74"/>
                  <a:gd name="T7" fmla="*/ 0 h 76"/>
                  <a:gd name="T8" fmla="*/ 74 w 74"/>
                  <a:gd name="T9" fmla="*/ 76 h 7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4" h="76">
                    <a:moveTo>
                      <a:pt x="0" y="76"/>
                    </a:moveTo>
                    <a:lnTo>
                      <a:pt x="74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54" name="Line 80"/>
              <p:cNvSpPr>
                <a:spLocks noChangeShapeType="1"/>
              </p:cNvSpPr>
              <p:nvPr/>
            </p:nvSpPr>
            <p:spPr bwMode="auto">
              <a:xfrm flipV="1">
                <a:off x="1397" y="1439"/>
                <a:ext cx="96" cy="9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55" name="Line 81"/>
              <p:cNvSpPr>
                <a:spLocks noChangeShapeType="1"/>
              </p:cNvSpPr>
              <p:nvPr/>
            </p:nvSpPr>
            <p:spPr bwMode="auto">
              <a:xfrm flipV="1">
                <a:off x="2257" y="886"/>
                <a:ext cx="123" cy="124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56" name="Line 82"/>
              <p:cNvSpPr>
                <a:spLocks noChangeShapeType="1"/>
              </p:cNvSpPr>
              <p:nvPr/>
            </p:nvSpPr>
            <p:spPr bwMode="auto">
              <a:xfrm flipV="1">
                <a:off x="2257" y="877"/>
                <a:ext cx="30" cy="3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57" name="Freeform 83"/>
              <p:cNvSpPr>
                <a:spLocks/>
              </p:cNvSpPr>
              <p:nvPr/>
            </p:nvSpPr>
            <p:spPr bwMode="auto">
              <a:xfrm>
                <a:off x="2260" y="938"/>
                <a:ext cx="175" cy="175"/>
              </a:xfrm>
              <a:custGeom>
                <a:avLst/>
                <a:gdLst>
                  <a:gd name="T0" fmla="*/ 0 w 200"/>
                  <a:gd name="T1" fmla="*/ 154 h 199"/>
                  <a:gd name="T2" fmla="*/ 153 w 200"/>
                  <a:gd name="T3" fmla="*/ 0 h 199"/>
                  <a:gd name="T4" fmla="*/ 0 60000 65536"/>
                  <a:gd name="T5" fmla="*/ 0 60000 65536"/>
                  <a:gd name="T6" fmla="*/ 0 w 200"/>
                  <a:gd name="T7" fmla="*/ 0 h 199"/>
                  <a:gd name="T8" fmla="*/ 200 w 200"/>
                  <a:gd name="T9" fmla="*/ 199 h 19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0" h="199">
                    <a:moveTo>
                      <a:pt x="0" y="199"/>
                    </a:moveTo>
                    <a:lnTo>
                      <a:pt x="200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58" name="Line 84"/>
              <p:cNvSpPr>
                <a:spLocks noChangeShapeType="1"/>
              </p:cNvSpPr>
              <p:nvPr/>
            </p:nvSpPr>
            <p:spPr bwMode="auto">
              <a:xfrm flipV="1">
                <a:off x="2287" y="1052"/>
                <a:ext cx="147" cy="14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59" name="Freeform 85"/>
              <p:cNvSpPr>
                <a:spLocks/>
              </p:cNvSpPr>
              <p:nvPr/>
            </p:nvSpPr>
            <p:spPr bwMode="auto">
              <a:xfrm>
                <a:off x="2275" y="1153"/>
                <a:ext cx="162" cy="164"/>
              </a:xfrm>
              <a:custGeom>
                <a:avLst/>
                <a:gdLst>
                  <a:gd name="T0" fmla="*/ 0 w 185"/>
                  <a:gd name="T1" fmla="*/ 145 h 185"/>
                  <a:gd name="T2" fmla="*/ 142 w 185"/>
                  <a:gd name="T3" fmla="*/ 0 h 185"/>
                  <a:gd name="T4" fmla="*/ 0 60000 65536"/>
                  <a:gd name="T5" fmla="*/ 0 60000 65536"/>
                  <a:gd name="T6" fmla="*/ 0 w 185"/>
                  <a:gd name="T7" fmla="*/ 0 h 185"/>
                  <a:gd name="T8" fmla="*/ 185 w 185"/>
                  <a:gd name="T9" fmla="*/ 185 h 18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85" h="185">
                    <a:moveTo>
                      <a:pt x="0" y="185"/>
                    </a:moveTo>
                    <a:lnTo>
                      <a:pt x="185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60" name="Line 86"/>
              <p:cNvSpPr>
                <a:spLocks noChangeShapeType="1"/>
              </p:cNvSpPr>
              <p:nvPr/>
            </p:nvSpPr>
            <p:spPr bwMode="auto">
              <a:xfrm flipV="1">
                <a:off x="2283" y="1260"/>
                <a:ext cx="155" cy="15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61" name="Freeform 87"/>
              <p:cNvSpPr>
                <a:spLocks/>
              </p:cNvSpPr>
              <p:nvPr/>
            </p:nvSpPr>
            <p:spPr bwMode="auto">
              <a:xfrm>
                <a:off x="2279" y="1380"/>
                <a:ext cx="156" cy="158"/>
              </a:xfrm>
              <a:custGeom>
                <a:avLst/>
                <a:gdLst>
                  <a:gd name="T0" fmla="*/ 0 w 178"/>
                  <a:gd name="T1" fmla="*/ 140 h 178"/>
                  <a:gd name="T2" fmla="*/ 137 w 178"/>
                  <a:gd name="T3" fmla="*/ 0 h 178"/>
                  <a:gd name="T4" fmla="*/ 0 60000 65536"/>
                  <a:gd name="T5" fmla="*/ 0 60000 65536"/>
                  <a:gd name="T6" fmla="*/ 0 w 178"/>
                  <a:gd name="T7" fmla="*/ 0 h 178"/>
                  <a:gd name="T8" fmla="*/ 178 w 178"/>
                  <a:gd name="T9" fmla="*/ 178 h 17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78" h="178">
                    <a:moveTo>
                      <a:pt x="0" y="178"/>
                    </a:moveTo>
                    <a:lnTo>
                      <a:pt x="178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62" name="Freeform 88"/>
              <p:cNvSpPr>
                <a:spLocks/>
              </p:cNvSpPr>
              <p:nvPr/>
            </p:nvSpPr>
            <p:spPr bwMode="auto">
              <a:xfrm>
                <a:off x="2355" y="1415"/>
                <a:ext cx="159" cy="162"/>
              </a:xfrm>
              <a:custGeom>
                <a:avLst/>
                <a:gdLst>
                  <a:gd name="T0" fmla="*/ 0 w 182"/>
                  <a:gd name="T1" fmla="*/ 143 h 183"/>
                  <a:gd name="T2" fmla="*/ 139 w 182"/>
                  <a:gd name="T3" fmla="*/ 0 h 183"/>
                  <a:gd name="T4" fmla="*/ 0 60000 65536"/>
                  <a:gd name="T5" fmla="*/ 0 60000 65536"/>
                  <a:gd name="T6" fmla="*/ 0 w 182"/>
                  <a:gd name="T7" fmla="*/ 0 h 183"/>
                  <a:gd name="T8" fmla="*/ 182 w 182"/>
                  <a:gd name="T9" fmla="*/ 183 h 18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82" h="183">
                    <a:moveTo>
                      <a:pt x="0" y="183"/>
                    </a:moveTo>
                    <a:lnTo>
                      <a:pt x="182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63" name="Freeform 89"/>
              <p:cNvSpPr>
                <a:spLocks/>
              </p:cNvSpPr>
              <p:nvPr/>
            </p:nvSpPr>
            <p:spPr bwMode="auto">
              <a:xfrm>
                <a:off x="2468" y="1417"/>
                <a:ext cx="157" cy="159"/>
              </a:xfrm>
              <a:custGeom>
                <a:avLst/>
                <a:gdLst>
                  <a:gd name="T0" fmla="*/ 0 w 180"/>
                  <a:gd name="T1" fmla="*/ 140 h 180"/>
                  <a:gd name="T2" fmla="*/ 137 w 180"/>
                  <a:gd name="T3" fmla="*/ 0 h 180"/>
                  <a:gd name="T4" fmla="*/ 0 60000 65536"/>
                  <a:gd name="T5" fmla="*/ 0 60000 65536"/>
                  <a:gd name="T6" fmla="*/ 0 w 180"/>
                  <a:gd name="T7" fmla="*/ 0 h 180"/>
                  <a:gd name="T8" fmla="*/ 180 w 180"/>
                  <a:gd name="T9" fmla="*/ 180 h 18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80" h="180">
                    <a:moveTo>
                      <a:pt x="0" y="180"/>
                    </a:moveTo>
                    <a:lnTo>
                      <a:pt x="18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64" name="Freeform 90"/>
              <p:cNvSpPr>
                <a:spLocks/>
              </p:cNvSpPr>
              <p:nvPr/>
            </p:nvSpPr>
            <p:spPr bwMode="auto">
              <a:xfrm>
                <a:off x="2574" y="1413"/>
                <a:ext cx="165" cy="167"/>
              </a:xfrm>
              <a:custGeom>
                <a:avLst/>
                <a:gdLst>
                  <a:gd name="T0" fmla="*/ 0 w 189"/>
                  <a:gd name="T1" fmla="*/ 148 h 189"/>
                  <a:gd name="T2" fmla="*/ 144 w 189"/>
                  <a:gd name="T3" fmla="*/ 0 h 189"/>
                  <a:gd name="T4" fmla="*/ 0 60000 65536"/>
                  <a:gd name="T5" fmla="*/ 0 60000 65536"/>
                  <a:gd name="T6" fmla="*/ 0 w 189"/>
                  <a:gd name="T7" fmla="*/ 0 h 189"/>
                  <a:gd name="T8" fmla="*/ 189 w 189"/>
                  <a:gd name="T9" fmla="*/ 189 h 18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89" h="189">
                    <a:moveTo>
                      <a:pt x="0" y="189"/>
                    </a:moveTo>
                    <a:lnTo>
                      <a:pt x="189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65" name="Freeform 91"/>
              <p:cNvSpPr>
                <a:spLocks/>
              </p:cNvSpPr>
              <p:nvPr/>
            </p:nvSpPr>
            <p:spPr bwMode="auto">
              <a:xfrm>
                <a:off x="2694" y="1439"/>
                <a:ext cx="134" cy="135"/>
              </a:xfrm>
              <a:custGeom>
                <a:avLst/>
                <a:gdLst>
                  <a:gd name="T0" fmla="*/ 0 w 153"/>
                  <a:gd name="T1" fmla="*/ 119 h 153"/>
                  <a:gd name="T2" fmla="*/ 117 w 153"/>
                  <a:gd name="T3" fmla="*/ 0 h 153"/>
                  <a:gd name="T4" fmla="*/ 0 60000 65536"/>
                  <a:gd name="T5" fmla="*/ 0 60000 65536"/>
                  <a:gd name="T6" fmla="*/ 0 w 153"/>
                  <a:gd name="T7" fmla="*/ 0 h 153"/>
                  <a:gd name="T8" fmla="*/ 153 w 153"/>
                  <a:gd name="T9" fmla="*/ 153 h 15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53" h="153">
                    <a:moveTo>
                      <a:pt x="0" y="153"/>
                    </a:moveTo>
                    <a:lnTo>
                      <a:pt x="153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66" name="Freeform 92"/>
              <p:cNvSpPr>
                <a:spLocks/>
              </p:cNvSpPr>
              <p:nvPr/>
            </p:nvSpPr>
            <p:spPr bwMode="auto">
              <a:xfrm>
                <a:off x="2795" y="1535"/>
                <a:ext cx="49" cy="49"/>
              </a:xfrm>
              <a:custGeom>
                <a:avLst/>
                <a:gdLst>
                  <a:gd name="T0" fmla="*/ 0 w 56"/>
                  <a:gd name="T1" fmla="*/ 44 h 55"/>
                  <a:gd name="T2" fmla="*/ 43 w 56"/>
                  <a:gd name="T3" fmla="*/ 0 h 55"/>
                  <a:gd name="T4" fmla="*/ 0 60000 65536"/>
                  <a:gd name="T5" fmla="*/ 0 60000 65536"/>
                  <a:gd name="T6" fmla="*/ 0 w 56"/>
                  <a:gd name="T7" fmla="*/ 0 h 55"/>
                  <a:gd name="T8" fmla="*/ 56 w 56"/>
                  <a:gd name="T9" fmla="*/ 55 h 5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6" h="55">
                    <a:moveTo>
                      <a:pt x="0" y="55"/>
                    </a:moveTo>
                    <a:lnTo>
                      <a:pt x="56" y="0"/>
                    </a:lnTo>
                  </a:path>
                </a:pathLst>
              </a:cu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67" name="Freeform 93"/>
              <p:cNvSpPr>
                <a:spLocks/>
              </p:cNvSpPr>
              <p:nvPr/>
            </p:nvSpPr>
            <p:spPr bwMode="auto">
              <a:xfrm>
                <a:off x="1922" y="1518"/>
                <a:ext cx="53" cy="53"/>
              </a:xfrm>
              <a:custGeom>
                <a:avLst/>
                <a:gdLst>
                  <a:gd name="T0" fmla="*/ 0 w 60"/>
                  <a:gd name="T1" fmla="*/ 47 h 60"/>
                  <a:gd name="T2" fmla="*/ 47 w 60"/>
                  <a:gd name="T3" fmla="*/ 0 h 60"/>
                  <a:gd name="T4" fmla="*/ 0 60000 65536"/>
                  <a:gd name="T5" fmla="*/ 0 60000 65536"/>
                  <a:gd name="T6" fmla="*/ 0 w 60"/>
                  <a:gd name="T7" fmla="*/ 0 h 60"/>
                  <a:gd name="T8" fmla="*/ 60 w 60"/>
                  <a:gd name="T9" fmla="*/ 60 h 6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0" h="60">
                    <a:moveTo>
                      <a:pt x="0" y="60"/>
                    </a:moveTo>
                    <a:lnTo>
                      <a:pt x="6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68" name="Line 94"/>
              <p:cNvSpPr>
                <a:spLocks noChangeShapeType="1"/>
              </p:cNvSpPr>
              <p:nvPr/>
            </p:nvSpPr>
            <p:spPr bwMode="auto">
              <a:xfrm flipH="1">
                <a:off x="1421" y="1416"/>
                <a:ext cx="356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69" name="Freeform 95"/>
              <p:cNvSpPr>
                <a:spLocks/>
              </p:cNvSpPr>
              <p:nvPr/>
            </p:nvSpPr>
            <p:spPr bwMode="auto">
              <a:xfrm>
                <a:off x="1496" y="1413"/>
                <a:ext cx="1" cy="63"/>
              </a:xfrm>
              <a:custGeom>
                <a:avLst/>
                <a:gdLst>
                  <a:gd name="T0" fmla="*/ 1 w 1"/>
                  <a:gd name="T1" fmla="*/ 56 h 71"/>
                  <a:gd name="T2" fmla="*/ 0 w 1"/>
                  <a:gd name="T3" fmla="*/ 0 h 71"/>
                  <a:gd name="T4" fmla="*/ 0 60000 65536"/>
                  <a:gd name="T5" fmla="*/ 0 60000 65536"/>
                  <a:gd name="T6" fmla="*/ 0 w 1"/>
                  <a:gd name="T7" fmla="*/ 0 h 71"/>
                  <a:gd name="T8" fmla="*/ 1 w 1"/>
                  <a:gd name="T9" fmla="*/ 71 h 7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71">
                    <a:moveTo>
                      <a:pt x="1" y="71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70" name="Freeform 96"/>
              <p:cNvSpPr>
                <a:spLocks/>
              </p:cNvSpPr>
              <p:nvPr/>
            </p:nvSpPr>
            <p:spPr bwMode="auto">
              <a:xfrm>
                <a:off x="1542" y="1462"/>
                <a:ext cx="1" cy="116"/>
              </a:xfrm>
              <a:custGeom>
                <a:avLst/>
                <a:gdLst>
                  <a:gd name="T0" fmla="*/ 0 w 1"/>
                  <a:gd name="T1" fmla="*/ 0 h 116"/>
                  <a:gd name="T2" fmla="*/ 0 w 1"/>
                  <a:gd name="T3" fmla="*/ 116 h 116"/>
                  <a:gd name="T4" fmla="*/ 0 60000 65536"/>
                  <a:gd name="T5" fmla="*/ 0 60000 65536"/>
                  <a:gd name="T6" fmla="*/ 0 w 1"/>
                  <a:gd name="T7" fmla="*/ 0 h 116"/>
                  <a:gd name="T8" fmla="*/ 1 w 1"/>
                  <a:gd name="T9" fmla="*/ 116 h 11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16">
                    <a:moveTo>
                      <a:pt x="0" y="0"/>
                    </a:moveTo>
                    <a:lnTo>
                      <a:pt x="0" y="116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71" name="Line 97"/>
              <p:cNvSpPr>
                <a:spLocks noChangeShapeType="1"/>
              </p:cNvSpPr>
              <p:nvPr/>
            </p:nvSpPr>
            <p:spPr bwMode="auto">
              <a:xfrm>
                <a:off x="1974" y="1122"/>
                <a:ext cx="0" cy="45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72" name="Text Box 98"/>
              <p:cNvSpPr txBox="1">
                <a:spLocks noChangeArrowheads="1"/>
              </p:cNvSpPr>
              <p:nvPr/>
            </p:nvSpPr>
            <p:spPr bwMode="auto">
              <a:xfrm>
                <a:off x="1880" y="612"/>
                <a:ext cx="50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i="1">
                    <a:latin typeface="宋体" pitchFamily="2" charset="-122"/>
                  </a:rPr>
                  <a:t>A</a:t>
                </a:r>
                <a:r>
                  <a:rPr lang="zh-CN" altLang="en-US" sz="2400" b="1"/>
                  <a:t>－</a:t>
                </a:r>
                <a:r>
                  <a:rPr lang="en-US" altLang="zh-CN" sz="2400" b="1" i="1">
                    <a:latin typeface="宋体" pitchFamily="2" charset="-122"/>
                  </a:rPr>
                  <a:t>A</a:t>
                </a:r>
                <a:endParaRPr lang="en-US" altLang="zh-CN" sz="2400" b="1"/>
              </a:p>
            </p:txBody>
          </p:sp>
          <p:sp>
            <p:nvSpPr>
              <p:cNvPr id="22673" name="Line 99"/>
              <p:cNvSpPr>
                <a:spLocks noChangeShapeType="1"/>
              </p:cNvSpPr>
              <p:nvPr/>
            </p:nvSpPr>
            <p:spPr bwMode="auto">
              <a:xfrm>
                <a:off x="2636" y="1360"/>
                <a:ext cx="0" cy="26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2535" name="Group 100"/>
          <p:cNvGrpSpPr>
            <a:grpSpLocks/>
          </p:cNvGrpSpPr>
          <p:nvPr/>
        </p:nvGrpSpPr>
        <p:grpSpPr bwMode="auto">
          <a:xfrm>
            <a:off x="5853113" y="2484438"/>
            <a:ext cx="3290887" cy="3606800"/>
            <a:chOff x="3342" y="848"/>
            <a:chExt cx="2073" cy="2272"/>
          </a:xfrm>
        </p:grpSpPr>
        <p:grpSp>
          <p:nvGrpSpPr>
            <p:cNvPr id="22538" name="Group 101"/>
            <p:cNvGrpSpPr>
              <a:grpSpLocks/>
            </p:cNvGrpSpPr>
            <p:nvPr/>
          </p:nvGrpSpPr>
          <p:grpSpPr bwMode="auto">
            <a:xfrm>
              <a:off x="3342" y="1779"/>
              <a:ext cx="2073" cy="1341"/>
              <a:chOff x="3342" y="1779"/>
              <a:chExt cx="2073" cy="1341"/>
            </a:xfrm>
          </p:grpSpPr>
          <p:sp>
            <p:nvSpPr>
              <p:cNvPr id="22577" name="Oval 102"/>
              <p:cNvSpPr>
                <a:spLocks noChangeArrowheads="1"/>
              </p:cNvSpPr>
              <p:nvPr/>
            </p:nvSpPr>
            <p:spPr bwMode="auto">
              <a:xfrm>
                <a:off x="4200" y="2252"/>
                <a:ext cx="388" cy="388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22578" name="Line 103"/>
              <p:cNvSpPr>
                <a:spLocks noChangeShapeType="1"/>
              </p:cNvSpPr>
              <p:nvPr/>
            </p:nvSpPr>
            <p:spPr bwMode="auto">
              <a:xfrm>
                <a:off x="3658" y="2458"/>
                <a:ext cx="1450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79" name="Line 104"/>
              <p:cNvSpPr>
                <a:spLocks noChangeShapeType="1"/>
              </p:cNvSpPr>
              <p:nvPr/>
            </p:nvSpPr>
            <p:spPr bwMode="auto">
              <a:xfrm>
                <a:off x="4400" y="1779"/>
                <a:ext cx="0" cy="134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80" name="Oval 105"/>
              <p:cNvSpPr>
                <a:spLocks noChangeArrowheads="1"/>
              </p:cNvSpPr>
              <p:nvPr/>
            </p:nvSpPr>
            <p:spPr bwMode="auto">
              <a:xfrm>
                <a:off x="3744" y="1836"/>
                <a:ext cx="1308" cy="1239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22581" name="Arc 106"/>
              <p:cNvSpPr>
                <a:spLocks/>
              </p:cNvSpPr>
              <p:nvPr/>
            </p:nvSpPr>
            <p:spPr bwMode="auto">
              <a:xfrm>
                <a:off x="4385" y="2085"/>
                <a:ext cx="380" cy="380"/>
              </a:xfrm>
              <a:custGeom>
                <a:avLst/>
                <a:gdLst>
                  <a:gd name="T0" fmla="*/ 0 w 16339"/>
                  <a:gd name="T1" fmla="*/ 0 h 17953"/>
                  <a:gd name="T2" fmla="*/ 0 w 16339"/>
                  <a:gd name="T3" fmla="*/ 0 h 17953"/>
                  <a:gd name="T4" fmla="*/ 0 w 16339"/>
                  <a:gd name="T5" fmla="*/ 0 h 17953"/>
                  <a:gd name="T6" fmla="*/ 0 60000 65536"/>
                  <a:gd name="T7" fmla="*/ 0 60000 65536"/>
                  <a:gd name="T8" fmla="*/ 0 60000 65536"/>
                  <a:gd name="T9" fmla="*/ 0 w 16339"/>
                  <a:gd name="T10" fmla="*/ 0 h 17953"/>
                  <a:gd name="T11" fmla="*/ 16339 w 16339"/>
                  <a:gd name="T12" fmla="*/ 17953 h 179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339" h="17953" fill="none" extrusionOk="0">
                    <a:moveTo>
                      <a:pt x="12010" y="-1"/>
                    </a:moveTo>
                    <a:cubicBezTo>
                      <a:pt x="13617" y="1075"/>
                      <a:pt x="15073" y="2361"/>
                      <a:pt x="16338" y="3825"/>
                    </a:cubicBezTo>
                  </a:path>
                  <a:path w="16339" h="17953" stroke="0" extrusionOk="0">
                    <a:moveTo>
                      <a:pt x="12010" y="-1"/>
                    </a:moveTo>
                    <a:cubicBezTo>
                      <a:pt x="13617" y="1075"/>
                      <a:pt x="15073" y="2361"/>
                      <a:pt x="16338" y="3825"/>
                    </a:cubicBezTo>
                    <a:lnTo>
                      <a:pt x="0" y="17953"/>
                    </a:lnTo>
                    <a:lnTo>
                      <a:pt x="12010" y="-1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82" name="Arc 107"/>
              <p:cNvSpPr>
                <a:spLocks/>
              </p:cNvSpPr>
              <p:nvPr/>
            </p:nvSpPr>
            <p:spPr bwMode="auto">
              <a:xfrm rot="5400000">
                <a:off x="4400" y="2448"/>
                <a:ext cx="367" cy="371"/>
              </a:xfrm>
              <a:custGeom>
                <a:avLst/>
                <a:gdLst>
                  <a:gd name="T0" fmla="*/ 0 w 18079"/>
                  <a:gd name="T1" fmla="*/ 0 h 16594"/>
                  <a:gd name="T2" fmla="*/ 0 w 18079"/>
                  <a:gd name="T3" fmla="*/ 0 h 16594"/>
                  <a:gd name="T4" fmla="*/ 0 w 18079"/>
                  <a:gd name="T5" fmla="*/ 0 h 16594"/>
                  <a:gd name="T6" fmla="*/ 0 60000 65536"/>
                  <a:gd name="T7" fmla="*/ 0 60000 65536"/>
                  <a:gd name="T8" fmla="*/ 0 60000 65536"/>
                  <a:gd name="T9" fmla="*/ 0 w 18079"/>
                  <a:gd name="T10" fmla="*/ 0 h 16594"/>
                  <a:gd name="T11" fmla="*/ 18079 w 18079"/>
                  <a:gd name="T12" fmla="*/ 16594 h 1659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079" h="16594" fill="none" extrusionOk="0">
                    <a:moveTo>
                      <a:pt x="13827" y="-1"/>
                    </a:moveTo>
                    <a:cubicBezTo>
                      <a:pt x="15473" y="1371"/>
                      <a:pt x="16905" y="2980"/>
                      <a:pt x="18078" y="4773"/>
                    </a:cubicBezTo>
                  </a:path>
                  <a:path w="18079" h="16594" stroke="0" extrusionOk="0">
                    <a:moveTo>
                      <a:pt x="13827" y="-1"/>
                    </a:moveTo>
                    <a:cubicBezTo>
                      <a:pt x="15473" y="1371"/>
                      <a:pt x="16905" y="2980"/>
                      <a:pt x="18078" y="4773"/>
                    </a:cubicBezTo>
                    <a:lnTo>
                      <a:pt x="0" y="16594"/>
                    </a:lnTo>
                    <a:lnTo>
                      <a:pt x="13827" y="-1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83" name="Line 108"/>
              <p:cNvSpPr>
                <a:spLocks noChangeShapeType="1"/>
              </p:cNvSpPr>
              <p:nvPr/>
            </p:nvSpPr>
            <p:spPr bwMode="auto">
              <a:xfrm>
                <a:off x="4669" y="2731"/>
                <a:ext cx="88" cy="9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84" name="Arc 109"/>
              <p:cNvSpPr>
                <a:spLocks/>
              </p:cNvSpPr>
              <p:nvPr/>
            </p:nvSpPr>
            <p:spPr bwMode="auto">
              <a:xfrm flipH="1">
                <a:off x="4018" y="2084"/>
                <a:ext cx="367" cy="366"/>
              </a:xfrm>
              <a:custGeom>
                <a:avLst/>
                <a:gdLst>
                  <a:gd name="T0" fmla="*/ 0 w 16601"/>
                  <a:gd name="T1" fmla="*/ 0 h 18271"/>
                  <a:gd name="T2" fmla="*/ 0 w 16601"/>
                  <a:gd name="T3" fmla="*/ 0 h 18271"/>
                  <a:gd name="T4" fmla="*/ 0 w 16601"/>
                  <a:gd name="T5" fmla="*/ 0 h 18271"/>
                  <a:gd name="T6" fmla="*/ 0 60000 65536"/>
                  <a:gd name="T7" fmla="*/ 0 60000 65536"/>
                  <a:gd name="T8" fmla="*/ 0 60000 65536"/>
                  <a:gd name="T9" fmla="*/ 0 w 16601"/>
                  <a:gd name="T10" fmla="*/ 0 h 18271"/>
                  <a:gd name="T11" fmla="*/ 16601 w 16601"/>
                  <a:gd name="T12" fmla="*/ 18271 h 1827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601" h="18271" fill="none" extrusionOk="0">
                    <a:moveTo>
                      <a:pt x="11520" y="0"/>
                    </a:moveTo>
                    <a:cubicBezTo>
                      <a:pt x="13437" y="1208"/>
                      <a:pt x="15151" y="2710"/>
                      <a:pt x="16601" y="4451"/>
                    </a:cubicBezTo>
                  </a:path>
                  <a:path w="16601" h="18271" stroke="0" extrusionOk="0">
                    <a:moveTo>
                      <a:pt x="11520" y="0"/>
                    </a:moveTo>
                    <a:cubicBezTo>
                      <a:pt x="13437" y="1208"/>
                      <a:pt x="15151" y="2710"/>
                      <a:pt x="16601" y="4451"/>
                    </a:cubicBezTo>
                    <a:lnTo>
                      <a:pt x="0" y="18271"/>
                    </a:lnTo>
                    <a:lnTo>
                      <a:pt x="11520" y="0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85" name="Line 110"/>
              <p:cNvSpPr>
                <a:spLocks noChangeShapeType="1"/>
              </p:cNvSpPr>
              <p:nvPr/>
            </p:nvSpPr>
            <p:spPr bwMode="auto">
              <a:xfrm flipH="1" flipV="1">
                <a:off x="4026" y="2076"/>
                <a:ext cx="94" cy="9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86" name="Line 111"/>
              <p:cNvSpPr>
                <a:spLocks noChangeShapeType="1"/>
              </p:cNvSpPr>
              <p:nvPr/>
            </p:nvSpPr>
            <p:spPr bwMode="auto">
              <a:xfrm flipH="1">
                <a:off x="4021" y="2708"/>
                <a:ext cx="129" cy="13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87" name="Oval 112"/>
              <p:cNvSpPr>
                <a:spLocks noChangeArrowheads="1"/>
              </p:cNvSpPr>
              <p:nvPr/>
            </p:nvSpPr>
            <p:spPr bwMode="auto">
              <a:xfrm>
                <a:off x="4014" y="2720"/>
                <a:ext cx="124" cy="114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22588" name="Freeform 113"/>
              <p:cNvSpPr>
                <a:spLocks/>
              </p:cNvSpPr>
              <p:nvPr/>
            </p:nvSpPr>
            <p:spPr bwMode="auto">
              <a:xfrm>
                <a:off x="4755" y="2406"/>
                <a:ext cx="249" cy="1"/>
              </a:xfrm>
              <a:custGeom>
                <a:avLst/>
                <a:gdLst>
                  <a:gd name="T0" fmla="*/ 0 w 249"/>
                  <a:gd name="T1" fmla="*/ 1 h 1"/>
                  <a:gd name="T2" fmla="*/ 249 w 249"/>
                  <a:gd name="T3" fmla="*/ 0 h 1"/>
                  <a:gd name="T4" fmla="*/ 0 60000 65536"/>
                  <a:gd name="T5" fmla="*/ 0 60000 65536"/>
                  <a:gd name="T6" fmla="*/ 0 w 249"/>
                  <a:gd name="T7" fmla="*/ 0 h 1"/>
                  <a:gd name="T8" fmla="*/ 249 w 249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49" h="1">
                    <a:moveTo>
                      <a:pt x="0" y="1"/>
                    </a:moveTo>
                    <a:lnTo>
                      <a:pt x="249" y="0"/>
                    </a:lnTo>
                  </a:path>
                </a:pathLst>
              </a:cu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89" name="Line 114"/>
              <p:cNvSpPr>
                <a:spLocks noChangeShapeType="1"/>
              </p:cNvSpPr>
              <p:nvPr/>
            </p:nvSpPr>
            <p:spPr bwMode="auto">
              <a:xfrm>
                <a:off x="4765" y="2505"/>
                <a:ext cx="24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90" name="Line 115"/>
              <p:cNvSpPr>
                <a:spLocks noChangeShapeType="1"/>
              </p:cNvSpPr>
              <p:nvPr/>
            </p:nvSpPr>
            <p:spPr bwMode="auto">
              <a:xfrm>
                <a:off x="3792" y="2408"/>
                <a:ext cx="24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91" name="Line 116"/>
              <p:cNvSpPr>
                <a:spLocks noChangeShapeType="1"/>
              </p:cNvSpPr>
              <p:nvPr/>
            </p:nvSpPr>
            <p:spPr bwMode="auto">
              <a:xfrm>
                <a:off x="3794" y="2506"/>
                <a:ext cx="24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92" name="Line 117"/>
              <p:cNvSpPr>
                <a:spLocks noChangeShapeType="1"/>
              </p:cNvSpPr>
              <p:nvPr/>
            </p:nvSpPr>
            <p:spPr bwMode="auto">
              <a:xfrm>
                <a:off x="4449" y="1878"/>
                <a:ext cx="0" cy="25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93" name="Line 118"/>
              <p:cNvSpPr>
                <a:spLocks noChangeShapeType="1"/>
              </p:cNvSpPr>
              <p:nvPr/>
            </p:nvSpPr>
            <p:spPr bwMode="auto">
              <a:xfrm flipH="1">
                <a:off x="4351" y="1889"/>
                <a:ext cx="0" cy="23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94" name="Line 119"/>
              <p:cNvSpPr>
                <a:spLocks noChangeShapeType="1"/>
              </p:cNvSpPr>
              <p:nvPr/>
            </p:nvSpPr>
            <p:spPr bwMode="auto">
              <a:xfrm>
                <a:off x="4445" y="2786"/>
                <a:ext cx="0" cy="24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95" name="Line 120"/>
              <p:cNvSpPr>
                <a:spLocks noChangeShapeType="1"/>
              </p:cNvSpPr>
              <p:nvPr/>
            </p:nvSpPr>
            <p:spPr bwMode="auto">
              <a:xfrm>
                <a:off x="4352" y="2786"/>
                <a:ext cx="0" cy="24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96" name="Line 121"/>
              <p:cNvSpPr>
                <a:spLocks noChangeShapeType="1"/>
              </p:cNvSpPr>
              <p:nvPr/>
            </p:nvSpPr>
            <p:spPr bwMode="auto">
              <a:xfrm flipH="1">
                <a:off x="4669" y="2083"/>
                <a:ext cx="94" cy="9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97" name="Freeform 122"/>
              <p:cNvSpPr>
                <a:spLocks/>
              </p:cNvSpPr>
              <p:nvPr/>
            </p:nvSpPr>
            <p:spPr bwMode="auto">
              <a:xfrm>
                <a:off x="4992" y="2358"/>
                <a:ext cx="48" cy="48"/>
              </a:xfrm>
              <a:custGeom>
                <a:avLst/>
                <a:gdLst>
                  <a:gd name="T0" fmla="*/ 0 w 48"/>
                  <a:gd name="T1" fmla="*/ 48 h 48"/>
                  <a:gd name="T2" fmla="*/ 36 w 48"/>
                  <a:gd name="T3" fmla="*/ 36 h 48"/>
                  <a:gd name="T4" fmla="*/ 48 w 48"/>
                  <a:gd name="T5" fmla="*/ 0 h 48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48"/>
                  <a:gd name="T11" fmla="*/ 48 w 48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48">
                    <a:moveTo>
                      <a:pt x="0" y="48"/>
                    </a:moveTo>
                    <a:cubicBezTo>
                      <a:pt x="6" y="45"/>
                      <a:pt x="28" y="44"/>
                      <a:pt x="36" y="36"/>
                    </a:cubicBezTo>
                    <a:cubicBezTo>
                      <a:pt x="44" y="28"/>
                      <a:pt x="46" y="7"/>
                      <a:pt x="48" y="0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98" name="Freeform 123"/>
              <p:cNvSpPr>
                <a:spLocks/>
              </p:cNvSpPr>
              <p:nvPr/>
            </p:nvSpPr>
            <p:spPr bwMode="auto">
              <a:xfrm>
                <a:off x="4980" y="2508"/>
                <a:ext cx="69" cy="35"/>
              </a:xfrm>
              <a:custGeom>
                <a:avLst/>
                <a:gdLst>
                  <a:gd name="T0" fmla="*/ 0 w 69"/>
                  <a:gd name="T1" fmla="*/ 0 h 35"/>
                  <a:gd name="T2" fmla="*/ 54 w 69"/>
                  <a:gd name="T3" fmla="*/ 8 h 35"/>
                  <a:gd name="T4" fmla="*/ 69 w 69"/>
                  <a:gd name="T5" fmla="*/ 35 h 35"/>
                  <a:gd name="T6" fmla="*/ 0 60000 65536"/>
                  <a:gd name="T7" fmla="*/ 0 60000 65536"/>
                  <a:gd name="T8" fmla="*/ 0 60000 65536"/>
                  <a:gd name="T9" fmla="*/ 0 w 69"/>
                  <a:gd name="T10" fmla="*/ 0 h 35"/>
                  <a:gd name="T11" fmla="*/ 69 w 69"/>
                  <a:gd name="T12" fmla="*/ 35 h 3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9" h="35">
                    <a:moveTo>
                      <a:pt x="0" y="0"/>
                    </a:moveTo>
                    <a:cubicBezTo>
                      <a:pt x="9" y="2"/>
                      <a:pt x="42" y="2"/>
                      <a:pt x="54" y="8"/>
                    </a:cubicBezTo>
                    <a:cubicBezTo>
                      <a:pt x="66" y="14"/>
                      <a:pt x="66" y="29"/>
                      <a:pt x="69" y="35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99" name="Freeform 124"/>
              <p:cNvSpPr>
                <a:spLocks/>
              </p:cNvSpPr>
              <p:nvPr/>
            </p:nvSpPr>
            <p:spPr bwMode="auto">
              <a:xfrm>
                <a:off x="4680" y="2352"/>
                <a:ext cx="81" cy="57"/>
              </a:xfrm>
              <a:custGeom>
                <a:avLst/>
                <a:gdLst>
                  <a:gd name="T0" fmla="*/ 81 w 81"/>
                  <a:gd name="T1" fmla="*/ 56 h 57"/>
                  <a:gd name="T2" fmla="*/ 42 w 81"/>
                  <a:gd name="T3" fmla="*/ 48 h 57"/>
                  <a:gd name="T4" fmla="*/ 0 w 81"/>
                  <a:gd name="T5" fmla="*/ 0 h 57"/>
                  <a:gd name="T6" fmla="*/ 0 60000 65536"/>
                  <a:gd name="T7" fmla="*/ 0 60000 65536"/>
                  <a:gd name="T8" fmla="*/ 0 60000 65536"/>
                  <a:gd name="T9" fmla="*/ 0 w 81"/>
                  <a:gd name="T10" fmla="*/ 0 h 57"/>
                  <a:gd name="T11" fmla="*/ 81 w 81"/>
                  <a:gd name="T12" fmla="*/ 57 h 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1" h="57">
                    <a:moveTo>
                      <a:pt x="81" y="56"/>
                    </a:moveTo>
                    <a:cubicBezTo>
                      <a:pt x="74" y="55"/>
                      <a:pt x="56" y="57"/>
                      <a:pt x="42" y="48"/>
                    </a:cubicBezTo>
                    <a:cubicBezTo>
                      <a:pt x="28" y="39"/>
                      <a:pt x="9" y="10"/>
                      <a:pt x="0" y="0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00" name="Freeform 125"/>
              <p:cNvSpPr>
                <a:spLocks/>
              </p:cNvSpPr>
              <p:nvPr/>
            </p:nvSpPr>
            <p:spPr bwMode="auto">
              <a:xfrm>
                <a:off x="4687" y="2508"/>
                <a:ext cx="83" cy="48"/>
              </a:xfrm>
              <a:custGeom>
                <a:avLst/>
                <a:gdLst>
                  <a:gd name="T0" fmla="*/ 83 w 83"/>
                  <a:gd name="T1" fmla="*/ 0 h 48"/>
                  <a:gd name="T2" fmla="*/ 39 w 83"/>
                  <a:gd name="T3" fmla="*/ 8 h 48"/>
                  <a:gd name="T4" fmla="*/ 0 w 83"/>
                  <a:gd name="T5" fmla="*/ 48 h 48"/>
                  <a:gd name="T6" fmla="*/ 0 60000 65536"/>
                  <a:gd name="T7" fmla="*/ 0 60000 65536"/>
                  <a:gd name="T8" fmla="*/ 0 60000 65536"/>
                  <a:gd name="T9" fmla="*/ 0 w 83"/>
                  <a:gd name="T10" fmla="*/ 0 h 48"/>
                  <a:gd name="T11" fmla="*/ 83 w 83"/>
                  <a:gd name="T12" fmla="*/ 48 h 4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3" h="48">
                    <a:moveTo>
                      <a:pt x="83" y="0"/>
                    </a:moveTo>
                    <a:cubicBezTo>
                      <a:pt x="76" y="2"/>
                      <a:pt x="53" y="0"/>
                      <a:pt x="39" y="8"/>
                    </a:cubicBezTo>
                    <a:cubicBezTo>
                      <a:pt x="25" y="16"/>
                      <a:pt x="13" y="32"/>
                      <a:pt x="0" y="48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01" name="Freeform 126"/>
              <p:cNvSpPr>
                <a:spLocks/>
              </p:cNvSpPr>
              <p:nvPr/>
            </p:nvSpPr>
            <p:spPr bwMode="auto">
              <a:xfrm>
                <a:off x="4014" y="2357"/>
                <a:ext cx="78" cy="51"/>
              </a:xfrm>
              <a:custGeom>
                <a:avLst/>
                <a:gdLst>
                  <a:gd name="T0" fmla="*/ 0 w 78"/>
                  <a:gd name="T1" fmla="*/ 49 h 51"/>
                  <a:gd name="T2" fmla="*/ 48 w 78"/>
                  <a:gd name="T3" fmla="*/ 43 h 51"/>
                  <a:gd name="T4" fmla="*/ 78 w 78"/>
                  <a:gd name="T5" fmla="*/ 0 h 51"/>
                  <a:gd name="T6" fmla="*/ 0 60000 65536"/>
                  <a:gd name="T7" fmla="*/ 0 60000 65536"/>
                  <a:gd name="T8" fmla="*/ 0 60000 65536"/>
                  <a:gd name="T9" fmla="*/ 0 w 78"/>
                  <a:gd name="T10" fmla="*/ 0 h 51"/>
                  <a:gd name="T11" fmla="*/ 78 w 78"/>
                  <a:gd name="T12" fmla="*/ 51 h 5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8" h="51">
                    <a:moveTo>
                      <a:pt x="0" y="49"/>
                    </a:moveTo>
                    <a:cubicBezTo>
                      <a:pt x="9" y="48"/>
                      <a:pt x="35" y="51"/>
                      <a:pt x="48" y="43"/>
                    </a:cubicBezTo>
                    <a:cubicBezTo>
                      <a:pt x="61" y="35"/>
                      <a:pt x="72" y="9"/>
                      <a:pt x="78" y="0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02" name="Freeform 127"/>
              <p:cNvSpPr>
                <a:spLocks/>
              </p:cNvSpPr>
              <p:nvPr/>
            </p:nvSpPr>
            <p:spPr bwMode="auto">
              <a:xfrm>
                <a:off x="4026" y="2507"/>
                <a:ext cx="78" cy="61"/>
              </a:xfrm>
              <a:custGeom>
                <a:avLst/>
                <a:gdLst>
                  <a:gd name="T0" fmla="*/ 0 w 78"/>
                  <a:gd name="T1" fmla="*/ 0 h 61"/>
                  <a:gd name="T2" fmla="*/ 48 w 78"/>
                  <a:gd name="T3" fmla="*/ 19 h 61"/>
                  <a:gd name="T4" fmla="*/ 78 w 78"/>
                  <a:gd name="T5" fmla="*/ 61 h 61"/>
                  <a:gd name="T6" fmla="*/ 0 60000 65536"/>
                  <a:gd name="T7" fmla="*/ 0 60000 65536"/>
                  <a:gd name="T8" fmla="*/ 0 60000 65536"/>
                  <a:gd name="T9" fmla="*/ 0 w 78"/>
                  <a:gd name="T10" fmla="*/ 0 h 61"/>
                  <a:gd name="T11" fmla="*/ 78 w 78"/>
                  <a:gd name="T12" fmla="*/ 61 h 6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8" h="61">
                    <a:moveTo>
                      <a:pt x="0" y="0"/>
                    </a:moveTo>
                    <a:cubicBezTo>
                      <a:pt x="8" y="3"/>
                      <a:pt x="35" y="9"/>
                      <a:pt x="48" y="19"/>
                    </a:cubicBezTo>
                    <a:cubicBezTo>
                      <a:pt x="61" y="29"/>
                      <a:pt x="72" y="52"/>
                      <a:pt x="78" y="61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03" name="Freeform 128"/>
              <p:cNvSpPr>
                <a:spLocks/>
              </p:cNvSpPr>
              <p:nvPr/>
            </p:nvSpPr>
            <p:spPr bwMode="auto">
              <a:xfrm>
                <a:off x="4310" y="2738"/>
                <a:ext cx="46" cy="55"/>
              </a:xfrm>
              <a:custGeom>
                <a:avLst/>
                <a:gdLst>
                  <a:gd name="T0" fmla="*/ 37 w 57"/>
                  <a:gd name="T1" fmla="*/ 45 h 67"/>
                  <a:gd name="T2" fmla="*/ 25 w 57"/>
                  <a:gd name="T3" fmla="*/ 20 h 67"/>
                  <a:gd name="T4" fmla="*/ 0 w 57"/>
                  <a:gd name="T5" fmla="*/ 0 h 67"/>
                  <a:gd name="T6" fmla="*/ 0 60000 65536"/>
                  <a:gd name="T7" fmla="*/ 0 60000 65536"/>
                  <a:gd name="T8" fmla="*/ 0 60000 65536"/>
                  <a:gd name="T9" fmla="*/ 0 w 57"/>
                  <a:gd name="T10" fmla="*/ 0 h 67"/>
                  <a:gd name="T11" fmla="*/ 57 w 57"/>
                  <a:gd name="T12" fmla="*/ 67 h 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" h="67">
                    <a:moveTo>
                      <a:pt x="57" y="67"/>
                    </a:moveTo>
                    <a:cubicBezTo>
                      <a:pt x="54" y="61"/>
                      <a:pt x="48" y="40"/>
                      <a:pt x="38" y="29"/>
                    </a:cubicBezTo>
                    <a:cubicBezTo>
                      <a:pt x="28" y="18"/>
                      <a:pt x="8" y="6"/>
                      <a:pt x="0" y="0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04" name="Freeform 129"/>
              <p:cNvSpPr>
                <a:spLocks/>
              </p:cNvSpPr>
              <p:nvPr/>
            </p:nvSpPr>
            <p:spPr bwMode="auto">
              <a:xfrm>
                <a:off x="4446" y="2730"/>
                <a:ext cx="46" cy="63"/>
              </a:xfrm>
              <a:custGeom>
                <a:avLst/>
                <a:gdLst>
                  <a:gd name="T0" fmla="*/ 0 w 57"/>
                  <a:gd name="T1" fmla="*/ 52 h 76"/>
                  <a:gd name="T2" fmla="*/ 9 w 57"/>
                  <a:gd name="T3" fmla="*/ 22 h 76"/>
                  <a:gd name="T4" fmla="*/ 37 w 57"/>
                  <a:gd name="T5" fmla="*/ 0 h 76"/>
                  <a:gd name="T6" fmla="*/ 0 60000 65536"/>
                  <a:gd name="T7" fmla="*/ 0 60000 65536"/>
                  <a:gd name="T8" fmla="*/ 0 60000 65536"/>
                  <a:gd name="T9" fmla="*/ 0 w 57"/>
                  <a:gd name="T10" fmla="*/ 0 h 76"/>
                  <a:gd name="T11" fmla="*/ 57 w 57"/>
                  <a:gd name="T12" fmla="*/ 76 h 7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" h="76">
                    <a:moveTo>
                      <a:pt x="0" y="76"/>
                    </a:moveTo>
                    <a:cubicBezTo>
                      <a:pt x="2" y="69"/>
                      <a:pt x="5" y="46"/>
                      <a:pt x="14" y="33"/>
                    </a:cubicBezTo>
                    <a:cubicBezTo>
                      <a:pt x="23" y="20"/>
                      <a:pt x="48" y="7"/>
                      <a:pt x="57" y="0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05" name="Freeform 130"/>
              <p:cNvSpPr>
                <a:spLocks/>
              </p:cNvSpPr>
              <p:nvPr/>
            </p:nvSpPr>
            <p:spPr bwMode="auto">
              <a:xfrm>
                <a:off x="4306" y="2111"/>
                <a:ext cx="46" cy="55"/>
              </a:xfrm>
              <a:custGeom>
                <a:avLst/>
                <a:gdLst>
                  <a:gd name="T0" fmla="*/ 37 w 57"/>
                  <a:gd name="T1" fmla="*/ 0 h 67"/>
                  <a:gd name="T2" fmla="*/ 28 w 57"/>
                  <a:gd name="T3" fmla="*/ 25 h 67"/>
                  <a:gd name="T4" fmla="*/ 0 w 57"/>
                  <a:gd name="T5" fmla="*/ 45 h 67"/>
                  <a:gd name="T6" fmla="*/ 0 60000 65536"/>
                  <a:gd name="T7" fmla="*/ 0 60000 65536"/>
                  <a:gd name="T8" fmla="*/ 0 60000 65536"/>
                  <a:gd name="T9" fmla="*/ 0 w 57"/>
                  <a:gd name="T10" fmla="*/ 0 h 67"/>
                  <a:gd name="T11" fmla="*/ 57 w 57"/>
                  <a:gd name="T12" fmla="*/ 67 h 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7" h="67">
                    <a:moveTo>
                      <a:pt x="57" y="0"/>
                    </a:moveTo>
                    <a:cubicBezTo>
                      <a:pt x="55" y="6"/>
                      <a:pt x="53" y="27"/>
                      <a:pt x="43" y="38"/>
                    </a:cubicBezTo>
                    <a:cubicBezTo>
                      <a:pt x="33" y="49"/>
                      <a:pt x="9" y="61"/>
                      <a:pt x="0" y="67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06" name="Freeform 131"/>
              <p:cNvSpPr>
                <a:spLocks/>
              </p:cNvSpPr>
              <p:nvPr/>
            </p:nvSpPr>
            <p:spPr bwMode="auto">
              <a:xfrm>
                <a:off x="4446" y="2115"/>
                <a:ext cx="50" cy="55"/>
              </a:xfrm>
              <a:custGeom>
                <a:avLst/>
                <a:gdLst>
                  <a:gd name="T0" fmla="*/ 0 w 62"/>
                  <a:gd name="T1" fmla="*/ 0 h 67"/>
                  <a:gd name="T2" fmla="*/ 15 w 62"/>
                  <a:gd name="T3" fmla="*/ 29 h 67"/>
                  <a:gd name="T4" fmla="*/ 40 w 62"/>
                  <a:gd name="T5" fmla="*/ 45 h 67"/>
                  <a:gd name="T6" fmla="*/ 0 60000 65536"/>
                  <a:gd name="T7" fmla="*/ 0 60000 65536"/>
                  <a:gd name="T8" fmla="*/ 0 60000 65536"/>
                  <a:gd name="T9" fmla="*/ 0 w 62"/>
                  <a:gd name="T10" fmla="*/ 0 h 67"/>
                  <a:gd name="T11" fmla="*/ 62 w 62"/>
                  <a:gd name="T12" fmla="*/ 67 h 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2" h="67">
                    <a:moveTo>
                      <a:pt x="0" y="0"/>
                    </a:moveTo>
                    <a:cubicBezTo>
                      <a:pt x="3" y="7"/>
                      <a:pt x="14" y="32"/>
                      <a:pt x="24" y="43"/>
                    </a:cubicBezTo>
                    <a:cubicBezTo>
                      <a:pt x="34" y="54"/>
                      <a:pt x="48" y="61"/>
                      <a:pt x="62" y="67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07" name="Freeform 132"/>
              <p:cNvSpPr>
                <a:spLocks/>
              </p:cNvSpPr>
              <p:nvPr/>
            </p:nvSpPr>
            <p:spPr bwMode="auto">
              <a:xfrm>
                <a:off x="4446" y="1837"/>
                <a:ext cx="43" cy="51"/>
              </a:xfrm>
              <a:custGeom>
                <a:avLst/>
                <a:gdLst>
                  <a:gd name="T0" fmla="*/ 0 w 53"/>
                  <a:gd name="T1" fmla="*/ 42 h 62"/>
                  <a:gd name="T2" fmla="*/ 15 w 53"/>
                  <a:gd name="T3" fmla="*/ 13 h 62"/>
                  <a:gd name="T4" fmla="*/ 35 w 53"/>
                  <a:gd name="T5" fmla="*/ 0 h 62"/>
                  <a:gd name="T6" fmla="*/ 0 60000 65536"/>
                  <a:gd name="T7" fmla="*/ 0 60000 65536"/>
                  <a:gd name="T8" fmla="*/ 0 60000 65536"/>
                  <a:gd name="T9" fmla="*/ 0 w 53"/>
                  <a:gd name="T10" fmla="*/ 0 h 62"/>
                  <a:gd name="T11" fmla="*/ 53 w 53"/>
                  <a:gd name="T12" fmla="*/ 62 h 6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3" h="62">
                    <a:moveTo>
                      <a:pt x="0" y="62"/>
                    </a:moveTo>
                    <a:cubicBezTo>
                      <a:pt x="4" y="56"/>
                      <a:pt x="15" y="29"/>
                      <a:pt x="24" y="19"/>
                    </a:cubicBezTo>
                    <a:cubicBezTo>
                      <a:pt x="33" y="9"/>
                      <a:pt x="47" y="4"/>
                      <a:pt x="53" y="0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08" name="Freeform 133"/>
              <p:cNvSpPr>
                <a:spLocks/>
              </p:cNvSpPr>
              <p:nvPr/>
            </p:nvSpPr>
            <p:spPr bwMode="auto">
              <a:xfrm>
                <a:off x="4306" y="1841"/>
                <a:ext cx="47" cy="47"/>
              </a:xfrm>
              <a:custGeom>
                <a:avLst/>
                <a:gdLst>
                  <a:gd name="T0" fmla="*/ 38 w 58"/>
                  <a:gd name="T1" fmla="*/ 39 h 57"/>
                  <a:gd name="T2" fmla="*/ 28 w 58"/>
                  <a:gd name="T3" fmla="*/ 10 h 57"/>
                  <a:gd name="T4" fmla="*/ 0 w 58"/>
                  <a:gd name="T5" fmla="*/ 0 h 57"/>
                  <a:gd name="T6" fmla="*/ 0 60000 65536"/>
                  <a:gd name="T7" fmla="*/ 0 60000 65536"/>
                  <a:gd name="T8" fmla="*/ 0 60000 65536"/>
                  <a:gd name="T9" fmla="*/ 0 w 58"/>
                  <a:gd name="T10" fmla="*/ 0 h 57"/>
                  <a:gd name="T11" fmla="*/ 58 w 58"/>
                  <a:gd name="T12" fmla="*/ 57 h 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8" h="57">
                    <a:moveTo>
                      <a:pt x="58" y="57"/>
                    </a:moveTo>
                    <a:cubicBezTo>
                      <a:pt x="55" y="40"/>
                      <a:pt x="53" y="23"/>
                      <a:pt x="43" y="14"/>
                    </a:cubicBezTo>
                    <a:cubicBezTo>
                      <a:pt x="33" y="5"/>
                      <a:pt x="16" y="2"/>
                      <a:pt x="0" y="0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09" name="Freeform 134"/>
              <p:cNvSpPr>
                <a:spLocks/>
              </p:cNvSpPr>
              <p:nvPr/>
            </p:nvSpPr>
            <p:spPr bwMode="auto">
              <a:xfrm>
                <a:off x="3757" y="2361"/>
                <a:ext cx="43" cy="47"/>
              </a:xfrm>
              <a:custGeom>
                <a:avLst/>
                <a:gdLst>
                  <a:gd name="T0" fmla="*/ 35 w 53"/>
                  <a:gd name="T1" fmla="*/ 39 h 57"/>
                  <a:gd name="T2" fmla="*/ 10 w 53"/>
                  <a:gd name="T3" fmla="*/ 26 h 57"/>
                  <a:gd name="T4" fmla="*/ 0 w 53"/>
                  <a:gd name="T5" fmla="*/ 0 h 57"/>
                  <a:gd name="T6" fmla="*/ 0 60000 65536"/>
                  <a:gd name="T7" fmla="*/ 0 60000 65536"/>
                  <a:gd name="T8" fmla="*/ 0 60000 65536"/>
                  <a:gd name="T9" fmla="*/ 0 w 53"/>
                  <a:gd name="T10" fmla="*/ 0 h 57"/>
                  <a:gd name="T11" fmla="*/ 53 w 53"/>
                  <a:gd name="T12" fmla="*/ 57 h 5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3" h="57">
                    <a:moveTo>
                      <a:pt x="53" y="57"/>
                    </a:moveTo>
                    <a:cubicBezTo>
                      <a:pt x="38" y="52"/>
                      <a:pt x="24" y="47"/>
                      <a:pt x="15" y="38"/>
                    </a:cubicBezTo>
                    <a:cubicBezTo>
                      <a:pt x="6" y="29"/>
                      <a:pt x="3" y="14"/>
                      <a:pt x="0" y="0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10" name="Freeform 135"/>
              <p:cNvSpPr>
                <a:spLocks/>
              </p:cNvSpPr>
              <p:nvPr/>
            </p:nvSpPr>
            <p:spPr bwMode="auto">
              <a:xfrm>
                <a:off x="3757" y="2511"/>
                <a:ext cx="47" cy="56"/>
              </a:xfrm>
              <a:custGeom>
                <a:avLst/>
                <a:gdLst>
                  <a:gd name="T0" fmla="*/ 38 w 58"/>
                  <a:gd name="T1" fmla="*/ 1 h 68"/>
                  <a:gd name="T2" fmla="*/ 15 w 58"/>
                  <a:gd name="T3" fmla="*/ 7 h 68"/>
                  <a:gd name="T4" fmla="*/ 0 w 58"/>
                  <a:gd name="T5" fmla="*/ 46 h 68"/>
                  <a:gd name="T6" fmla="*/ 0 60000 65536"/>
                  <a:gd name="T7" fmla="*/ 0 60000 65536"/>
                  <a:gd name="T8" fmla="*/ 0 60000 65536"/>
                  <a:gd name="T9" fmla="*/ 0 w 58"/>
                  <a:gd name="T10" fmla="*/ 0 h 68"/>
                  <a:gd name="T11" fmla="*/ 58 w 58"/>
                  <a:gd name="T12" fmla="*/ 68 h 6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8" h="68">
                    <a:moveTo>
                      <a:pt x="58" y="1"/>
                    </a:moveTo>
                    <a:cubicBezTo>
                      <a:pt x="52" y="3"/>
                      <a:pt x="34" y="0"/>
                      <a:pt x="24" y="11"/>
                    </a:cubicBezTo>
                    <a:cubicBezTo>
                      <a:pt x="14" y="22"/>
                      <a:pt x="5" y="56"/>
                      <a:pt x="0" y="68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11" name="Freeform 136"/>
              <p:cNvSpPr>
                <a:spLocks/>
              </p:cNvSpPr>
              <p:nvPr/>
            </p:nvSpPr>
            <p:spPr bwMode="auto">
              <a:xfrm>
                <a:off x="4306" y="3020"/>
                <a:ext cx="47" cy="43"/>
              </a:xfrm>
              <a:custGeom>
                <a:avLst/>
                <a:gdLst>
                  <a:gd name="T0" fmla="*/ 38 w 58"/>
                  <a:gd name="T1" fmla="*/ 0 h 53"/>
                  <a:gd name="T2" fmla="*/ 28 w 58"/>
                  <a:gd name="T3" fmla="*/ 23 h 53"/>
                  <a:gd name="T4" fmla="*/ 0 w 58"/>
                  <a:gd name="T5" fmla="*/ 35 h 53"/>
                  <a:gd name="T6" fmla="*/ 0 60000 65536"/>
                  <a:gd name="T7" fmla="*/ 0 60000 65536"/>
                  <a:gd name="T8" fmla="*/ 0 60000 65536"/>
                  <a:gd name="T9" fmla="*/ 0 w 58"/>
                  <a:gd name="T10" fmla="*/ 0 h 53"/>
                  <a:gd name="T11" fmla="*/ 58 w 58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8" h="53">
                    <a:moveTo>
                      <a:pt x="58" y="0"/>
                    </a:moveTo>
                    <a:cubicBezTo>
                      <a:pt x="56" y="5"/>
                      <a:pt x="53" y="25"/>
                      <a:pt x="43" y="34"/>
                    </a:cubicBezTo>
                    <a:cubicBezTo>
                      <a:pt x="33" y="43"/>
                      <a:pt x="9" y="49"/>
                      <a:pt x="0" y="53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12" name="Freeform 137"/>
              <p:cNvSpPr>
                <a:spLocks/>
              </p:cNvSpPr>
              <p:nvPr/>
            </p:nvSpPr>
            <p:spPr bwMode="auto">
              <a:xfrm>
                <a:off x="4446" y="3020"/>
                <a:ext cx="39" cy="43"/>
              </a:xfrm>
              <a:custGeom>
                <a:avLst/>
                <a:gdLst>
                  <a:gd name="T0" fmla="*/ 0 w 48"/>
                  <a:gd name="T1" fmla="*/ 0 h 53"/>
                  <a:gd name="T2" fmla="*/ 9 w 48"/>
                  <a:gd name="T3" fmla="*/ 23 h 53"/>
                  <a:gd name="T4" fmla="*/ 32 w 48"/>
                  <a:gd name="T5" fmla="*/ 35 h 53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53"/>
                  <a:gd name="T11" fmla="*/ 48 w 48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53">
                    <a:moveTo>
                      <a:pt x="0" y="0"/>
                    </a:moveTo>
                    <a:cubicBezTo>
                      <a:pt x="2" y="5"/>
                      <a:pt x="6" y="25"/>
                      <a:pt x="14" y="34"/>
                    </a:cubicBezTo>
                    <a:cubicBezTo>
                      <a:pt x="22" y="43"/>
                      <a:pt x="41" y="49"/>
                      <a:pt x="48" y="53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13" name="Line 138"/>
              <p:cNvSpPr>
                <a:spLocks noChangeShapeType="1"/>
              </p:cNvSpPr>
              <p:nvPr/>
            </p:nvSpPr>
            <p:spPr bwMode="auto">
              <a:xfrm>
                <a:off x="5131" y="2456"/>
                <a:ext cx="8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14" name="Line 139"/>
              <p:cNvSpPr>
                <a:spLocks noChangeShapeType="1"/>
              </p:cNvSpPr>
              <p:nvPr/>
            </p:nvSpPr>
            <p:spPr bwMode="auto">
              <a:xfrm>
                <a:off x="3562" y="2458"/>
                <a:ext cx="82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15" name="Freeform 140"/>
              <p:cNvSpPr>
                <a:spLocks/>
              </p:cNvSpPr>
              <p:nvPr/>
            </p:nvSpPr>
            <p:spPr bwMode="auto">
              <a:xfrm>
                <a:off x="3554" y="2280"/>
                <a:ext cx="1" cy="179"/>
              </a:xfrm>
              <a:custGeom>
                <a:avLst/>
                <a:gdLst>
                  <a:gd name="T0" fmla="*/ 0 w 1"/>
                  <a:gd name="T1" fmla="*/ 179 h 179"/>
                  <a:gd name="T2" fmla="*/ 0 w 1"/>
                  <a:gd name="T3" fmla="*/ 0 h 179"/>
                  <a:gd name="T4" fmla="*/ 0 60000 65536"/>
                  <a:gd name="T5" fmla="*/ 0 60000 65536"/>
                  <a:gd name="T6" fmla="*/ 0 w 1"/>
                  <a:gd name="T7" fmla="*/ 0 h 179"/>
                  <a:gd name="T8" fmla="*/ 1 w 1"/>
                  <a:gd name="T9" fmla="*/ 179 h 17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" h="179">
                    <a:moveTo>
                      <a:pt x="0" y="179"/>
                    </a:moveTo>
                    <a:lnTo>
                      <a:pt x="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16" name="Freeform 141"/>
              <p:cNvSpPr>
                <a:spLocks/>
              </p:cNvSpPr>
              <p:nvPr/>
            </p:nvSpPr>
            <p:spPr bwMode="auto">
              <a:xfrm>
                <a:off x="5213" y="2292"/>
                <a:ext cx="2" cy="167"/>
              </a:xfrm>
              <a:custGeom>
                <a:avLst/>
                <a:gdLst>
                  <a:gd name="T0" fmla="*/ 0 w 2"/>
                  <a:gd name="T1" fmla="*/ 167 h 167"/>
                  <a:gd name="T2" fmla="*/ 2 w 2"/>
                  <a:gd name="T3" fmla="*/ 0 h 167"/>
                  <a:gd name="T4" fmla="*/ 0 60000 65536"/>
                  <a:gd name="T5" fmla="*/ 0 60000 65536"/>
                  <a:gd name="T6" fmla="*/ 0 w 2"/>
                  <a:gd name="T7" fmla="*/ 0 h 167"/>
                  <a:gd name="T8" fmla="*/ 2 w 2"/>
                  <a:gd name="T9" fmla="*/ 167 h 16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" h="167">
                    <a:moveTo>
                      <a:pt x="0" y="167"/>
                    </a:moveTo>
                    <a:lnTo>
                      <a:pt x="2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17" name="Text Box 142"/>
              <p:cNvSpPr txBox="1">
                <a:spLocks noChangeArrowheads="1"/>
              </p:cNvSpPr>
              <p:nvPr/>
            </p:nvSpPr>
            <p:spPr bwMode="auto">
              <a:xfrm>
                <a:off x="3342" y="2276"/>
                <a:ext cx="214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i="1">
                    <a:latin typeface="宋体" pitchFamily="2" charset="-122"/>
                  </a:rPr>
                  <a:t>B</a:t>
                </a:r>
                <a:endParaRPr lang="en-US" altLang="zh-CN" sz="2400" b="1"/>
              </a:p>
            </p:txBody>
          </p:sp>
          <p:sp>
            <p:nvSpPr>
              <p:cNvPr id="22618" name="Text Box 143"/>
              <p:cNvSpPr txBox="1">
                <a:spLocks noChangeArrowheads="1"/>
              </p:cNvSpPr>
              <p:nvPr/>
            </p:nvSpPr>
            <p:spPr bwMode="auto">
              <a:xfrm>
                <a:off x="5217" y="2269"/>
                <a:ext cx="19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i="1">
                    <a:latin typeface="宋体" pitchFamily="2" charset="-122"/>
                  </a:rPr>
                  <a:t>B</a:t>
                </a:r>
                <a:endParaRPr lang="en-US" altLang="zh-CN" sz="2400" b="1"/>
              </a:p>
            </p:txBody>
          </p:sp>
          <p:sp>
            <p:nvSpPr>
              <p:cNvPr id="22619" name="Arc 144"/>
              <p:cNvSpPr>
                <a:spLocks/>
              </p:cNvSpPr>
              <p:nvPr/>
            </p:nvSpPr>
            <p:spPr bwMode="auto">
              <a:xfrm rot="16200000" flipH="1">
                <a:off x="4022" y="2448"/>
                <a:ext cx="362" cy="403"/>
              </a:xfrm>
              <a:custGeom>
                <a:avLst/>
                <a:gdLst>
                  <a:gd name="T0" fmla="*/ 0 w 18562"/>
                  <a:gd name="T1" fmla="*/ 0 h 17880"/>
                  <a:gd name="T2" fmla="*/ 0 w 18562"/>
                  <a:gd name="T3" fmla="*/ 0 h 17880"/>
                  <a:gd name="T4" fmla="*/ 0 w 18562"/>
                  <a:gd name="T5" fmla="*/ 0 h 17880"/>
                  <a:gd name="T6" fmla="*/ 0 60000 65536"/>
                  <a:gd name="T7" fmla="*/ 0 60000 65536"/>
                  <a:gd name="T8" fmla="*/ 0 60000 65536"/>
                  <a:gd name="T9" fmla="*/ 0 w 18562"/>
                  <a:gd name="T10" fmla="*/ 0 h 17880"/>
                  <a:gd name="T11" fmla="*/ 18562 w 18562"/>
                  <a:gd name="T12" fmla="*/ 17880 h 1788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562" h="17880" fill="none" extrusionOk="0">
                    <a:moveTo>
                      <a:pt x="12118" y="-1"/>
                    </a:moveTo>
                    <a:cubicBezTo>
                      <a:pt x="14741" y="1777"/>
                      <a:pt x="16941" y="4110"/>
                      <a:pt x="18561" y="6834"/>
                    </a:cubicBezTo>
                  </a:path>
                  <a:path w="18562" h="17880" stroke="0" extrusionOk="0">
                    <a:moveTo>
                      <a:pt x="12118" y="-1"/>
                    </a:moveTo>
                    <a:cubicBezTo>
                      <a:pt x="14741" y="1777"/>
                      <a:pt x="16941" y="4110"/>
                      <a:pt x="18561" y="6834"/>
                    </a:cubicBezTo>
                    <a:lnTo>
                      <a:pt x="0" y="17880"/>
                    </a:lnTo>
                    <a:lnTo>
                      <a:pt x="12118" y="-1"/>
                    </a:lnTo>
                    <a:close/>
                  </a:path>
                </a:pathLst>
              </a:cu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620" name="Oval 145"/>
              <p:cNvSpPr>
                <a:spLocks noChangeArrowheads="1"/>
              </p:cNvSpPr>
              <p:nvPr/>
            </p:nvSpPr>
            <p:spPr bwMode="auto">
              <a:xfrm>
                <a:off x="4084" y="2152"/>
                <a:ext cx="620" cy="596"/>
              </a:xfrm>
              <a:prstGeom prst="ellips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</p:grpSp>
        <p:grpSp>
          <p:nvGrpSpPr>
            <p:cNvPr id="22539" name="Group 146"/>
            <p:cNvGrpSpPr>
              <a:grpSpLocks/>
            </p:cNvGrpSpPr>
            <p:nvPr/>
          </p:nvGrpSpPr>
          <p:grpSpPr bwMode="auto">
            <a:xfrm>
              <a:off x="3733" y="848"/>
              <a:ext cx="1334" cy="810"/>
              <a:chOff x="3733" y="828"/>
              <a:chExt cx="1334" cy="810"/>
            </a:xfrm>
          </p:grpSpPr>
          <p:sp>
            <p:nvSpPr>
              <p:cNvPr id="22540" name="Line 147"/>
              <p:cNvSpPr>
                <a:spLocks noChangeShapeType="1"/>
              </p:cNvSpPr>
              <p:nvPr/>
            </p:nvSpPr>
            <p:spPr bwMode="auto">
              <a:xfrm flipV="1">
                <a:off x="3739" y="1508"/>
                <a:ext cx="0" cy="9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41" name="Line 148"/>
              <p:cNvSpPr>
                <a:spLocks noChangeShapeType="1"/>
              </p:cNvSpPr>
              <p:nvPr/>
            </p:nvSpPr>
            <p:spPr bwMode="auto">
              <a:xfrm>
                <a:off x="3733" y="1592"/>
                <a:ext cx="133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42" name="Line 149"/>
              <p:cNvSpPr>
                <a:spLocks noChangeShapeType="1"/>
              </p:cNvSpPr>
              <p:nvPr/>
            </p:nvSpPr>
            <p:spPr bwMode="auto">
              <a:xfrm flipV="1">
                <a:off x="4400" y="1090"/>
                <a:ext cx="0" cy="54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43" name="Rectangle 150"/>
              <p:cNvSpPr>
                <a:spLocks noChangeArrowheads="1"/>
              </p:cNvSpPr>
              <p:nvPr/>
            </p:nvSpPr>
            <p:spPr bwMode="auto">
              <a:xfrm>
                <a:off x="4192" y="1151"/>
                <a:ext cx="413" cy="439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22544" name="Line 151"/>
              <p:cNvSpPr>
                <a:spLocks noChangeShapeType="1"/>
              </p:cNvSpPr>
              <p:nvPr/>
            </p:nvSpPr>
            <p:spPr bwMode="auto">
              <a:xfrm flipV="1">
                <a:off x="5057" y="1499"/>
                <a:ext cx="0" cy="9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45" name="Line 152"/>
              <p:cNvSpPr>
                <a:spLocks noChangeShapeType="1"/>
              </p:cNvSpPr>
              <p:nvPr/>
            </p:nvSpPr>
            <p:spPr bwMode="auto">
              <a:xfrm flipV="1">
                <a:off x="4079" y="1145"/>
                <a:ext cx="0" cy="29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46" name="Line 153"/>
              <p:cNvSpPr>
                <a:spLocks noChangeShapeType="1"/>
              </p:cNvSpPr>
              <p:nvPr/>
            </p:nvSpPr>
            <p:spPr bwMode="auto">
              <a:xfrm flipV="1">
                <a:off x="4710" y="1144"/>
                <a:ext cx="0" cy="29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47" name="Line 154"/>
              <p:cNvSpPr>
                <a:spLocks noChangeShapeType="1"/>
              </p:cNvSpPr>
              <p:nvPr/>
            </p:nvSpPr>
            <p:spPr bwMode="auto">
              <a:xfrm flipH="1">
                <a:off x="4079" y="1151"/>
                <a:ext cx="63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48" name="Line 155"/>
              <p:cNvSpPr>
                <a:spLocks noChangeShapeType="1"/>
              </p:cNvSpPr>
              <p:nvPr/>
            </p:nvSpPr>
            <p:spPr bwMode="auto">
              <a:xfrm flipH="1">
                <a:off x="3767" y="1463"/>
                <a:ext cx="277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49" name="Line 156"/>
              <p:cNvSpPr>
                <a:spLocks noChangeShapeType="1"/>
              </p:cNvSpPr>
              <p:nvPr/>
            </p:nvSpPr>
            <p:spPr bwMode="auto">
              <a:xfrm flipH="1">
                <a:off x="4743" y="1463"/>
                <a:ext cx="277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50" name="Line 157"/>
              <p:cNvSpPr>
                <a:spLocks noChangeShapeType="1"/>
              </p:cNvSpPr>
              <p:nvPr/>
            </p:nvSpPr>
            <p:spPr bwMode="auto">
              <a:xfrm>
                <a:off x="3914" y="1409"/>
                <a:ext cx="0" cy="22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51" name="Line 158"/>
              <p:cNvSpPr>
                <a:spLocks noChangeShapeType="1"/>
              </p:cNvSpPr>
              <p:nvPr/>
            </p:nvSpPr>
            <p:spPr bwMode="auto">
              <a:xfrm>
                <a:off x="3979" y="1463"/>
                <a:ext cx="0" cy="12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52" name="Freeform 159"/>
              <p:cNvSpPr>
                <a:spLocks/>
              </p:cNvSpPr>
              <p:nvPr/>
            </p:nvSpPr>
            <p:spPr bwMode="auto">
              <a:xfrm>
                <a:off x="3847" y="1457"/>
                <a:ext cx="2" cy="138"/>
              </a:xfrm>
              <a:custGeom>
                <a:avLst/>
                <a:gdLst>
                  <a:gd name="T0" fmla="*/ 2 w 2"/>
                  <a:gd name="T1" fmla="*/ 0 h 167"/>
                  <a:gd name="T2" fmla="*/ 0 w 2"/>
                  <a:gd name="T3" fmla="*/ 114 h 167"/>
                  <a:gd name="T4" fmla="*/ 0 60000 65536"/>
                  <a:gd name="T5" fmla="*/ 0 60000 65536"/>
                  <a:gd name="T6" fmla="*/ 0 w 2"/>
                  <a:gd name="T7" fmla="*/ 0 h 167"/>
                  <a:gd name="T8" fmla="*/ 2 w 2"/>
                  <a:gd name="T9" fmla="*/ 167 h 16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" h="167">
                    <a:moveTo>
                      <a:pt x="2" y="0"/>
                    </a:moveTo>
                    <a:lnTo>
                      <a:pt x="0" y="167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53" name="Freeform 160"/>
              <p:cNvSpPr>
                <a:spLocks/>
              </p:cNvSpPr>
              <p:nvPr/>
            </p:nvSpPr>
            <p:spPr bwMode="auto">
              <a:xfrm>
                <a:off x="4030" y="1429"/>
                <a:ext cx="54" cy="35"/>
              </a:xfrm>
              <a:custGeom>
                <a:avLst/>
                <a:gdLst>
                  <a:gd name="T0" fmla="*/ 44 w 67"/>
                  <a:gd name="T1" fmla="*/ 0 h 43"/>
                  <a:gd name="T2" fmla="*/ 35 w 67"/>
                  <a:gd name="T3" fmla="*/ 12 h 43"/>
                  <a:gd name="T4" fmla="*/ 19 w 67"/>
                  <a:gd name="T5" fmla="*/ 25 h 43"/>
                  <a:gd name="T6" fmla="*/ 0 w 67"/>
                  <a:gd name="T7" fmla="*/ 28 h 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7"/>
                  <a:gd name="T13" fmla="*/ 0 h 43"/>
                  <a:gd name="T14" fmla="*/ 67 w 67"/>
                  <a:gd name="T15" fmla="*/ 43 h 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7" h="43">
                    <a:moveTo>
                      <a:pt x="67" y="0"/>
                    </a:moveTo>
                    <a:cubicBezTo>
                      <a:pt x="65" y="3"/>
                      <a:pt x="59" y="13"/>
                      <a:pt x="53" y="19"/>
                    </a:cubicBezTo>
                    <a:cubicBezTo>
                      <a:pt x="47" y="25"/>
                      <a:pt x="38" y="34"/>
                      <a:pt x="29" y="38"/>
                    </a:cubicBezTo>
                    <a:cubicBezTo>
                      <a:pt x="20" y="42"/>
                      <a:pt x="6" y="42"/>
                      <a:pt x="0" y="43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54" name="Freeform 161"/>
              <p:cNvSpPr>
                <a:spLocks/>
              </p:cNvSpPr>
              <p:nvPr/>
            </p:nvSpPr>
            <p:spPr bwMode="auto">
              <a:xfrm>
                <a:off x="4710" y="1429"/>
                <a:ext cx="43" cy="35"/>
              </a:xfrm>
              <a:custGeom>
                <a:avLst/>
                <a:gdLst>
                  <a:gd name="T0" fmla="*/ 0 w 53"/>
                  <a:gd name="T1" fmla="*/ 0 h 43"/>
                  <a:gd name="T2" fmla="*/ 10 w 53"/>
                  <a:gd name="T3" fmla="*/ 19 h 43"/>
                  <a:gd name="T4" fmla="*/ 35 w 53"/>
                  <a:gd name="T5" fmla="*/ 28 h 43"/>
                  <a:gd name="T6" fmla="*/ 0 60000 65536"/>
                  <a:gd name="T7" fmla="*/ 0 60000 65536"/>
                  <a:gd name="T8" fmla="*/ 0 60000 65536"/>
                  <a:gd name="T9" fmla="*/ 0 w 53"/>
                  <a:gd name="T10" fmla="*/ 0 h 43"/>
                  <a:gd name="T11" fmla="*/ 53 w 53"/>
                  <a:gd name="T12" fmla="*/ 43 h 4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3" h="43">
                    <a:moveTo>
                      <a:pt x="0" y="0"/>
                    </a:moveTo>
                    <a:cubicBezTo>
                      <a:pt x="2" y="5"/>
                      <a:pt x="6" y="21"/>
                      <a:pt x="15" y="28"/>
                    </a:cubicBezTo>
                    <a:cubicBezTo>
                      <a:pt x="24" y="35"/>
                      <a:pt x="45" y="40"/>
                      <a:pt x="53" y="43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55" name="Freeform 162"/>
              <p:cNvSpPr>
                <a:spLocks/>
              </p:cNvSpPr>
              <p:nvPr/>
            </p:nvSpPr>
            <p:spPr bwMode="auto">
              <a:xfrm>
                <a:off x="3736" y="1464"/>
                <a:ext cx="37" cy="56"/>
              </a:xfrm>
              <a:custGeom>
                <a:avLst/>
                <a:gdLst>
                  <a:gd name="T0" fmla="*/ 30 w 45"/>
                  <a:gd name="T1" fmla="*/ 0 h 67"/>
                  <a:gd name="T2" fmla="*/ 5 w 45"/>
                  <a:gd name="T3" fmla="*/ 17 h 67"/>
                  <a:gd name="T4" fmla="*/ 2 w 45"/>
                  <a:gd name="T5" fmla="*/ 47 h 67"/>
                  <a:gd name="T6" fmla="*/ 0 60000 65536"/>
                  <a:gd name="T7" fmla="*/ 0 60000 65536"/>
                  <a:gd name="T8" fmla="*/ 0 60000 65536"/>
                  <a:gd name="T9" fmla="*/ 0 w 45"/>
                  <a:gd name="T10" fmla="*/ 0 h 67"/>
                  <a:gd name="T11" fmla="*/ 45 w 45"/>
                  <a:gd name="T12" fmla="*/ 67 h 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5" h="67">
                    <a:moveTo>
                      <a:pt x="45" y="0"/>
                    </a:moveTo>
                    <a:cubicBezTo>
                      <a:pt x="39" y="4"/>
                      <a:pt x="14" y="13"/>
                      <a:pt x="7" y="24"/>
                    </a:cubicBezTo>
                    <a:cubicBezTo>
                      <a:pt x="0" y="35"/>
                      <a:pt x="3" y="58"/>
                      <a:pt x="2" y="67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56" name="Freeform 163"/>
              <p:cNvSpPr>
                <a:spLocks/>
              </p:cNvSpPr>
              <p:nvPr/>
            </p:nvSpPr>
            <p:spPr bwMode="auto">
              <a:xfrm>
                <a:off x="5010" y="1463"/>
                <a:ext cx="51" cy="45"/>
              </a:xfrm>
              <a:custGeom>
                <a:avLst/>
                <a:gdLst>
                  <a:gd name="T0" fmla="*/ 0 w 62"/>
                  <a:gd name="T1" fmla="*/ 2 h 55"/>
                  <a:gd name="T2" fmla="*/ 16 w 62"/>
                  <a:gd name="T3" fmla="*/ 2 h 55"/>
                  <a:gd name="T4" fmla="*/ 36 w 62"/>
                  <a:gd name="T5" fmla="*/ 11 h 55"/>
                  <a:gd name="T6" fmla="*/ 42 w 62"/>
                  <a:gd name="T7" fmla="*/ 37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2"/>
                  <a:gd name="T13" fmla="*/ 0 h 55"/>
                  <a:gd name="T14" fmla="*/ 62 w 62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2" h="55">
                    <a:moveTo>
                      <a:pt x="0" y="2"/>
                    </a:moveTo>
                    <a:cubicBezTo>
                      <a:pt x="4" y="2"/>
                      <a:pt x="15" y="0"/>
                      <a:pt x="24" y="2"/>
                    </a:cubicBezTo>
                    <a:cubicBezTo>
                      <a:pt x="33" y="4"/>
                      <a:pt x="47" y="7"/>
                      <a:pt x="53" y="16"/>
                    </a:cubicBezTo>
                    <a:cubicBezTo>
                      <a:pt x="59" y="25"/>
                      <a:pt x="60" y="47"/>
                      <a:pt x="62" y="55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57" name="Freeform 164"/>
              <p:cNvSpPr>
                <a:spLocks/>
              </p:cNvSpPr>
              <p:nvPr/>
            </p:nvSpPr>
            <p:spPr bwMode="auto">
              <a:xfrm>
                <a:off x="4038" y="1427"/>
                <a:ext cx="159" cy="156"/>
              </a:xfrm>
              <a:custGeom>
                <a:avLst/>
                <a:gdLst>
                  <a:gd name="T0" fmla="*/ 0 w 197"/>
                  <a:gd name="T1" fmla="*/ 129 h 189"/>
                  <a:gd name="T2" fmla="*/ 128 w 197"/>
                  <a:gd name="T3" fmla="*/ 0 h 189"/>
                  <a:gd name="T4" fmla="*/ 0 60000 65536"/>
                  <a:gd name="T5" fmla="*/ 0 60000 65536"/>
                  <a:gd name="T6" fmla="*/ 0 w 197"/>
                  <a:gd name="T7" fmla="*/ 0 h 189"/>
                  <a:gd name="T8" fmla="*/ 197 w 197"/>
                  <a:gd name="T9" fmla="*/ 189 h 189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97" h="189">
                    <a:moveTo>
                      <a:pt x="0" y="189"/>
                    </a:moveTo>
                    <a:lnTo>
                      <a:pt x="197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58" name="Line 165"/>
              <p:cNvSpPr>
                <a:spLocks noChangeShapeType="1"/>
              </p:cNvSpPr>
              <p:nvPr/>
            </p:nvSpPr>
            <p:spPr bwMode="auto">
              <a:xfrm flipV="1">
                <a:off x="3984" y="1325"/>
                <a:ext cx="205" cy="21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59" name="Line 166"/>
              <p:cNvSpPr>
                <a:spLocks noChangeShapeType="1"/>
              </p:cNvSpPr>
              <p:nvPr/>
            </p:nvSpPr>
            <p:spPr bwMode="auto">
              <a:xfrm flipV="1">
                <a:off x="4081" y="1217"/>
                <a:ext cx="109" cy="11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60" name="Line 167"/>
              <p:cNvSpPr>
                <a:spLocks noChangeShapeType="1"/>
              </p:cNvSpPr>
              <p:nvPr/>
            </p:nvSpPr>
            <p:spPr bwMode="auto">
              <a:xfrm flipV="1">
                <a:off x="4081" y="1151"/>
                <a:ext cx="69" cy="7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61" name="Line 168"/>
              <p:cNvSpPr>
                <a:spLocks noChangeShapeType="1"/>
              </p:cNvSpPr>
              <p:nvPr/>
            </p:nvSpPr>
            <p:spPr bwMode="auto">
              <a:xfrm flipV="1">
                <a:off x="3785" y="1531"/>
                <a:ext cx="58" cy="6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62" name="Line 169"/>
              <p:cNvSpPr>
                <a:spLocks noChangeShapeType="1"/>
              </p:cNvSpPr>
              <p:nvPr/>
            </p:nvSpPr>
            <p:spPr bwMode="auto">
              <a:xfrm flipV="1">
                <a:off x="3742" y="1460"/>
                <a:ext cx="66" cy="6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63" name="Line 170"/>
              <p:cNvSpPr>
                <a:spLocks noChangeShapeType="1"/>
              </p:cNvSpPr>
              <p:nvPr/>
            </p:nvSpPr>
            <p:spPr bwMode="auto">
              <a:xfrm flipV="1">
                <a:off x="4139" y="1535"/>
                <a:ext cx="54" cy="5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64" name="Line 171"/>
              <p:cNvSpPr>
                <a:spLocks noChangeShapeType="1"/>
              </p:cNvSpPr>
              <p:nvPr/>
            </p:nvSpPr>
            <p:spPr bwMode="auto">
              <a:xfrm flipV="1">
                <a:off x="4609" y="1456"/>
                <a:ext cx="132" cy="135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65" name="Line 172"/>
              <p:cNvSpPr>
                <a:spLocks noChangeShapeType="1"/>
              </p:cNvSpPr>
              <p:nvPr/>
            </p:nvSpPr>
            <p:spPr bwMode="auto">
              <a:xfrm flipV="1">
                <a:off x="4710" y="1464"/>
                <a:ext cx="128" cy="13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66" name="Freeform 173"/>
              <p:cNvSpPr>
                <a:spLocks/>
              </p:cNvSpPr>
              <p:nvPr/>
            </p:nvSpPr>
            <p:spPr bwMode="auto">
              <a:xfrm>
                <a:off x="4819" y="1457"/>
                <a:ext cx="133" cy="134"/>
              </a:xfrm>
              <a:custGeom>
                <a:avLst/>
                <a:gdLst>
                  <a:gd name="T0" fmla="*/ 0 w 164"/>
                  <a:gd name="T1" fmla="*/ 111 h 162"/>
                  <a:gd name="T2" fmla="*/ 108 w 164"/>
                  <a:gd name="T3" fmla="*/ 0 h 162"/>
                  <a:gd name="T4" fmla="*/ 0 60000 65536"/>
                  <a:gd name="T5" fmla="*/ 0 60000 65536"/>
                  <a:gd name="T6" fmla="*/ 0 w 164"/>
                  <a:gd name="T7" fmla="*/ 0 h 162"/>
                  <a:gd name="T8" fmla="*/ 164 w 164"/>
                  <a:gd name="T9" fmla="*/ 162 h 16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64" h="162">
                    <a:moveTo>
                      <a:pt x="0" y="162"/>
                    </a:moveTo>
                    <a:lnTo>
                      <a:pt x="164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67" name="Line 174"/>
              <p:cNvSpPr>
                <a:spLocks noChangeShapeType="1"/>
              </p:cNvSpPr>
              <p:nvPr/>
            </p:nvSpPr>
            <p:spPr bwMode="auto">
              <a:xfrm flipV="1">
                <a:off x="4917" y="1468"/>
                <a:ext cx="120" cy="123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68" name="Line 175"/>
              <p:cNvSpPr>
                <a:spLocks noChangeShapeType="1"/>
              </p:cNvSpPr>
              <p:nvPr/>
            </p:nvSpPr>
            <p:spPr bwMode="auto">
              <a:xfrm flipV="1">
                <a:off x="5030" y="1555"/>
                <a:ext cx="26" cy="27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69" name="Line 176"/>
              <p:cNvSpPr>
                <a:spLocks noChangeShapeType="1"/>
              </p:cNvSpPr>
              <p:nvPr/>
            </p:nvSpPr>
            <p:spPr bwMode="auto">
              <a:xfrm flipV="1">
                <a:off x="4606" y="1389"/>
                <a:ext cx="100" cy="10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70" name="Freeform 177"/>
              <p:cNvSpPr>
                <a:spLocks/>
              </p:cNvSpPr>
              <p:nvPr/>
            </p:nvSpPr>
            <p:spPr bwMode="auto">
              <a:xfrm>
                <a:off x="4606" y="1271"/>
                <a:ext cx="110" cy="114"/>
              </a:xfrm>
              <a:custGeom>
                <a:avLst/>
                <a:gdLst>
                  <a:gd name="T0" fmla="*/ 0 w 136"/>
                  <a:gd name="T1" fmla="*/ 94 h 138"/>
                  <a:gd name="T2" fmla="*/ 89 w 136"/>
                  <a:gd name="T3" fmla="*/ 0 h 138"/>
                  <a:gd name="T4" fmla="*/ 0 60000 65536"/>
                  <a:gd name="T5" fmla="*/ 0 60000 65536"/>
                  <a:gd name="T6" fmla="*/ 0 w 136"/>
                  <a:gd name="T7" fmla="*/ 0 h 138"/>
                  <a:gd name="T8" fmla="*/ 136 w 136"/>
                  <a:gd name="T9" fmla="*/ 138 h 13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36" h="138">
                    <a:moveTo>
                      <a:pt x="0" y="138"/>
                    </a:moveTo>
                    <a:lnTo>
                      <a:pt x="136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71" name="Freeform 178"/>
              <p:cNvSpPr>
                <a:spLocks/>
              </p:cNvSpPr>
              <p:nvPr/>
            </p:nvSpPr>
            <p:spPr bwMode="auto">
              <a:xfrm>
                <a:off x="4604" y="1162"/>
                <a:ext cx="112" cy="121"/>
              </a:xfrm>
              <a:custGeom>
                <a:avLst/>
                <a:gdLst>
                  <a:gd name="T0" fmla="*/ 0 w 138"/>
                  <a:gd name="T1" fmla="*/ 100 h 146"/>
                  <a:gd name="T2" fmla="*/ 91 w 138"/>
                  <a:gd name="T3" fmla="*/ 0 h 146"/>
                  <a:gd name="T4" fmla="*/ 0 60000 65536"/>
                  <a:gd name="T5" fmla="*/ 0 60000 65536"/>
                  <a:gd name="T6" fmla="*/ 0 w 138"/>
                  <a:gd name="T7" fmla="*/ 0 h 146"/>
                  <a:gd name="T8" fmla="*/ 138 w 138"/>
                  <a:gd name="T9" fmla="*/ 146 h 14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38" h="146">
                    <a:moveTo>
                      <a:pt x="0" y="146"/>
                    </a:moveTo>
                    <a:lnTo>
                      <a:pt x="138" y="0"/>
                    </a:lnTo>
                  </a:path>
                </a:pathLst>
              </a:cu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72" name="Line 179"/>
              <p:cNvSpPr>
                <a:spLocks noChangeShapeType="1"/>
              </p:cNvSpPr>
              <p:nvPr/>
            </p:nvSpPr>
            <p:spPr bwMode="auto">
              <a:xfrm flipV="1">
                <a:off x="4609" y="1150"/>
                <a:ext cx="32" cy="32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2573" name="Text Box 180"/>
              <p:cNvSpPr txBox="1">
                <a:spLocks noChangeArrowheads="1"/>
              </p:cNvSpPr>
              <p:nvPr/>
            </p:nvSpPr>
            <p:spPr bwMode="auto">
              <a:xfrm>
                <a:off x="4149" y="828"/>
                <a:ext cx="50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400" b="1" i="1">
                    <a:latin typeface="宋体" pitchFamily="2" charset="-122"/>
                  </a:rPr>
                  <a:t>B</a:t>
                </a:r>
                <a:r>
                  <a:rPr lang="zh-CN" altLang="en-US" sz="2400" b="1"/>
                  <a:t>－</a:t>
                </a:r>
                <a:r>
                  <a:rPr lang="en-US" altLang="zh-CN" sz="2400" b="1" i="1">
                    <a:latin typeface="宋体" pitchFamily="2" charset="-122"/>
                  </a:rPr>
                  <a:t>B</a:t>
                </a:r>
                <a:endParaRPr lang="en-US" altLang="zh-CN" sz="2400" b="1"/>
              </a:p>
            </p:txBody>
          </p:sp>
          <p:sp>
            <p:nvSpPr>
              <p:cNvPr id="22574" name="Line 181"/>
              <p:cNvSpPr>
                <a:spLocks noChangeShapeType="1"/>
              </p:cNvSpPr>
              <p:nvPr/>
            </p:nvSpPr>
            <p:spPr bwMode="auto">
              <a:xfrm>
                <a:off x="4710" y="1175"/>
                <a:ext cx="342" cy="29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75" name="Line 182"/>
              <p:cNvSpPr>
                <a:spLocks noChangeShapeType="1"/>
              </p:cNvSpPr>
              <p:nvPr/>
            </p:nvSpPr>
            <p:spPr bwMode="auto">
              <a:xfrm flipH="1">
                <a:off x="3744" y="1175"/>
                <a:ext cx="334" cy="30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76" name="Line 183"/>
              <p:cNvSpPr>
                <a:spLocks noChangeShapeType="1"/>
              </p:cNvSpPr>
              <p:nvPr/>
            </p:nvSpPr>
            <p:spPr bwMode="auto">
              <a:xfrm>
                <a:off x="4880" y="1409"/>
                <a:ext cx="0" cy="22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pic>
        <p:nvPicPr>
          <p:cNvPr id="247992" name="Picture 184" descr="书6-52-2-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0" y="2076450"/>
            <a:ext cx="1990725" cy="167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7993" name="Picture 185" descr="书6-52a-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54275"/>
            <a:ext cx="2057400" cy="1717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78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78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478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478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7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7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78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478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479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479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7810" grpId="0" autoUpdateAnimBg="0"/>
      <p:bldP spid="247812" grpId="0" animBg="1" autoUpdateAnimBg="0"/>
      <p:bldP spid="247813" grpId="0" animBg="1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F904CCD-FE02-4C5C-AC5B-0A32AD031F45}" type="slidenum">
              <a:rPr lang="en-US" altLang="zh-CN"/>
              <a:pPr>
                <a:defRPr/>
              </a:pPr>
              <a:t>23</a:t>
            </a:fld>
            <a:endParaRPr lang="en-US" altLang="zh-CN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705100" y="2363788"/>
            <a:ext cx="1557338" cy="2540000"/>
            <a:chOff x="4347" y="978"/>
            <a:chExt cx="981" cy="1600"/>
          </a:xfrm>
        </p:grpSpPr>
        <p:grpSp>
          <p:nvGrpSpPr>
            <p:cNvPr id="23596" name="Group 3"/>
            <p:cNvGrpSpPr>
              <a:grpSpLocks/>
            </p:cNvGrpSpPr>
            <p:nvPr/>
          </p:nvGrpSpPr>
          <p:grpSpPr bwMode="auto">
            <a:xfrm>
              <a:off x="4347" y="978"/>
              <a:ext cx="981" cy="1600"/>
              <a:chOff x="4779" y="974"/>
              <a:chExt cx="981" cy="1600"/>
            </a:xfrm>
          </p:grpSpPr>
          <p:sp>
            <p:nvSpPr>
              <p:cNvPr id="23607" name="Line 4"/>
              <p:cNvSpPr>
                <a:spLocks noChangeShapeType="1"/>
              </p:cNvSpPr>
              <p:nvPr/>
            </p:nvSpPr>
            <p:spPr bwMode="auto">
              <a:xfrm flipH="1">
                <a:off x="4870" y="1774"/>
                <a:ext cx="89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8" name="Arc 5"/>
              <p:cNvSpPr>
                <a:spLocks/>
              </p:cNvSpPr>
              <p:nvPr/>
            </p:nvSpPr>
            <p:spPr bwMode="auto">
              <a:xfrm>
                <a:off x="4779" y="974"/>
                <a:ext cx="806" cy="1600"/>
              </a:xfrm>
              <a:custGeom>
                <a:avLst/>
                <a:gdLst>
                  <a:gd name="T0" fmla="*/ 0 w 21762"/>
                  <a:gd name="T1" fmla="*/ 0 h 43200"/>
                  <a:gd name="T2" fmla="*/ 0 w 21762"/>
                  <a:gd name="T3" fmla="*/ 2 h 43200"/>
                  <a:gd name="T4" fmla="*/ 0 w 21762"/>
                  <a:gd name="T5" fmla="*/ 1 h 43200"/>
                  <a:gd name="T6" fmla="*/ 0 60000 65536"/>
                  <a:gd name="T7" fmla="*/ 0 60000 65536"/>
                  <a:gd name="T8" fmla="*/ 0 60000 65536"/>
                  <a:gd name="T9" fmla="*/ 0 w 21762"/>
                  <a:gd name="T10" fmla="*/ 0 h 43200"/>
                  <a:gd name="T11" fmla="*/ 21762 w 21762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62" h="43200" fill="none" extrusionOk="0">
                    <a:moveTo>
                      <a:pt x="161" y="0"/>
                    </a:moveTo>
                    <a:cubicBezTo>
                      <a:pt x="12091" y="0"/>
                      <a:pt x="21762" y="9670"/>
                      <a:pt x="21762" y="21600"/>
                    </a:cubicBezTo>
                    <a:cubicBezTo>
                      <a:pt x="21762" y="33529"/>
                      <a:pt x="12091" y="43200"/>
                      <a:pt x="162" y="43200"/>
                    </a:cubicBezTo>
                    <a:cubicBezTo>
                      <a:pt x="107" y="43200"/>
                      <a:pt x="53" y="43199"/>
                      <a:pt x="-1" y="43199"/>
                    </a:cubicBezTo>
                  </a:path>
                  <a:path w="21762" h="43200" stroke="0" extrusionOk="0">
                    <a:moveTo>
                      <a:pt x="161" y="0"/>
                    </a:moveTo>
                    <a:cubicBezTo>
                      <a:pt x="12091" y="0"/>
                      <a:pt x="21762" y="9670"/>
                      <a:pt x="21762" y="21600"/>
                    </a:cubicBezTo>
                    <a:cubicBezTo>
                      <a:pt x="21762" y="33529"/>
                      <a:pt x="12091" y="43200"/>
                      <a:pt x="162" y="43200"/>
                    </a:cubicBezTo>
                    <a:cubicBezTo>
                      <a:pt x="107" y="43200"/>
                      <a:pt x="53" y="43199"/>
                      <a:pt x="-1" y="43199"/>
                    </a:cubicBezTo>
                    <a:lnTo>
                      <a:pt x="162" y="21600"/>
                    </a:lnTo>
                    <a:lnTo>
                      <a:pt x="161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09" name="Arc 6"/>
              <p:cNvSpPr>
                <a:spLocks/>
              </p:cNvSpPr>
              <p:nvPr/>
            </p:nvSpPr>
            <p:spPr bwMode="auto">
              <a:xfrm>
                <a:off x="4779" y="1387"/>
                <a:ext cx="383" cy="761"/>
              </a:xfrm>
              <a:custGeom>
                <a:avLst/>
                <a:gdLst>
                  <a:gd name="T0" fmla="*/ 0 w 21762"/>
                  <a:gd name="T1" fmla="*/ 0 h 43200"/>
                  <a:gd name="T2" fmla="*/ 0 w 21762"/>
                  <a:gd name="T3" fmla="*/ 0 h 43200"/>
                  <a:gd name="T4" fmla="*/ 0 w 21762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762"/>
                  <a:gd name="T10" fmla="*/ 0 h 43200"/>
                  <a:gd name="T11" fmla="*/ 21762 w 21762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62" h="43200" fill="none" extrusionOk="0">
                    <a:moveTo>
                      <a:pt x="161" y="0"/>
                    </a:moveTo>
                    <a:cubicBezTo>
                      <a:pt x="12091" y="0"/>
                      <a:pt x="21762" y="9670"/>
                      <a:pt x="21762" y="21600"/>
                    </a:cubicBezTo>
                    <a:cubicBezTo>
                      <a:pt x="21762" y="33529"/>
                      <a:pt x="12091" y="43200"/>
                      <a:pt x="162" y="43200"/>
                    </a:cubicBezTo>
                    <a:cubicBezTo>
                      <a:pt x="107" y="43200"/>
                      <a:pt x="53" y="43199"/>
                      <a:pt x="-1" y="43199"/>
                    </a:cubicBezTo>
                  </a:path>
                  <a:path w="21762" h="43200" stroke="0" extrusionOk="0">
                    <a:moveTo>
                      <a:pt x="161" y="0"/>
                    </a:moveTo>
                    <a:cubicBezTo>
                      <a:pt x="12091" y="0"/>
                      <a:pt x="21762" y="9670"/>
                      <a:pt x="21762" y="21600"/>
                    </a:cubicBezTo>
                    <a:cubicBezTo>
                      <a:pt x="21762" y="33529"/>
                      <a:pt x="12091" y="43200"/>
                      <a:pt x="162" y="43200"/>
                    </a:cubicBezTo>
                    <a:cubicBezTo>
                      <a:pt x="107" y="43200"/>
                      <a:pt x="53" y="43199"/>
                      <a:pt x="-1" y="43199"/>
                    </a:cubicBezTo>
                    <a:lnTo>
                      <a:pt x="162" y="21600"/>
                    </a:lnTo>
                    <a:lnTo>
                      <a:pt x="161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10" name="Arc 7"/>
              <p:cNvSpPr>
                <a:spLocks/>
              </p:cNvSpPr>
              <p:nvPr/>
            </p:nvSpPr>
            <p:spPr bwMode="auto">
              <a:xfrm>
                <a:off x="4779" y="1494"/>
                <a:ext cx="278" cy="552"/>
              </a:xfrm>
              <a:custGeom>
                <a:avLst/>
                <a:gdLst>
                  <a:gd name="T0" fmla="*/ 0 w 21762"/>
                  <a:gd name="T1" fmla="*/ 0 h 43200"/>
                  <a:gd name="T2" fmla="*/ 0 w 21762"/>
                  <a:gd name="T3" fmla="*/ 0 h 43200"/>
                  <a:gd name="T4" fmla="*/ 0 w 21762"/>
                  <a:gd name="T5" fmla="*/ 0 h 43200"/>
                  <a:gd name="T6" fmla="*/ 0 60000 65536"/>
                  <a:gd name="T7" fmla="*/ 0 60000 65536"/>
                  <a:gd name="T8" fmla="*/ 0 60000 65536"/>
                  <a:gd name="T9" fmla="*/ 0 w 21762"/>
                  <a:gd name="T10" fmla="*/ 0 h 43200"/>
                  <a:gd name="T11" fmla="*/ 21762 w 21762"/>
                  <a:gd name="T12" fmla="*/ 43200 h 432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762" h="43200" fill="none" extrusionOk="0">
                    <a:moveTo>
                      <a:pt x="161" y="0"/>
                    </a:moveTo>
                    <a:cubicBezTo>
                      <a:pt x="12091" y="0"/>
                      <a:pt x="21762" y="9670"/>
                      <a:pt x="21762" y="21600"/>
                    </a:cubicBezTo>
                    <a:cubicBezTo>
                      <a:pt x="21762" y="33529"/>
                      <a:pt x="12091" y="43200"/>
                      <a:pt x="162" y="43200"/>
                    </a:cubicBezTo>
                    <a:cubicBezTo>
                      <a:pt x="107" y="43200"/>
                      <a:pt x="53" y="43199"/>
                      <a:pt x="-1" y="43199"/>
                    </a:cubicBezTo>
                  </a:path>
                  <a:path w="21762" h="43200" stroke="0" extrusionOk="0">
                    <a:moveTo>
                      <a:pt x="161" y="0"/>
                    </a:moveTo>
                    <a:cubicBezTo>
                      <a:pt x="12091" y="0"/>
                      <a:pt x="21762" y="9670"/>
                      <a:pt x="21762" y="21600"/>
                    </a:cubicBezTo>
                    <a:cubicBezTo>
                      <a:pt x="21762" y="33529"/>
                      <a:pt x="12091" y="43200"/>
                      <a:pt x="162" y="43200"/>
                    </a:cubicBezTo>
                    <a:cubicBezTo>
                      <a:pt x="107" y="43200"/>
                      <a:pt x="53" y="43199"/>
                      <a:pt x="-1" y="43199"/>
                    </a:cubicBezTo>
                    <a:lnTo>
                      <a:pt x="162" y="21600"/>
                    </a:lnTo>
                    <a:lnTo>
                      <a:pt x="161" y="0"/>
                    </a:lnTo>
                    <a:close/>
                  </a:path>
                </a:pathLst>
              </a:cu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3597" name="Group 8"/>
            <p:cNvGrpSpPr>
              <a:grpSpLocks/>
            </p:cNvGrpSpPr>
            <p:nvPr/>
          </p:nvGrpSpPr>
          <p:grpSpPr bwMode="auto">
            <a:xfrm flipH="1">
              <a:off x="4356" y="1220"/>
              <a:ext cx="545" cy="553"/>
              <a:chOff x="3808" y="1224"/>
              <a:chExt cx="545" cy="553"/>
            </a:xfrm>
          </p:grpSpPr>
          <p:sp>
            <p:nvSpPr>
              <p:cNvPr id="23603" name="Arc 9"/>
              <p:cNvSpPr>
                <a:spLocks/>
              </p:cNvSpPr>
              <p:nvPr/>
            </p:nvSpPr>
            <p:spPr bwMode="auto">
              <a:xfrm flipH="1">
                <a:off x="3827" y="1247"/>
                <a:ext cx="526" cy="530"/>
              </a:xfrm>
              <a:custGeom>
                <a:avLst/>
                <a:gdLst>
                  <a:gd name="T0" fmla="*/ 0 w 19386"/>
                  <a:gd name="T1" fmla="*/ 0 h 19588"/>
                  <a:gd name="T2" fmla="*/ 0 w 19386"/>
                  <a:gd name="T3" fmla="*/ 0 h 19588"/>
                  <a:gd name="T4" fmla="*/ 0 w 19386"/>
                  <a:gd name="T5" fmla="*/ 0 h 19588"/>
                  <a:gd name="T6" fmla="*/ 0 60000 65536"/>
                  <a:gd name="T7" fmla="*/ 0 60000 65536"/>
                  <a:gd name="T8" fmla="*/ 0 60000 65536"/>
                  <a:gd name="T9" fmla="*/ 0 w 19386"/>
                  <a:gd name="T10" fmla="*/ 0 h 19588"/>
                  <a:gd name="T11" fmla="*/ 19386 w 19386"/>
                  <a:gd name="T12" fmla="*/ 19588 h 1958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386" h="19588" fill="none" extrusionOk="0">
                    <a:moveTo>
                      <a:pt x="9102" y="-1"/>
                    </a:moveTo>
                    <a:cubicBezTo>
                      <a:pt x="13579" y="2079"/>
                      <a:pt x="17208" y="5631"/>
                      <a:pt x="19385" y="10062"/>
                    </a:cubicBezTo>
                  </a:path>
                  <a:path w="19386" h="19588" stroke="0" extrusionOk="0">
                    <a:moveTo>
                      <a:pt x="9102" y="-1"/>
                    </a:moveTo>
                    <a:cubicBezTo>
                      <a:pt x="13579" y="2079"/>
                      <a:pt x="17208" y="5631"/>
                      <a:pt x="19385" y="10062"/>
                    </a:cubicBezTo>
                    <a:lnTo>
                      <a:pt x="0" y="19588"/>
                    </a:lnTo>
                    <a:lnTo>
                      <a:pt x="9102" y="-1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3604" name="Group 10"/>
              <p:cNvGrpSpPr>
                <a:grpSpLocks/>
              </p:cNvGrpSpPr>
              <p:nvPr/>
            </p:nvGrpSpPr>
            <p:grpSpPr bwMode="auto">
              <a:xfrm>
                <a:off x="3808" y="1224"/>
                <a:ext cx="258" cy="258"/>
                <a:chOff x="3808" y="1224"/>
                <a:chExt cx="258" cy="258"/>
              </a:xfrm>
            </p:grpSpPr>
            <p:sp>
              <p:nvSpPr>
                <p:cNvPr id="23605" name="Line 11"/>
                <p:cNvSpPr>
                  <a:spLocks noChangeShapeType="1"/>
                </p:cNvSpPr>
                <p:nvPr/>
              </p:nvSpPr>
              <p:spPr bwMode="auto">
                <a:xfrm flipH="1" flipV="1">
                  <a:off x="3808" y="1224"/>
                  <a:ext cx="258" cy="25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lgDash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606" name="Oval 12"/>
                <p:cNvSpPr>
                  <a:spLocks noChangeArrowheads="1"/>
                </p:cNvSpPr>
                <p:nvPr/>
              </p:nvSpPr>
              <p:spPr bwMode="auto">
                <a:xfrm>
                  <a:off x="3856" y="1266"/>
                  <a:ext cx="174" cy="174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latin typeface="宋体" pitchFamily="2" charset="-122"/>
                  </a:endParaRPr>
                </a:p>
              </p:txBody>
            </p:sp>
          </p:grpSp>
        </p:grpSp>
        <p:grpSp>
          <p:nvGrpSpPr>
            <p:cNvPr id="23598" name="Group 13"/>
            <p:cNvGrpSpPr>
              <a:grpSpLocks/>
            </p:cNvGrpSpPr>
            <p:nvPr/>
          </p:nvGrpSpPr>
          <p:grpSpPr bwMode="auto">
            <a:xfrm flipH="1">
              <a:off x="4368" y="1772"/>
              <a:ext cx="533" cy="540"/>
              <a:chOff x="3820" y="1776"/>
              <a:chExt cx="533" cy="540"/>
            </a:xfrm>
          </p:grpSpPr>
          <p:sp>
            <p:nvSpPr>
              <p:cNvPr id="23599" name="Arc 14"/>
              <p:cNvSpPr>
                <a:spLocks/>
              </p:cNvSpPr>
              <p:nvPr/>
            </p:nvSpPr>
            <p:spPr bwMode="auto">
              <a:xfrm flipH="1">
                <a:off x="3829" y="1776"/>
                <a:ext cx="524" cy="533"/>
              </a:xfrm>
              <a:custGeom>
                <a:avLst/>
                <a:gdLst>
                  <a:gd name="T0" fmla="*/ 0 w 19326"/>
                  <a:gd name="T1" fmla="*/ 0 h 19670"/>
                  <a:gd name="T2" fmla="*/ 0 w 19326"/>
                  <a:gd name="T3" fmla="*/ 0 h 19670"/>
                  <a:gd name="T4" fmla="*/ 0 w 19326"/>
                  <a:gd name="T5" fmla="*/ 0 h 19670"/>
                  <a:gd name="T6" fmla="*/ 0 60000 65536"/>
                  <a:gd name="T7" fmla="*/ 0 60000 65536"/>
                  <a:gd name="T8" fmla="*/ 0 60000 65536"/>
                  <a:gd name="T9" fmla="*/ 0 w 19326"/>
                  <a:gd name="T10" fmla="*/ 0 h 19670"/>
                  <a:gd name="T11" fmla="*/ 19326 w 19326"/>
                  <a:gd name="T12" fmla="*/ 19670 h 1967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326" h="19670" fill="none" extrusionOk="0">
                    <a:moveTo>
                      <a:pt x="19325" y="9647"/>
                    </a:moveTo>
                    <a:cubicBezTo>
                      <a:pt x="17111" y="14083"/>
                      <a:pt x="13439" y="17621"/>
                      <a:pt x="8924" y="19669"/>
                    </a:cubicBezTo>
                  </a:path>
                  <a:path w="19326" h="19670" stroke="0" extrusionOk="0">
                    <a:moveTo>
                      <a:pt x="19325" y="9647"/>
                    </a:moveTo>
                    <a:cubicBezTo>
                      <a:pt x="17111" y="14083"/>
                      <a:pt x="13439" y="17621"/>
                      <a:pt x="8924" y="19669"/>
                    </a:cubicBezTo>
                    <a:lnTo>
                      <a:pt x="0" y="0"/>
                    </a:lnTo>
                    <a:lnTo>
                      <a:pt x="19325" y="9647"/>
                    </a:lnTo>
                    <a:close/>
                  </a:path>
                </a:pathLst>
              </a:custGeom>
              <a:noFill/>
              <a:ln w="9525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23600" name="Group 15"/>
              <p:cNvGrpSpPr>
                <a:grpSpLocks/>
              </p:cNvGrpSpPr>
              <p:nvPr/>
            </p:nvGrpSpPr>
            <p:grpSpPr bwMode="auto">
              <a:xfrm>
                <a:off x="3820" y="2088"/>
                <a:ext cx="228" cy="228"/>
                <a:chOff x="3820" y="2088"/>
                <a:chExt cx="228" cy="228"/>
              </a:xfrm>
            </p:grpSpPr>
            <p:sp>
              <p:nvSpPr>
                <p:cNvPr id="23601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3820" y="2088"/>
                  <a:ext cx="228" cy="228"/>
                </a:xfrm>
                <a:prstGeom prst="line">
                  <a:avLst/>
                </a:prstGeom>
                <a:noFill/>
                <a:ln w="9525">
                  <a:solidFill>
                    <a:srgbClr val="000000"/>
                  </a:solidFill>
                  <a:prstDash val="lgDash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602" name="Oval 17"/>
                <p:cNvSpPr>
                  <a:spLocks noChangeArrowheads="1"/>
                </p:cNvSpPr>
                <p:nvPr/>
              </p:nvSpPr>
              <p:spPr bwMode="auto">
                <a:xfrm>
                  <a:off x="3856" y="2106"/>
                  <a:ext cx="174" cy="174"/>
                </a:xfrm>
                <a:prstGeom prst="ellipse">
                  <a:avLst/>
                </a:prstGeom>
                <a:noFill/>
                <a:ln w="28575">
                  <a:solidFill>
                    <a:srgbClr val="00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latin typeface="宋体" pitchFamily="2" charset="-122"/>
                  </a:endParaRPr>
                </a:p>
              </p:txBody>
            </p:sp>
          </p:grpSp>
        </p:grpSp>
      </p:grpSp>
      <p:sp>
        <p:nvSpPr>
          <p:cNvPr id="248850" name="Rectangle 18"/>
          <p:cNvSpPr>
            <a:spLocks noChangeArrowheads="1"/>
          </p:cNvSpPr>
          <p:nvPr/>
        </p:nvSpPr>
        <p:spPr bwMode="auto">
          <a:xfrm>
            <a:off x="2605088" y="2195513"/>
            <a:ext cx="1835150" cy="30416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grpSp>
        <p:nvGrpSpPr>
          <p:cNvPr id="8" name="Group 19"/>
          <p:cNvGrpSpPr>
            <a:grpSpLocks/>
          </p:cNvGrpSpPr>
          <p:nvPr/>
        </p:nvGrpSpPr>
        <p:grpSpPr bwMode="auto">
          <a:xfrm>
            <a:off x="1165225" y="2097088"/>
            <a:ext cx="1817688" cy="2806700"/>
            <a:chOff x="3377" y="810"/>
            <a:chExt cx="1145" cy="1768"/>
          </a:xfrm>
        </p:grpSpPr>
        <p:sp>
          <p:nvSpPr>
            <p:cNvPr id="23591" name="Line 20"/>
            <p:cNvSpPr>
              <a:spLocks noChangeShapeType="1"/>
            </p:cNvSpPr>
            <p:nvPr/>
          </p:nvSpPr>
          <p:spPr bwMode="auto">
            <a:xfrm>
              <a:off x="3377" y="1778"/>
              <a:ext cx="1145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2" name="Arc 21"/>
            <p:cNvSpPr>
              <a:spLocks/>
            </p:cNvSpPr>
            <p:nvPr/>
          </p:nvSpPr>
          <p:spPr bwMode="auto">
            <a:xfrm flipH="1">
              <a:off x="3552" y="978"/>
              <a:ext cx="806" cy="1600"/>
            </a:xfrm>
            <a:custGeom>
              <a:avLst/>
              <a:gdLst>
                <a:gd name="T0" fmla="*/ 0 w 21762"/>
                <a:gd name="T1" fmla="*/ 0 h 43200"/>
                <a:gd name="T2" fmla="*/ 0 w 21762"/>
                <a:gd name="T3" fmla="*/ 2 h 43200"/>
                <a:gd name="T4" fmla="*/ 0 w 21762"/>
                <a:gd name="T5" fmla="*/ 1 h 43200"/>
                <a:gd name="T6" fmla="*/ 0 60000 65536"/>
                <a:gd name="T7" fmla="*/ 0 60000 65536"/>
                <a:gd name="T8" fmla="*/ 0 60000 65536"/>
                <a:gd name="T9" fmla="*/ 0 w 21762"/>
                <a:gd name="T10" fmla="*/ 0 h 43200"/>
                <a:gd name="T11" fmla="*/ 21762 w 21762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62" h="43200" fill="none" extrusionOk="0">
                  <a:moveTo>
                    <a:pt x="161" y="0"/>
                  </a:moveTo>
                  <a:cubicBezTo>
                    <a:pt x="12091" y="0"/>
                    <a:pt x="21762" y="9670"/>
                    <a:pt x="21762" y="21600"/>
                  </a:cubicBezTo>
                  <a:cubicBezTo>
                    <a:pt x="21762" y="33529"/>
                    <a:pt x="12091" y="43200"/>
                    <a:pt x="162" y="43200"/>
                  </a:cubicBezTo>
                  <a:cubicBezTo>
                    <a:pt x="107" y="43200"/>
                    <a:pt x="53" y="43199"/>
                    <a:pt x="-1" y="43199"/>
                  </a:cubicBezTo>
                </a:path>
                <a:path w="21762" h="43200" stroke="0" extrusionOk="0">
                  <a:moveTo>
                    <a:pt x="161" y="0"/>
                  </a:moveTo>
                  <a:cubicBezTo>
                    <a:pt x="12091" y="0"/>
                    <a:pt x="21762" y="9670"/>
                    <a:pt x="21762" y="21600"/>
                  </a:cubicBezTo>
                  <a:cubicBezTo>
                    <a:pt x="21762" y="33529"/>
                    <a:pt x="12091" y="43200"/>
                    <a:pt x="162" y="43200"/>
                  </a:cubicBezTo>
                  <a:cubicBezTo>
                    <a:pt x="107" y="43200"/>
                    <a:pt x="53" y="43199"/>
                    <a:pt x="-1" y="43199"/>
                  </a:cubicBezTo>
                  <a:lnTo>
                    <a:pt x="162" y="21600"/>
                  </a:lnTo>
                  <a:lnTo>
                    <a:pt x="161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3" name="Arc 22"/>
            <p:cNvSpPr>
              <a:spLocks/>
            </p:cNvSpPr>
            <p:nvPr/>
          </p:nvSpPr>
          <p:spPr bwMode="auto">
            <a:xfrm flipH="1">
              <a:off x="3975" y="1391"/>
              <a:ext cx="383" cy="761"/>
            </a:xfrm>
            <a:custGeom>
              <a:avLst/>
              <a:gdLst>
                <a:gd name="T0" fmla="*/ 0 w 21762"/>
                <a:gd name="T1" fmla="*/ 0 h 43200"/>
                <a:gd name="T2" fmla="*/ 0 w 21762"/>
                <a:gd name="T3" fmla="*/ 0 h 43200"/>
                <a:gd name="T4" fmla="*/ 0 w 21762"/>
                <a:gd name="T5" fmla="*/ 0 h 43200"/>
                <a:gd name="T6" fmla="*/ 0 60000 65536"/>
                <a:gd name="T7" fmla="*/ 0 60000 65536"/>
                <a:gd name="T8" fmla="*/ 0 60000 65536"/>
                <a:gd name="T9" fmla="*/ 0 w 21762"/>
                <a:gd name="T10" fmla="*/ 0 h 43200"/>
                <a:gd name="T11" fmla="*/ 21762 w 21762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62" h="43200" fill="none" extrusionOk="0">
                  <a:moveTo>
                    <a:pt x="161" y="0"/>
                  </a:moveTo>
                  <a:cubicBezTo>
                    <a:pt x="12091" y="0"/>
                    <a:pt x="21762" y="9670"/>
                    <a:pt x="21762" y="21600"/>
                  </a:cubicBezTo>
                  <a:cubicBezTo>
                    <a:pt x="21762" y="33529"/>
                    <a:pt x="12091" y="43200"/>
                    <a:pt x="162" y="43200"/>
                  </a:cubicBezTo>
                  <a:cubicBezTo>
                    <a:pt x="107" y="43200"/>
                    <a:pt x="53" y="43199"/>
                    <a:pt x="-1" y="43199"/>
                  </a:cubicBezTo>
                </a:path>
                <a:path w="21762" h="43200" stroke="0" extrusionOk="0">
                  <a:moveTo>
                    <a:pt x="161" y="0"/>
                  </a:moveTo>
                  <a:cubicBezTo>
                    <a:pt x="12091" y="0"/>
                    <a:pt x="21762" y="9670"/>
                    <a:pt x="21762" y="21600"/>
                  </a:cubicBezTo>
                  <a:cubicBezTo>
                    <a:pt x="21762" y="33529"/>
                    <a:pt x="12091" y="43200"/>
                    <a:pt x="162" y="43200"/>
                  </a:cubicBezTo>
                  <a:cubicBezTo>
                    <a:pt x="107" y="43200"/>
                    <a:pt x="53" y="43199"/>
                    <a:pt x="-1" y="43199"/>
                  </a:cubicBezTo>
                  <a:lnTo>
                    <a:pt x="162" y="21600"/>
                  </a:lnTo>
                  <a:lnTo>
                    <a:pt x="161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4" name="Arc 23"/>
            <p:cNvSpPr>
              <a:spLocks/>
            </p:cNvSpPr>
            <p:nvPr/>
          </p:nvSpPr>
          <p:spPr bwMode="auto">
            <a:xfrm flipH="1">
              <a:off x="4080" y="1498"/>
              <a:ext cx="278" cy="552"/>
            </a:xfrm>
            <a:custGeom>
              <a:avLst/>
              <a:gdLst>
                <a:gd name="T0" fmla="*/ 0 w 21762"/>
                <a:gd name="T1" fmla="*/ 0 h 43200"/>
                <a:gd name="T2" fmla="*/ 0 w 21762"/>
                <a:gd name="T3" fmla="*/ 0 h 43200"/>
                <a:gd name="T4" fmla="*/ 0 w 21762"/>
                <a:gd name="T5" fmla="*/ 0 h 43200"/>
                <a:gd name="T6" fmla="*/ 0 60000 65536"/>
                <a:gd name="T7" fmla="*/ 0 60000 65536"/>
                <a:gd name="T8" fmla="*/ 0 60000 65536"/>
                <a:gd name="T9" fmla="*/ 0 w 21762"/>
                <a:gd name="T10" fmla="*/ 0 h 43200"/>
                <a:gd name="T11" fmla="*/ 21762 w 21762"/>
                <a:gd name="T12" fmla="*/ 43200 h 432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762" h="43200" fill="none" extrusionOk="0">
                  <a:moveTo>
                    <a:pt x="161" y="0"/>
                  </a:moveTo>
                  <a:cubicBezTo>
                    <a:pt x="12091" y="0"/>
                    <a:pt x="21762" y="9670"/>
                    <a:pt x="21762" y="21600"/>
                  </a:cubicBezTo>
                  <a:cubicBezTo>
                    <a:pt x="21762" y="33529"/>
                    <a:pt x="12091" y="43200"/>
                    <a:pt x="162" y="43200"/>
                  </a:cubicBezTo>
                  <a:cubicBezTo>
                    <a:pt x="107" y="43200"/>
                    <a:pt x="53" y="43199"/>
                    <a:pt x="-1" y="43199"/>
                  </a:cubicBezTo>
                </a:path>
                <a:path w="21762" h="43200" stroke="0" extrusionOk="0">
                  <a:moveTo>
                    <a:pt x="161" y="0"/>
                  </a:moveTo>
                  <a:cubicBezTo>
                    <a:pt x="12091" y="0"/>
                    <a:pt x="21762" y="9670"/>
                    <a:pt x="21762" y="21600"/>
                  </a:cubicBezTo>
                  <a:cubicBezTo>
                    <a:pt x="21762" y="33529"/>
                    <a:pt x="12091" y="43200"/>
                    <a:pt x="162" y="43200"/>
                  </a:cubicBezTo>
                  <a:cubicBezTo>
                    <a:pt x="107" y="43200"/>
                    <a:pt x="53" y="43199"/>
                    <a:pt x="-1" y="43199"/>
                  </a:cubicBezTo>
                  <a:lnTo>
                    <a:pt x="162" y="21600"/>
                  </a:lnTo>
                  <a:lnTo>
                    <a:pt x="161" y="0"/>
                  </a:lnTo>
                  <a:close/>
                </a:path>
              </a:pathLst>
            </a:custGeom>
            <a:noFill/>
            <a:ln w="2857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5" name="Line 24"/>
            <p:cNvSpPr>
              <a:spLocks noChangeShapeType="1"/>
            </p:cNvSpPr>
            <p:nvPr/>
          </p:nvSpPr>
          <p:spPr bwMode="auto">
            <a:xfrm flipV="1">
              <a:off x="4356" y="810"/>
              <a:ext cx="0" cy="115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8857" name="Line 25"/>
          <p:cNvSpPr>
            <a:spLocks noChangeShapeType="1"/>
          </p:cNvSpPr>
          <p:nvPr/>
        </p:nvSpPr>
        <p:spPr bwMode="auto">
          <a:xfrm>
            <a:off x="2722563" y="3935413"/>
            <a:ext cx="0" cy="125095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9" name="Group 26"/>
          <p:cNvGrpSpPr>
            <a:grpSpLocks/>
          </p:cNvGrpSpPr>
          <p:nvPr/>
        </p:nvGrpSpPr>
        <p:grpSpPr bwMode="auto">
          <a:xfrm>
            <a:off x="1849438" y="2754313"/>
            <a:ext cx="865187" cy="877887"/>
            <a:chOff x="3808" y="1224"/>
            <a:chExt cx="545" cy="553"/>
          </a:xfrm>
        </p:grpSpPr>
        <p:sp>
          <p:nvSpPr>
            <p:cNvPr id="23587" name="Arc 27"/>
            <p:cNvSpPr>
              <a:spLocks/>
            </p:cNvSpPr>
            <p:nvPr/>
          </p:nvSpPr>
          <p:spPr bwMode="auto">
            <a:xfrm flipH="1">
              <a:off x="3827" y="1247"/>
              <a:ext cx="526" cy="530"/>
            </a:xfrm>
            <a:custGeom>
              <a:avLst/>
              <a:gdLst>
                <a:gd name="T0" fmla="*/ 0 w 19386"/>
                <a:gd name="T1" fmla="*/ 0 h 19588"/>
                <a:gd name="T2" fmla="*/ 0 w 19386"/>
                <a:gd name="T3" fmla="*/ 0 h 19588"/>
                <a:gd name="T4" fmla="*/ 0 w 19386"/>
                <a:gd name="T5" fmla="*/ 0 h 19588"/>
                <a:gd name="T6" fmla="*/ 0 60000 65536"/>
                <a:gd name="T7" fmla="*/ 0 60000 65536"/>
                <a:gd name="T8" fmla="*/ 0 60000 65536"/>
                <a:gd name="T9" fmla="*/ 0 w 19386"/>
                <a:gd name="T10" fmla="*/ 0 h 19588"/>
                <a:gd name="T11" fmla="*/ 19386 w 19386"/>
                <a:gd name="T12" fmla="*/ 19588 h 195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386" h="19588" fill="none" extrusionOk="0">
                  <a:moveTo>
                    <a:pt x="9102" y="-1"/>
                  </a:moveTo>
                  <a:cubicBezTo>
                    <a:pt x="13579" y="2079"/>
                    <a:pt x="17208" y="5631"/>
                    <a:pt x="19385" y="10062"/>
                  </a:cubicBezTo>
                </a:path>
                <a:path w="19386" h="19588" stroke="0" extrusionOk="0">
                  <a:moveTo>
                    <a:pt x="9102" y="-1"/>
                  </a:moveTo>
                  <a:cubicBezTo>
                    <a:pt x="13579" y="2079"/>
                    <a:pt x="17208" y="5631"/>
                    <a:pt x="19385" y="10062"/>
                  </a:cubicBezTo>
                  <a:lnTo>
                    <a:pt x="0" y="19588"/>
                  </a:lnTo>
                  <a:lnTo>
                    <a:pt x="9102" y="-1"/>
                  </a:lnTo>
                  <a:close/>
                </a:path>
              </a:pathLst>
            </a:cu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3588" name="Group 28"/>
            <p:cNvGrpSpPr>
              <a:grpSpLocks/>
            </p:cNvGrpSpPr>
            <p:nvPr/>
          </p:nvGrpSpPr>
          <p:grpSpPr bwMode="auto">
            <a:xfrm>
              <a:off x="3808" y="1224"/>
              <a:ext cx="258" cy="258"/>
              <a:chOff x="3808" y="1224"/>
              <a:chExt cx="258" cy="258"/>
            </a:xfrm>
          </p:grpSpPr>
          <p:sp>
            <p:nvSpPr>
              <p:cNvPr id="23589" name="Line 29"/>
              <p:cNvSpPr>
                <a:spLocks noChangeShapeType="1"/>
              </p:cNvSpPr>
              <p:nvPr/>
            </p:nvSpPr>
            <p:spPr bwMode="auto">
              <a:xfrm flipH="1" flipV="1">
                <a:off x="3808" y="1224"/>
                <a:ext cx="258" cy="25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90" name="Oval 30"/>
              <p:cNvSpPr>
                <a:spLocks noChangeArrowheads="1"/>
              </p:cNvSpPr>
              <p:nvPr/>
            </p:nvSpPr>
            <p:spPr bwMode="auto">
              <a:xfrm>
                <a:off x="3856" y="1266"/>
                <a:ext cx="174" cy="174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</p:grpSp>
      </p:grpSp>
      <p:grpSp>
        <p:nvGrpSpPr>
          <p:cNvPr id="11" name="Group 31"/>
          <p:cNvGrpSpPr>
            <a:grpSpLocks/>
          </p:cNvGrpSpPr>
          <p:nvPr/>
        </p:nvGrpSpPr>
        <p:grpSpPr bwMode="auto">
          <a:xfrm>
            <a:off x="1868488" y="3630613"/>
            <a:ext cx="846137" cy="857250"/>
            <a:chOff x="3820" y="1776"/>
            <a:chExt cx="533" cy="540"/>
          </a:xfrm>
        </p:grpSpPr>
        <p:sp>
          <p:nvSpPr>
            <p:cNvPr id="23583" name="Arc 32"/>
            <p:cNvSpPr>
              <a:spLocks/>
            </p:cNvSpPr>
            <p:nvPr/>
          </p:nvSpPr>
          <p:spPr bwMode="auto">
            <a:xfrm flipH="1">
              <a:off x="3829" y="1776"/>
              <a:ext cx="524" cy="533"/>
            </a:xfrm>
            <a:custGeom>
              <a:avLst/>
              <a:gdLst>
                <a:gd name="T0" fmla="*/ 0 w 19326"/>
                <a:gd name="T1" fmla="*/ 0 h 19670"/>
                <a:gd name="T2" fmla="*/ 0 w 19326"/>
                <a:gd name="T3" fmla="*/ 0 h 19670"/>
                <a:gd name="T4" fmla="*/ 0 w 19326"/>
                <a:gd name="T5" fmla="*/ 0 h 19670"/>
                <a:gd name="T6" fmla="*/ 0 60000 65536"/>
                <a:gd name="T7" fmla="*/ 0 60000 65536"/>
                <a:gd name="T8" fmla="*/ 0 60000 65536"/>
                <a:gd name="T9" fmla="*/ 0 w 19326"/>
                <a:gd name="T10" fmla="*/ 0 h 19670"/>
                <a:gd name="T11" fmla="*/ 19326 w 19326"/>
                <a:gd name="T12" fmla="*/ 19670 h 196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326" h="19670" fill="none" extrusionOk="0">
                  <a:moveTo>
                    <a:pt x="19325" y="9647"/>
                  </a:moveTo>
                  <a:cubicBezTo>
                    <a:pt x="17111" y="14083"/>
                    <a:pt x="13439" y="17621"/>
                    <a:pt x="8924" y="19669"/>
                  </a:cubicBezTo>
                </a:path>
                <a:path w="19326" h="19670" stroke="0" extrusionOk="0">
                  <a:moveTo>
                    <a:pt x="19325" y="9647"/>
                  </a:moveTo>
                  <a:cubicBezTo>
                    <a:pt x="17111" y="14083"/>
                    <a:pt x="13439" y="17621"/>
                    <a:pt x="8924" y="19669"/>
                  </a:cubicBezTo>
                  <a:lnTo>
                    <a:pt x="0" y="0"/>
                  </a:lnTo>
                  <a:lnTo>
                    <a:pt x="19325" y="9647"/>
                  </a:lnTo>
                  <a:close/>
                </a:path>
              </a:pathLst>
            </a:cu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3584" name="Group 33"/>
            <p:cNvGrpSpPr>
              <a:grpSpLocks/>
            </p:cNvGrpSpPr>
            <p:nvPr/>
          </p:nvGrpSpPr>
          <p:grpSpPr bwMode="auto">
            <a:xfrm>
              <a:off x="3820" y="2088"/>
              <a:ext cx="228" cy="228"/>
              <a:chOff x="3820" y="2088"/>
              <a:chExt cx="228" cy="228"/>
            </a:xfrm>
          </p:grpSpPr>
          <p:sp>
            <p:nvSpPr>
              <p:cNvPr id="23585" name="Line 34"/>
              <p:cNvSpPr>
                <a:spLocks noChangeShapeType="1"/>
              </p:cNvSpPr>
              <p:nvPr/>
            </p:nvSpPr>
            <p:spPr bwMode="auto">
              <a:xfrm flipH="1">
                <a:off x="3820" y="2088"/>
                <a:ext cx="228" cy="22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586" name="Oval 35"/>
              <p:cNvSpPr>
                <a:spLocks noChangeArrowheads="1"/>
              </p:cNvSpPr>
              <p:nvPr/>
            </p:nvSpPr>
            <p:spPr bwMode="auto">
              <a:xfrm>
                <a:off x="3856" y="2106"/>
                <a:ext cx="174" cy="174"/>
              </a:xfrm>
              <a:prstGeom prst="ellipse">
                <a:avLst/>
              </a:prstGeom>
              <a:noFill/>
              <a:ln w="2857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</p:grpSp>
      </p:grpSp>
      <p:grpSp>
        <p:nvGrpSpPr>
          <p:cNvPr id="13" name="Group 36"/>
          <p:cNvGrpSpPr>
            <a:grpSpLocks/>
          </p:cNvGrpSpPr>
          <p:nvPr/>
        </p:nvGrpSpPr>
        <p:grpSpPr bwMode="auto">
          <a:xfrm>
            <a:off x="2611438" y="2185988"/>
            <a:ext cx="228600" cy="73025"/>
            <a:chOff x="4134" y="866"/>
            <a:chExt cx="144" cy="46"/>
          </a:xfrm>
        </p:grpSpPr>
        <p:sp>
          <p:nvSpPr>
            <p:cNvPr id="23581" name="Line 37"/>
            <p:cNvSpPr>
              <a:spLocks noChangeShapeType="1"/>
            </p:cNvSpPr>
            <p:nvPr/>
          </p:nvSpPr>
          <p:spPr bwMode="auto">
            <a:xfrm>
              <a:off x="4136" y="866"/>
              <a:ext cx="138" cy="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2" name="Line 38"/>
            <p:cNvSpPr>
              <a:spLocks noChangeShapeType="1"/>
            </p:cNvSpPr>
            <p:nvPr/>
          </p:nvSpPr>
          <p:spPr bwMode="auto">
            <a:xfrm>
              <a:off x="4134" y="912"/>
              <a:ext cx="14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8871" name="Text Box 39"/>
          <p:cNvSpPr txBox="1">
            <a:spLocks noChangeArrowheads="1"/>
          </p:cNvSpPr>
          <p:nvPr/>
        </p:nvSpPr>
        <p:spPr bwMode="auto">
          <a:xfrm>
            <a:off x="339725" y="846138"/>
            <a:ext cx="88042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4. </a:t>
            </a:r>
            <a:r>
              <a:rPr lang="zh-CN" altLang="en-US" sz="28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在不致引起误解时，对称物体的视图可只画一半，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并在对称中心线的两端画出对称符号。</a:t>
            </a:r>
          </a:p>
        </p:txBody>
      </p:sp>
      <p:grpSp>
        <p:nvGrpSpPr>
          <p:cNvPr id="14" name="Group 40"/>
          <p:cNvGrpSpPr>
            <a:grpSpLocks/>
          </p:cNvGrpSpPr>
          <p:nvPr/>
        </p:nvGrpSpPr>
        <p:grpSpPr bwMode="auto">
          <a:xfrm>
            <a:off x="2797175" y="2290763"/>
            <a:ext cx="1809750" cy="2119312"/>
            <a:chOff x="4405" y="932"/>
            <a:chExt cx="1140" cy="1335"/>
          </a:xfrm>
        </p:grpSpPr>
        <p:sp>
          <p:nvSpPr>
            <p:cNvPr id="23579" name="Text Box 41"/>
            <p:cNvSpPr txBox="1">
              <a:spLocks noChangeArrowheads="1"/>
            </p:cNvSpPr>
            <p:nvPr/>
          </p:nvSpPr>
          <p:spPr bwMode="auto">
            <a:xfrm>
              <a:off x="4618" y="1435"/>
              <a:ext cx="927" cy="832"/>
            </a:xfrm>
            <a:prstGeom prst="rect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b="1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对称符号：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Char char="•"/>
              </a:pPr>
              <a:r>
                <a:rPr lang="zh-CN" altLang="en-US" sz="2000" b="1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细实线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Char char="•"/>
              </a:pPr>
              <a:r>
                <a:rPr lang="zh-CN" altLang="en-US" sz="2000" b="1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长</a:t>
              </a:r>
              <a:r>
                <a:rPr lang="en-US" altLang="zh-CN" sz="2000" b="1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6</a:t>
              </a:r>
              <a:r>
                <a:rPr lang="zh-CN" altLang="en-US" sz="2000" b="1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～</a:t>
              </a:r>
              <a:r>
                <a:rPr lang="en-US" altLang="zh-CN" sz="2000" b="1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10</a:t>
              </a:r>
            </a:p>
            <a:p>
              <a:pPr eaLnBrk="1" hangingPunct="1">
                <a:spcBef>
                  <a:spcPct val="0"/>
                </a:spcBef>
                <a:buClrTx/>
                <a:buFontTx/>
                <a:buChar char="•"/>
              </a:pPr>
              <a:r>
                <a:rPr lang="zh-CN" altLang="en-US" sz="2000" b="1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间距</a:t>
              </a:r>
              <a:r>
                <a:rPr lang="en-US" altLang="zh-CN" sz="2000" b="1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2</a:t>
              </a:r>
              <a:r>
                <a:rPr lang="zh-CN" altLang="en-US" sz="2000" b="1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～</a:t>
              </a:r>
              <a:r>
                <a:rPr lang="en-US" altLang="zh-CN" sz="2000" b="1">
                  <a:solidFill>
                    <a:srgbClr val="000000"/>
                  </a:solidFill>
                  <a:latin typeface="黑体" pitchFamily="2" charset="-122"/>
                  <a:ea typeface="黑体" pitchFamily="2" charset="-122"/>
                </a:rPr>
                <a:t>3</a:t>
              </a:r>
            </a:p>
          </p:txBody>
        </p:sp>
        <p:sp>
          <p:nvSpPr>
            <p:cNvPr id="23580" name="Line 42"/>
            <p:cNvSpPr>
              <a:spLocks noChangeShapeType="1"/>
            </p:cNvSpPr>
            <p:nvPr/>
          </p:nvSpPr>
          <p:spPr bwMode="auto">
            <a:xfrm flipH="1" flipV="1">
              <a:off x="4405" y="932"/>
              <a:ext cx="196" cy="70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" name="Group 43"/>
          <p:cNvGrpSpPr>
            <a:grpSpLocks/>
          </p:cNvGrpSpPr>
          <p:nvPr/>
        </p:nvGrpSpPr>
        <p:grpSpPr bwMode="auto">
          <a:xfrm>
            <a:off x="2611438" y="4979988"/>
            <a:ext cx="228600" cy="73025"/>
            <a:chOff x="4134" y="866"/>
            <a:chExt cx="144" cy="46"/>
          </a:xfrm>
        </p:grpSpPr>
        <p:sp>
          <p:nvSpPr>
            <p:cNvPr id="23577" name="Line 44"/>
            <p:cNvSpPr>
              <a:spLocks noChangeShapeType="1"/>
            </p:cNvSpPr>
            <p:nvPr/>
          </p:nvSpPr>
          <p:spPr bwMode="auto">
            <a:xfrm>
              <a:off x="4136" y="866"/>
              <a:ext cx="138" cy="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8" name="Line 45"/>
            <p:cNvSpPr>
              <a:spLocks noChangeShapeType="1"/>
            </p:cNvSpPr>
            <p:nvPr/>
          </p:nvSpPr>
          <p:spPr bwMode="auto">
            <a:xfrm>
              <a:off x="4134" y="912"/>
              <a:ext cx="14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8878" name="Rectangle 46"/>
          <p:cNvSpPr>
            <a:spLocks noChangeArrowheads="1"/>
          </p:cNvSpPr>
          <p:nvPr/>
        </p:nvSpPr>
        <p:spPr bwMode="auto">
          <a:xfrm>
            <a:off x="1401763" y="3644900"/>
            <a:ext cx="1663700" cy="15367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grpSp>
        <p:nvGrpSpPr>
          <p:cNvPr id="16" name="Group 47"/>
          <p:cNvGrpSpPr>
            <a:grpSpLocks/>
          </p:cNvGrpSpPr>
          <p:nvPr/>
        </p:nvGrpSpPr>
        <p:grpSpPr bwMode="auto">
          <a:xfrm>
            <a:off x="2605088" y="3786188"/>
            <a:ext cx="228600" cy="73025"/>
            <a:chOff x="4134" y="866"/>
            <a:chExt cx="144" cy="46"/>
          </a:xfrm>
        </p:grpSpPr>
        <p:sp>
          <p:nvSpPr>
            <p:cNvPr id="23575" name="Line 48"/>
            <p:cNvSpPr>
              <a:spLocks noChangeShapeType="1"/>
            </p:cNvSpPr>
            <p:nvPr/>
          </p:nvSpPr>
          <p:spPr bwMode="auto">
            <a:xfrm>
              <a:off x="4136" y="866"/>
              <a:ext cx="138" cy="4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6" name="Line 49"/>
            <p:cNvSpPr>
              <a:spLocks noChangeShapeType="1"/>
            </p:cNvSpPr>
            <p:nvPr/>
          </p:nvSpPr>
          <p:spPr bwMode="auto">
            <a:xfrm>
              <a:off x="4134" y="912"/>
              <a:ext cx="14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7" name="Group 50"/>
          <p:cNvGrpSpPr>
            <a:grpSpLocks/>
          </p:cNvGrpSpPr>
          <p:nvPr/>
        </p:nvGrpSpPr>
        <p:grpSpPr bwMode="auto">
          <a:xfrm>
            <a:off x="1279525" y="3516313"/>
            <a:ext cx="71438" cy="228600"/>
            <a:chOff x="3449" y="1704"/>
            <a:chExt cx="45" cy="144"/>
          </a:xfrm>
        </p:grpSpPr>
        <p:sp>
          <p:nvSpPr>
            <p:cNvPr id="23573" name="Line 51"/>
            <p:cNvSpPr>
              <a:spLocks noChangeShapeType="1"/>
            </p:cNvSpPr>
            <p:nvPr/>
          </p:nvSpPr>
          <p:spPr bwMode="auto">
            <a:xfrm rot="-5400000">
              <a:off x="3422" y="1776"/>
              <a:ext cx="14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4" name="Line 52"/>
            <p:cNvSpPr>
              <a:spLocks noChangeShapeType="1"/>
            </p:cNvSpPr>
            <p:nvPr/>
          </p:nvSpPr>
          <p:spPr bwMode="auto">
            <a:xfrm rot="-5400000">
              <a:off x="3377" y="1776"/>
              <a:ext cx="14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8" name="Group 53"/>
          <p:cNvGrpSpPr>
            <a:grpSpLocks/>
          </p:cNvGrpSpPr>
          <p:nvPr/>
        </p:nvGrpSpPr>
        <p:grpSpPr bwMode="auto">
          <a:xfrm>
            <a:off x="2863850" y="3522663"/>
            <a:ext cx="61913" cy="228600"/>
            <a:chOff x="4447" y="1708"/>
            <a:chExt cx="39" cy="144"/>
          </a:xfrm>
        </p:grpSpPr>
        <p:sp>
          <p:nvSpPr>
            <p:cNvPr id="23571" name="Line 54"/>
            <p:cNvSpPr>
              <a:spLocks noChangeShapeType="1"/>
            </p:cNvSpPr>
            <p:nvPr/>
          </p:nvSpPr>
          <p:spPr bwMode="auto">
            <a:xfrm rot="-5400000">
              <a:off x="4414" y="1780"/>
              <a:ext cx="14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72" name="Line 55"/>
            <p:cNvSpPr>
              <a:spLocks noChangeShapeType="1"/>
            </p:cNvSpPr>
            <p:nvPr/>
          </p:nvSpPr>
          <p:spPr bwMode="auto">
            <a:xfrm rot="-5400000">
              <a:off x="4375" y="1780"/>
              <a:ext cx="144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48888" name="AutoShape 56"/>
          <p:cNvSpPr>
            <a:spLocks noChangeArrowheads="1"/>
          </p:cNvSpPr>
          <p:nvPr/>
        </p:nvSpPr>
        <p:spPr bwMode="auto">
          <a:xfrm>
            <a:off x="6359525" y="2155825"/>
            <a:ext cx="1249363" cy="581025"/>
          </a:xfrm>
          <a:prstGeom prst="wedgeRectCallout">
            <a:avLst>
              <a:gd name="adj1" fmla="val 86088"/>
              <a:gd name="adj2" fmla="val -192352"/>
            </a:avLst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或</a:t>
            </a:r>
            <a:r>
              <a:rPr lang="en-US" altLang="zh-CN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1/4</a:t>
            </a:r>
            <a:r>
              <a:rPr lang="zh-CN" altLang="en-US" sz="2000" b="1">
                <a:solidFill>
                  <a:srgbClr val="000000"/>
                </a:solidFill>
                <a:latin typeface="黑体" pitchFamily="2" charset="-122"/>
                <a:ea typeface="黑体" pitchFamily="2" charset="-122"/>
              </a:rPr>
              <a:t>！</a:t>
            </a:r>
          </a:p>
        </p:txBody>
      </p:sp>
      <p:sp>
        <p:nvSpPr>
          <p:cNvPr id="248889" name="Line 57"/>
          <p:cNvSpPr>
            <a:spLocks noChangeShapeType="1"/>
          </p:cNvSpPr>
          <p:nvPr/>
        </p:nvSpPr>
        <p:spPr bwMode="auto">
          <a:xfrm>
            <a:off x="2713038" y="3630613"/>
            <a:ext cx="0" cy="311150"/>
          </a:xfrm>
          <a:prstGeom prst="line">
            <a:avLst/>
          </a:prstGeom>
          <a:noFill/>
          <a:ln w="12700">
            <a:solidFill>
              <a:srgbClr val="000000"/>
            </a:solidFill>
            <a:prstDash val="lgDash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248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248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48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488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8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8850" grpId="0" animBg="1"/>
      <p:bldP spid="248857" grpId="0" animBg="1"/>
      <p:bldP spid="248871" grpId="0" autoUpdateAnimBg="0"/>
      <p:bldP spid="248878" grpId="0" animBg="1"/>
      <p:bldP spid="248888" grpId="0" animBg="1" autoUpdateAnimBg="0"/>
      <p:bldP spid="24888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A74051-165D-4EE0-9080-9D413FC65EF0}" type="slidenum">
              <a:rPr lang="en-US" altLang="zh-CN"/>
              <a:pPr>
                <a:defRPr/>
              </a:pPr>
              <a:t>24</a:t>
            </a:fld>
            <a:endParaRPr lang="en-US" altLang="zh-CN"/>
          </a:p>
        </p:txBody>
      </p:sp>
      <p:grpSp>
        <p:nvGrpSpPr>
          <p:cNvPr id="2" name="Group 61"/>
          <p:cNvGrpSpPr>
            <a:grpSpLocks/>
          </p:cNvGrpSpPr>
          <p:nvPr/>
        </p:nvGrpSpPr>
        <p:grpSpPr bwMode="auto">
          <a:xfrm>
            <a:off x="2406650" y="2489200"/>
            <a:ext cx="1778000" cy="473075"/>
            <a:chOff x="1392" y="1947"/>
            <a:chExt cx="1120" cy="298"/>
          </a:xfrm>
        </p:grpSpPr>
        <p:sp>
          <p:nvSpPr>
            <p:cNvPr id="24646" name="Line 62"/>
            <p:cNvSpPr>
              <a:spLocks noChangeShapeType="1"/>
            </p:cNvSpPr>
            <p:nvPr/>
          </p:nvSpPr>
          <p:spPr bwMode="auto">
            <a:xfrm>
              <a:off x="1392" y="1947"/>
              <a:ext cx="0" cy="29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647" name="Line 63"/>
            <p:cNvSpPr>
              <a:spLocks noChangeShapeType="1"/>
            </p:cNvSpPr>
            <p:nvPr/>
          </p:nvSpPr>
          <p:spPr bwMode="auto">
            <a:xfrm>
              <a:off x="2512" y="2012"/>
              <a:ext cx="0" cy="22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648" name="Line 64"/>
            <p:cNvSpPr>
              <a:spLocks noChangeShapeType="1"/>
            </p:cNvSpPr>
            <p:nvPr/>
          </p:nvSpPr>
          <p:spPr bwMode="auto">
            <a:xfrm>
              <a:off x="1392" y="2207"/>
              <a:ext cx="112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649" name="Text Box 65"/>
            <p:cNvSpPr txBox="1">
              <a:spLocks noChangeArrowheads="1"/>
            </p:cNvSpPr>
            <p:nvPr/>
          </p:nvSpPr>
          <p:spPr bwMode="auto">
            <a:xfrm>
              <a:off x="1693" y="1969"/>
              <a:ext cx="60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b="1"/>
                <a:t>实长</a:t>
              </a:r>
            </a:p>
          </p:txBody>
        </p:sp>
      </p:grpSp>
      <p:grpSp>
        <p:nvGrpSpPr>
          <p:cNvPr id="3" name="Group 66"/>
          <p:cNvGrpSpPr>
            <a:grpSpLocks/>
          </p:cNvGrpSpPr>
          <p:nvPr/>
        </p:nvGrpSpPr>
        <p:grpSpPr bwMode="auto">
          <a:xfrm>
            <a:off x="1243013" y="4456113"/>
            <a:ext cx="4294187" cy="674687"/>
            <a:chOff x="744" y="3153"/>
            <a:chExt cx="2705" cy="425"/>
          </a:xfrm>
        </p:grpSpPr>
        <p:sp>
          <p:nvSpPr>
            <p:cNvPr id="24642" name="Line 67"/>
            <p:cNvSpPr>
              <a:spLocks noChangeShapeType="1"/>
            </p:cNvSpPr>
            <p:nvPr/>
          </p:nvSpPr>
          <p:spPr bwMode="auto">
            <a:xfrm>
              <a:off x="744" y="3153"/>
              <a:ext cx="1" cy="42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643" name="Freeform 68"/>
            <p:cNvSpPr>
              <a:spLocks/>
            </p:cNvSpPr>
            <p:nvPr/>
          </p:nvSpPr>
          <p:spPr bwMode="auto">
            <a:xfrm>
              <a:off x="3447" y="3157"/>
              <a:ext cx="1" cy="421"/>
            </a:xfrm>
            <a:custGeom>
              <a:avLst/>
              <a:gdLst>
                <a:gd name="T0" fmla="*/ 0 w 1"/>
                <a:gd name="T1" fmla="*/ 0 h 421"/>
                <a:gd name="T2" fmla="*/ 0 w 1"/>
                <a:gd name="T3" fmla="*/ 421 h 421"/>
                <a:gd name="T4" fmla="*/ 0 60000 65536"/>
                <a:gd name="T5" fmla="*/ 0 60000 65536"/>
                <a:gd name="T6" fmla="*/ 0 w 1"/>
                <a:gd name="T7" fmla="*/ 0 h 421"/>
                <a:gd name="T8" fmla="*/ 1 w 1"/>
                <a:gd name="T9" fmla="*/ 421 h 42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421">
                  <a:moveTo>
                    <a:pt x="0" y="0"/>
                  </a:moveTo>
                  <a:lnTo>
                    <a:pt x="0" y="421"/>
                  </a:lnTo>
                </a:path>
              </a:pathLst>
            </a:custGeom>
            <a:noFill/>
            <a:ln w="19050" cmpd="sng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644" name="Line 69"/>
            <p:cNvSpPr>
              <a:spLocks noChangeShapeType="1"/>
            </p:cNvSpPr>
            <p:nvPr/>
          </p:nvSpPr>
          <p:spPr bwMode="auto">
            <a:xfrm>
              <a:off x="744" y="3540"/>
              <a:ext cx="2705" cy="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645" name="Text Box 70"/>
            <p:cNvSpPr txBox="1">
              <a:spLocks noChangeArrowheads="1"/>
            </p:cNvSpPr>
            <p:nvPr/>
          </p:nvSpPr>
          <p:spPr bwMode="auto">
            <a:xfrm>
              <a:off x="1860" y="3293"/>
              <a:ext cx="68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b="1"/>
                <a:t>实长</a:t>
              </a:r>
            </a:p>
          </p:txBody>
        </p:sp>
      </p:grpSp>
      <p:sp>
        <p:nvSpPr>
          <p:cNvPr id="24581" name="Text Box 71"/>
          <p:cNvSpPr txBox="1">
            <a:spLocks noChangeArrowheads="1"/>
          </p:cNvSpPr>
          <p:nvPr/>
        </p:nvSpPr>
        <p:spPr bwMode="auto">
          <a:xfrm>
            <a:off x="207963" y="58738"/>
            <a:ext cx="27273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b="1">
                <a:latin typeface="黑体" pitchFamily="2" charset="-122"/>
                <a:ea typeface="黑体" pitchFamily="2" charset="-122"/>
              </a:rPr>
              <a:t>5 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断开画法</a:t>
            </a:r>
          </a:p>
        </p:txBody>
      </p:sp>
      <p:sp>
        <p:nvSpPr>
          <p:cNvPr id="249928" name="Text Box 72"/>
          <p:cNvSpPr txBox="1">
            <a:spLocks noChangeArrowheads="1"/>
          </p:cNvSpPr>
          <p:nvPr/>
        </p:nvSpPr>
        <p:spPr bwMode="auto">
          <a:xfrm>
            <a:off x="787400" y="754063"/>
            <a:ext cx="766921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轴、杆类较长的机件，当沿长度方向形状相同或按一定规律变化时，允许断开画出。</a:t>
            </a:r>
          </a:p>
        </p:txBody>
      </p:sp>
      <p:sp>
        <p:nvSpPr>
          <p:cNvPr id="249929" name="Text Box 73"/>
          <p:cNvSpPr txBox="1">
            <a:spLocks noChangeArrowheads="1"/>
          </p:cNvSpPr>
          <p:nvPr/>
        </p:nvSpPr>
        <p:spPr bwMode="auto">
          <a:xfrm>
            <a:off x="1384300" y="5780088"/>
            <a:ext cx="597693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标注尺寸时，仍注实长。</a:t>
            </a:r>
          </a:p>
        </p:txBody>
      </p:sp>
      <p:grpSp>
        <p:nvGrpSpPr>
          <p:cNvPr id="4" name="Group 74"/>
          <p:cNvGrpSpPr>
            <a:grpSpLocks/>
          </p:cNvGrpSpPr>
          <p:nvPr/>
        </p:nvGrpSpPr>
        <p:grpSpPr bwMode="auto">
          <a:xfrm>
            <a:off x="1979613" y="1684338"/>
            <a:ext cx="2776537" cy="1666875"/>
            <a:chOff x="1124" y="1423"/>
            <a:chExt cx="1749" cy="1050"/>
          </a:xfrm>
        </p:grpSpPr>
        <p:sp>
          <p:nvSpPr>
            <p:cNvPr id="24617" name="Text Box 75"/>
            <p:cNvSpPr txBox="1">
              <a:spLocks noChangeArrowheads="1"/>
            </p:cNvSpPr>
            <p:nvPr/>
          </p:nvSpPr>
          <p:spPr bwMode="auto">
            <a:xfrm>
              <a:off x="1157" y="2223"/>
              <a:ext cx="1404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b="1"/>
                <a:t>拉杆轴套断开画法</a:t>
              </a:r>
            </a:p>
          </p:txBody>
        </p:sp>
        <p:grpSp>
          <p:nvGrpSpPr>
            <p:cNvPr id="24618" name="Group 76"/>
            <p:cNvGrpSpPr>
              <a:grpSpLocks/>
            </p:cNvGrpSpPr>
            <p:nvPr/>
          </p:nvGrpSpPr>
          <p:grpSpPr bwMode="auto">
            <a:xfrm>
              <a:off x="1124" y="1423"/>
              <a:ext cx="1749" cy="646"/>
              <a:chOff x="1124" y="1423"/>
              <a:chExt cx="1749" cy="646"/>
            </a:xfrm>
          </p:grpSpPr>
          <p:sp>
            <p:nvSpPr>
              <p:cNvPr id="24619" name="Oval 77"/>
              <p:cNvSpPr>
                <a:spLocks noChangeArrowheads="1"/>
              </p:cNvSpPr>
              <p:nvPr/>
            </p:nvSpPr>
            <p:spPr bwMode="auto">
              <a:xfrm>
                <a:off x="1283" y="1649"/>
                <a:ext cx="222" cy="22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24620" name="Oval 78"/>
              <p:cNvSpPr>
                <a:spLocks noChangeArrowheads="1"/>
              </p:cNvSpPr>
              <p:nvPr/>
            </p:nvSpPr>
            <p:spPr bwMode="auto">
              <a:xfrm>
                <a:off x="2244" y="1488"/>
                <a:ext cx="534" cy="522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24621" name="Line 79"/>
              <p:cNvSpPr>
                <a:spLocks noChangeShapeType="1"/>
              </p:cNvSpPr>
              <p:nvPr/>
            </p:nvSpPr>
            <p:spPr bwMode="auto">
              <a:xfrm>
                <a:off x="1124" y="1755"/>
                <a:ext cx="1749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22" name="Line 80"/>
              <p:cNvSpPr>
                <a:spLocks noChangeShapeType="1"/>
              </p:cNvSpPr>
              <p:nvPr/>
            </p:nvSpPr>
            <p:spPr bwMode="auto">
              <a:xfrm>
                <a:off x="2514" y="1423"/>
                <a:ext cx="0" cy="64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23" name="Line 81"/>
              <p:cNvSpPr>
                <a:spLocks noChangeShapeType="1"/>
              </p:cNvSpPr>
              <p:nvPr/>
            </p:nvSpPr>
            <p:spPr bwMode="auto">
              <a:xfrm>
                <a:off x="2149" y="1611"/>
                <a:ext cx="0" cy="25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24" name="Line 82"/>
              <p:cNvSpPr>
                <a:spLocks noChangeShapeType="1"/>
              </p:cNvSpPr>
              <p:nvPr/>
            </p:nvSpPr>
            <p:spPr bwMode="auto">
              <a:xfrm flipV="1">
                <a:off x="1999" y="1482"/>
                <a:ext cx="500" cy="3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25" name="Line 83"/>
              <p:cNvSpPr>
                <a:spLocks noChangeShapeType="1"/>
              </p:cNvSpPr>
              <p:nvPr/>
            </p:nvSpPr>
            <p:spPr bwMode="auto">
              <a:xfrm>
                <a:off x="2000" y="1986"/>
                <a:ext cx="480" cy="3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26" name="Line 84"/>
              <p:cNvSpPr>
                <a:spLocks noChangeShapeType="1"/>
              </p:cNvSpPr>
              <p:nvPr/>
            </p:nvSpPr>
            <p:spPr bwMode="auto">
              <a:xfrm flipV="1">
                <a:off x="1994" y="1583"/>
                <a:ext cx="107" cy="1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27" name="Line 85"/>
              <p:cNvSpPr>
                <a:spLocks noChangeShapeType="1"/>
              </p:cNvSpPr>
              <p:nvPr/>
            </p:nvSpPr>
            <p:spPr bwMode="auto">
              <a:xfrm>
                <a:off x="1996" y="1899"/>
                <a:ext cx="100" cy="1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28" name="Line 86"/>
              <p:cNvSpPr>
                <a:spLocks noChangeShapeType="1"/>
              </p:cNvSpPr>
              <p:nvPr/>
            </p:nvSpPr>
            <p:spPr bwMode="auto">
              <a:xfrm flipV="1">
                <a:off x="1716" y="1624"/>
                <a:ext cx="157" cy="1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29" name="Line 87"/>
              <p:cNvSpPr>
                <a:spLocks noChangeShapeType="1"/>
              </p:cNvSpPr>
              <p:nvPr/>
            </p:nvSpPr>
            <p:spPr bwMode="auto">
              <a:xfrm>
                <a:off x="1394" y="1522"/>
                <a:ext cx="0" cy="49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30" name="Line 88"/>
              <p:cNvSpPr>
                <a:spLocks noChangeShapeType="1"/>
              </p:cNvSpPr>
              <p:nvPr/>
            </p:nvSpPr>
            <p:spPr bwMode="auto">
              <a:xfrm>
                <a:off x="1689" y="1671"/>
                <a:ext cx="0" cy="168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31" name="Line 89"/>
              <p:cNvSpPr>
                <a:spLocks noChangeShapeType="1"/>
              </p:cNvSpPr>
              <p:nvPr/>
            </p:nvSpPr>
            <p:spPr bwMode="auto">
              <a:xfrm flipV="1">
                <a:off x="1392" y="1544"/>
                <a:ext cx="484" cy="3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32" name="Line 90"/>
              <p:cNvSpPr>
                <a:spLocks noChangeShapeType="1"/>
              </p:cNvSpPr>
              <p:nvPr/>
            </p:nvSpPr>
            <p:spPr bwMode="auto">
              <a:xfrm>
                <a:off x="1397" y="1935"/>
                <a:ext cx="477" cy="29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33" name="Line 91"/>
              <p:cNvSpPr>
                <a:spLocks noChangeShapeType="1"/>
              </p:cNvSpPr>
              <p:nvPr/>
            </p:nvSpPr>
            <p:spPr bwMode="auto">
              <a:xfrm>
                <a:off x="1728" y="1867"/>
                <a:ext cx="144" cy="1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34" name="Freeform 92"/>
              <p:cNvSpPr>
                <a:spLocks/>
              </p:cNvSpPr>
              <p:nvPr/>
            </p:nvSpPr>
            <p:spPr bwMode="auto">
              <a:xfrm>
                <a:off x="1688" y="1637"/>
                <a:ext cx="38" cy="43"/>
              </a:xfrm>
              <a:custGeom>
                <a:avLst/>
                <a:gdLst>
                  <a:gd name="T0" fmla="*/ 38 w 38"/>
                  <a:gd name="T1" fmla="*/ 0 h 43"/>
                  <a:gd name="T2" fmla="*/ 16 w 38"/>
                  <a:gd name="T3" fmla="*/ 10 h 43"/>
                  <a:gd name="T4" fmla="*/ 5 w 38"/>
                  <a:gd name="T5" fmla="*/ 21 h 43"/>
                  <a:gd name="T6" fmla="*/ 0 w 38"/>
                  <a:gd name="T7" fmla="*/ 43 h 4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8"/>
                  <a:gd name="T13" fmla="*/ 0 h 43"/>
                  <a:gd name="T14" fmla="*/ 38 w 38"/>
                  <a:gd name="T15" fmla="*/ 43 h 4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8" h="43">
                    <a:moveTo>
                      <a:pt x="38" y="0"/>
                    </a:moveTo>
                    <a:cubicBezTo>
                      <a:pt x="34" y="1"/>
                      <a:pt x="21" y="7"/>
                      <a:pt x="16" y="10"/>
                    </a:cubicBezTo>
                    <a:cubicBezTo>
                      <a:pt x="11" y="13"/>
                      <a:pt x="8" y="16"/>
                      <a:pt x="5" y="21"/>
                    </a:cubicBezTo>
                    <a:cubicBezTo>
                      <a:pt x="2" y="26"/>
                      <a:pt x="1" y="39"/>
                      <a:pt x="0" y="43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35" name="Freeform 93"/>
              <p:cNvSpPr>
                <a:spLocks/>
              </p:cNvSpPr>
              <p:nvPr/>
            </p:nvSpPr>
            <p:spPr bwMode="auto">
              <a:xfrm>
                <a:off x="1690" y="1824"/>
                <a:ext cx="51" cy="46"/>
              </a:xfrm>
              <a:custGeom>
                <a:avLst/>
                <a:gdLst>
                  <a:gd name="T0" fmla="*/ 0 w 51"/>
                  <a:gd name="T1" fmla="*/ 0 h 46"/>
                  <a:gd name="T2" fmla="*/ 3 w 51"/>
                  <a:gd name="T3" fmla="*/ 25 h 46"/>
                  <a:gd name="T4" fmla="*/ 12 w 51"/>
                  <a:gd name="T5" fmla="*/ 39 h 46"/>
                  <a:gd name="T6" fmla="*/ 27 w 51"/>
                  <a:gd name="T7" fmla="*/ 44 h 46"/>
                  <a:gd name="T8" fmla="*/ 51 w 51"/>
                  <a:gd name="T9" fmla="*/ 46 h 4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51"/>
                  <a:gd name="T16" fmla="*/ 0 h 46"/>
                  <a:gd name="T17" fmla="*/ 51 w 51"/>
                  <a:gd name="T18" fmla="*/ 46 h 4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51" h="46">
                    <a:moveTo>
                      <a:pt x="0" y="0"/>
                    </a:moveTo>
                    <a:cubicBezTo>
                      <a:pt x="1" y="4"/>
                      <a:pt x="1" y="18"/>
                      <a:pt x="3" y="25"/>
                    </a:cubicBezTo>
                    <a:cubicBezTo>
                      <a:pt x="5" y="32"/>
                      <a:pt x="8" y="36"/>
                      <a:pt x="12" y="39"/>
                    </a:cubicBezTo>
                    <a:cubicBezTo>
                      <a:pt x="16" y="42"/>
                      <a:pt x="21" y="43"/>
                      <a:pt x="27" y="44"/>
                    </a:cubicBezTo>
                    <a:cubicBezTo>
                      <a:pt x="33" y="45"/>
                      <a:pt x="46" y="46"/>
                      <a:pt x="51" y="46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36" name="Freeform 94"/>
              <p:cNvSpPr>
                <a:spLocks/>
              </p:cNvSpPr>
              <p:nvPr/>
            </p:nvSpPr>
            <p:spPr bwMode="auto">
              <a:xfrm>
                <a:off x="2091" y="1583"/>
                <a:ext cx="58" cy="35"/>
              </a:xfrm>
              <a:custGeom>
                <a:avLst/>
                <a:gdLst>
                  <a:gd name="T0" fmla="*/ 0 w 58"/>
                  <a:gd name="T1" fmla="*/ 0 h 35"/>
                  <a:gd name="T2" fmla="*/ 21 w 58"/>
                  <a:gd name="T3" fmla="*/ 1 h 35"/>
                  <a:gd name="T4" fmla="*/ 39 w 58"/>
                  <a:gd name="T5" fmla="*/ 8 h 35"/>
                  <a:gd name="T6" fmla="*/ 48 w 58"/>
                  <a:gd name="T7" fmla="*/ 14 h 35"/>
                  <a:gd name="T8" fmla="*/ 56 w 58"/>
                  <a:gd name="T9" fmla="*/ 25 h 35"/>
                  <a:gd name="T10" fmla="*/ 58 w 58"/>
                  <a:gd name="T11" fmla="*/ 35 h 3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8"/>
                  <a:gd name="T19" fmla="*/ 0 h 35"/>
                  <a:gd name="T20" fmla="*/ 58 w 58"/>
                  <a:gd name="T21" fmla="*/ 35 h 35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8" h="35">
                    <a:moveTo>
                      <a:pt x="0" y="0"/>
                    </a:moveTo>
                    <a:cubicBezTo>
                      <a:pt x="7" y="0"/>
                      <a:pt x="15" y="0"/>
                      <a:pt x="21" y="1"/>
                    </a:cubicBezTo>
                    <a:cubicBezTo>
                      <a:pt x="27" y="2"/>
                      <a:pt x="35" y="6"/>
                      <a:pt x="39" y="8"/>
                    </a:cubicBezTo>
                    <a:cubicBezTo>
                      <a:pt x="43" y="10"/>
                      <a:pt x="45" y="11"/>
                      <a:pt x="48" y="14"/>
                    </a:cubicBezTo>
                    <a:cubicBezTo>
                      <a:pt x="51" y="17"/>
                      <a:pt x="54" y="22"/>
                      <a:pt x="56" y="25"/>
                    </a:cubicBezTo>
                    <a:cubicBezTo>
                      <a:pt x="58" y="28"/>
                      <a:pt x="58" y="31"/>
                      <a:pt x="58" y="35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37" name="Freeform 95"/>
              <p:cNvSpPr>
                <a:spLocks/>
              </p:cNvSpPr>
              <p:nvPr/>
            </p:nvSpPr>
            <p:spPr bwMode="auto">
              <a:xfrm>
                <a:off x="2088" y="1853"/>
                <a:ext cx="62" cy="57"/>
              </a:xfrm>
              <a:custGeom>
                <a:avLst/>
                <a:gdLst>
                  <a:gd name="T0" fmla="*/ 0 w 62"/>
                  <a:gd name="T1" fmla="*/ 53 h 57"/>
                  <a:gd name="T2" fmla="*/ 17 w 62"/>
                  <a:gd name="T3" fmla="*/ 56 h 57"/>
                  <a:gd name="T4" fmla="*/ 41 w 62"/>
                  <a:gd name="T5" fmla="*/ 48 h 57"/>
                  <a:gd name="T6" fmla="*/ 56 w 62"/>
                  <a:gd name="T7" fmla="*/ 34 h 57"/>
                  <a:gd name="T8" fmla="*/ 61 w 62"/>
                  <a:gd name="T9" fmla="*/ 22 h 57"/>
                  <a:gd name="T10" fmla="*/ 61 w 62"/>
                  <a:gd name="T11" fmla="*/ 0 h 5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2"/>
                  <a:gd name="T19" fmla="*/ 0 h 57"/>
                  <a:gd name="T20" fmla="*/ 62 w 62"/>
                  <a:gd name="T21" fmla="*/ 57 h 5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2" h="57">
                    <a:moveTo>
                      <a:pt x="0" y="53"/>
                    </a:moveTo>
                    <a:cubicBezTo>
                      <a:pt x="4" y="55"/>
                      <a:pt x="9" y="57"/>
                      <a:pt x="17" y="56"/>
                    </a:cubicBezTo>
                    <a:cubicBezTo>
                      <a:pt x="24" y="55"/>
                      <a:pt x="35" y="52"/>
                      <a:pt x="41" y="48"/>
                    </a:cubicBezTo>
                    <a:cubicBezTo>
                      <a:pt x="48" y="44"/>
                      <a:pt x="53" y="38"/>
                      <a:pt x="56" y="34"/>
                    </a:cubicBezTo>
                    <a:cubicBezTo>
                      <a:pt x="59" y="30"/>
                      <a:pt x="60" y="28"/>
                      <a:pt x="61" y="22"/>
                    </a:cubicBezTo>
                    <a:cubicBezTo>
                      <a:pt x="62" y="16"/>
                      <a:pt x="61" y="5"/>
                      <a:pt x="61" y="0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38" name="Freeform 96"/>
              <p:cNvSpPr>
                <a:spLocks/>
              </p:cNvSpPr>
              <p:nvPr/>
            </p:nvSpPr>
            <p:spPr bwMode="auto">
              <a:xfrm>
                <a:off x="1846" y="1542"/>
                <a:ext cx="41" cy="422"/>
              </a:xfrm>
              <a:custGeom>
                <a:avLst/>
                <a:gdLst>
                  <a:gd name="T0" fmla="*/ 23 w 41"/>
                  <a:gd name="T1" fmla="*/ 0 h 422"/>
                  <a:gd name="T2" fmla="*/ 37 w 41"/>
                  <a:gd name="T3" fmla="*/ 65 h 422"/>
                  <a:gd name="T4" fmla="*/ 1 w 41"/>
                  <a:gd name="T5" fmla="*/ 174 h 422"/>
                  <a:gd name="T6" fmla="*/ 30 w 41"/>
                  <a:gd name="T7" fmla="*/ 298 h 422"/>
                  <a:gd name="T8" fmla="*/ 23 w 41"/>
                  <a:gd name="T9" fmla="*/ 342 h 422"/>
                  <a:gd name="T10" fmla="*/ 8 w 41"/>
                  <a:gd name="T11" fmla="*/ 385 h 422"/>
                  <a:gd name="T12" fmla="*/ 30 w 41"/>
                  <a:gd name="T13" fmla="*/ 422 h 4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1"/>
                  <a:gd name="T22" fmla="*/ 0 h 422"/>
                  <a:gd name="T23" fmla="*/ 41 w 41"/>
                  <a:gd name="T24" fmla="*/ 422 h 42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1" h="422">
                    <a:moveTo>
                      <a:pt x="23" y="0"/>
                    </a:moveTo>
                    <a:cubicBezTo>
                      <a:pt x="32" y="18"/>
                      <a:pt x="41" y="36"/>
                      <a:pt x="37" y="65"/>
                    </a:cubicBezTo>
                    <a:cubicBezTo>
                      <a:pt x="33" y="94"/>
                      <a:pt x="2" y="135"/>
                      <a:pt x="1" y="174"/>
                    </a:cubicBezTo>
                    <a:cubicBezTo>
                      <a:pt x="0" y="213"/>
                      <a:pt x="26" y="270"/>
                      <a:pt x="30" y="298"/>
                    </a:cubicBezTo>
                    <a:cubicBezTo>
                      <a:pt x="34" y="326"/>
                      <a:pt x="27" y="328"/>
                      <a:pt x="23" y="342"/>
                    </a:cubicBezTo>
                    <a:cubicBezTo>
                      <a:pt x="19" y="356"/>
                      <a:pt x="7" y="372"/>
                      <a:pt x="8" y="385"/>
                    </a:cubicBezTo>
                    <a:cubicBezTo>
                      <a:pt x="9" y="398"/>
                      <a:pt x="19" y="410"/>
                      <a:pt x="30" y="422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39" name="Freeform 97"/>
              <p:cNvSpPr>
                <a:spLocks/>
              </p:cNvSpPr>
              <p:nvPr/>
            </p:nvSpPr>
            <p:spPr bwMode="auto">
              <a:xfrm>
                <a:off x="1963" y="1513"/>
                <a:ext cx="37" cy="480"/>
              </a:xfrm>
              <a:custGeom>
                <a:avLst/>
                <a:gdLst>
                  <a:gd name="T0" fmla="*/ 30 w 37"/>
                  <a:gd name="T1" fmla="*/ 0 h 480"/>
                  <a:gd name="T2" fmla="*/ 22 w 37"/>
                  <a:gd name="T3" fmla="*/ 36 h 480"/>
                  <a:gd name="T4" fmla="*/ 30 w 37"/>
                  <a:gd name="T5" fmla="*/ 94 h 480"/>
                  <a:gd name="T6" fmla="*/ 30 w 37"/>
                  <a:gd name="T7" fmla="*/ 174 h 480"/>
                  <a:gd name="T8" fmla="*/ 0 w 37"/>
                  <a:gd name="T9" fmla="*/ 269 h 480"/>
                  <a:gd name="T10" fmla="*/ 30 w 37"/>
                  <a:gd name="T11" fmla="*/ 385 h 480"/>
                  <a:gd name="T12" fmla="*/ 15 w 37"/>
                  <a:gd name="T13" fmla="*/ 444 h 480"/>
                  <a:gd name="T14" fmla="*/ 37 w 37"/>
                  <a:gd name="T15" fmla="*/ 480 h 48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7"/>
                  <a:gd name="T25" fmla="*/ 0 h 480"/>
                  <a:gd name="T26" fmla="*/ 37 w 37"/>
                  <a:gd name="T27" fmla="*/ 480 h 480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7" h="480">
                    <a:moveTo>
                      <a:pt x="30" y="0"/>
                    </a:moveTo>
                    <a:cubicBezTo>
                      <a:pt x="29" y="6"/>
                      <a:pt x="22" y="20"/>
                      <a:pt x="22" y="36"/>
                    </a:cubicBezTo>
                    <a:cubicBezTo>
                      <a:pt x="22" y="52"/>
                      <a:pt x="29" y="71"/>
                      <a:pt x="30" y="94"/>
                    </a:cubicBezTo>
                    <a:cubicBezTo>
                      <a:pt x="31" y="117"/>
                      <a:pt x="35" y="145"/>
                      <a:pt x="30" y="174"/>
                    </a:cubicBezTo>
                    <a:cubicBezTo>
                      <a:pt x="25" y="203"/>
                      <a:pt x="0" y="234"/>
                      <a:pt x="0" y="269"/>
                    </a:cubicBezTo>
                    <a:cubicBezTo>
                      <a:pt x="0" y="304"/>
                      <a:pt x="28" y="356"/>
                      <a:pt x="30" y="385"/>
                    </a:cubicBezTo>
                    <a:cubicBezTo>
                      <a:pt x="32" y="414"/>
                      <a:pt x="14" y="428"/>
                      <a:pt x="15" y="444"/>
                    </a:cubicBezTo>
                    <a:cubicBezTo>
                      <a:pt x="16" y="460"/>
                      <a:pt x="26" y="470"/>
                      <a:pt x="37" y="480"/>
                    </a:cubicBezTo>
                  </a:path>
                </a:pathLst>
              </a:custGeom>
              <a:noFill/>
              <a:ln w="2857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40" name="Oval 98"/>
              <p:cNvSpPr>
                <a:spLocks noChangeArrowheads="1"/>
              </p:cNvSpPr>
              <p:nvPr/>
            </p:nvSpPr>
            <p:spPr bwMode="auto">
              <a:xfrm>
                <a:off x="2346" y="1584"/>
                <a:ext cx="330" cy="33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24641" name="Oval 99"/>
              <p:cNvSpPr>
                <a:spLocks noChangeArrowheads="1"/>
              </p:cNvSpPr>
              <p:nvPr/>
            </p:nvSpPr>
            <p:spPr bwMode="auto">
              <a:xfrm>
                <a:off x="1212" y="1578"/>
                <a:ext cx="372" cy="36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</p:grpSp>
      </p:grpSp>
      <p:grpSp>
        <p:nvGrpSpPr>
          <p:cNvPr id="6" name="Group 100"/>
          <p:cNvGrpSpPr>
            <a:grpSpLocks/>
          </p:cNvGrpSpPr>
          <p:nvPr/>
        </p:nvGrpSpPr>
        <p:grpSpPr bwMode="auto">
          <a:xfrm>
            <a:off x="1150938" y="3676650"/>
            <a:ext cx="4489450" cy="1966913"/>
            <a:chOff x="686" y="2662"/>
            <a:chExt cx="2828" cy="1239"/>
          </a:xfrm>
        </p:grpSpPr>
        <p:grpSp>
          <p:nvGrpSpPr>
            <p:cNvPr id="24586" name="Group 101"/>
            <p:cNvGrpSpPr>
              <a:grpSpLocks/>
            </p:cNvGrpSpPr>
            <p:nvPr/>
          </p:nvGrpSpPr>
          <p:grpSpPr bwMode="auto">
            <a:xfrm>
              <a:off x="686" y="2662"/>
              <a:ext cx="2828" cy="642"/>
              <a:chOff x="686" y="2662"/>
              <a:chExt cx="2828" cy="642"/>
            </a:xfrm>
          </p:grpSpPr>
          <p:sp>
            <p:nvSpPr>
              <p:cNvPr id="24592" name="Line 102"/>
              <p:cNvSpPr>
                <a:spLocks noChangeShapeType="1"/>
              </p:cNvSpPr>
              <p:nvPr/>
            </p:nvSpPr>
            <p:spPr bwMode="auto">
              <a:xfrm>
                <a:off x="686" y="2984"/>
                <a:ext cx="2828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593" name="Rectangle 103"/>
              <p:cNvSpPr>
                <a:spLocks noChangeArrowheads="1"/>
              </p:cNvSpPr>
              <p:nvPr/>
            </p:nvSpPr>
            <p:spPr bwMode="auto">
              <a:xfrm>
                <a:off x="808" y="2749"/>
                <a:ext cx="516" cy="464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24594" name="Freeform 104"/>
              <p:cNvSpPr>
                <a:spLocks/>
              </p:cNvSpPr>
              <p:nvPr/>
            </p:nvSpPr>
            <p:spPr bwMode="auto">
              <a:xfrm>
                <a:off x="746" y="2747"/>
                <a:ext cx="57" cy="58"/>
              </a:xfrm>
              <a:custGeom>
                <a:avLst/>
                <a:gdLst>
                  <a:gd name="T0" fmla="*/ 57 w 57"/>
                  <a:gd name="T1" fmla="*/ 0 h 58"/>
                  <a:gd name="T2" fmla="*/ 0 w 57"/>
                  <a:gd name="T3" fmla="*/ 58 h 58"/>
                  <a:gd name="T4" fmla="*/ 0 60000 65536"/>
                  <a:gd name="T5" fmla="*/ 0 60000 65536"/>
                  <a:gd name="T6" fmla="*/ 0 w 57"/>
                  <a:gd name="T7" fmla="*/ 0 h 58"/>
                  <a:gd name="T8" fmla="*/ 57 w 57"/>
                  <a:gd name="T9" fmla="*/ 58 h 58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7" h="58">
                    <a:moveTo>
                      <a:pt x="57" y="0"/>
                    </a:moveTo>
                    <a:lnTo>
                      <a:pt x="0" y="58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595" name="Freeform 105"/>
              <p:cNvSpPr>
                <a:spLocks/>
              </p:cNvSpPr>
              <p:nvPr/>
            </p:nvSpPr>
            <p:spPr bwMode="auto">
              <a:xfrm>
                <a:off x="746" y="3157"/>
                <a:ext cx="55" cy="56"/>
              </a:xfrm>
              <a:custGeom>
                <a:avLst/>
                <a:gdLst>
                  <a:gd name="T0" fmla="*/ 55 w 55"/>
                  <a:gd name="T1" fmla="*/ 56 h 56"/>
                  <a:gd name="T2" fmla="*/ 0 w 55"/>
                  <a:gd name="T3" fmla="*/ 0 h 56"/>
                  <a:gd name="T4" fmla="*/ 0 60000 65536"/>
                  <a:gd name="T5" fmla="*/ 0 60000 65536"/>
                  <a:gd name="T6" fmla="*/ 0 w 55"/>
                  <a:gd name="T7" fmla="*/ 0 h 56"/>
                  <a:gd name="T8" fmla="*/ 55 w 55"/>
                  <a:gd name="T9" fmla="*/ 56 h 5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5" h="56">
                    <a:moveTo>
                      <a:pt x="55" y="56"/>
                    </a:moveTo>
                    <a:lnTo>
                      <a:pt x="0" y="0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596" name="Line 106"/>
              <p:cNvSpPr>
                <a:spLocks noChangeShapeType="1"/>
              </p:cNvSpPr>
              <p:nvPr/>
            </p:nvSpPr>
            <p:spPr bwMode="auto">
              <a:xfrm flipV="1">
                <a:off x="750" y="2795"/>
                <a:ext cx="0" cy="37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597" name="Line 107"/>
              <p:cNvSpPr>
                <a:spLocks noChangeShapeType="1"/>
              </p:cNvSpPr>
              <p:nvPr/>
            </p:nvSpPr>
            <p:spPr bwMode="auto">
              <a:xfrm>
                <a:off x="1324" y="2800"/>
                <a:ext cx="5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598" name="Line 108"/>
              <p:cNvSpPr>
                <a:spLocks noChangeShapeType="1"/>
              </p:cNvSpPr>
              <p:nvPr/>
            </p:nvSpPr>
            <p:spPr bwMode="auto">
              <a:xfrm>
                <a:off x="1322" y="3159"/>
                <a:ext cx="58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599" name="Line 109"/>
              <p:cNvSpPr>
                <a:spLocks noChangeShapeType="1"/>
              </p:cNvSpPr>
              <p:nvPr/>
            </p:nvSpPr>
            <p:spPr bwMode="auto">
              <a:xfrm>
                <a:off x="1382" y="2706"/>
                <a:ext cx="0" cy="56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00" name="Line 110"/>
              <p:cNvSpPr>
                <a:spLocks noChangeShapeType="1"/>
              </p:cNvSpPr>
              <p:nvPr/>
            </p:nvSpPr>
            <p:spPr bwMode="auto">
              <a:xfrm>
                <a:off x="1382" y="2711"/>
                <a:ext cx="26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01" name="Line 111"/>
              <p:cNvSpPr>
                <a:spLocks noChangeShapeType="1"/>
              </p:cNvSpPr>
              <p:nvPr/>
            </p:nvSpPr>
            <p:spPr bwMode="auto">
              <a:xfrm>
                <a:off x="1382" y="3257"/>
                <a:ext cx="26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02" name="Line 112"/>
              <p:cNvSpPr>
                <a:spLocks noChangeShapeType="1"/>
              </p:cNvSpPr>
              <p:nvPr/>
            </p:nvSpPr>
            <p:spPr bwMode="auto">
              <a:xfrm>
                <a:off x="1706" y="2711"/>
                <a:ext cx="22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03" name="Line 113"/>
              <p:cNvSpPr>
                <a:spLocks noChangeShapeType="1"/>
              </p:cNvSpPr>
              <p:nvPr/>
            </p:nvSpPr>
            <p:spPr bwMode="auto">
              <a:xfrm>
                <a:off x="1706" y="3257"/>
                <a:ext cx="22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04" name="Rectangle 114"/>
              <p:cNvSpPr>
                <a:spLocks noChangeArrowheads="1"/>
              </p:cNvSpPr>
              <p:nvPr/>
            </p:nvSpPr>
            <p:spPr bwMode="auto">
              <a:xfrm>
                <a:off x="1986" y="2662"/>
                <a:ext cx="634" cy="642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24605" name="Line 115"/>
              <p:cNvSpPr>
                <a:spLocks noChangeShapeType="1"/>
              </p:cNvSpPr>
              <p:nvPr/>
            </p:nvSpPr>
            <p:spPr bwMode="auto">
              <a:xfrm>
                <a:off x="2679" y="2749"/>
                <a:ext cx="26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06" name="Line 116"/>
              <p:cNvSpPr>
                <a:spLocks noChangeShapeType="1"/>
              </p:cNvSpPr>
              <p:nvPr/>
            </p:nvSpPr>
            <p:spPr bwMode="auto">
              <a:xfrm>
                <a:off x="2679" y="3213"/>
                <a:ext cx="26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07" name="Line 117"/>
              <p:cNvSpPr>
                <a:spLocks noChangeShapeType="1"/>
              </p:cNvSpPr>
              <p:nvPr/>
            </p:nvSpPr>
            <p:spPr bwMode="auto">
              <a:xfrm>
                <a:off x="3010" y="2749"/>
                <a:ext cx="37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08" name="Line 118"/>
              <p:cNvSpPr>
                <a:spLocks noChangeShapeType="1"/>
              </p:cNvSpPr>
              <p:nvPr/>
            </p:nvSpPr>
            <p:spPr bwMode="auto">
              <a:xfrm>
                <a:off x="3010" y="3213"/>
                <a:ext cx="374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09" name="Line 119"/>
              <p:cNvSpPr>
                <a:spLocks noChangeShapeType="1"/>
              </p:cNvSpPr>
              <p:nvPr/>
            </p:nvSpPr>
            <p:spPr bwMode="auto">
              <a:xfrm>
                <a:off x="3384" y="2741"/>
                <a:ext cx="0" cy="48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10" name="Freeform 120"/>
              <p:cNvSpPr>
                <a:spLocks/>
              </p:cNvSpPr>
              <p:nvPr/>
            </p:nvSpPr>
            <p:spPr bwMode="auto">
              <a:xfrm>
                <a:off x="3381" y="2741"/>
                <a:ext cx="65" cy="64"/>
              </a:xfrm>
              <a:custGeom>
                <a:avLst/>
                <a:gdLst>
                  <a:gd name="T0" fmla="*/ 0 w 65"/>
                  <a:gd name="T1" fmla="*/ 0 h 64"/>
                  <a:gd name="T2" fmla="*/ 65 w 65"/>
                  <a:gd name="T3" fmla="*/ 64 h 64"/>
                  <a:gd name="T4" fmla="*/ 0 60000 65536"/>
                  <a:gd name="T5" fmla="*/ 0 60000 65536"/>
                  <a:gd name="T6" fmla="*/ 0 w 65"/>
                  <a:gd name="T7" fmla="*/ 0 h 64"/>
                  <a:gd name="T8" fmla="*/ 65 w 65"/>
                  <a:gd name="T9" fmla="*/ 64 h 6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5" h="64">
                    <a:moveTo>
                      <a:pt x="0" y="0"/>
                    </a:moveTo>
                    <a:lnTo>
                      <a:pt x="65" y="64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11" name="Freeform 121"/>
              <p:cNvSpPr>
                <a:spLocks/>
              </p:cNvSpPr>
              <p:nvPr/>
            </p:nvSpPr>
            <p:spPr bwMode="auto">
              <a:xfrm>
                <a:off x="3386" y="3151"/>
                <a:ext cx="60" cy="60"/>
              </a:xfrm>
              <a:custGeom>
                <a:avLst/>
                <a:gdLst>
                  <a:gd name="T0" fmla="*/ 0 w 60"/>
                  <a:gd name="T1" fmla="*/ 60 h 60"/>
                  <a:gd name="T2" fmla="*/ 60 w 60"/>
                  <a:gd name="T3" fmla="*/ 0 h 60"/>
                  <a:gd name="T4" fmla="*/ 0 60000 65536"/>
                  <a:gd name="T5" fmla="*/ 0 60000 65536"/>
                  <a:gd name="T6" fmla="*/ 0 w 60"/>
                  <a:gd name="T7" fmla="*/ 0 h 60"/>
                  <a:gd name="T8" fmla="*/ 60 w 60"/>
                  <a:gd name="T9" fmla="*/ 60 h 6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0" h="60">
                    <a:moveTo>
                      <a:pt x="0" y="60"/>
                    </a:moveTo>
                    <a:lnTo>
                      <a:pt x="60" y="0"/>
                    </a:ln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12" name="Line 122"/>
              <p:cNvSpPr>
                <a:spLocks noChangeShapeType="1"/>
              </p:cNvSpPr>
              <p:nvPr/>
            </p:nvSpPr>
            <p:spPr bwMode="auto">
              <a:xfrm flipV="1">
                <a:off x="3444" y="2799"/>
                <a:ext cx="0" cy="36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13" name="Freeform 123"/>
              <p:cNvSpPr>
                <a:spLocks/>
              </p:cNvSpPr>
              <p:nvPr/>
            </p:nvSpPr>
            <p:spPr bwMode="auto">
              <a:xfrm>
                <a:off x="1922" y="2670"/>
                <a:ext cx="62" cy="41"/>
              </a:xfrm>
              <a:custGeom>
                <a:avLst/>
                <a:gdLst>
                  <a:gd name="T0" fmla="*/ 0 w 62"/>
                  <a:gd name="T1" fmla="*/ 41 h 41"/>
                  <a:gd name="T2" fmla="*/ 26 w 62"/>
                  <a:gd name="T3" fmla="*/ 36 h 41"/>
                  <a:gd name="T4" fmla="*/ 48 w 62"/>
                  <a:gd name="T5" fmla="*/ 22 h 41"/>
                  <a:gd name="T6" fmla="*/ 62 w 62"/>
                  <a:gd name="T7" fmla="*/ 0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2"/>
                  <a:gd name="T13" fmla="*/ 0 h 41"/>
                  <a:gd name="T14" fmla="*/ 62 w 62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2" h="41">
                    <a:moveTo>
                      <a:pt x="0" y="41"/>
                    </a:moveTo>
                    <a:cubicBezTo>
                      <a:pt x="5" y="41"/>
                      <a:pt x="18" y="39"/>
                      <a:pt x="26" y="36"/>
                    </a:cubicBezTo>
                    <a:cubicBezTo>
                      <a:pt x="34" y="33"/>
                      <a:pt x="42" y="28"/>
                      <a:pt x="48" y="22"/>
                    </a:cubicBezTo>
                    <a:cubicBezTo>
                      <a:pt x="54" y="16"/>
                      <a:pt x="59" y="5"/>
                      <a:pt x="62" y="0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14" name="Freeform 124"/>
              <p:cNvSpPr>
                <a:spLocks/>
              </p:cNvSpPr>
              <p:nvPr/>
            </p:nvSpPr>
            <p:spPr bwMode="auto">
              <a:xfrm>
                <a:off x="1910" y="3255"/>
                <a:ext cx="74" cy="44"/>
              </a:xfrm>
              <a:custGeom>
                <a:avLst/>
                <a:gdLst>
                  <a:gd name="T0" fmla="*/ 0 w 74"/>
                  <a:gd name="T1" fmla="*/ 2 h 44"/>
                  <a:gd name="T2" fmla="*/ 32 w 74"/>
                  <a:gd name="T3" fmla="*/ 2 h 44"/>
                  <a:gd name="T4" fmla="*/ 53 w 74"/>
                  <a:gd name="T5" fmla="*/ 13 h 44"/>
                  <a:gd name="T6" fmla="*/ 67 w 74"/>
                  <a:gd name="T7" fmla="*/ 27 h 44"/>
                  <a:gd name="T8" fmla="*/ 74 w 74"/>
                  <a:gd name="T9" fmla="*/ 44 h 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4"/>
                  <a:gd name="T16" fmla="*/ 0 h 44"/>
                  <a:gd name="T17" fmla="*/ 74 w 74"/>
                  <a:gd name="T18" fmla="*/ 44 h 4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4" h="44">
                    <a:moveTo>
                      <a:pt x="0" y="2"/>
                    </a:moveTo>
                    <a:cubicBezTo>
                      <a:pt x="6" y="2"/>
                      <a:pt x="23" y="0"/>
                      <a:pt x="32" y="2"/>
                    </a:cubicBezTo>
                    <a:cubicBezTo>
                      <a:pt x="41" y="4"/>
                      <a:pt x="47" y="9"/>
                      <a:pt x="53" y="13"/>
                    </a:cubicBezTo>
                    <a:cubicBezTo>
                      <a:pt x="59" y="17"/>
                      <a:pt x="63" y="22"/>
                      <a:pt x="67" y="27"/>
                    </a:cubicBezTo>
                    <a:cubicBezTo>
                      <a:pt x="71" y="32"/>
                      <a:pt x="73" y="41"/>
                      <a:pt x="74" y="44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15" name="Freeform 125"/>
              <p:cNvSpPr>
                <a:spLocks/>
              </p:cNvSpPr>
              <p:nvPr/>
            </p:nvSpPr>
            <p:spPr bwMode="auto">
              <a:xfrm>
                <a:off x="2623" y="2709"/>
                <a:ext cx="62" cy="40"/>
              </a:xfrm>
              <a:custGeom>
                <a:avLst/>
                <a:gdLst>
                  <a:gd name="T0" fmla="*/ 62 w 62"/>
                  <a:gd name="T1" fmla="*/ 40 h 40"/>
                  <a:gd name="T2" fmla="*/ 43 w 62"/>
                  <a:gd name="T3" fmla="*/ 38 h 40"/>
                  <a:gd name="T4" fmla="*/ 24 w 62"/>
                  <a:gd name="T5" fmla="*/ 31 h 40"/>
                  <a:gd name="T6" fmla="*/ 9 w 62"/>
                  <a:gd name="T7" fmla="*/ 19 h 40"/>
                  <a:gd name="T8" fmla="*/ 0 w 62"/>
                  <a:gd name="T9" fmla="*/ 0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2"/>
                  <a:gd name="T16" fmla="*/ 0 h 40"/>
                  <a:gd name="T17" fmla="*/ 62 w 62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2" h="40">
                    <a:moveTo>
                      <a:pt x="62" y="40"/>
                    </a:moveTo>
                    <a:cubicBezTo>
                      <a:pt x="59" y="40"/>
                      <a:pt x="49" y="39"/>
                      <a:pt x="43" y="38"/>
                    </a:cubicBezTo>
                    <a:cubicBezTo>
                      <a:pt x="37" y="37"/>
                      <a:pt x="30" y="34"/>
                      <a:pt x="24" y="31"/>
                    </a:cubicBezTo>
                    <a:cubicBezTo>
                      <a:pt x="18" y="28"/>
                      <a:pt x="13" y="24"/>
                      <a:pt x="9" y="19"/>
                    </a:cubicBezTo>
                    <a:cubicBezTo>
                      <a:pt x="5" y="14"/>
                      <a:pt x="2" y="4"/>
                      <a:pt x="0" y="0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24616" name="Freeform 126"/>
              <p:cNvSpPr>
                <a:spLocks/>
              </p:cNvSpPr>
              <p:nvPr/>
            </p:nvSpPr>
            <p:spPr bwMode="auto">
              <a:xfrm>
                <a:off x="2620" y="3211"/>
                <a:ext cx="78" cy="52"/>
              </a:xfrm>
              <a:custGeom>
                <a:avLst/>
                <a:gdLst>
                  <a:gd name="T0" fmla="*/ 78 w 78"/>
                  <a:gd name="T1" fmla="*/ 3 h 52"/>
                  <a:gd name="T2" fmla="*/ 44 w 78"/>
                  <a:gd name="T3" fmla="*/ 3 h 52"/>
                  <a:gd name="T4" fmla="*/ 20 w 78"/>
                  <a:gd name="T5" fmla="*/ 19 h 52"/>
                  <a:gd name="T6" fmla="*/ 0 w 78"/>
                  <a:gd name="T7" fmla="*/ 52 h 5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8"/>
                  <a:gd name="T13" fmla="*/ 0 h 52"/>
                  <a:gd name="T14" fmla="*/ 78 w 78"/>
                  <a:gd name="T15" fmla="*/ 52 h 5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8" h="52">
                    <a:moveTo>
                      <a:pt x="78" y="3"/>
                    </a:moveTo>
                    <a:cubicBezTo>
                      <a:pt x="72" y="3"/>
                      <a:pt x="54" y="0"/>
                      <a:pt x="44" y="3"/>
                    </a:cubicBezTo>
                    <a:cubicBezTo>
                      <a:pt x="34" y="6"/>
                      <a:pt x="27" y="11"/>
                      <a:pt x="20" y="19"/>
                    </a:cubicBezTo>
                    <a:cubicBezTo>
                      <a:pt x="13" y="27"/>
                      <a:pt x="4" y="45"/>
                      <a:pt x="0" y="52"/>
                    </a:cubicBezTo>
                  </a:path>
                </a:pathLst>
              </a:custGeom>
              <a:noFill/>
              <a:ln w="38100" cap="flat" cmpd="sng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24587" name="Text Box 127"/>
            <p:cNvSpPr txBox="1">
              <a:spLocks noChangeArrowheads="1"/>
            </p:cNvSpPr>
            <p:nvPr/>
          </p:nvSpPr>
          <p:spPr bwMode="auto">
            <a:xfrm>
              <a:off x="1481" y="3651"/>
              <a:ext cx="1243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000" b="1"/>
                <a:t>阶梯轴断开画法</a:t>
              </a:r>
            </a:p>
          </p:txBody>
        </p:sp>
        <p:sp>
          <p:nvSpPr>
            <p:cNvPr id="24588" name="Freeform 128"/>
            <p:cNvSpPr>
              <a:spLocks/>
            </p:cNvSpPr>
            <p:nvPr/>
          </p:nvSpPr>
          <p:spPr bwMode="auto">
            <a:xfrm>
              <a:off x="1606" y="2713"/>
              <a:ext cx="37" cy="553"/>
            </a:xfrm>
            <a:custGeom>
              <a:avLst/>
              <a:gdLst>
                <a:gd name="T0" fmla="*/ 37 w 37"/>
                <a:gd name="T1" fmla="*/ 0 h 553"/>
                <a:gd name="T2" fmla="*/ 8 w 37"/>
                <a:gd name="T3" fmla="*/ 80 h 553"/>
                <a:gd name="T4" fmla="*/ 23 w 37"/>
                <a:gd name="T5" fmla="*/ 196 h 553"/>
                <a:gd name="T6" fmla="*/ 1 w 37"/>
                <a:gd name="T7" fmla="*/ 313 h 553"/>
                <a:gd name="T8" fmla="*/ 30 w 37"/>
                <a:gd name="T9" fmla="*/ 422 h 553"/>
                <a:gd name="T10" fmla="*/ 8 w 37"/>
                <a:gd name="T11" fmla="*/ 487 h 553"/>
                <a:gd name="T12" fmla="*/ 30 w 37"/>
                <a:gd name="T13" fmla="*/ 553 h 55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37"/>
                <a:gd name="T22" fmla="*/ 0 h 553"/>
                <a:gd name="T23" fmla="*/ 37 w 37"/>
                <a:gd name="T24" fmla="*/ 553 h 553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37" h="553">
                  <a:moveTo>
                    <a:pt x="37" y="0"/>
                  </a:moveTo>
                  <a:cubicBezTo>
                    <a:pt x="23" y="23"/>
                    <a:pt x="10" y="47"/>
                    <a:pt x="8" y="80"/>
                  </a:cubicBezTo>
                  <a:cubicBezTo>
                    <a:pt x="6" y="113"/>
                    <a:pt x="24" y="157"/>
                    <a:pt x="23" y="196"/>
                  </a:cubicBezTo>
                  <a:cubicBezTo>
                    <a:pt x="22" y="235"/>
                    <a:pt x="0" y="275"/>
                    <a:pt x="1" y="313"/>
                  </a:cubicBezTo>
                  <a:cubicBezTo>
                    <a:pt x="2" y="351"/>
                    <a:pt x="29" y="393"/>
                    <a:pt x="30" y="422"/>
                  </a:cubicBezTo>
                  <a:cubicBezTo>
                    <a:pt x="31" y="451"/>
                    <a:pt x="8" y="465"/>
                    <a:pt x="8" y="487"/>
                  </a:cubicBezTo>
                  <a:cubicBezTo>
                    <a:pt x="8" y="509"/>
                    <a:pt x="25" y="539"/>
                    <a:pt x="30" y="553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589" name="Freeform 129"/>
            <p:cNvSpPr>
              <a:spLocks/>
            </p:cNvSpPr>
            <p:nvPr/>
          </p:nvSpPr>
          <p:spPr bwMode="auto">
            <a:xfrm>
              <a:off x="1672" y="2713"/>
              <a:ext cx="55" cy="545"/>
            </a:xfrm>
            <a:custGeom>
              <a:avLst/>
              <a:gdLst>
                <a:gd name="T0" fmla="*/ 37 w 55"/>
                <a:gd name="T1" fmla="*/ 0 h 545"/>
                <a:gd name="T2" fmla="*/ 1 w 55"/>
                <a:gd name="T3" fmla="*/ 73 h 545"/>
                <a:gd name="T4" fmla="*/ 30 w 55"/>
                <a:gd name="T5" fmla="*/ 182 h 545"/>
                <a:gd name="T6" fmla="*/ 8 w 55"/>
                <a:gd name="T7" fmla="*/ 298 h 545"/>
                <a:gd name="T8" fmla="*/ 51 w 55"/>
                <a:gd name="T9" fmla="*/ 429 h 545"/>
                <a:gd name="T10" fmla="*/ 30 w 55"/>
                <a:gd name="T11" fmla="*/ 545 h 54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5"/>
                <a:gd name="T19" fmla="*/ 0 h 545"/>
                <a:gd name="T20" fmla="*/ 55 w 55"/>
                <a:gd name="T21" fmla="*/ 545 h 54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5" h="545">
                  <a:moveTo>
                    <a:pt x="37" y="0"/>
                  </a:moveTo>
                  <a:cubicBezTo>
                    <a:pt x="19" y="21"/>
                    <a:pt x="2" y="43"/>
                    <a:pt x="1" y="73"/>
                  </a:cubicBezTo>
                  <a:cubicBezTo>
                    <a:pt x="0" y="103"/>
                    <a:pt x="29" y="145"/>
                    <a:pt x="30" y="182"/>
                  </a:cubicBezTo>
                  <a:cubicBezTo>
                    <a:pt x="31" y="219"/>
                    <a:pt x="5" y="257"/>
                    <a:pt x="8" y="298"/>
                  </a:cubicBezTo>
                  <a:cubicBezTo>
                    <a:pt x="11" y="339"/>
                    <a:pt x="47" y="388"/>
                    <a:pt x="51" y="429"/>
                  </a:cubicBezTo>
                  <a:cubicBezTo>
                    <a:pt x="55" y="470"/>
                    <a:pt x="34" y="526"/>
                    <a:pt x="30" y="545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590" name="Freeform 130"/>
            <p:cNvSpPr>
              <a:spLocks/>
            </p:cNvSpPr>
            <p:nvPr/>
          </p:nvSpPr>
          <p:spPr bwMode="auto">
            <a:xfrm>
              <a:off x="2915" y="2749"/>
              <a:ext cx="41" cy="466"/>
            </a:xfrm>
            <a:custGeom>
              <a:avLst/>
              <a:gdLst>
                <a:gd name="T0" fmla="*/ 23 w 41"/>
                <a:gd name="T1" fmla="*/ 0 h 466"/>
                <a:gd name="T2" fmla="*/ 37 w 41"/>
                <a:gd name="T3" fmla="*/ 88 h 466"/>
                <a:gd name="T4" fmla="*/ 1 w 41"/>
                <a:gd name="T5" fmla="*/ 211 h 466"/>
                <a:gd name="T6" fmla="*/ 30 w 41"/>
                <a:gd name="T7" fmla="*/ 320 h 466"/>
                <a:gd name="T8" fmla="*/ 1 w 41"/>
                <a:gd name="T9" fmla="*/ 393 h 466"/>
                <a:gd name="T10" fmla="*/ 23 w 41"/>
                <a:gd name="T11" fmla="*/ 466 h 4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41"/>
                <a:gd name="T19" fmla="*/ 0 h 466"/>
                <a:gd name="T20" fmla="*/ 41 w 41"/>
                <a:gd name="T21" fmla="*/ 466 h 46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41" h="466">
                  <a:moveTo>
                    <a:pt x="23" y="0"/>
                  </a:moveTo>
                  <a:cubicBezTo>
                    <a:pt x="32" y="26"/>
                    <a:pt x="41" y="53"/>
                    <a:pt x="37" y="88"/>
                  </a:cubicBezTo>
                  <a:cubicBezTo>
                    <a:pt x="33" y="123"/>
                    <a:pt x="2" y="172"/>
                    <a:pt x="1" y="211"/>
                  </a:cubicBezTo>
                  <a:cubicBezTo>
                    <a:pt x="0" y="250"/>
                    <a:pt x="30" y="290"/>
                    <a:pt x="30" y="320"/>
                  </a:cubicBezTo>
                  <a:cubicBezTo>
                    <a:pt x="30" y="350"/>
                    <a:pt x="2" y="369"/>
                    <a:pt x="1" y="393"/>
                  </a:cubicBezTo>
                  <a:cubicBezTo>
                    <a:pt x="0" y="417"/>
                    <a:pt x="19" y="451"/>
                    <a:pt x="23" y="466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591" name="Freeform 131"/>
            <p:cNvSpPr>
              <a:spLocks/>
            </p:cNvSpPr>
            <p:nvPr/>
          </p:nvSpPr>
          <p:spPr bwMode="auto">
            <a:xfrm>
              <a:off x="2987" y="2749"/>
              <a:ext cx="46" cy="466"/>
            </a:xfrm>
            <a:custGeom>
              <a:avLst/>
              <a:gdLst>
                <a:gd name="T0" fmla="*/ 24 w 46"/>
                <a:gd name="T1" fmla="*/ 0 h 466"/>
                <a:gd name="T2" fmla="*/ 38 w 46"/>
                <a:gd name="T3" fmla="*/ 58 h 466"/>
                <a:gd name="T4" fmla="*/ 2 w 46"/>
                <a:gd name="T5" fmla="*/ 138 h 466"/>
                <a:gd name="T6" fmla="*/ 24 w 46"/>
                <a:gd name="T7" fmla="*/ 233 h 466"/>
                <a:gd name="T8" fmla="*/ 16 w 46"/>
                <a:gd name="T9" fmla="*/ 328 h 466"/>
                <a:gd name="T10" fmla="*/ 45 w 46"/>
                <a:gd name="T11" fmla="*/ 393 h 466"/>
                <a:gd name="T12" fmla="*/ 24 w 46"/>
                <a:gd name="T13" fmla="*/ 466 h 4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46"/>
                <a:gd name="T22" fmla="*/ 0 h 466"/>
                <a:gd name="T23" fmla="*/ 46 w 46"/>
                <a:gd name="T24" fmla="*/ 466 h 46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46" h="466">
                  <a:moveTo>
                    <a:pt x="24" y="0"/>
                  </a:moveTo>
                  <a:cubicBezTo>
                    <a:pt x="33" y="17"/>
                    <a:pt x="42" y="35"/>
                    <a:pt x="38" y="58"/>
                  </a:cubicBezTo>
                  <a:cubicBezTo>
                    <a:pt x="34" y="81"/>
                    <a:pt x="4" y="109"/>
                    <a:pt x="2" y="138"/>
                  </a:cubicBezTo>
                  <a:cubicBezTo>
                    <a:pt x="0" y="167"/>
                    <a:pt x="22" y="201"/>
                    <a:pt x="24" y="233"/>
                  </a:cubicBezTo>
                  <a:cubicBezTo>
                    <a:pt x="26" y="265"/>
                    <a:pt x="13" y="301"/>
                    <a:pt x="16" y="328"/>
                  </a:cubicBezTo>
                  <a:cubicBezTo>
                    <a:pt x="19" y="355"/>
                    <a:pt x="44" y="370"/>
                    <a:pt x="45" y="393"/>
                  </a:cubicBezTo>
                  <a:cubicBezTo>
                    <a:pt x="46" y="416"/>
                    <a:pt x="28" y="451"/>
                    <a:pt x="24" y="466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499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499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99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928" grpId="0" autoUpdateAnimBg="0"/>
      <p:bldP spid="249929" grpId="0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6DDC06-AA72-49B5-AD7B-54D4C595218E}" type="slidenum">
              <a:rPr lang="en-US" altLang="zh-CN"/>
              <a:pPr>
                <a:defRPr/>
              </a:pPr>
              <a:t>25</a:t>
            </a:fld>
            <a:endParaRPr lang="en-US" altLang="zh-CN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1411288" y="2232025"/>
            <a:ext cx="1328737" cy="2362200"/>
            <a:chOff x="1943" y="1237"/>
            <a:chExt cx="848" cy="1488"/>
          </a:xfrm>
        </p:grpSpPr>
        <p:sp>
          <p:nvSpPr>
            <p:cNvPr id="25622" name="Line 3"/>
            <p:cNvSpPr>
              <a:spLocks noChangeShapeType="1"/>
            </p:cNvSpPr>
            <p:nvPr/>
          </p:nvSpPr>
          <p:spPr bwMode="auto">
            <a:xfrm>
              <a:off x="2363" y="1237"/>
              <a:ext cx="0" cy="148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23" name="Line 4"/>
            <p:cNvSpPr>
              <a:spLocks noChangeShapeType="1"/>
            </p:cNvSpPr>
            <p:nvPr/>
          </p:nvSpPr>
          <p:spPr bwMode="auto">
            <a:xfrm>
              <a:off x="1944" y="1285"/>
              <a:ext cx="0" cy="131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24" name="Line 5"/>
            <p:cNvSpPr>
              <a:spLocks noChangeShapeType="1"/>
            </p:cNvSpPr>
            <p:nvPr/>
          </p:nvSpPr>
          <p:spPr bwMode="auto">
            <a:xfrm>
              <a:off x="2782" y="1285"/>
              <a:ext cx="0" cy="131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25" name="Line 6"/>
            <p:cNvSpPr>
              <a:spLocks noChangeShapeType="1"/>
            </p:cNvSpPr>
            <p:nvPr/>
          </p:nvSpPr>
          <p:spPr bwMode="auto">
            <a:xfrm>
              <a:off x="1945" y="1293"/>
              <a:ext cx="83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26" name="Line 7"/>
            <p:cNvSpPr>
              <a:spLocks noChangeShapeType="1"/>
            </p:cNvSpPr>
            <p:nvPr/>
          </p:nvSpPr>
          <p:spPr bwMode="auto">
            <a:xfrm>
              <a:off x="2412" y="1293"/>
              <a:ext cx="0" cy="64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27" name="Line 8"/>
            <p:cNvSpPr>
              <a:spLocks noChangeShapeType="1"/>
            </p:cNvSpPr>
            <p:nvPr/>
          </p:nvSpPr>
          <p:spPr bwMode="auto">
            <a:xfrm>
              <a:off x="2314" y="1302"/>
              <a:ext cx="0" cy="64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28" name="Line 9"/>
            <p:cNvSpPr>
              <a:spLocks noChangeShapeType="1"/>
            </p:cNvSpPr>
            <p:nvPr/>
          </p:nvSpPr>
          <p:spPr bwMode="auto">
            <a:xfrm flipH="1">
              <a:off x="1951" y="1933"/>
              <a:ext cx="369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29" name="Line 10"/>
            <p:cNvSpPr>
              <a:spLocks noChangeShapeType="1"/>
            </p:cNvSpPr>
            <p:nvPr/>
          </p:nvSpPr>
          <p:spPr bwMode="auto">
            <a:xfrm>
              <a:off x="2407" y="1933"/>
              <a:ext cx="36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30" name="Line 11"/>
            <p:cNvSpPr>
              <a:spLocks noChangeShapeType="1"/>
            </p:cNvSpPr>
            <p:nvPr/>
          </p:nvSpPr>
          <p:spPr bwMode="auto">
            <a:xfrm flipH="1">
              <a:off x="2412" y="1293"/>
              <a:ext cx="369" cy="6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31" name="Line 12"/>
            <p:cNvSpPr>
              <a:spLocks noChangeShapeType="1"/>
            </p:cNvSpPr>
            <p:nvPr/>
          </p:nvSpPr>
          <p:spPr bwMode="auto">
            <a:xfrm>
              <a:off x="2412" y="1293"/>
              <a:ext cx="369" cy="6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32" name="Line 13"/>
            <p:cNvSpPr>
              <a:spLocks noChangeShapeType="1"/>
            </p:cNvSpPr>
            <p:nvPr/>
          </p:nvSpPr>
          <p:spPr bwMode="auto">
            <a:xfrm>
              <a:off x="1945" y="1293"/>
              <a:ext cx="369" cy="6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33" name="Line 14"/>
            <p:cNvSpPr>
              <a:spLocks noChangeShapeType="1"/>
            </p:cNvSpPr>
            <p:nvPr/>
          </p:nvSpPr>
          <p:spPr bwMode="auto">
            <a:xfrm flipH="1">
              <a:off x="1952" y="1293"/>
              <a:ext cx="362" cy="64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34" name="Freeform 15"/>
            <p:cNvSpPr>
              <a:spLocks/>
            </p:cNvSpPr>
            <p:nvPr/>
          </p:nvSpPr>
          <p:spPr bwMode="auto">
            <a:xfrm>
              <a:off x="1943" y="2514"/>
              <a:ext cx="848" cy="165"/>
            </a:xfrm>
            <a:custGeom>
              <a:avLst/>
              <a:gdLst>
                <a:gd name="T0" fmla="*/ 0 w 1003"/>
                <a:gd name="T1" fmla="*/ 81 h 165"/>
                <a:gd name="T2" fmla="*/ 68 w 1003"/>
                <a:gd name="T3" fmla="*/ 103 h 165"/>
                <a:gd name="T4" fmla="*/ 172 w 1003"/>
                <a:gd name="T5" fmla="*/ 140 h 165"/>
                <a:gd name="T6" fmla="*/ 254 w 1003"/>
                <a:gd name="T7" fmla="*/ 140 h 165"/>
                <a:gd name="T8" fmla="*/ 322 w 1003"/>
                <a:gd name="T9" fmla="*/ 125 h 165"/>
                <a:gd name="T10" fmla="*/ 348 w 1003"/>
                <a:gd name="T11" fmla="*/ 103 h 165"/>
                <a:gd name="T12" fmla="*/ 421 w 1003"/>
                <a:gd name="T13" fmla="*/ 140 h 165"/>
                <a:gd name="T14" fmla="*/ 515 w 1003"/>
                <a:gd name="T15" fmla="*/ 161 h 165"/>
                <a:gd name="T16" fmla="*/ 613 w 1003"/>
                <a:gd name="T17" fmla="*/ 161 h 165"/>
                <a:gd name="T18" fmla="*/ 692 w 1003"/>
                <a:gd name="T19" fmla="*/ 140 h 165"/>
                <a:gd name="T20" fmla="*/ 712 w 1003"/>
                <a:gd name="T21" fmla="*/ 74 h 165"/>
                <a:gd name="T22" fmla="*/ 660 w 1003"/>
                <a:gd name="T23" fmla="*/ 23 h 165"/>
                <a:gd name="T24" fmla="*/ 577 w 1003"/>
                <a:gd name="T25" fmla="*/ 1 h 165"/>
                <a:gd name="T26" fmla="*/ 510 w 1003"/>
                <a:gd name="T27" fmla="*/ 16 h 165"/>
                <a:gd name="T28" fmla="*/ 447 w 1003"/>
                <a:gd name="T29" fmla="*/ 52 h 165"/>
                <a:gd name="T30" fmla="*/ 391 w 1003"/>
                <a:gd name="T31" fmla="*/ 81 h 165"/>
                <a:gd name="T32" fmla="*/ 358 w 1003"/>
                <a:gd name="T33" fmla="*/ 103 h 165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w 1003"/>
                <a:gd name="T52" fmla="*/ 0 h 165"/>
                <a:gd name="T53" fmla="*/ 1003 w 1003"/>
                <a:gd name="T54" fmla="*/ 165 h 165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T51" t="T52" r="T53" b="T54"/>
              <a:pathLst>
                <a:path w="1003" h="165">
                  <a:moveTo>
                    <a:pt x="0" y="81"/>
                  </a:moveTo>
                  <a:cubicBezTo>
                    <a:pt x="16" y="85"/>
                    <a:pt x="55" y="93"/>
                    <a:pt x="95" y="103"/>
                  </a:cubicBezTo>
                  <a:cubicBezTo>
                    <a:pt x="135" y="113"/>
                    <a:pt x="197" y="134"/>
                    <a:pt x="240" y="140"/>
                  </a:cubicBezTo>
                  <a:cubicBezTo>
                    <a:pt x="283" y="146"/>
                    <a:pt x="321" y="142"/>
                    <a:pt x="356" y="140"/>
                  </a:cubicBezTo>
                  <a:cubicBezTo>
                    <a:pt x="391" y="138"/>
                    <a:pt x="429" y="131"/>
                    <a:pt x="451" y="125"/>
                  </a:cubicBezTo>
                  <a:cubicBezTo>
                    <a:pt x="473" y="119"/>
                    <a:pt x="464" y="101"/>
                    <a:pt x="487" y="103"/>
                  </a:cubicBezTo>
                  <a:cubicBezTo>
                    <a:pt x="510" y="105"/>
                    <a:pt x="550" y="130"/>
                    <a:pt x="589" y="140"/>
                  </a:cubicBezTo>
                  <a:cubicBezTo>
                    <a:pt x="628" y="150"/>
                    <a:pt x="675" y="157"/>
                    <a:pt x="720" y="161"/>
                  </a:cubicBezTo>
                  <a:cubicBezTo>
                    <a:pt x="765" y="165"/>
                    <a:pt x="817" y="164"/>
                    <a:pt x="858" y="161"/>
                  </a:cubicBezTo>
                  <a:cubicBezTo>
                    <a:pt x="899" y="158"/>
                    <a:pt x="944" y="154"/>
                    <a:pt x="967" y="140"/>
                  </a:cubicBezTo>
                  <a:cubicBezTo>
                    <a:pt x="990" y="126"/>
                    <a:pt x="1003" y="93"/>
                    <a:pt x="996" y="74"/>
                  </a:cubicBezTo>
                  <a:cubicBezTo>
                    <a:pt x="989" y="55"/>
                    <a:pt x="955" y="35"/>
                    <a:pt x="924" y="23"/>
                  </a:cubicBezTo>
                  <a:cubicBezTo>
                    <a:pt x="893" y="11"/>
                    <a:pt x="842" y="2"/>
                    <a:pt x="807" y="1"/>
                  </a:cubicBezTo>
                  <a:cubicBezTo>
                    <a:pt x="772" y="0"/>
                    <a:pt x="743" y="8"/>
                    <a:pt x="713" y="16"/>
                  </a:cubicBezTo>
                  <a:cubicBezTo>
                    <a:pt x="683" y="24"/>
                    <a:pt x="654" y="41"/>
                    <a:pt x="626" y="52"/>
                  </a:cubicBezTo>
                  <a:cubicBezTo>
                    <a:pt x="598" y="63"/>
                    <a:pt x="567" y="73"/>
                    <a:pt x="546" y="81"/>
                  </a:cubicBezTo>
                  <a:cubicBezTo>
                    <a:pt x="525" y="89"/>
                    <a:pt x="511" y="99"/>
                    <a:pt x="502" y="103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35" name="Freeform 16"/>
            <p:cNvSpPr>
              <a:spLocks/>
            </p:cNvSpPr>
            <p:nvPr/>
          </p:nvSpPr>
          <p:spPr bwMode="auto">
            <a:xfrm>
              <a:off x="2418" y="2545"/>
              <a:ext cx="100" cy="101"/>
            </a:xfrm>
            <a:custGeom>
              <a:avLst/>
              <a:gdLst>
                <a:gd name="T0" fmla="*/ 0 w 100"/>
                <a:gd name="T1" fmla="*/ 101 h 101"/>
                <a:gd name="T2" fmla="*/ 100 w 100"/>
                <a:gd name="T3" fmla="*/ 0 h 101"/>
                <a:gd name="T4" fmla="*/ 0 60000 65536"/>
                <a:gd name="T5" fmla="*/ 0 60000 65536"/>
                <a:gd name="T6" fmla="*/ 0 w 100"/>
                <a:gd name="T7" fmla="*/ 0 h 101"/>
                <a:gd name="T8" fmla="*/ 100 w 100"/>
                <a:gd name="T9" fmla="*/ 101 h 10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00" h="101">
                  <a:moveTo>
                    <a:pt x="0" y="101"/>
                  </a:moveTo>
                  <a:lnTo>
                    <a:pt x="10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36" name="Freeform 17"/>
            <p:cNvSpPr>
              <a:spLocks/>
            </p:cNvSpPr>
            <p:nvPr/>
          </p:nvSpPr>
          <p:spPr bwMode="auto">
            <a:xfrm>
              <a:off x="2521" y="2521"/>
              <a:ext cx="146" cy="147"/>
            </a:xfrm>
            <a:custGeom>
              <a:avLst/>
              <a:gdLst>
                <a:gd name="T0" fmla="*/ 0 w 146"/>
                <a:gd name="T1" fmla="*/ 147 h 147"/>
                <a:gd name="T2" fmla="*/ 146 w 146"/>
                <a:gd name="T3" fmla="*/ 0 h 147"/>
                <a:gd name="T4" fmla="*/ 0 60000 65536"/>
                <a:gd name="T5" fmla="*/ 0 60000 65536"/>
                <a:gd name="T6" fmla="*/ 0 w 146"/>
                <a:gd name="T7" fmla="*/ 0 h 147"/>
                <a:gd name="T8" fmla="*/ 146 w 146"/>
                <a:gd name="T9" fmla="*/ 147 h 14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46" h="147">
                  <a:moveTo>
                    <a:pt x="0" y="147"/>
                  </a:moveTo>
                  <a:lnTo>
                    <a:pt x="146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37" name="Freeform 18"/>
            <p:cNvSpPr>
              <a:spLocks/>
            </p:cNvSpPr>
            <p:nvPr/>
          </p:nvSpPr>
          <p:spPr bwMode="auto">
            <a:xfrm>
              <a:off x="2628" y="2554"/>
              <a:ext cx="121" cy="122"/>
            </a:xfrm>
            <a:custGeom>
              <a:avLst/>
              <a:gdLst>
                <a:gd name="T0" fmla="*/ 0 w 121"/>
                <a:gd name="T1" fmla="*/ 122 h 122"/>
                <a:gd name="T2" fmla="*/ 121 w 121"/>
                <a:gd name="T3" fmla="*/ 0 h 122"/>
                <a:gd name="T4" fmla="*/ 0 60000 65536"/>
                <a:gd name="T5" fmla="*/ 0 60000 65536"/>
                <a:gd name="T6" fmla="*/ 0 w 121"/>
                <a:gd name="T7" fmla="*/ 0 h 122"/>
                <a:gd name="T8" fmla="*/ 121 w 121"/>
                <a:gd name="T9" fmla="*/ 122 h 122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21" h="122">
                  <a:moveTo>
                    <a:pt x="0" y="122"/>
                  </a:moveTo>
                  <a:lnTo>
                    <a:pt x="121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Group 19"/>
          <p:cNvGrpSpPr>
            <a:grpSpLocks/>
          </p:cNvGrpSpPr>
          <p:nvPr/>
        </p:nvGrpSpPr>
        <p:grpSpPr bwMode="auto">
          <a:xfrm>
            <a:off x="5583238" y="2449513"/>
            <a:ext cx="2349500" cy="1004887"/>
            <a:chOff x="1348" y="3063"/>
            <a:chExt cx="1480" cy="633"/>
          </a:xfrm>
        </p:grpSpPr>
        <p:sp>
          <p:nvSpPr>
            <p:cNvPr id="25609" name="Line 20"/>
            <p:cNvSpPr>
              <a:spLocks noChangeShapeType="1"/>
            </p:cNvSpPr>
            <p:nvPr/>
          </p:nvSpPr>
          <p:spPr bwMode="auto">
            <a:xfrm>
              <a:off x="2731" y="3063"/>
              <a:ext cx="0" cy="63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10" name="Line 21"/>
            <p:cNvSpPr>
              <a:spLocks noChangeShapeType="1"/>
            </p:cNvSpPr>
            <p:nvPr/>
          </p:nvSpPr>
          <p:spPr bwMode="auto">
            <a:xfrm>
              <a:off x="1348" y="3383"/>
              <a:ext cx="148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11" name="Line 22"/>
            <p:cNvSpPr>
              <a:spLocks noChangeShapeType="1"/>
            </p:cNvSpPr>
            <p:nvPr/>
          </p:nvSpPr>
          <p:spPr bwMode="auto">
            <a:xfrm flipH="1">
              <a:off x="1495" y="3071"/>
              <a:ext cx="1236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12" name="Line 23"/>
            <p:cNvSpPr>
              <a:spLocks noChangeShapeType="1"/>
            </p:cNvSpPr>
            <p:nvPr/>
          </p:nvSpPr>
          <p:spPr bwMode="auto">
            <a:xfrm flipH="1">
              <a:off x="1466" y="3696"/>
              <a:ext cx="126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13" name="Line 24"/>
            <p:cNvSpPr>
              <a:spLocks noChangeShapeType="1"/>
            </p:cNvSpPr>
            <p:nvPr/>
          </p:nvSpPr>
          <p:spPr bwMode="auto">
            <a:xfrm flipH="1">
              <a:off x="2113" y="3129"/>
              <a:ext cx="61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14" name="Line 25"/>
            <p:cNvSpPr>
              <a:spLocks noChangeShapeType="1"/>
            </p:cNvSpPr>
            <p:nvPr/>
          </p:nvSpPr>
          <p:spPr bwMode="auto">
            <a:xfrm flipH="1">
              <a:off x="2114" y="3632"/>
              <a:ext cx="61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15" name="Line 26"/>
            <p:cNvSpPr>
              <a:spLocks noChangeShapeType="1"/>
            </p:cNvSpPr>
            <p:nvPr/>
          </p:nvSpPr>
          <p:spPr bwMode="auto">
            <a:xfrm>
              <a:off x="2121" y="3129"/>
              <a:ext cx="0" cy="5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16" name="Line 27"/>
            <p:cNvSpPr>
              <a:spLocks noChangeShapeType="1"/>
            </p:cNvSpPr>
            <p:nvPr/>
          </p:nvSpPr>
          <p:spPr bwMode="auto">
            <a:xfrm>
              <a:off x="2128" y="3129"/>
              <a:ext cx="603" cy="5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17" name="Line 28"/>
            <p:cNvSpPr>
              <a:spLocks noChangeShapeType="1"/>
            </p:cNvSpPr>
            <p:nvPr/>
          </p:nvSpPr>
          <p:spPr bwMode="auto">
            <a:xfrm flipH="1">
              <a:off x="2121" y="3129"/>
              <a:ext cx="610" cy="50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18" name="Freeform 29"/>
            <p:cNvSpPr>
              <a:spLocks/>
            </p:cNvSpPr>
            <p:nvPr/>
          </p:nvSpPr>
          <p:spPr bwMode="auto">
            <a:xfrm>
              <a:off x="1436" y="3071"/>
              <a:ext cx="126" cy="625"/>
            </a:xfrm>
            <a:custGeom>
              <a:avLst/>
              <a:gdLst>
                <a:gd name="T0" fmla="*/ 59 w 126"/>
                <a:gd name="T1" fmla="*/ 0 h 625"/>
                <a:gd name="T2" fmla="*/ 30 w 126"/>
                <a:gd name="T3" fmla="*/ 65 h 625"/>
                <a:gd name="T4" fmla="*/ 16 w 126"/>
                <a:gd name="T5" fmla="*/ 123 h 625"/>
                <a:gd name="T6" fmla="*/ 23 w 126"/>
                <a:gd name="T7" fmla="*/ 196 h 625"/>
                <a:gd name="T8" fmla="*/ 45 w 126"/>
                <a:gd name="T9" fmla="*/ 254 h 625"/>
                <a:gd name="T10" fmla="*/ 66 w 126"/>
                <a:gd name="T11" fmla="*/ 320 h 625"/>
                <a:gd name="T12" fmla="*/ 110 w 126"/>
                <a:gd name="T13" fmla="*/ 407 h 625"/>
                <a:gd name="T14" fmla="*/ 125 w 126"/>
                <a:gd name="T15" fmla="*/ 480 h 625"/>
                <a:gd name="T16" fmla="*/ 117 w 126"/>
                <a:gd name="T17" fmla="*/ 531 h 625"/>
                <a:gd name="T18" fmla="*/ 95 w 126"/>
                <a:gd name="T19" fmla="*/ 581 h 625"/>
                <a:gd name="T20" fmla="*/ 52 w 126"/>
                <a:gd name="T21" fmla="*/ 625 h 625"/>
                <a:gd name="T22" fmla="*/ 16 w 126"/>
                <a:gd name="T23" fmla="*/ 581 h 625"/>
                <a:gd name="T24" fmla="*/ 1 w 126"/>
                <a:gd name="T25" fmla="*/ 516 h 625"/>
                <a:gd name="T26" fmla="*/ 8 w 126"/>
                <a:gd name="T27" fmla="*/ 458 h 625"/>
                <a:gd name="T28" fmla="*/ 30 w 126"/>
                <a:gd name="T29" fmla="*/ 407 h 625"/>
                <a:gd name="T30" fmla="*/ 66 w 126"/>
                <a:gd name="T31" fmla="*/ 312 h 62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26"/>
                <a:gd name="T49" fmla="*/ 0 h 625"/>
                <a:gd name="T50" fmla="*/ 126 w 126"/>
                <a:gd name="T51" fmla="*/ 625 h 62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26" h="625">
                  <a:moveTo>
                    <a:pt x="59" y="0"/>
                  </a:moveTo>
                  <a:cubicBezTo>
                    <a:pt x="54" y="11"/>
                    <a:pt x="37" y="45"/>
                    <a:pt x="30" y="65"/>
                  </a:cubicBezTo>
                  <a:cubicBezTo>
                    <a:pt x="23" y="85"/>
                    <a:pt x="17" y="101"/>
                    <a:pt x="16" y="123"/>
                  </a:cubicBezTo>
                  <a:cubicBezTo>
                    <a:pt x="15" y="145"/>
                    <a:pt x="18" y="174"/>
                    <a:pt x="23" y="196"/>
                  </a:cubicBezTo>
                  <a:cubicBezTo>
                    <a:pt x="28" y="218"/>
                    <a:pt x="38" y="233"/>
                    <a:pt x="45" y="254"/>
                  </a:cubicBezTo>
                  <a:cubicBezTo>
                    <a:pt x="52" y="275"/>
                    <a:pt x="55" y="295"/>
                    <a:pt x="66" y="320"/>
                  </a:cubicBezTo>
                  <a:cubicBezTo>
                    <a:pt x="77" y="345"/>
                    <a:pt x="100" y="380"/>
                    <a:pt x="110" y="407"/>
                  </a:cubicBezTo>
                  <a:cubicBezTo>
                    <a:pt x="120" y="434"/>
                    <a:pt x="124" y="459"/>
                    <a:pt x="125" y="480"/>
                  </a:cubicBezTo>
                  <a:cubicBezTo>
                    <a:pt x="126" y="501"/>
                    <a:pt x="122" y="514"/>
                    <a:pt x="117" y="531"/>
                  </a:cubicBezTo>
                  <a:cubicBezTo>
                    <a:pt x="112" y="548"/>
                    <a:pt x="106" y="565"/>
                    <a:pt x="95" y="581"/>
                  </a:cubicBezTo>
                  <a:cubicBezTo>
                    <a:pt x="84" y="597"/>
                    <a:pt x="65" y="625"/>
                    <a:pt x="52" y="625"/>
                  </a:cubicBezTo>
                  <a:cubicBezTo>
                    <a:pt x="39" y="625"/>
                    <a:pt x="24" y="599"/>
                    <a:pt x="16" y="581"/>
                  </a:cubicBezTo>
                  <a:cubicBezTo>
                    <a:pt x="8" y="563"/>
                    <a:pt x="2" y="536"/>
                    <a:pt x="1" y="516"/>
                  </a:cubicBezTo>
                  <a:cubicBezTo>
                    <a:pt x="0" y="496"/>
                    <a:pt x="3" y="476"/>
                    <a:pt x="8" y="458"/>
                  </a:cubicBezTo>
                  <a:cubicBezTo>
                    <a:pt x="13" y="440"/>
                    <a:pt x="20" y="431"/>
                    <a:pt x="30" y="407"/>
                  </a:cubicBezTo>
                  <a:cubicBezTo>
                    <a:pt x="40" y="383"/>
                    <a:pt x="58" y="332"/>
                    <a:pt x="66" y="312"/>
                  </a:cubicBez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19" name="Line 30"/>
            <p:cNvSpPr>
              <a:spLocks noChangeShapeType="1"/>
            </p:cNvSpPr>
            <p:nvPr/>
          </p:nvSpPr>
          <p:spPr bwMode="auto">
            <a:xfrm flipV="1">
              <a:off x="1444" y="3449"/>
              <a:ext cx="95" cy="9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20" name="Line 31"/>
            <p:cNvSpPr>
              <a:spLocks noChangeShapeType="1"/>
            </p:cNvSpPr>
            <p:nvPr/>
          </p:nvSpPr>
          <p:spPr bwMode="auto">
            <a:xfrm flipV="1">
              <a:off x="1444" y="3507"/>
              <a:ext cx="109" cy="1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21" name="Line 32"/>
            <p:cNvSpPr>
              <a:spLocks noChangeShapeType="1"/>
            </p:cNvSpPr>
            <p:nvPr/>
          </p:nvSpPr>
          <p:spPr bwMode="auto">
            <a:xfrm flipV="1">
              <a:off x="1466" y="3579"/>
              <a:ext cx="95" cy="9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5605" name="Text Box 33"/>
          <p:cNvSpPr txBox="1">
            <a:spLocks noChangeArrowheads="1"/>
          </p:cNvSpPr>
          <p:nvPr/>
        </p:nvSpPr>
        <p:spPr bwMode="auto">
          <a:xfrm>
            <a:off x="376238" y="220663"/>
            <a:ext cx="42687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b="1">
                <a:latin typeface="黑体" pitchFamily="2" charset="-122"/>
                <a:ea typeface="黑体" pitchFamily="2" charset="-122"/>
              </a:rPr>
              <a:t>6 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机件上小平面的画法</a:t>
            </a:r>
          </a:p>
        </p:txBody>
      </p:sp>
      <p:sp>
        <p:nvSpPr>
          <p:cNvPr id="250914" name="Text Box 34"/>
          <p:cNvSpPr txBox="1">
            <a:spLocks noChangeArrowheads="1"/>
          </p:cNvSpPr>
          <p:nvPr/>
        </p:nvSpPr>
        <p:spPr bwMode="auto">
          <a:xfrm>
            <a:off x="692150" y="1003300"/>
            <a:ext cx="8018463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当回转体机件上的平面在图形中不能充分表达时，可用相交的两条细实线表示。</a:t>
            </a:r>
          </a:p>
        </p:txBody>
      </p:sp>
      <p:pic>
        <p:nvPicPr>
          <p:cNvPr id="250915" name="Picture 35" descr="书6-55-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485" t="15887" r="21272" b="6281"/>
          <a:stretch>
            <a:fillRect/>
          </a:stretch>
        </p:blipFill>
        <p:spPr bwMode="auto">
          <a:xfrm>
            <a:off x="5445125" y="3687763"/>
            <a:ext cx="2540000" cy="241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0916" name="Picture 36" descr="书6-55-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177" t="10774" r="29295" b="6824"/>
          <a:stretch>
            <a:fillRect/>
          </a:stretch>
        </p:blipFill>
        <p:spPr bwMode="auto">
          <a:xfrm>
            <a:off x="3279775" y="2157413"/>
            <a:ext cx="1543050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5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0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50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914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39B805-369C-478F-B239-DDF3FEB760E2}" type="slidenum">
              <a:rPr lang="en-US" altLang="zh-CN"/>
              <a:pPr>
                <a:defRPr/>
              </a:pPr>
              <a:t>26</a:t>
            </a:fld>
            <a:endParaRPr lang="en-US" altLang="zh-CN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355850" y="2898775"/>
            <a:ext cx="1841500" cy="769938"/>
            <a:chOff x="1037" y="386"/>
            <a:chExt cx="1160" cy="485"/>
          </a:xfrm>
        </p:grpSpPr>
        <p:sp>
          <p:nvSpPr>
            <p:cNvPr id="26718" name="Rectangle 3"/>
            <p:cNvSpPr>
              <a:spLocks noChangeArrowheads="1"/>
            </p:cNvSpPr>
            <p:nvPr/>
          </p:nvSpPr>
          <p:spPr bwMode="auto">
            <a:xfrm>
              <a:off x="1037" y="386"/>
              <a:ext cx="11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 b="1">
                  <a:solidFill>
                    <a:srgbClr val="000000"/>
                  </a:solidFill>
                  <a:latin typeface="宋体" pitchFamily="2" charset="-122"/>
                </a:rPr>
                <a:t>交线用轮廓线代替</a:t>
              </a:r>
              <a:endParaRPr lang="zh-CN" altLang="en-US" sz="1800" b="1"/>
            </a:p>
          </p:txBody>
        </p:sp>
        <p:sp>
          <p:nvSpPr>
            <p:cNvPr id="26719" name="Freeform 4"/>
            <p:cNvSpPr>
              <a:spLocks/>
            </p:cNvSpPr>
            <p:nvPr/>
          </p:nvSpPr>
          <p:spPr bwMode="auto">
            <a:xfrm>
              <a:off x="1074" y="599"/>
              <a:ext cx="124" cy="272"/>
            </a:xfrm>
            <a:custGeom>
              <a:avLst/>
              <a:gdLst>
                <a:gd name="T0" fmla="*/ 41 w 374"/>
                <a:gd name="T1" fmla="*/ 91 h 814"/>
                <a:gd name="T2" fmla="*/ 0 w 374"/>
                <a:gd name="T3" fmla="*/ 0 h 814"/>
                <a:gd name="T4" fmla="*/ 0 w 374"/>
                <a:gd name="T5" fmla="*/ 0 h 814"/>
                <a:gd name="T6" fmla="*/ 0 60000 65536"/>
                <a:gd name="T7" fmla="*/ 0 60000 65536"/>
                <a:gd name="T8" fmla="*/ 0 60000 65536"/>
                <a:gd name="T9" fmla="*/ 0 w 374"/>
                <a:gd name="T10" fmla="*/ 0 h 814"/>
                <a:gd name="T11" fmla="*/ 374 w 374"/>
                <a:gd name="T12" fmla="*/ 814 h 814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74" h="814">
                  <a:moveTo>
                    <a:pt x="374" y="814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20" name="Freeform 5"/>
            <p:cNvSpPr>
              <a:spLocks/>
            </p:cNvSpPr>
            <p:nvPr/>
          </p:nvSpPr>
          <p:spPr bwMode="auto">
            <a:xfrm>
              <a:off x="1074" y="599"/>
              <a:ext cx="182" cy="159"/>
            </a:xfrm>
            <a:custGeom>
              <a:avLst/>
              <a:gdLst>
                <a:gd name="T0" fmla="*/ 60 w 548"/>
                <a:gd name="T1" fmla="*/ 53 h 476"/>
                <a:gd name="T2" fmla="*/ 0 w 548"/>
                <a:gd name="T3" fmla="*/ 0 h 476"/>
                <a:gd name="T4" fmla="*/ 0 w 548"/>
                <a:gd name="T5" fmla="*/ 0 h 476"/>
                <a:gd name="T6" fmla="*/ 0 60000 65536"/>
                <a:gd name="T7" fmla="*/ 0 60000 65536"/>
                <a:gd name="T8" fmla="*/ 0 60000 65536"/>
                <a:gd name="T9" fmla="*/ 0 w 548"/>
                <a:gd name="T10" fmla="*/ 0 h 476"/>
                <a:gd name="T11" fmla="*/ 548 w 548"/>
                <a:gd name="T12" fmla="*/ 476 h 4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48" h="476">
                  <a:moveTo>
                    <a:pt x="548" y="476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721" name="Line 6"/>
            <p:cNvSpPr>
              <a:spLocks noChangeShapeType="1"/>
            </p:cNvSpPr>
            <p:nvPr/>
          </p:nvSpPr>
          <p:spPr bwMode="auto">
            <a:xfrm>
              <a:off x="1074" y="600"/>
              <a:ext cx="1072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1935163" y="3398838"/>
            <a:ext cx="5516562" cy="1266825"/>
            <a:chOff x="1146" y="1152"/>
            <a:chExt cx="3475" cy="798"/>
          </a:xfrm>
        </p:grpSpPr>
        <p:grpSp>
          <p:nvGrpSpPr>
            <p:cNvPr id="26634" name="Group 8"/>
            <p:cNvGrpSpPr>
              <a:grpSpLocks/>
            </p:cNvGrpSpPr>
            <p:nvPr/>
          </p:nvGrpSpPr>
          <p:grpSpPr bwMode="auto">
            <a:xfrm>
              <a:off x="1146" y="1152"/>
              <a:ext cx="1689" cy="798"/>
              <a:chOff x="1146" y="1152"/>
              <a:chExt cx="1689" cy="798"/>
            </a:xfrm>
          </p:grpSpPr>
          <p:grpSp>
            <p:nvGrpSpPr>
              <p:cNvPr id="26669" name="Group 9"/>
              <p:cNvGrpSpPr>
                <a:grpSpLocks/>
              </p:cNvGrpSpPr>
              <p:nvPr/>
            </p:nvGrpSpPr>
            <p:grpSpPr bwMode="auto">
              <a:xfrm>
                <a:off x="1146" y="1152"/>
                <a:ext cx="821" cy="747"/>
                <a:chOff x="1146" y="1152"/>
                <a:chExt cx="821" cy="747"/>
              </a:xfrm>
            </p:grpSpPr>
            <p:sp>
              <p:nvSpPr>
                <p:cNvPr id="26694" name="Rectangle 10"/>
                <p:cNvSpPr>
                  <a:spLocks noChangeArrowheads="1"/>
                </p:cNvSpPr>
                <p:nvPr/>
              </p:nvSpPr>
              <p:spPr bwMode="auto">
                <a:xfrm>
                  <a:off x="1225" y="1209"/>
                  <a:ext cx="680" cy="690"/>
                </a:xfrm>
                <a:prstGeom prst="rect">
                  <a:avLst/>
                </a:prstGeom>
                <a:noFill/>
                <a:ln w="38100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latin typeface="宋体" pitchFamily="2" charset="-122"/>
                  </a:endParaRPr>
                </a:p>
              </p:txBody>
            </p:sp>
            <p:sp>
              <p:nvSpPr>
                <p:cNvPr id="26695" name="Freeform 11"/>
                <p:cNvSpPr>
                  <a:spLocks/>
                </p:cNvSpPr>
                <p:nvPr/>
              </p:nvSpPr>
              <p:spPr bwMode="auto">
                <a:xfrm>
                  <a:off x="1224" y="1327"/>
                  <a:ext cx="680" cy="1"/>
                </a:xfrm>
                <a:custGeom>
                  <a:avLst/>
                  <a:gdLst>
                    <a:gd name="T0" fmla="*/ 227 w 2039"/>
                    <a:gd name="T1" fmla="*/ 0 h 1"/>
                    <a:gd name="T2" fmla="*/ 0 w 2039"/>
                    <a:gd name="T3" fmla="*/ 0 h 1"/>
                    <a:gd name="T4" fmla="*/ 0 w 2039"/>
                    <a:gd name="T5" fmla="*/ 0 h 1"/>
                    <a:gd name="T6" fmla="*/ 0 60000 65536"/>
                    <a:gd name="T7" fmla="*/ 0 60000 65536"/>
                    <a:gd name="T8" fmla="*/ 0 60000 65536"/>
                    <a:gd name="T9" fmla="*/ 0 w 2039"/>
                    <a:gd name="T10" fmla="*/ 0 h 1"/>
                    <a:gd name="T11" fmla="*/ 2039 w 2039"/>
                    <a:gd name="T12" fmla="*/ 1 h 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39" h="1">
                      <a:moveTo>
                        <a:pt x="2039" y="0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96" name="Freeform 12"/>
                <p:cNvSpPr>
                  <a:spLocks/>
                </p:cNvSpPr>
                <p:nvPr/>
              </p:nvSpPr>
              <p:spPr bwMode="auto">
                <a:xfrm>
                  <a:off x="1560" y="1152"/>
                  <a:ext cx="1" cy="221"/>
                </a:xfrm>
                <a:custGeom>
                  <a:avLst/>
                  <a:gdLst>
                    <a:gd name="T0" fmla="*/ 0 w 1"/>
                    <a:gd name="T1" fmla="*/ 0 h 662"/>
                    <a:gd name="T2" fmla="*/ 0 w 1"/>
                    <a:gd name="T3" fmla="*/ 74 h 662"/>
                    <a:gd name="T4" fmla="*/ 1 w 1"/>
                    <a:gd name="T5" fmla="*/ 74 h 662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662"/>
                    <a:gd name="T11" fmla="*/ 1 w 1"/>
                    <a:gd name="T12" fmla="*/ 662 h 66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662">
                      <a:moveTo>
                        <a:pt x="0" y="0"/>
                      </a:moveTo>
                      <a:lnTo>
                        <a:pt x="0" y="662"/>
                      </a:lnTo>
                      <a:lnTo>
                        <a:pt x="1" y="662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97" name="Freeform 13"/>
                <p:cNvSpPr>
                  <a:spLocks/>
                </p:cNvSpPr>
                <p:nvPr/>
              </p:nvSpPr>
              <p:spPr bwMode="auto">
                <a:xfrm>
                  <a:off x="1432" y="1209"/>
                  <a:ext cx="62" cy="62"/>
                </a:xfrm>
                <a:custGeom>
                  <a:avLst/>
                  <a:gdLst>
                    <a:gd name="T0" fmla="*/ 21 w 186"/>
                    <a:gd name="T1" fmla="*/ 21 h 187"/>
                    <a:gd name="T2" fmla="*/ 0 w 186"/>
                    <a:gd name="T3" fmla="*/ 0 h 187"/>
                    <a:gd name="T4" fmla="*/ 0 w 186"/>
                    <a:gd name="T5" fmla="*/ 0 h 187"/>
                    <a:gd name="T6" fmla="*/ 0 60000 65536"/>
                    <a:gd name="T7" fmla="*/ 0 60000 65536"/>
                    <a:gd name="T8" fmla="*/ 0 60000 65536"/>
                    <a:gd name="T9" fmla="*/ 0 w 186"/>
                    <a:gd name="T10" fmla="*/ 0 h 187"/>
                    <a:gd name="T11" fmla="*/ 186 w 186"/>
                    <a:gd name="T12" fmla="*/ 187 h 18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86" h="187">
                      <a:moveTo>
                        <a:pt x="186" y="187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98" name="Freeform 14"/>
                <p:cNvSpPr>
                  <a:spLocks/>
                </p:cNvSpPr>
                <p:nvPr/>
              </p:nvSpPr>
              <p:spPr bwMode="auto">
                <a:xfrm>
                  <a:off x="1494" y="1271"/>
                  <a:ext cx="1" cy="56"/>
                </a:xfrm>
                <a:custGeom>
                  <a:avLst/>
                  <a:gdLst>
                    <a:gd name="T0" fmla="*/ 0 w 1"/>
                    <a:gd name="T1" fmla="*/ 0 h 167"/>
                    <a:gd name="T2" fmla="*/ 0 w 1"/>
                    <a:gd name="T3" fmla="*/ 19 h 167"/>
                    <a:gd name="T4" fmla="*/ 1 w 1"/>
                    <a:gd name="T5" fmla="*/ 19 h 167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167"/>
                    <a:gd name="T11" fmla="*/ 1 w 1"/>
                    <a:gd name="T12" fmla="*/ 167 h 16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167">
                      <a:moveTo>
                        <a:pt x="0" y="0"/>
                      </a:moveTo>
                      <a:lnTo>
                        <a:pt x="0" y="167"/>
                      </a:lnTo>
                      <a:lnTo>
                        <a:pt x="1" y="167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99" name="Freeform 15"/>
                <p:cNvSpPr>
                  <a:spLocks/>
                </p:cNvSpPr>
                <p:nvPr/>
              </p:nvSpPr>
              <p:spPr bwMode="auto">
                <a:xfrm>
                  <a:off x="1494" y="1271"/>
                  <a:ext cx="132" cy="1"/>
                </a:xfrm>
                <a:custGeom>
                  <a:avLst/>
                  <a:gdLst>
                    <a:gd name="T0" fmla="*/ 0 w 396"/>
                    <a:gd name="T1" fmla="*/ 0 h 1"/>
                    <a:gd name="T2" fmla="*/ 44 w 396"/>
                    <a:gd name="T3" fmla="*/ 0 h 1"/>
                    <a:gd name="T4" fmla="*/ 44 w 396"/>
                    <a:gd name="T5" fmla="*/ 0 h 1"/>
                    <a:gd name="T6" fmla="*/ 0 60000 65536"/>
                    <a:gd name="T7" fmla="*/ 0 60000 65536"/>
                    <a:gd name="T8" fmla="*/ 0 60000 65536"/>
                    <a:gd name="T9" fmla="*/ 0 w 396"/>
                    <a:gd name="T10" fmla="*/ 0 h 1"/>
                    <a:gd name="T11" fmla="*/ 396 w 396"/>
                    <a:gd name="T12" fmla="*/ 1 h 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96" h="1">
                      <a:moveTo>
                        <a:pt x="0" y="0"/>
                      </a:moveTo>
                      <a:lnTo>
                        <a:pt x="395" y="0"/>
                      </a:lnTo>
                      <a:lnTo>
                        <a:pt x="396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700" name="Freeform 16"/>
                <p:cNvSpPr>
                  <a:spLocks/>
                </p:cNvSpPr>
                <p:nvPr/>
              </p:nvSpPr>
              <p:spPr bwMode="auto">
                <a:xfrm>
                  <a:off x="1625" y="1209"/>
                  <a:ext cx="63" cy="62"/>
                </a:xfrm>
                <a:custGeom>
                  <a:avLst/>
                  <a:gdLst>
                    <a:gd name="T0" fmla="*/ 0 w 189"/>
                    <a:gd name="T1" fmla="*/ 21 h 187"/>
                    <a:gd name="T2" fmla="*/ 21 w 189"/>
                    <a:gd name="T3" fmla="*/ 0 h 187"/>
                    <a:gd name="T4" fmla="*/ 21 w 189"/>
                    <a:gd name="T5" fmla="*/ 0 h 187"/>
                    <a:gd name="T6" fmla="*/ 0 60000 65536"/>
                    <a:gd name="T7" fmla="*/ 0 60000 65536"/>
                    <a:gd name="T8" fmla="*/ 0 60000 65536"/>
                    <a:gd name="T9" fmla="*/ 0 w 189"/>
                    <a:gd name="T10" fmla="*/ 0 h 187"/>
                    <a:gd name="T11" fmla="*/ 189 w 189"/>
                    <a:gd name="T12" fmla="*/ 187 h 18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89" h="187">
                      <a:moveTo>
                        <a:pt x="0" y="187"/>
                      </a:moveTo>
                      <a:lnTo>
                        <a:pt x="187" y="0"/>
                      </a:lnTo>
                      <a:lnTo>
                        <a:pt x="189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701" name="Freeform 17"/>
                <p:cNvSpPr>
                  <a:spLocks/>
                </p:cNvSpPr>
                <p:nvPr/>
              </p:nvSpPr>
              <p:spPr bwMode="auto">
                <a:xfrm>
                  <a:off x="1625" y="1271"/>
                  <a:ext cx="1" cy="56"/>
                </a:xfrm>
                <a:custGeom>
                  <a:avLst/>
                  <a:gdLst>
                    <a:gd name="T0" fmla="*/ 0 w 1"/>
                    <a:gd name="T1" fmla="*/ 0 h 167"/>
                    <a:gd name="T2" fmla="*/ 0 w 1"/>
                    <a:gd name="T3" fmla="*/ 19 h 167"/>
                    <a:gd name="T4" fmla="*/ 1 w 1"/>
                    <a:gd name="T5" fmla="*/ 19 h 167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167"/>
                    <a:gd name="T11" fmla="*/ 1 w 1"/>
                    <a:gd name="T12" fmla="*/ 167 h 16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167">
                      <a:moveTo>
                        <a:pt x="0" y="0"/>
                      </a:moveTo>
                      <a:lnTo>
                        <a:pt x="0" y="167"/>
                      </a:lnTo>
                      <a:lnTo>
                        <a:pt x="1" y="167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702" name="Freeform 18"/>
                <p:cNvSpPr>
                  <a:spLocks/>
                </p:cNvSpPr>
                <p:nvPr/>
              </p:nvSpPr>
              <p:spPr bwMode="auto">
                <a:xfrm>
                  <a:off x="1224" y="1780"/>
                  <a:ext cx="680" cy="1"/>
                </a:xfrm>
                <a:custGeom>
                  <a:avLst/>
                  <a:gdLst>
                    <a:gd name="T0" fmla="*/ 227 w 2039"/>
                    <a:gd name="T1" fmla="*/ 0 h 1"/>
                    <a:gd name="T2" fmla="*/ 0 w 2039"/>
                    <a:gd name="T3" fmla="*/ 0 h 1"/>
                    <a:gd name="T4" fmla="*/ 0 w 2039"/>
                    <a:gd name="T5" fmla="*/ 0 h 1"/>
                    <a:gd name="T6" fmla="*/ 0 60000 65536"/>
                    <a:gd name="T7" fmla="*/ 0 60000 65536"/>
                    <a:gd name="T8" fmla="*/ 0 60000 65536"/>
                    <a:gd name="T9" fmla="*/ 0 w 2039"/>
                    <a:gd name="T10" fmla="*/ 0 h 1"/>
                    <a:gd name="T11" fmla="*/ 2039 w 2039"/>
                    <a:gd name="T12" fmla="*/ 1 h 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39" h="1">
                      <a:moveTo>
                        <a:pt x="2039" y="0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26703" name="Group 19"/>
                <p:cNvGrpSpPr>
                  <a:grpSpLocks/>
                </p:cNvGrpSpPr>
                <p:nvPr/>
              </p:nvGrpSpPr>
              <p:grpSpPr bwMode="auto">
                <a:xfrm>
                  <a:off x="1146" y="1554"/>
                  <a:ext cx="821" cy="1"/>
                  <a:chOff x="761" y="1103"/>
                  <a:chExt cx="821" cy="1"/>
                </a:xfrm>
              </p:grpSpPr>
              <p:sp>
                <p:nvSpPr>
                  <p:cNvPr id="26715" name="Freeform 20"/>
                  <p:cNvSpPr>
                    <a:spLocks/>
                  </p:cNvSpPr>
                  <p:nvPr/>
                </p:nvSpPr>
                <p:spPr bwMode="auto">
                  <a:xfrm>
                    <a:off x="1199" y="1103"/>
                    <a:ext cx="383" cy="1"/>
                  </a:xfrm>
                  <a:custGeom>
                    <a:avLst/>
                    <a:gdLst>
                      <a:gd name="T0" fmla="*/ 128 w 1149"/>
                      <a:gd name="T1" fmla="*/ 0 h 1"/>
                      <a:gd name="T2" fmla="*/ 0 w 1149"/>
                      <a:gd name="T3" fmla="*/ 0 h 1"/>
                      <a:gd name="T4" fmla="*/ 0 w 1149"/>
                      <a:gd name="T5" fmla="*/ 0 h 1"/>
                      <a:gd name="T6" fmla="*/ 0 60000 65536"/>
                      <a:gd name="T7" fmla="*/ 0 60000 65536"/>
                      <a:gd name="T8" fmla="*/ 0 60000 65536"/>
                      <a:gd name="T9" fmla="*/ 0 w 1149"/>
                      <a:gd name="T10" fmla="*/ 0 h 1"/>
                      <a:gd name="T11" fmla="*/ 1149 w 1149"/>
                      <a:gd name="T12" fmla="*/ 1 h 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149" h="1">
                        <a:moveTo>
                          <a:pt x="1149" y="0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716" name="Freeform 21"/>
                  <p:cNvSpPr>
                    <a:spLocks/>
                  </p:cNvSpPr>
                  <p:nvPr/>
                </p:nvSpPr>
                <p:spPr bwMode="auto">
                  <a:xfrm>
                    <a:off x="761" y="1103"/>
                    <a:ext cx="341" cy="1"/>
                  </a:xfrm>
                  <a:custGeom>
                    <a:avLst/>
                    <a:gdLst>
                      <a:gd name="T0" fmla="*/ 114 w 1023"/>
                      <a:gd name="T1" fmla="*/ 0 h 1"/>
                      <a:gd name="T2" fmla="*/ 0 w 1023"/>
                      <a:gd name="T3" fmla="*/ 0 h 1"/>
                      <a:gd name="T4" fmla="*/ 0 w 1023"/>
                      <a:gd name="T5" fmla="*/ 0 h 1"/>
                      <a:gd name="T6" fmla="*/ 0 60000 65536"/>
                      <a:gd name="T7" fmla="*/ 0 60000 65536"/>
                      <a:gd name="T8" fmla="*/ 0 60000 65536"/>
                      <a:gd name="T9" fmla="*/ 0 w 1023"/>
                      <a:gd name="T10" fmla="*/ 0 h 1"/>
                      <a:gd name="T11" fmla="*/ 1023 w 1023"/>
                      <a:gd name="T12" fmla="*/ 1 h 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023" h="1">
                        <a:moveTo>
                          <a:pt x="1023" y="0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717" name="Freeform 22"/>
                  <p:cNvSpPr>
                    <a:spLocks/>
                  </p:cNvSpPr>
                  <p:nvPr/>
                </p:nvSpPr>
                <p:spPr bwMode="auto">
                  <a:xfrm>
                    <a:off x="1139" y="1103"/>
                    <a:ext cx="19" cy="1"/>
                  </a:xfrm>
                  <a:custGeom>
                    <a:avLst/>
                    <a:gdLst>
                      <a:gd name="T0" fmla="*/ 6 w 56"/>
                      <a:gd name="T1" fmla="*/ 0 h 1"/>
                      <a:gd name="T2" fmla="*/ 0 w 56"/>
                      <a:gd name="T3" fmla="*/ 0 h 1"/>
                      <a:gd name="T4" fmla="*/ 0 w 56"/>
                      <a:gd name="T5" fmla="*/ 0 h 1"/>
                      <a:gd name="T6" fmla="*/ 0 60000 65536"/>
                      <a:gd name="T7" fmla="*/ 0 60000 65536"/>
                      <a:gd name="T8" fmla="*/ 0 60000 65536"/>
                      <a:gd name="T9" fmla="*/ 0 w 56"/>
                      <a:gd name="T10" fmla="*/ 0 h 1"/>
                      <a:gd name="T11" fmla="*/ 56 w 56"/>
                      <a:gd name="T12" fmla="*/ 1 h 1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56" h="1">
                        <a:moveTo>
                          <a:pt x="56" y="0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26704" name="Group 23"/>
                <p:cNvGrpSpPr>
                  <a:grpSpLocks/>
                </p:cNvGrpSpPr>
                <p:nvPr/>
              </p:nvGrpSpPr>
              <p:grpSpPr bwMode="auto">
                <a:xfrm>
                  <a:off x="1224" y="1209"/>
                  <a:ext cx="680" cy="689"/>
                  <a:chOff x="839" y="758"/>
                  <a:chExt cx="680" cy="689"/>
                </a:xfrm>
              </p:grpSpPr>
              <p:sp>
                <p:nvSpPr>
                  <p:cNvPr id="26705" name="Freeform 24"/>
                  <p:cNvSpPr>
                    <a:spLocks/>
                  </p:cNvSpPr>
                  <p:nvPr/>
                </p:nvSpPr>
                <p:spPr bwMode="auto">
                  <a:xfrm>
                    <a:off x="839" y="1343"/>
                    <a:ext cx="104" cy="104"/>
                  </a:xfrm>
                  <a:custGeom>
                    <a:avLst/>
                    <a:gdLst>
                      <a:gd name="T0" fmla="*/ 35 w 312"/>
                      <a:gd name="T1" fmla="*/ 35 h 312"/>
                      <a:gd name="T2" fmla="*/ 0 w 312"/>
                      <a:gd name="T3" fmla="*/ 0 h 312"/>
                      <a:gd name="T4" fmla="*/ 0 w 312"/>
                      <a:gd name="T5" fmla="*/ 0 h 312"/>
                      <a:gd name="T6" fmla="*/ 0 60000 65536"/>
                      <a:gd name="T7" fmla="*/ 0 60000 65536"/>
                      <a:gd name="T8" fmla="*/ 0 60000 65536"/>
                      <a:gd name="T9" fmla="*/ 0 w 312"/>
                      <a:gd name="T10" fmla="*/ 0 h 312"/>
                      <a:gd name="T11" fmla="*/ 312 w 312"/>
                      <a:gd name="T12" fmla="*/ 312 h 31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12" h="312">
                        <a:moveTo>
                          <a:pt x="312" y="312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706" name="Freeform 25"/>
                  <p:cNvSpPr>
                    <a:spLocks/>
                  </p:cNvSpPr>
                  <p:nvPr/>
                </p:nvSpPr>
                <p:spPr bwMode="auto">
                  <a:xfrm>
                    <a:off x="976" y="1329"/>
                    <a:ext cx="118" cy="118"/>
                  </a:xfrm>
                  <a:custGeom>
                    <a:avLst/>
                    <a:gdLst>
                      <a:gd name="T0" fmla="*/ 39 w 354"/>
                      <a:gd name="T1" fmla="*/ 39 h 354"/>
                      <a:gd name="T2" fmla="*/ 0 w 354"/>
                      <a:gd name="T3" fmla="*/ 0 h 354"/>
                      <a:gd name="T4" fmla="*/ 0 w 354"/>
                      <a:gd name="T5" fmla="*/ 0 h 354"/>
                      <a:gd name="T6" fmla="*/ 0 60000 65536"/>
                      <a:gd name="T7" fmla="*/ 0 60000 65536"/>
                      <a:gd name="T8" fmla="*/ 0 60000 65536"/>
                      <a:gd name="T9" fmla="*/ 0 w 354"/>
                      <a:gd name="T10" fmla="*/ 0 h 354"/>
                      <a:gd name="T11" fmla="*/ 354 w 354"/>
                      <a:gd name="T12" fmla="*/ 354 h 35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54" h="354">
                        <a:moveTo>
                          <a:pt x="354" y="354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707" name="Freeform 26"/>
                  <p:cNvSpPr>
                    <a:spLocks/>
                  </p:cNvSpPr>
                  <p:nvPr/>
                </p:nvSpPr>
                <p:spPr bwMode="auto">
                  <a:xfrm>
                    <a:off x="1127" y="1329"/>
                    <a:ext cx="118" cy="118"/>
                  </a:xfrm>
                  <a:custGeom>
                    <a:avLst/>
                    <a:gdLst>
                      <a:gd name="T0" fmla="*/ 39 w 354"/>
                      <a:gd name="T1" fmla="*/ 39 h 354"/>
                      <a:gd name="T2" fmla="*/ 0 w 354"/>
                      <a:gd name="T3" fmla="*/ 0 h 354"/>
                      <a:gd name="T4" fmla="*/ 0 w 354"/>
                      <a:gd name="T5" fmla="*/ 0 h 354"/>
                      <a:gd name="T6" fmla="*/ 0 60000 65536"/>
                      <a:gd name="T7" fmla="*/ 0 60000 65536"/>
                      <a:gd name="T8" fmla="*/ 0 60000 65536"/>
                      <a:gd name="T9" fmla="*/ 0 w 354"/>
                      <a:gd name="T10" fmla="*/ 0 h 354"/>
                      <a:gd name="T11" fmla="*/ 354 w 354"/>
                      <a:gd name="T12" fmla="*/ 354 h 35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54" h="354">
                        <a:moveTo>
                          <a:pt x="354" y="354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708" name="Freeform 27"/>
                  <p:cNvSpPr>
                    <a:spLocks/>
                  </p:cNvSpPr>
                  <p:nvPr/>
                </p:nvSpPr>
                <p:spPr bwMode="auto">
                  <a:xfrm>
                    <a:off x="1278" y="1329"/>
                    <a:ext cx="118" cy="118"/>
                  </a:xfrm>
                  <a:custGeom>
                    <a:avLst/>
                    <a:gdLst>
                      <a:gd name="T0" fmla="*/ 39 w 353"/>
                      <a:gd name="T1" fmla="*/ 39 h 354"/>
                      <a:gd name="T2" fmla="*/ 0 w 353"/>
                      <a:gd name="T3" fmla="*/ 0 h 354"/>
                      <a:gd name="T4" fmla="*/ 0 w 353"/>
                      <a:gd name="T5" fmla="*/ 0 h 354"/>
                      <a:gd name="T6" fmla="*/ 0 60000 65536"/>
                      <a:gd name="T7" fmla="*/ 0 60000 65536"/>
                      <a:gd name="T8" fmla="*/ 0 60000 65536"/>
                      <a:gd name="T9" fmla="*/ 0 w 353"/>
                      <a:gd name="T10" fmla="*/ 0 h 354"/>
                      <a:gd name="T11" fmla="*/ 353 w 353"/>
                      <a:gd name="T12" fmla="*/ 354 h 35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53" h="354">
                        <a:moveTo>
                          <a:pt x="353" y="354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709" name="Freeform 28"/>
                  <p:cNvSpPr>
                    <a:spLocks/>
                  </p:cNvSpPr>
                  <p:nvPr/>
                </p:nvSpPr>
                <p:spPr bwMode="auto">
                  <a:xfrm>
                    <a:off x="1429" y="1329"/>
                    <a:ext cx="90" cy="91"/>
                  </a:xfrm>
                  <a:custGeom>
                    <a:avLst/>
                    <a:gdLst>
                      <a:gd name="T0" fmla="*/ 30 w 271"/>
                      <a:gd name="T1" fmla="*/ 30 h 272"/>
                      <a:gd name="T2" fmla="*/ 0 w 271"/>
                      <a:gd name="T3" fmla="*/ 0 h 272"/>
                      <a:gd name="T4" fmla="*/ 0 w 271"/>
                      <a:gd name="T5" fmla="*/ 0 h 272"/>
                      <a:gd name="T6" fmla="*/ 0 60000 65536"/>
                      <a:gd name="T7" fmla="*/ 0 60000 65536"/>
                      <a:gd name="T8" fmla="*/ 0 60000 65536"/>
                      <a:gd name="T9" fmla="*/ 0 w 271"/>
                      <a:gd name="T10" fmla="*/ 0 h 272"/>
                      <a:gd name="T11" fmla="*/ 271 w 271"/>
                      <a:gd name="T12" fmla="*/ 272 h 27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71" h="272">
                        <a:moveTo>
                          <a:pt x="271" y="272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710" name="Freeform 29"/>
                  <p:cNvSpPr>
                    <a:spLocks/>
                  </p:cNvSpPr>
                  <p:nvPr/>
                </p:nvSpPr>
                <p:spPr bwMode="auto">
                  <a:xfrm>
                    <a:off x="858" y="758"/>
                    <a:ext cx="118" cy="118"/>
                  </a:xfrm>
                  <a:custGeom>
                    <a:avLst/>
                    <a:gdLst>
                      <a:gd name="T0" fmla="*/ 39 w 354"/>
                      <a:gd name="T1" fmla="*/ 39 h 354"/>
                      <a:gd name="T2" fmla="*/ 0 w 354"/>
                      <a:gd name="T3" fmla="*/ 0 h 354"/>
                      <a:gd name="T4" fmla="*/ 0 w 354"/>
                      <a:gd name="T5" fmla="*/ 0 h 354"/>
                      <a:gd name="T6" fmla="*/ 0 60000 65536"/>
                      <a:gd name="T7" fmla="*/ 0 60000 65536"/>
                      <a:gd name="T8" fmla="*/ 0 60000 65536"/>
                      <a:gd name="T9" fmla="*/ 0 w 354"/>
                      <a:gd name="T10" fmla="*/ 0 h 354"/>
                      <a:gd name="T11" fmla="*/ 354 w 354"/>
                      <a:gd name="T12" fmla="*/ 354 h 35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54" h="354">
                        <a:moveTo>
                          <a:pt x="354" y="354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711" name="Freeform 30"/>
                  <p:cNvSpPr>
                    <a:spLocks/>
                  </p:cNvSpPr>
                  <p:nvPr/>
                </p:nvSpPr>
                <p:spPr bwMode="auto">
                  <a:xfrm>
                    <a:off x="1009" y="758"/>
                    <a:ext cx="100" cy="100"/>
                  </a:xfrm>
                  <a:custGeom>
                    <a:avLst/>
                    <a:gdLst>
                      <a:gd name="T0" fmla="*/ 33 w 299"/>
                      <a:gd name="T1" fmla="*/ 33 h 300"/>
                      <a:gd name="T2" fmla="*/ 0 w 299"/>
                      <a:gd name="T3" fmla="*/ 0 h 300"/>
                      <a:gd name="T4" fmla="*/ 0 w 299"/>
                      <a:gd name="T5" fmla="*/ 0 h 300"/>
                      <a:gd name="T6" fmla="*/ 0 60000 65536"/>
                      <a:gd name="T7" fmla="*/ 0 60000 65536"/>
                      <a:gd name="T8" fmla="*/ 0 60000 65536"/>
                      <a:gd name="T9" fmla="*/ 0 w 299"/>
                      <a:gd name="T10" fmla="*/ 0 h 300"/>
                      <a:gd name="T11" fmla="*/ 299 w 299"/>
                      <a:gd name="T12" fmla="*/ 300 h 300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299" h="300">
                        <a:moveTo>
                          <a:pt x="299" y="300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712" name="Freeform 31"/>
                  <p:cNvSpPr>
                    <a:spLocks/>
                  </p:cNvSpPr>
                  <p:nvPr/>
                </p:nvSpPr>
                <p:spPr bwMode="auto">
                  <a:xfrm>
                    <a:off x="1240" y="839"/>
                    <a:ext cx="38" cy="37"/>
                  </a:xfrm>
                  <a:custGeom>
                    <a:avLst/>
                    <a:gdLst>
                      <a:gd name="T0" fmla="*/ 13 w 112"/>
                      <a:gd name="T1" fmla="*/ 12 h 112"/>
                      <a:gd name="T2" fmla="*/ 0 w 112"/>
                      <a:gd name="T3" fmla="*/ 0 h 112"/>
                      <a:gd name="T4" fmla="*/ 0 w 112"/>
                      <a:gd name="T5" fmla="*/ 0 h 112"/>
                      <a:gd name="T6" fmla="*/ 0 60000 65536"/>
                      <a:gd name="T7" fmla="*/ 0 60000 65536"/>
                      <a:gd name="T8" fmla="*/ 0 60000 65536"/>
                      <a:gd name="T9" fmla="*/ 0 w 112"/>
                      <a:gd name="T10" fmla="*/ 0 h 112"/>
                      <a:gd name="T11" fmla="*/ 112 w 112"/>
                      <a:gd name="T12" fmla="*/ 112 h 112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12" h="112">
                        <a:moveTo>
                          <a:pt x="112" y="112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713" name="Freeform 32"/>
                  <p:cNvSpPr>
                    <a:spLocks/>
                  </p:cNvSpPr>
                  <p:nvPr/>
                </p:nvSpPr>
                <p:spPr bwMode="auto">
                  <a:xfrm>
                    <a:off x="1311" y="758"/>
                    <a:ext cx="118" cy="118"/>
                  </a:xfrm>
                  <a:custGeom>
                    <a:avLst/>
                    <a:gdLst>
                      <a:gd name="T0" fmla="*/ 39 w 354"/>
                      <a:gd name="T1" fmla="*/ 39 h 354"/>
                      <a:gd name="T2" fmla="*/ 0 w 354"/>
                      <a:gd name="T3" fmla="*/ 0 h 354"/>
                      <a:gd name="T4" fmla="*/ 0 w 354"/>
                      <a:gd name="T5" fmla="*/ 0 h 354"/>
                      <a:gd name="T6" fmla="*/ 0 60000 65536"/>
                      <a:gd name="T7" fmla="*/ 0 60000 65536"/>
                      <a:gd name="T8" fmla="*/ 0 60000 65536"/>
                      <a:gd name="T9" fmla="*/ 0 w 354"/>
                      <a:gd name="T10" fmla="*/ 0 h 354"/>
                      <a:gd name="T11" fmla="*/ 354 w 354"/>
                      <a:gd name="T12" fmla="*/ 354 h 354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354" h="354">
                        <a:moveTo>
                          <a:pt x="354" y="354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26714" name="Freeform 33"/>
                  <p:cNvSpPr>
                    <a:spLocks/>
                  </p:cNvSpPr>
                  <p:nvPr/>
                </p:nvSpPr>
                <p:spPr bwMode="auto">
                  <a:xfrm>
                    <a:off x="1461" y="758"/>
                    <a:ext cx="58" cy="58"/>
                  </a:xfrm>
                  <a:custGeom>
                    <a:avLst/>
                    <a:gdLst>
                      <a:gd name="T0" fmla="*/ 19 w 173"/>
                      <a:gd name="T1" fmla="*/ 19 h 173"/>
                      <a:gd name="T2" fmla="*/ 0 w 173"/>
                      <a:gd name="T3" fmla="*/ 0 h 173"/>
                      <a:gd name="T4" fmla="*/ 0 w 173"/>
                      <a:gd name="T5" fmla="*/ 0 h 173"/>
                      <a:gd name="T6" fmla="*/ 0 60000 65536"/>
                      <a:gd name="T7" fmla="*/ 0 60000 65536"/>
                      <a:gd name="T8" fmla="*/ 0 60000 65536"/>
                      <a:gd name="T9" fmla="*/ 0 w 173"/>
                      <a:gd name="T10" fmla="*/ 0 h 173"/>
                      <a:gd name="T11" fmla="*/ 173 w 173"/>
                      <a:gd name="T12" fmla="*/ 173 h 173"/>
                    </a:gdLst>
                    <a:ahLst/>
                    <a:cxnLst>
                      <a:cxn ang="T6">
                        <a:pos x="T0" y="T1"/>
                      </a:cxn>
                      <a:cxn ang="T7">
                        <a:pos x="T2" y="T3"/>
                      </a:cxn>
                      <a:cxn ang="T8">
                        <a:pos x="T4" y="T5"/>
                      </a:cxn>
                    </a:cxnLst>
                    <a:rect l="T9" t="T10" r="T11" b="T12"/>
                    <a:pathLst>
                      <a:path w="173" h="173">
                        <a:moveTo>
                          <a:pt x="173" y="173"/>
                        </a:moveTo>
                        <a:lnTo>
                          <a:pt x="0" y="0"/>
                        </a:lnTo>
                        <a:lnTo>
                          <a:pt x="1" y="0"/>
                        </a:lnTo>
                      </a:path>
                    </a:pathLst>
                  </a:custGeom>
                  <a:noFill/>
                  <a:ln w="19050" cmpd="sng">
                    <a:solidFill>
                      <a:schemeClr val="tx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</p:grpSp>
          <p:grpSp>
            <p:nvGrpSpPr>
              <p:cNvPr id="26670" name="Group 34"/>
              <p:cNvGrpSpPr>
                <a:grpSpLocks/>
              </p:cNvGrpSpPr>
              <p:nvPr/>
            </p:nvGrpSpPr>
            <p:grpSpPr bwMode="auto">
              <a:xfrm>
                <a:off x="2027" y="1157"/>
                <a:ext cx="808" cy="793"/>
                <a:chOff x="1642" y="706"/>
                <a:chExt cx="808" cy="793"/>
              </a:xfrm>
            </p:grpSpPr>
            <p:sp>
              <p:nvSpPr>
                <p:cNvPr id="26671" name="Oval 35"/>
                <p:cNvSpPr>
                  <a:spLocks noChangeArrowheads="1"/>
                </p:cNvSpPr>
                <p:nvPr/>
              </p:nvSpPr>
              <p:spPr bwMode="auto">
                <a:xfrm>
                  <a:off x="1692" y="762"/>
                  <a:ext cx="685" cy="685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latin typeface="宋体" pitchFamily="2" charset="-122"/>
                  </a:endParaRPr>
                </a:p>
              </p:txBody>
            </p:sp>
            <p:sp>
              <p:nvSpPr>
                <p:cNvPr id="26672" name="Oval 36"/>
                <p:cNvSpPr>
                  <a:spLocks noChangeArrowheads="1"/>
                </p:cNvSpPr>
                <p:nvPr/>
              </p:nvSpPr>
              <p:spPr bwMode="auto">
                <a:xfrm>
                  <a:off x="1810" y="886"/>
                  <a:ext cx="452" cy="431"/>
                </a:xfrm>
                <a:prstGeom prst="ellips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anchor="ctr">
                  <a:spAutoFit/>
                </a:bodyPr>
                <a:lstStyle>
                  <a:lvl1pPr eaLnBrk="0" hangingPunct="0">
                    <a:spcBef>
                      <a:spcPct val="20000"/>
                    </a:spcBef>
                    <a:buClr>
                      <a:schemeClr val="bg2"/>
                    </a:buClr>
                    <a:buFont typeface="Monotype Sorts" pitchFamily="2" charset="2"/>
                    <a:buChar char="§"/>
                    <a:defRPr kumimoji="1" sz="32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lr>
                      <a:schemeClr val="bg2"/>
                    </a:buClr>
                    <a:buSzPct val="50000"/>
                    <a:buFont typeface="Monotype Sorts" pitchFamily="2" charset="2"/>
                    <a:buChar char="l"/>
                    <a:defRPr kumimoji="1" sz="28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kumimoji="1" sz="24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kumimoji="1" sz="2000">
                      <a:solidFill>
                        <a:schemeClr val="tx1"/>
                      </a:solidFill>
                      <a:latin typeface="Times New Roman" pitchFamily="18" charset="0"/>
                      <a:ea typeface="宋体" pitchFamily="2" charset="-122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ClrTx/>
                    <a:buFontTx/>
                    <a:buNone/>
                  </a:pPr>
                  <a:endParaRPr lang="zh-CN" altLang="en-US" sz="2400">
                    <a:latin typeface="宋体" pitchFamily="2" charset="-122"/>
                  </a:endParaRPr>
                </a:p>
              </p:txBody>
            </p:sp>
            <p:sp>
              <p:nvSpPr>
                <p:cNvPr id="26673" name="Freeform 37"/>
                <p:cNvSpPr>
                  <a:spLocks/>
                </p:cNvSpPr>
                <p:nvPr/>
              </p:nvSpPr>
              <p:spPr bwMode="auto">
                <a:xfrm>
                  <a:off x="2036" y="706"/>
                  <a:ext cx="1" cy="458"/>
                </a:xfrm>
                <a:custGeom>
                  <a:avLst/>
                  <a:gdLst>
                    <a:gd name="T0" fmla="*/ 0 w 1"/>
                    <a:gd name="T1" fmla="*/ 0 h 1373"/>
                    <a:gd name="T2" fmla="*/ 0 w 1"/>
                    <a:gd name="T3" fmla="*/ 153 h 1373"/>
                    <a:gd name="T4" fmla="*/ 1 w 1"/>
                    <a:gd name="T5" fmla="*/ 153 h 1373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1373"/>
                    <a:gd name="T11" fmla="*/ 1 w 1"/>
                    <a:gd name="T12" fmla="*/ 1373 h 137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1373">
                      <a:moveTo>
                        <a:pt x="0" y="0"/>
                      </a:moveTo>
                      <a:lnTo>
                        <a:pt x="0" y="1373"/>
                      </a:lnTo>
                      <a:lnTo>
                        <a:pt x="1" y="1373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74" name="Freeform 38"/>
                <p:cNvSpPr>
                  <a:spLocks/>
                </p:cNvSpPr>
                <p:nvPr/>
              </p:nvSpPr>
              <p:spPr bwMode="auto">
                <a:xfrm>
                  <a:off x="2102" y="820"/>
                  <a:ext cx="1" cy="66"/>
                </a:xfrm>
                <a:custGeom>
                  <a:avLst/>
                  <a:gdLst>
                    <a:gd name="T0" fmla="*/ 0 w 1"/>
                    <a:gd name="T1" fmla="*/ 0 h 197"/>
                    <a:gd name="T2" fmla="*/ 0 w 1"/>
                    <a:gd name="T3" fmla="*/ 22 h 197"/>
                    <a:gd name="T4" fmla="*/ 1 w 1"/>
                    <a:gd name="T5" fmla="*/ 22 h 197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197"/>
                    <a:gd name="T11" fmla="*/ 1 w 1"/>
                    <a:gd name="T12" fmla="*/ 197 h 19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197">
                      <a:moveTo>
                        <a:pt x="0" y="0"/>
                      </a:moveTo>
                      <a:lnTo>
                        <a:pt x="0" y="197"/>
                      </a:lnTo>
                      <a:lnTo>
                        <a:pt x="1" y="197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75" name="Freeform 39"/>
                <p:cNvSpPr>
                  <a:spLocks/>
                </p:cNvSpPr>
                <p:nvPr/>
              </p:nvSpPr>
              <p:spPr bwMode="auto">
                <a:xfrm>
                  <a:off x="1970" y="820"/>
                  <a:ext cx="132" cy="1"/>
                </a:xfrm>
                <a:custGeom>
                  <a:avLst/>
                  <a:gdLst>
                    <a:gd name="T0" fmla="*/ 0 w 395"/>
                    <a:gd name="T1" fmla="*/ 0 h 1"/>
                    <a:gd name="T2" fmla="*/ 44 w 395"/>
                    <a:gd name="T3" fmla="*/ 0 h 1"/>
                    <a:gd name="T4" fmla="*/ 44 w 395"/>
                    <a:gd name="T5" fmla="*/ 0 h 1"/>
                    <a:gd name="T6" fmla="*/ 0 60000 65536"/>
                    <a:gd name="T7" fmla="*/ 0 60000 65536"/>
                    <a:gd name="T8" fmla="*/ 0 60000 65536"/>
                    <a:gd name="T9" fmla="*/ 0 w 395"/>
                    <a:gd name="T10" fmla="*/ 0 h 1"/>
                    <a:gd name="T11" fmla="*/ 395 w 395"/>
                    <a:gd name="T12" fmla="*/ 1 h 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95" h="1">
                      <a:moveTo>
                        <a:pt x="0" y="0"/>
                      </a:moveTo>
                      <a:lnTo>
                        <a:pt x="394" y="0"/>
                      </a:lnTo>
                      <a:lnTo>
                        <a:pt x="395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76" name="Freeform 40"/>
                <p:cNvSpPr>
                  <a:spLocks/>
                </p:cNvSpPr>
                <p:nvPr/>
              </p:nvSpPr>
              <p:spPr bwMode="auto">
                <a:xfrm>
                  <a:off x="2102" y="776"/>
                  <a:ext cx="44" cy="44"/>
                </a:xfrm>
                <a:custGeom>
                  <a:avLst/>
                  <a:gdLst>
                    <a:gd name="T0" fmla="*/ 0 w 134"/>
                    <a:gd name="T1" fmla="*/ 15 h 132"/>
                    <a:gd name="T2" fmla="*/ 14 w 134"/>
                    <a:gd name="T3" fmla="*/ 0 h 132"/>
                    <a:gd name="T4" fmla="*/ 14 w 134"/>
                    <a:gd name="T5" fmla="*/ 0 h 132"/>
                    <a:gd name="T6" fmla="*/ 0 60000 65536"/>
                    <a:gd name="T7" fmla="*/ 0 60000 65536"/>
                    <a:gd name="T8" fmla="*/ 0 60000 65536"/>
                    <a:gd name="T9" fmla="*/ 0 w 134"/>
                    <a:gd name="T10" fmla="*/ 0 h 132"/>
                    <a:gd name="T11" fmla="*/ 134 w 134"/>
                    <a:gd name="T12" fmla="*/ 132 h 13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34" h="132">
                      <a:moveTo>
                        <a:pt x="0" y="132"/>
                      </a:moveTo>
                      <a:lnTo>
                        <a:pt x="133" y="0"/>
                      </a:lnTo>
                      <a:lnTo>
                        <a:pt x="134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77" name="Freeform 41"/>
                <p:cNvSpPr>
                  <a:spLocks/>
                </p:cNvSpPr>
                <p:nvPr/>
              </p:nvSpPr>
              <p:spPr bwMode="auto">
                <a:xfrm>
                  <a:off x="1926" y="776"/>
                  <a:ext cx="44" cy="44"/>
                </a:xfrm>
                <a:custGeom>
                  <a:avLst/>
                  <a:gdLst>
                    <a:gd name="T0" fmla="*/ 14 w 134"/>
                    <a:gd name="T1" fmla="*/ 15 h 132"/>
                    <a:gd name="T2" fmla="*/ 0 w 134"/>
                    <a:gd name="T3" fmla="*/ 0 h 132"/>
                    <a:gd name="T4" fmla="*/ 0 w 134"/>
                    <a:gd name="T5" fmla="*/ 0 h 132"/>
                    <a:gd name="T6" fmla="*/ 0 60000 65536"/>
                    <a:gd name="T7" fmla="*/ 0 60000 65536"/>
                    <a:gd name="T8" fmla="*/ 0 60000 65536"/>
                    <a:gd name="T9" fmla="*/ 0 w 134"/>
                    <a:gd name="T10" fmla="*/ 0 h 132"/>
                    <a:gd name="T11" fmla="*/ 134 w 134"/>
                    <a:gd name="T12" fmla="*/ 132 h 132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34" h="132">
                      <a:moveTo>
                        <a:pt x="134" y="132"/>
                      </a:moveTo>
                      <a:lnTo>
                        <a:pt x="0" y="0"/>
                      </a:lnTo>
                      <a:lnTo>
                        <a:pt x="2" y="0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78" name="Freeform 42"/>
                <p:cNvSpPr>
                  <a:spLocks/>
                </p:cNvSpPr>
                <p:nvPr/>
              </p:nvSpPr>
              <p:spPr bwMode="auto">
                <a:xfrm>
                  <a:off x="1970" y="820"/>
                  <a:ext cx="1" cy="66"/>
                </a:xfrm>
                <a:custGeom>
                  <a:avLst/>
                  <a:gdLst>
                    <a:gd name="T0" fmla="*/ 0 w 1"/>
                    <a:gd name="T1" fmla="*/ 0 h 197"/>
                    <a:gd name="T2" fmla="*/ 0 w 1"/>
                    <a:gd name="T3" fmla="*/ 22 h 197"/>
                    <a:gd name="T4" fmla="*/ 1 w 1"/>
                    <a:gd name="T5" fmla="*/ 22 h 197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197"/>
                    <a:gd name="T11" fmla="*/ 1 w 1"/>
                    <a:gd name="T12" fmla="*/ 197 h 19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197">
                      <a:moveTo>
                        <a:pt x="0" y="0"/>
                      </a:moveTo>
                      <a:lnTo>
                        <a:pt x="0" y="197"/>
                      </a:lnTo>
                      <a:lnTo>
                        <a:pt x="1" y="197"/>
                      </a:lnTo>
                    </a:path>
                  </a:pathLst>
                </a:custGeom>
                <a:noFill/>
                <a:ln w="3810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79" name="Freeform 43"/>
                <p:cNvSpPr>
                  <a:spLocks/>
                </p:cNvSpPr>
                <p:nvPr/>
              </p:nvSpPr>
              <p:spPr bwMode="auto">
                <a:xfrm>
                  <a:off x="2036" y="1273"/>
                  <a:ext cx="1" cy="226"/>
                </a:xfrm>
                <a:custGeom>
                  <a:avLst/>
                  <a:gdLst>
                    <a:gd name="T0" fmla="*/ 0 w 1"/>
                    <a:gd name="T1" fmla="*/ 75 h 677"/>
                    <a:gd name="T2" fmla="*/ 0 w 1"/>
                    <a:gd name="T3" fmla="*/ 0 h 677"/>
                    <a:gd name="T4" fmla="*/ 1 w 1"/>
                    <a:gd name="T5" fmla="*/ 0 h 677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677"/>
                    <a:gd name="T11" fmla="*/ 1 w 1"/>
                    <a:gd name="T12" fmla="*/ 677 h 677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677">
                      <a:moveTo>
                        <a:pt x="0" y="677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80" name="Freeform 44"/>
                <p:cNvSpPr>
                  <a:spLocks/>
                </p:cNvSpPr>
                <p:nvPr/>
              </p:nvSpPr>
              <p:spPr bwMode="auto">
                <a:xfrm>
                  <a:off x="1642" y="1103"/>
                  <a:ext cx="444" cy="1"/>
                </a:xfrm>
                <a:custGeom>
                  <a:avLst/>
                  <a:gdLst>
                    <a:gd name="T0" fmla="*/ 0 w 1331"/>
                    <a:gd name="T1" fmla="*/ 0 h 1"/>
                    <a:gd name="T2" fmla="*/ 148 w 1331"/>
                    <a:gd name="T3" fmla="*/ 0 h 1"/>
                    <a:gd name="T4" fmla="*/ 148 w 1331"/>
                    <a:gd name="T5" fmla="*/ 0 h 1"/>
                    <a:gd name="T6" fmla="*/ 0 60000 65536"/>
                    <a:gd name="T7" fmla="*/ 0 60000 65536"/>
                    <a:gd name="T8" fmla="*/ 0 60000 65536"/>
                    <a:gd name="T9" fmla="*/ 0 w 1331"/>
                    <a:gd name="T10" fmla="*/ 0 h 1"/>
                    <a:gd name="T11" fmla="*/ 1331 w 1331"/>
                    <a:gd name="T12" fmla="*/ 1 h 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331" h="1">
                      <a:moveTo>
                        <a:pt x="0" y="0"/>
                      </a:moveTo>
                      <a:lnTo>
                        <a:pt x="1330" y="0"/>
                      </a:lnTo>
                      <a:lnTo>
                        <a:pt x="133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81" name="Freeform 45"/>
                <p:cNvSpPr>
                  <a:spLocks/>
                </p:cNvSpPr>
                <p:nvPr/>
              </p:nvSpPr>
              <p:spPr bwMode="auto">
                <a:xfrm>
                  <a:off x="2127" y="1103"/>
                  <a:ext cx="18" cy="1"/>
                </a:xfrm>
                <a:custGeom>
                  <a:avLst/>
                  <a:gdLst>
                    <a:gd name="T0" fmla="*/ 0 w 55"/>
                    <a:gd name="T1" fmla="*/ 0 h 1"/>
                    <a:gd name="T2" fmla="*/ 6 w 55"/>
                    <a:gd name="T3" fmla="*/ 0 h 1"/>
                    <a:gd name="T4" fmla="*/ 6 w 55"/>
                    <a:gd name="T5" fmla="*/ 0 h 1"/>
                    <a:gd name="T6" fmla="*/ 0 60000 65536"/>
                    <a:gd name="T7" fmla="*/ 0 60000 65536"/>
                    <a:gd name="T8" fmla="*/ 0 60000 65536"/>
                    <a:gd name="T9" fmla="*/ 0 w 55"/>
                    <a:gd name="T10" fmla="*/ 0 h 1"/>
                    <a:gd name="T11" fmla="*/ 55 w 55"/>
                    <a:gd name="T12" fmla="*/ 1 h 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55" h="1">
                      <a:moveTo>
                        <a:pt x="0" y="0"/>
                      </a:moveTo>
                      <a:lnTo>
                        <a:pt x="54" y="0"/>
                      </a:lnTo>
                      <a:lnTo>
                        <a:pt x="55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82" name="Freeform 46"/>
                <p:cNvSpPr>
                  <a:spLocks/>
                </p:cNvSpPr>
                <p:nvPr/>
              </p:nvSpPr>
              <p:spPr bwMode="auto">
                <a:xfrm>
                  <a:off x="2177" y="1103"/>
                  <a:ext cx="273" cy="1"/>
                </a:xfrm>
                <a:custGeom>
                  <a:avLst/>
                  <a:gdLst>
                    <a:gd name="T0" fmla="*/ 0 w 819"/>
                    <a:gd name="T1" fmla="*/ 0 h 1"/>
                    <a:gd name="T2" fmla="*/ 91 w 819"/>
                    <a:gd name="T3" fmla="*/ 0 h 1"/>
                    <a:gd name="T4" fmla="*/ 91 w 819"/>
                    <a:gd name="T5" fmla="*/ 0 h 1"/>
                    <a:gd name="T6" fmla="*/ 0 60000 65536"/>
                    <a:gd name="T7" fmla="*/ 0 60000 65536"/>
                    <a:gd name="T8" fmla="*/ 0 60000 65536"/>
                    <a:gd name="T9" fmla="*/ 0 w 819"/>
                    <a:gd name="T10" fmla="*/ 0 h 1"/>
                    <a:gd name="T11" fmla="*/ 819 w 819"/>
                    <a:gd name="T12" fmla="*/ 1 h 1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819" h="1">
                      <a:moveTo>
                        <a:pt x="0" y="0"/>
                      </a:moveTo>
                      <a:lnTo>
                        <a:pt x="817" y="0"/>
                      </a:lnTo>
                      <a:lnTo>
                        <a:pt x="819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83" name="Freeform 47"/>
                <p:cNvSpPr>
                  <a:spLocks/>
                </p:cNvSpPr>
                <p:nvPr/>
              </p:nvSpPr>
              <p:spPr bwMode="auto">
                <a:xfrm>
                  <a:off x="2036" y="1222"/>
                  <a:ext cx="1" cy="19"/>
                </a:xfrm>
                <a:custGeom>
                  <a:avLst/>
                  <a:gdLst>
                    <a:gd name="T0" fmla="*/ 0 w 1"/>
                    <a:gd name="T1" fmla="*/ 7 h 55"/>
                    <a:gd name="T2" fmla="*/ 0 w 1"/>
                    <a:gd name="T3" fmla="*/ 0 h 55"/>
                    <a:gd name="T4" fmla="*/ 1 w 1"/>
                    <a:gd name="T5" fmla="*/ 0 h 55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55"/>
                    <a:gd name="T11" fmla="*/ 1 w 1"/>
                    <a:gd name="T12" fmla="*/ 55 h 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55">
                      <a:moveTo>
                        <a:pt x="0" y="55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84" name="Freeform 48"/>
                <p:cNvSpPr>
                  <a:spLocks/>
                </p:cNvSpPr>
                <p:nvPr/>
              </p:nvSpPr>
              <p:spPr bwMode="auto">
                <a:xfrm>
                  <a:off x="2036" y="1041"/>
                  <a:ext cx="1" cy="145"/>
                </a:xfrm>
                <a:custGeom>
                  <a:avLst/>
                  <a:gdLst>
                    <a:gd name="T0" fmla="*/ 0 w 1"/>
                    <a:gd name="T1" fmla="*/ 49 h 433"/>
                    <a:gd name="T2" fmla="*/ 0 w 1"/>
                    <a:gd name="T3" fmla="*/ 0 h 433"/>
                    <a:gd name="T4" fmla="*/ 1 w 1"/>
                    <a:gd name="T5" fmla="*/ 0 h 433"/>
                    <a:gd name="T6" fmla="*/ 0 60000 65536"/>
                    <a:gd name="T7" fmla="*/ 0 60000 65536"/>
                    <a:gd name="T8" fmla="*/ 0 60000 65536"/>
                    <a:gd name="T9" fmla="*/ 0 w 1"/>
                    <a:gd name="T10" fmla="*/ 0 h 433"/>
                    <a:gd name="T11" fmla="*/ 1 w 1"/>
                    <a:gd name="T12" fmla="*/ 433 h 43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" h="433">
                      <a:moveTo>
                        <a:pt x="0" y="433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19050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85" name="Freeform 49"/>
                <p:cNvSpPr>
                  <a:spLocks/>
                </p:cNvSpPr>
                <p:nvPr/>
              </p:nvSpPr>
              <p:spPr bwMode="auto">
                <a:xfrm>
                  <a:off x="1694" y="1142"/>
                  <a:ext cx="302" cy="303"/>
                </a:xfrm>
                <a:custGeom>
                  <a:avLst/>
                  <a:gdLst>
                    <a:gd name="T0" fmla="*/ 101 w 907"/>
                    <a:gd name="T1" fmla="*/ 101 h 908"/>
                    <a:gd name="T2" fmla="*/ 0 w 907"/>
                    <a:gd name="T3" fmla="*/ 0 h 908"/>
                    <a:gd name="T4" fmla="*/ 0 w 907"/>
                    <a:gd name="T5" fmla="*/ 0 h 908"/>
                    <a:gd name="T6" fmla="*/ 0 60000 65536"/>
                    <a:gd name="T7" fmla="*/ 0 60000 65536"/>
                    <a:gd name="T8" fmla="*/ 0 60000 65536"/>
                    <a:gd name="T9" fmla="*/ 0 w 907"/>
                    <a:gd name="T10" fmla="*/ 0 h 908"/>
                    <a:gd name="T11" fmla="*/ 907 w 907"/>
                    <a:gd name="T12" fmla="*/ 908 h 90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907" h="908">
                      <a:moveTo>
                        <a:pt x="907" y="908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86" name="Freeform 50"/>
                <p:cNvSpPr>
                  <a:spLocks/>
                </p:cNvSpPr>
                <p:nvPr/>
              </p:nvSpPr>
              <p:spPr bwMode="auto">
                <a:xfrm>
                  <a:off x="2032" y="1329"/>
                  <a:ext cx="103" cy="103"/>
                </a:xfrm>
                <a:custGeom>
                  <a:avLst/>
                  <a:gdLst>
                    <a:gd name="T0" fmla="*/ 34 w 310"/>
                    <a:gd name="T1" fmla="*/ 34 h 310"/>
                    <a:gd name="T2" fmla="*/ 0 w 310"/>
                    <a:gd name="T3" fmla="*/ 0 h 310"/>
                    <a:gd name="T4" fmla="*/ 0 w 310"/>
                    <a:gd name="T5" fmla="*/ 0 h 310"/>
                    <a:gd name="T6" fmla="*/ 0 60000 65536"/>
                    <a:gd name="T7" fmla="*/ 0 60000 65536"/>
                    <a:gd name="T8" fmla="*/ 0 60000 65536"/>
                    <a:gd name="T9" fmla="*/ 0 w 310"/>
                    <a:gd name="T10" fmla="*/ 0 h 310"/>
                    <a:gd name="T11" fmla="*/ 310 w 310"/>
                    <a:gd name="T12" fmla="*/ 310 h 31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10" h="310">
                      <a:moveTo>
                        <a:pt x="310" y="310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87" name="Freeform 51"/>
                <p:cNvSpPr>
                  <a:spLocks/>
                </p:cNvSpPr>
                <p:nvPr/>
              </p:nvSpPr>
              <p:spPr bwMode="auto">
                <a:xfrm>
                  <a:off x="1706" y="1003"/>
                  <a:ext cx="104" cy="104"/>
                </a:xfrm>
                <a:custGeom>
                  <a:avLst/>
                  <a:gdLst>
                    <a:gd name="T0" fmla="*/ 35 w 310"/>
                    <a:gd name="T1" fmla="*/ 35 h 310"/>
                    <a:gd name="T2" fmla="*/ 0 w 310"/>
                    <a:gd name="T3" fmla="*/ 0 h 310"/>
                    <a:gd name="T4" fmla="*/ 0 w 310"/>
                    <a:gd name="T5" fmla="*/ 0 h 310"/>
                    <a:gd name="T6" fmla="*/ 0 60000 65536"/>
                    <a:gd name="T7" fmla="*/ 0 60000 65536"/>
                    <a:gd name="T8" fmla="*/ 0 60000 65536"/>
                    <a:gd name="T9" fmla="*/ 0 w 310"/>
                    <a:gd name="T10" fmla="*/ 0 h 310"/>
                    <a:gd name="T11" fmla="*/ 310 w 310"/>
                    <a:gd name="T12" fmla="*/ 310 h 31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10" h="310">
                      <a:moveTo>
                        <a:pt x="310" y="310"/>
                      </a:moveTo>
                      <a:lnTo>
                        <a:pt x="0" y="0"/>
                      </a:lnTo>
                      <a:lnTo>
                        <a:pt x="2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88" name="Freeform 52"/>
                <p:cNvSpPr>
                  <a:spLocks/>
                </p:cNvSpPr>
                <p:nvPr/>
              </p:nvSpPr>
              <p:spPr bwMode="auto">
                <a:xfrm>
                  <a:off x="2151" y="1297"/>
                  <a:ext cx="85" cy="86"/>
                </a:xfrm>
                <a:custGeom>
                  <a:avLst/>
                  <a:gdLst>
                    <a:gd name="T0" fmla="*/ 28 w 255"/>
                    <a:gd name="T1" fmla="*/ 29 h 256"/>
                    <a:gd name="T2" fmla="*/ 0 w 255"/>
                    <a:gd name="T3" fmla="*/ 0 h 256"/>
                    <a:gd name="T4" fmla="*/ 0 w 255"/>
                    <a:gd name="T5" fmla="*/ 0 h 256"/>
                    <a:gd name="T6" fmla="*/ 0 60000 65536"/>
                    <a:gd name="T7" fmla="*/ 0 60000 65536"/>
                    <a:gd name="T8" fmla="*/ 0 60000 65536"/>
                    <a:gd name="T9" fmla="*/ 0 w 255"/>
                    <a:gd name="T10" fmla="*/ 0 h 256"/>
                    <a:gd name="T11" fmla="*/ 255 w 255"/>
                    <a:gd name="T12" fmla="*/ 256 h 25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55" h="256">
                      <a:moveTo>
                        <a:pt x="255" y="256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89" name="Freeform 53"/>
                <p:cNvSpPr>
                  <a:spLocks/>
                </p:cNvSpPr>
                <p:nvPr/>
              </p:nvSpPr>
              <p:spPr bwMode="auto">
                <a:xfrm>
                  <a:off x="1756" y="902"/>
                  <a:ext cx="85" cy="85"/>
                </a:xfrm>
                <a:custGeom>
                  <a:avLst/>
                  <a:gdLst>
                    <a:gd name="T0" fmla="*/ 28 w 255"/>
                    <a:gd name="T1" fmla="*/ 28 h 255"/>
                    <a:gd name="T2" fmla="*/ 0 w 255"/>
                    <a:gd name="T3" fmla="*/ 0 h 255"/>
                    <a:gd name="T4" fmla="*/ 0 w 255"/>
                    <a:gd name="T5" fmla="*/ 0 h 255"/>
                    <a:gd name="T6" fmla="*/ 0 60000 65536"/>
                    <a:gd name="T7" fmla="*/ 0 60000 65536"/>
                    <a:gd name="T8" fmla="*/ 0 60000 65536"/>
                    <a:gd name="T9" fmla="*/ 0 w 255"/>
                    <a:gd name="T10" fmla="*/ 0 h 255"/>
                    <a:gd name="T11" fmla="*/ 255 w 255"/>
                    <a:gd name="T12" fmla="*/ 255 h 2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55" h="255">
                      <a:moveTo>
                        <a:pt x="255" y="255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90" name="Freeform 54"/>
                <p:cNvSpPr>
                  <a:spLocks/>
                </p:cNvSpPr>
                <p:nvPr/>
              </p:nvSpPr>
              <p:spPr bwMode="auto">
                <a:xfrm>
                  <a:off x="2227" y="1223"/>
                  <a:ext cx="85" cy="85"/>
                </a:xfrm>
                <a:custGeom>
                  <a:avLst/>
                  <a:gdLst>
                    <a:gd name="T0" fmla="*/ 28 w 255"/>
                    <a:gd name="T1" fmla="*/ 29 h 253"/>
                    <a:gd name="T2" fmla="*/ 0 w 255"/>
                    <a:gd name="T3" fmla="*/ 0 h 253"/>
                    <a:gd name="T4" fmla="*/ 0 w 255"/>
                    <a:gd name="T5" fmla="*/ 0 h 253"/>
                    <a:gd name="T6" fmla="*/ 0 60000 65536"/>
                    <a:gd name="T7" fmla="*/ 0 60000 65536"/>
                    <a:gd name="T8" fmla="*/ 0 60000 65536"/>
                    <a:gd name="T9" fmla="*/ 0 w 255"/>
                    <a:gd name="T10" fmla="*/ 0 h 253"/>
                    <a:gd name="T11" fmla="*/ 255 w 255"/>
                    <a:gd name="T12" fmla="*/ 253 h 253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55" h="253">
                      <a:moveTo>
                        <a:pt x="255" y="253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91" name="Freeform 55"/>
                <p:cNvSpPr>
                  <a:spLocks/>
                </p:cNvSpPr>
                <p:nvPr/>
              </p:nvSpPr>
              <p:spPr bwMode="auto">
                <a:xfrm>
                  <a:off x="1831" y="826"/>
                  <a:ext cx="85" cy="85"/>
                </a:xfrm>
                <a:custGeom>
                  <a:avLst/>
                  <a:gdLst>
                    <a:gd name="T0" fmla="*/ 28 w 255"/>
                    <a:gd name="T1" fmla="*/ 28 h 255"/>
                    <a:gd name="T2" fmla="*/ 0 w 255"/>
                    <a:gd name="T3" fmla="*/ 0 h 255"/>
                    <a:gd name="T4" fmla="*/ 0 w 255"/>
                    <a:gd name="T5" fmla="*/ 0 h 255"/>
                    <a:gd name="T6" fmla="*/ 0 60000 65536"/>
                    <a:gd name="T7" fmla="*/ 0 60000 65536"/>
                    <a:gd name="T8" fmla="*/ 0 60000 65536"/>
                    <a:gd name="T9" fmla="*/ 0 w 255"/>
                    <a:gd name="T10" fmla="*/ 0 h 255"/>
                    <a:gd name="T11" fmla="*/ 255 w 255"/>
                    <a:gd name="T12" fmla="*/ 255 h 25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55" h="255">
                      <a:moveTo>
                        <a:pt x="255" y="255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92" name="Freeform 56"/>
                <p:cNvSpPr>
                  <a:spLocks/>
                </p:cNvSpPr>
                <p:nvPr/>
              </p:nvSpPr>
              <p:spPr bwMode="auto">
                <a:xfrm>
                  <a:off x="2262" y="1107"/>
                  <a:ext cx="102" cy="101"/>
                </a:xfrm>
                <a:custGeom>
                  <a:avLst/>
                  <a:gdLst>
                    <a:gd name="T0" fmla="*/ 34 w 304"/>
                    <a:gd name="T1" fmla="*/ 34 h 304"/>
                    <a:gd name="T2" fmla="*/ 0 w 304"/>
                    <a:gd name="T3" fmla="*/ 0 h 304"/>
                    <a:gd name="T4" fmla="*/ 0 w 304"/>
                    <a:gd name="T5" fmla="*/ 0 h 304"/>
                    <a:gd name="T6" fmla="*/ 0 60000 65536"/>
                    <a:gd name="T7" fmla="*/ 0 60000 65536"/>
                    <a:gd name="T8" fmla="*/ 0 60000 65536"/>
                    <a:gd name="T9" fmla="*/ 0 w 304"/>
                    <a:gd name="T10" fmla="*/ 0 h 304"/>
                    <a:gd name="T11" fmla="*/ 304 w 304"/>
                    <a:gd name="T12" fmla="*/ 304 h 30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04" h="304">
                      <a:moveTo>
                        <a:pt x="304" y="304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6693" name="Freeform 57"/>
                <p:cNvSpPr>
                  <a:spLocks/>
                </p:cNvSpPr>
                <p:nvPr/>
              </p:nvSpPr>
              <p:spPr bwMode="auto">
                <a:xfrm>
                  <a:off x="2114" y="808"/>
                  <a:ext cx="265" cy="265"/>
                </a:xfrm>
                <a:custGeom>
                  <a:avLst/>
                  <a:gdLst>
                    <a:gd name="T0" fmla="*/ 89 w 793"/>
                    <a:gd name="T1" fmla="*/ 88 h 794"/>
                    <a:gd name="T2" fmla="*/ 0 w 793"/>
                    <a:gd name="T3" fmla="*/ 0 h 794"/>
                    <a:gd name="T4" fmla="*/ 0 w 793"/>
                    <a:gd name="T5" fmla="*/ 0 h 794"/>
                    <a:gd name="T6" fmla="*/ 0 60000 65536"/>
                    <a:gd name="T7" fmla="*/ 0 60000 65536"/>
                    <a:gd name="T8" fmla="*/ 0 60000 65536"/>
                    <a:gd name="T9" fmla="*/ 0 w 793"/>
                    <a:gd name="T10" fmla="*/ 0 h 794"/>
                    <a:gd name="T11" fmla="*/ 793 w 793"/>
                    <a:gd name="T12" fmla="*/ 794 h 794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793" h="794">
                      <a:moveTo>
                        <a:pt x="793" y="794"/>
                      </a:moveTo>
                      <a:lnTo>
                        <a:pt x="0" y="0"/>
                      </a:lnTo>
                      <a:lnTo>
                        <a:pt x="1" y="0"/>
                      </a:lnTo>
                    </a:path>
                  </a:pathLst>
                </a:custGeom>
                <a:noFill/>
                <a:ln w="28575" cmpd="sng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26635" name="Rectangle 58"/>
            <p:cNvSpPr>
              <a:spLocks noChangeArrowheads="1"/>
            </p:cNvSpPr>
            <p:nvPr/>
          </p:nvSpPr>
          <p:spPr bwMode="auto">
            <a:xfrm>
              <a:off x="4162" y="1471"/>
              <a:ext cx="339" cy="406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26636" name="Freeform 59"/>
            <p:cNvSpPr>
              <a:spLocks/>
            </p:cNvSpPr>
            <p:nvPr/>
          </p:nvSpPr>
          <p:spPr bwMode="auto">
            <a:xfrm>
              <a:off x="3254" y="1673"/>
              <a:ext cx="358" cy="1"/>
            </a:xfrm>
            <a:custGeom>
              <a:avLst/>
              <a:gdLst>
                <a:gd name="T0" fmla="*/ 0 w 1073"/>
                <a:gd name="T1" fmla="*/ 0 h 1"/>
                <a:gd name="T2" fmla="*/ 119 w 1073"/>
                <a:gd name="T3" fmla="*/ 0 h 1"/>
                <a:gd name="T4" fmla="*/ 119 w 1073"/>
                <a:gd name="T5" fmla="*/ 0 h 1"/>
                <a:gd name="T6" fmla="*/ 0 60000 65536"/>
                <a:gd name="T7" fmla="*/ 0 60000 65536"/>
                <a:gd name="T8" fmla="*/ 0 60000 65536"/>
                <a:gd name="T9" fmla="*/ 0 w 1073"/>
                <a:gd name="T10" fmla="*/ 0 h 1"/>
                <a:gd name="T11" fmla="*/ 1073 w 107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73" h="1">
                  <a:moveTo>
                    <a:pt x="0" y="0"/>
                  </a:moveTo>
                  <a:lnTo>
                    <a:pt x="1071" y="0"/>
                  </a:lnTo>
                  <a:lnTo>
                    <a:pt x="1073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7" name="Freeform 60"/>
            <p:cNvSpPr>
              <a:spLocks/>
            </p:cNvSpPr>
            <p:nvPr/>
          </p:nvSpPr>
          <p:spPr bwMode="auto">
            <a:xfrm>
              <a:off x="3351" y="1429"/>
              <a:ext cx="753" cy="1"/>
            </a:xfrm>
            <a:custGeom>
              <a:avLst/>
              <a:gdLst>
                <a:gd name="T0" fmla="*/ 0 w 2258"/>
                <a:gd name="T1" fmla="*/ 0 h 1"/>
                <a:gd name="T2" fmla="*/ 251 w 2258"/>
                <a:gd name="T3" fmla="*/ 0 h 1"/>
                <a:gd name="T4" fmla="*/ 251 w 2258"/>
                <a:gd name="T5" fmla="*/ 0 h 1"/>
                <a:gd name="T6" fmla="*/ 0 60000 65536"/>
                <a:gd name="T7" fmla="*/ 0 60000 65536"/>
                <a:gd name="T8" fmla="*/ 0 60000 65536"/>
                <a:gd name="T9" fmla="*/ 0 w 2258"/>
                <a:gd name="T10" fmla="*/ 0 h 1"/>
                <a:gd name="T11" fmla="*/ 2258 w 2258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58" h="1">
                  <a:moveTo>
                    <a:pt x="0" y="0"/>
                  </a:moveTo>
                  <a:lnTo>
                    <a:pt x="2257" y="0"/>
                  </a:lnTo>
                  <a:lnTo>
                    <a:pt x="225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8" name="Freeform 61"/>
            <p:cNvSpPr>
              <a:spLocks/>
            </p:cNvSpPr>
            <p:nvPr/>
          </p:nvSpPr>
          <p:spPr bwMode="auto">
            <a:xfrm>
              <a:off x="4103" y="1429"/>
              <a:ext cx="1" cy="488"/>
            </a:xfrm>
            <a:custGeom>
              <a:avLst/>
              <a:gdLst>
                <a:gd name="T0" fmla="*/ 0 w 1"/>
                <a:gd name="T1" fmla="*/ 0 h 1466"/>
                <a:gd name="T2" fmla="*/ 0 w 1"/>
                <a:gd name="T3" fmla="*/ 162 h 1466"/>
                <a:gd name="T4" fmla="*/ 1 w 1"/>
                <a:gd name="T5" fmla="*/ 162 h 1466"/>
                <a:gd name="T6" fmla="*/ 0 60000 65536"/>
                <a:gd name="T7" fmla="*/ 0 60000 65536"/>
                <a:gd name="T8" fmla="*/ 0 60000 65536"/>
                <a:gd name="T9" fmla="*/ 0 w 1"/>
                <a:gd name="T10" fmla="*/ 0 h 1466"/>
                <a:gd name="T11" fmla="*/ 1 w 1"/>
                <a:gd name="T12" fmla="*/ 1466 h 14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1466">
                  <a:moveTo>
                    <a:pt x="0" y="0"/>
                  </a:moveTo>
                  <a:lnTo>
                    <a:pt x="0" y="1466"/>
                  </a:lnTo>
                  <a:lnTo>
                    <a:pt x="1" y="146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9" name="Freeform 62"/>
            <p:cNvSpPr>
              <a:spLocks/>
            </p:cNvSpPr>
            <p:nvPr/>
          </p:nvSpPr>
          <p:spPr bwMode="auto">
            <a:xfrm>
              <a:off x="4500" y="1470"/>
              <a:ext cx="60" cy="59"/>
            </a:xfrm>
            <a:custGeom>
              <a:avLst/>
              <a:gdLst>
                <a:gd name="T0" fmla="*/ 0 w 179"/>
                <a:gd name="T1" fmla="*/ 0 h 178"/>
                <a:gd name="T2" fmla="*/ 20 w 179"/>
                <a:gd name="T3" fmla="*/ 20 h 178"/>
                <a:gd name="T4" fmla="*/ 20 w 179"/>
                <a:gd name="T5" fmla="*/ 20 h 178"/>
                <a:gd name="T6" fmla="*/ 0 60000 65536"/>
                <a:gd name="T7" fmla="*/ 0 60000 65536"/>
                <a:gd name="T8" fmla="*/ 0 60000 65536"/>
                <a:gd name="T9" fmla="*/ 0 w 179"/>
                <a:gd name="T10" fmla="*/ 0 h 178"/>
                <a:gd name="T11" fmla="*/ 179 w 179"/>
                <a:gd name="T12" fmla="*/ 178 h 1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9" h="178">
                  <a:moveTo>
                    <a:pt x="0" y="0"/>
                  </a:moveTo>
                  <a:lnTo>
                    <a:pt x="178" y="178"/>
                  </a:lnTo>
                  <a:lnTo>
                    <a:pt x="179" y="17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0" name="Freeform 63"/>
            <p:cNvSpPr>
              <a:spLocks/>
            </p:cNvSpPr>
            <p:nvPr/>
          </p:nvSpPr>
          <p:spPr bwMode="auto">
            <a:xfrm>
              <a:off x="4560" y="1529"/>
              <a:ext cx="1" cy="288"/>
            </a:xfrm>
            <a:custGeom>
              <a:avLst/>
              <a:gdLst>
                <a:gd name="T0" fmla="*/ 0 w 1"/>
                <a:gd name="T1" fmla="*/ 0 h 862"/>
                <a:gd name="T2" fmla="*/ 0 w 1"/>
                <a:gd name="T3" fmla="*/ 96 h 862"/>
                <a:gd name="T4" fmla="*/ 1 w 1"/>
                <a:gd name="T5" fmla="*/ 96 h 862"/>
                <a:gd name="T6" fmla="*/ 0 60000 65536"/>
                <a:gd name="T7" fmla="*/ 0 60000 65536"/>
                <a:gd name="T8" fmla="*/ 0 60000 65536"/>
                <a:gd name="T9" fmla="*/ 0 w 1"/>
                <a:gd name="T10" fmla="*/ 0 h 862"/>
                <a:gd name="T11" fmla="*/ 1 w 1"/>
                <a:gd name="T12" fmla="*/ 862 h 8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862">
                  <a:moveTo>
                    <a:pt x="0" y="0"/>
                  </a:moveTo>
                  <a:lnTo>
                    <a:pt x="0" y="862"/>
                  </a:lnTo>
                  <a:lnTo>
                    <a:pt x="1" y="86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1" name="Freeform 64"/>
            <p:cNvSpPr>
              <a:spLocks/>
            </p:cNvSpPr>
            <p:nvPr/>
          </p:nvSpPr>
          <p:spPr bwMode="auto">
            <a:xfrm>
              <a:off x="4103" y="1525"/>
              <a:ext cx="65" cy="1"/>
            </a:xfrm>
            <a:custGeom>
              <a:avLst/>
              <a:gdLst>
                <a:gd name="T0" fmla="*/ 0 w 195"/>
                <a:gd name="T1" fmla="*/ 0 h 1"/>
                <a:gd name="T2" fmla="*/ 22 w 195"/>
                <a:gd name="T3" fmla="*/ 0 h 1"/>
                <a:gd name="T4" fmla="*/ 22 w 195"/>
                <a:gd name="T5" fmla="*/ 0 h 1"/>
                <a:gd name="T6" fmla="*/ 0 60000 65536"/>
                <a:gd name="T7" fmla="*/ 0 60000 65536"/>
                <a:gd name="T8" fmla="*/ 0 60000 65536"/>
                <a:gd name="T9" fmla="*/ 0 w 195"/>
                <a:gd name="T10" fmla="*/ 0 h 1"/>
                <a:gd name="T11" fmla="*/ 195 w 19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5" h="1">
                  <a:moveTo>
                    <a:pt x="0" y="0"/>
                  </a:moveTo>
                  <a:lnTo>
                    <a:pt x="194" y="0"/>
                  </a:lnTo>
                  <a:lnTo>
                    <a:pt x="19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2" name="Freeform 65"/>
            <p:cNvSpPr>
              <a:spLocks/>
            </p:cNvSpPr>
            <p:nvPr/>
          </p:nvSpPr>
          <p:spPr bwMode="auto">
            <a:xfrm>
              <a:off x="3329" y="1917"/>
              <a:ext cx="775" cy="1"/>
            </a:xfrm>
            <a:custGeom>
              <a:avLst/>
              <a:gdLst>
                <a:gd name="T0" fmla="*/ 0 w 2323"/>
                <a:gd name="T1" fmla="*/ 0 h 1"/>
                <a:gd name="T2" fmla="*/ 259 w 2323"/>
                <a:gd name="T3" fmla="*/ 0 h 1"/>
                <a:gd name="T4" fmla="*/ 259 w 2323"/>
                <a:gd name="T5" fmla="*/ 0 h 1"/>
                <a:gd name="T6" fmla="*/ 0 60000 65536"/>
                <a:gd name="T7" fmla="*/ 0 60000 65536"/>
                <a:gd name="T8" fmla="*/ 0 60000 65536"/>
                <a:gd name="T9" fmla="*/ 0 w 2323"/>
                <a:gd name="T10" fmla="*/ 0 h 1"/>
                <a:gd name="T11" fmla="*/ 2323 w 232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23" h="1">
                  <a:moveTo>
                    <a:pt x="0" y="0"/>
                  </a:moveTo>
                  <a:lnTo>
                    <a:pt x="2322" y="0"/>
                  </a:lnTo>
                  <a:lnTo>
                    <a:pt x="2323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3" name="Freeform 66"/>
            <p:cNvSpPr>
              <a:spLocks/>
            </p:cNvSpPr>
            <p:nvPr/>
          </p:nvSpPr>
          <p:spPr bwMode="auto">
            <a:xfrm>
              <a:off x="4103" y="1820"/>
              <a:ext cx="65" cy="1"/>
            </a:xfrm>
            <a:custGeom>
              <a:avLst/>
              <a:gdLst>
                <a:gd name="T0" fmla="*/ 0 w 195"/>
                <a:gd name="T1" fmla="*/ 0 h 1"/>
                <a:gd name="T2" fmla="*/ 22 w 195"/>
                <a:gd name="T3" fmla="*/ 0 h 1"/>
                <a:gd name="T4" fmla="*/ 22 w 195"/>
                <a:gd name="T5" fmla="*/ 0 h 1"/>
                <a:gd name="T6" fmla="*/ 0 60000 65536"/>
                <a:gd name="T7" fmla="*/ 0 60000 65536"/>
                <a:gd name="T8" fmla="*/ 0 60000 65536"/>
                <a:gd name="T9" fmla="*/ 0 w 195"/>
                <a:gd name="T10" fmla="*/ 0 h 1"/>
                <a:gd name="T11" fmla="*/ 195 w 19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5" h="1">
                  <a:moveTo>
                    <a:pt x="0" y="0"/>
                  </a:moveTo>
                  <a:lnTo>
                    <a:pt x="194" y="0"/>
                  </a:lnTo>
                  <a:lnTo>
                    <a:pt x="19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4" name="Freeform 67"/>
            <p:cNvSpPr>
              <a:spLocks/>
            </p:cNvSpPr>
            <p:nvPr/>
          </p:nvSpPr>
          <p:spPr bwMode="auto">
            <a:xfrm>
              <a:off x="4500" y="1817"/>
              <a:ext cx="60" cy="59"/>
            </a:xfrm>
            <a:custGeom>
              <a:avLst/>
              <a:gdLst>
                <a:gd name="T0" fmla="*/ 0 w 179"/>
                <a:gd name="T1" fmla="*/ 20 h 178"/>
                <a:gd name="T2" fmla="*/ 20 w 179"/>
                <a:gd name="T3" fmla="*/ 0 h 178"/>
                <a:gd name="T4" fmla="*/ 20 w 179"/>
                <a:gd name="T5" fmla="*/ 0 h 178"/>
                <a:gd name="T6" fmla="*/ 0 60000 65536"/>
                <a:gd name="T7" fmla="*/ 0 60000 65536"/>
                <a:gd name="T8" fmla="*/ 0 60000 65536"/>
                <a:gd name="T9" fmla="*/ 0 w 179"/>
                <a:gd name="T10" fmla="*/ 0 h 178"/>
                <a:gd name="T11" fmla="*/ 179 w 179"/>
                <a:gd name="T12" fmla="*/ 178 h 17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9" h="178">
                  <a:moveTo>
                    <a:pt x="0" y="178"/>
                  </a:moveTo>
                  <a:lnTo>
                    <a:pt x="178" y="0"/>
                  </a:lnTo>
                  <a:lnTo>
                    <a:pt x="179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5" name="Freeform 68"/>
            <p:cNvSpPr>
              <a:spLocks/>
            </p:cNvSpPr>
            <p:nvPr/>
          </p:nvSpPr>
          <p:spPr bwMode="auto">
            <a:xfrm>
              <a:off x="3877" y="1153"/>
              <a:ext cx="63" cy="126"/>
            </a:xfrm>
            <a:custGeom>
              <a:avLst/>
              <a:gdLst>
                <a:gd name="T0" fmla="*/ 0 w 189"/>
                <a:gd name="T1" fmla="*/ 42 h 379"/>
                <a:gd name="T2" fmla="*/ 15 w 189"/>
                <a:gd name="T3" fmla="*/ 36 h 379"/>
                <a:gd name="T4" fmla="*/ 21 w 189"/>
                <a:gd name="T5" fmla="*/ 21 h 379"/>
                <a:gd name="T6" fmla="*/ 15 w 189"/>
                <a:gd name="T7" fmla="*/ 6 h 379"/>
                <a:gd name="T8" fmla="*/ 0 w 189"/>
                <a:gd name="T9" fmla="*/ 0 h 379"/>
                <a:gd name="T10" fmla="*/ 0 w 189"/>
                <a:gd name="T11" fmla="*/ 0 h 37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89"/>
                <a:gd name="T19" fmla="*/ 0 h 379"/>
                <a:gd name="T20" fmla="*/ 189 w 189"/>
                <a:gd name="T21" fmla="*/ 379 h 37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89" h="379">
                  <a:moveTo>
                    <a:pt x="0" y="379"/>
                  </a:moveTo>
                  <a:lnTo>
                    <a:pt x="134" y="324"/>
                  </a:lnTo>
                  <a:lnTo>
                    <a:pt x="189" y="190"/>
                  </a:lnTo>
                  <a:lnTo>
                    <a:pt x="134" y="56"/>
                  </a:ln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6" name="Freeform 69"/>
            <p:cNvSpPr>
              <a:spLocks/>
            </p:cNvSpPr>
            <p:nvPr/>
          </p:nvSpPr>
          <p:spPr bwMode="auto">
            <a:xfrm>
              <a:off x="3464" y="1153"/>
              <a:ext cx="63" cy="126"/>
            </a:xfrm>
            <a:custGeom>
              <a:avLst/>
              <a:gdLst>
                <a:gd name="T0" fmla="*/ 21 w 190"/>
                <a:gd name="T1" fmla="*/ 0 h 379"/>
                <a:gd name="T2" fmla="*/ 6 w 190"/>
                <a:gd name="T3" fmla="*/ 6 h 379"/>
                <a:gd name="T4" fmla="*/ 0 w 190"/>
                <a:gd name="T5" fmla="*/ 21 h 379"/>
                <a:gd name="T6" fmla="*/ 6 w 190"/>
                <a:gd name="T7" fmla="*/ 36 h 379"/>
                <a:gd name="T8" fmla="*/ 21 w 190"/>
                <a:gd name="T9" fmla="*/ 42 h 379"/>
                <a:gd name="T10" fmla="*/ 21 w 190"/>
                <a:gd name="T11" fmla="*/ 42 h 37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90"/>
                <a:gd name="T19" fmla="*/ 0 h 379"/>
                <a:gd name="T20" fmla="*/ 190 w 190"/>
                <a:gd name="T21" fmla="*/ 379 h 37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90" h="379">
                  <a:moveTo>
                    <a:pt x="188" y="0"/>
                  </a:moveTo>
                  <a:lnTo>
                    <a:pt x="56" y="56"/>
                  </a:lnTo>
                  <a:lnTo>
                    <a:pt x="0" y="190"/>
                  </a:lnTo>
                  <a:lnTo>
                    <a:pt x="56" y="324"/>
                  </a:lnTo>
                  <a:lnTo>
                    <a:pt x="188" y="379"/>
                  </a:lnTo>
                  <a:lnTo>
                    <a:pt x="190" y="37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7" name="Freeform 70"/>
            <p:cNvSpPr>
              <a:spLocks/>
            </p:cNvSpPr>
            <p:nvPr/>
          </p:nvSpPr>
          <p:spPr bwMode="auto">
            <a:xfrm>
              <a:off x="3526" y="1153"/>
              <a:ext cx="352" cy="1"/>
            </a:xfrm>
            <a:custGeom>
              <a:avLst/>
              <a:gdLst>
                <a:gd name="T0" fmla="*/ 0 w 1054"/>
                <a:gd name="T1" fmla="*/ 0 h 1"/>
                <a:gd name="T2" fmla="*/ 118 w 1054"/>
                <a:gd name="T3" fmla="*/ 0 h 1"/>
                <a:gd name="T4" fmla="*/ 118 w 1054"/>
                <a:gd name="T5" fmla="*/ 0 h 1"/>
                <a:gd name="T6" fmla="*/ 0 60000 65536"/>
                <a:gd name="T7" fmla="*/ 0 60000 65536"/>
                <a:gd name="T8" fmla="*/ 0 60000 65536"/>
                <a:gd name="T9" fmla="*/ 0 w 1054"/>
                <a:gd name="T10" fmla="*/ 0 h 1"/>
                <a:gd name="T11" fmla="*/ 1054 w 105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54" h="1">
                  <a:moveTo>
                    <a:pt x="0" y="0"/>
                  </a:moveTo>
                  <a:lnTo>
                    <a:pt x="1053" y="0"/>
                  </a:lnTo>
                  <a:lnTo>
                    <a:pt x="1054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8" name="Freeform 71"/>
            <p:cNvSpPr>
              <a:spLocks/>
            </p:cNvSpPr>
            <p:nvPr/>
          </p:nvSpPr>
          <p:spPr bwMode="auto">
            <a:xfrm>
              <a:off x="3526" y="1279"/>
              <a:ext cx="351" cy="1"/>
            </a:xfrm>
            <a:custGeom>
              <a:avLst/>
              <a:gdLst>
                <a:gd name="T0" fmla="*/ 117 w 1053"/>
                <a:gd name="T1" fmla="*/ 0 h 1"/>
                <a:gd name="T2" fmla="*/ 0 w 1053"/>
                <a:gd name="T3" fmla="*/ 0 h 1"/>
                <a:gd name="T4" fmla="*/ 0 w 1053"/>
                <a:gd name="T5" fmla="*/ 0 h 1"/>
                <a:gd name="T6" fmla="*/ 0 60000 65536"/>
                <a:gd name="T7" fmla="*/ 0 60000 65536"/>
                <a:gd name="T8" fmla="*/ 0 60000 65536"/>
                <a:gd name="T9" fmla="*/ 0 w 1053"/>
                <a:gd name="T10" fmla="*/ 0 h 1"/>
                <a:gd name="T11" fmla="*/ 1053 w 105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53" h="1">
                  <a:moveTo>
                    <a:pt x="1053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49" name="Freeform 72"/>
            <p:cNvSpPr>
              <a:spLocks/>
            </p:cNvSpPr>
            <p:nvPr/>
          </p:nvSpPr>
          <p:spPr bwMode="auto">
            <a:xfrm>
              <a:off x="3940" y="1429"/>
              <a:ext cx="1" cy="69"/>
            </a:xfrm>
            <a:custGeom>
              <a:avLst/>
              <a:gdLst>
                <a:gd name="T0" fmla="*/ 0 w 1"/>
                <a:gd name="T1" fmla="*/ 0 h 207"/>
                <a:gd name="T2" fmla="*/ 0 w 1"/>
                <a:gd name="T3" fmla="*/ 23 h 207"/>
                <a:gd name="T4" fmla="*/ 1 w 1"/>
                <a:gd name="T5" fmla="*/ 23 h 207"/>
                <a:gd name="T6" fmla="*/ 0 60000 65536"/>
                <a:gd name="T7" fmla="*/ 0 60000 65536"/>
                <a:gd name="T8" fmla="*/ 0 60000 65536"/>
                <a:gd name="T9" fmla="*/ 0 w 1"/>
                <a:gd name="T10" fmla="*/ 0 h 207"/>
                <a:gd name="T11" fmla="*/ 1 w 1"/>
                <a:gd name="T12" fmla="*/ 207 h 2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07">
                  <a:moveTo>
                    <a:pt x="0" y="0"/>
                  </a:moveTo>
                  <a:lnTo>
                    <a:pt x="0" y="207"/>
                  </a:lnTo>
                  <a:lnTo>
                    <a:pt x="1" y="20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0" name="Freeform 73"/>
            <p:cNvSpPr>
              <a:spLocks/>
            </p:cNvSpPr>
            <p:nvPr/>
          </p:nvSpPr>
          <p:spPr bwMode="auto">
            <a:xfrm>
              <a:off x="3464" y="1498"/>
              <a:ext cx="476" cy="1"/>
            </a:xfrm>
            <a:custGeom>
              <a:avLst/>
              <a:gdLst>
                <a:gd name="T0" fmla="*/ 158 w 1430"/>
                <a:gd name="T1" fmla="*/ 0 h 1"/>
                <a:gd name="T2" fmla="*/ 0 w 1430"/>
                <a:gd name="T3" fmla="*/ 0 h 1"/>
                <a:gd name="T4" fmla="*/ 0 w 1430"/>
                <a:gd name="T5" fmla="*/ 0 h 1"/>
                <a:gd name="T6" fmla="*/ 0 60000 65536"/>
                <a:gd name="T7" fmla="*/ 0 60000 65536"/>
                <a:gd name="T8" fmla="*/ 0 60000 65536"/>
                <a:gd name="T9" fmla="*/ 0 w 1430"/>
                <a:gd name="T10" fmla="*/ 0 h 1"/>
                <a:gd name="T11" fmla="*/ 1430 w 143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30" h="1">
                  <a:moveTo>
                    <a:pt x="1430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1" name="Freeform 74"/>
            <p:cNvSpPr>
              <a:spLocks/>
            </p:cNvSpPr>
            <p:nvPr/>
          </p:nvSpPr>
          <p:spPr bwMode="auto">
            <a:xfrm>
              <a:off x="3464" y="1429"/>
              <a:ext cx="1" cy="69"/>
            </a:xfrm>
            <a:custGeom>
              <a:avLst/>
              <a:gdLst>
                <a:gd name="T0" fmla="*/ 0 w 1"/>
                <a:gd name="T1" fmla="*/ 0 h 207"/>
                <a:gd name="T2" fmla="*/ 0 w 1"/>
                <a:gd name="T3" fmla="*/ 23 h 207"/>
                <a:gd name="T4" fmla="*/ 1 w 1"/>
                <a:gd name="T5" fmla="*/ 23 h 207"/>
                <a:gd name="T6" fmla="*/ 0 60000 65536"/>
                <a:gd name="T7" fmla="*/ 0 60000 65536"/>
                <a:gd name="T8" fmla="*/ 0 60000 65536"/>
                <a:gd name="T9" fmla="*/ 0 w 1"/>
                <a:gd name="T10" fmla="*/ 0 h 207"/>
                <a:gd name="T11" fmla="*/ 1 w 1"/>
                <a:gd name="T12" fmla="*/ 207 h 20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207">
                  <a:moveTo>
                    <a:pt x="0" y="0"/>
                  </a:moveTo>
                  <a:lnTo>
                    <a:pt x="0" y="207"/>
                  </a:lnTo>
                  <a:lnTo>
                    <a:pt x="1" y="20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2" name="Freeform 75"/>
            <p:cNvSpPr>
              <a:spLocks/>
            </p:cNvSpPr>
            <p:nvPr/>
          </p:nvSpPr>
          <p:spPr bwMode="auto">
            <a:xfrm>
              <a:off x="3314" y="1429"/>
              <a:ext cx="38" cy="488"/>
            </a:xfrm>
            <a:custGeom>
              <a:avLst/>
              <a:gdLst>
                <a:gd name="T0" fmla="*/ 12 w 114"/>
                <a:gd name="T1" fmla="*/ 0 h 1466"/>
                <a:gd name="T2" fmla="*/ 0 w 114"/>
                <a:gd name="T3" fmla="*/ 40 h 1466"/>
                <a:gd name="T4" fmla="*/ 13 w 114"/>
                <a:gd name="T5" fmla="*/ 81 h 1466"/>
                <a:gd name="T6" fmla="*/ 6 w 114"/>
                <a:gd name="T7" fmla="*/ 122 h 1466"/>
                <a:gd name="T8" fmla="*/ 5 w 114"/>
                <a:gd name="T9" fmla="*/ 162 h 1466"/>
                <a:gd name="T10" fmla="*/ 5 w 114"/>
                <a:gd name="T11" fmla="*/ 162 h 14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114"/>
                <a:gd name="T19" fmla="*/ 0 h 1466"/>
                <a:gd name="T20" fmla="*/ 114 w 114"/>
                <a:gd name="T21" fmla="*/ 1466 h 146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114" h="1466">
                  <a:moveTo>
                    <a:pt x="112" y="0"/>
                  </a:moveTo>
                  <a:lnTo>
                    <a:pt x="0" y="358"/>
                  </a:lnTo>
                  <a:lnTo>
                    <a:pt x="114" y="727"/>
                  </a:lnTo>
                  <a:lnTo>
                    <a:pt x="55" y="1099"/>
                  </a:lnTo>
                  <a:lnTo>
                    <a:pt x="47" y="1466"/>
                  </a:lnTo>
                  <a:lnTo>
                    <a:pt x="48" y="146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3" name="Freeform 76"/>
            <p:cNvSpPr>
              <a:spLocks/>
            </p:cNvSpPr>
            <p:nvPr/>
          </p:nvSpPr>
          <p:spPr bwMode="auto">
            <a:xfrm>
              <a:off x="3663" y="1673"/>
              <a:ext cx="21" cy="1"/>
            </a:xfrm>
            <a:custGeom>
              <a:avLst/>
              <a:gdLst>
                <a:gd name="T0" fmla="*/ 0 w 65"/>
                <a:gd name="T1" fmla="*/ 0 h 1"/>
                <a:gd name="T2" fmla="*/ 7 w 65"/>
                <a:gd name="T3" fmla="*/ 0 h 1"/>
                <a:gd name="T4" fmla="*/ 7 w 65"/>
                <a:gd name="T5" fmla="*/ 0 h 1"/>
                <a:gd name="T6" fmla="*/ 0 60000 65536"/>
                <a:gd name="T7" fmla="*/ 0 60000 65536"/>
                <a:gd name="T8" fmla="*/ 0 60000 65536"/>
                <a:gd name="T9" fmla="*/ 0 w 65"/>
                <a:gd name="T10" fmla="*/ 0 h 1"/>
                <a:gd name="T11" fmla="*/ 65 w 6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5" h="1">
                  <a:moveTo>
                    <a:pt x="0" y="0"/>
                  </a:moveTo>
                  <a:lnTo>
                    <a:pt x="64" y="0"/>
                  </a:lnTo>
                  <a:lnTo>
                    <a:pt x="65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4" name="Freeform 77"/>
            <p:cNvSpPr>
              <a:spLocks/>
            </p:cNvSpPr>
            <p:nvPr/>
          </p:nvSpPr>
          <p:spPr bwMode="auto">
            <a:xfrm>
              <a:off x="3744" y="1673"/>
              <a:ext cx="529" cy="1"/>
            </a:xfrm>
            <a:custGeom>
              <a:avLst/>
              <a:gdLst>
                <a:gd name="T0" fmla="*/ 0 w 1585"/>
                <a:gd name="T1" fmla="*/ 0 h 1"/>
                <a:gd name="T2" fmla="*/ 176 w 1585"/>
                <a:gd name="T3" fmla="*/ 0 h 1"/>
                <a:gd name="T4" fmla="*/ 177 w 1585"/>
                <a:gd name="T5" fmla="*/ 0 h 1"/>
                <a:gd name="T6" fmla="*/ 0 60000 65536"/>
                <a:gd name="T7" fmla="*/ 0 60000 65536"/>
                <a:gd name="T8" fmla="*/ 0 60000 65536"/>
                <a:gd name="T9" fmla="*/ 0 w 1585"/>
                <a:gd name="T10" fmla="*/ 0 h 1"/>
                <a:gd name="T11" fmla="*/ 1585 w 158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585" h="1">
                  <a:moveTo>
                    <a:pt x="0" y="0"/>
                  </a:moveTo>
                  <a:lnTo>
                    <a:pt x="1583" y="0"/>
                  </a:lnTo>
                  <a:lnTo>
                    <a:pt x="1585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5" name="Freeform 78"/>
            <p:cNvSpPr>
              <a:spLocks/>
            </p:cNvSpPr>
            <p:nvPr/>
          </p:nvSpPr>
          <p:spPr bwMode="auto">
            <a:xfrm>
              <a:off x="4319" y="1673"/>
              <a:ext cx="22" cy="1"/>
            </a:xfrm>
            <a:custGeom>
              <a:avLst/>
              <a:gdLst>
                <a:gd name="T0" fmla="*/ 0 w 66"/>
                <a:gd name="T1" fmla="*/ 0 h 1"/>
                <a:gd name="T2" fmla="*/ 7 w 66"/>
                <a:gd name="T3" fmla="*/ 0 h 1"/>
                <a:gd name="T4" fmla="*/ 7 w 66"/>
                <a:gd name="T5" fmla="*/ 0 h 1"/>
                <a:gd name="T6" fmla="*/ 0 60000 65536"/>
                <a:gd name="T7" fmla="*/ 0 60000 65536"/>
                <a:gd name="T8" fmla="*/ 0 60000 65536"/>
                <a:gd name="T9" fmla="*/ 0 w 66"/>
                <a:gd name="T10" fmla="*/ 0 h 1"/>
                <a:gd name="T11" fmla="*/ 66 w 6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6" h="1">
                  <a:moveTo>
                    <a:pt x="0" y="0"/>
                  </a:moveTo>
                  <a:lnTo>
                    <a:pt x="64" y="0"/>
                  </a:lnTo>
                  <a:lnTo>
                    <a:pt x="66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6" name="Freeform 79"/>
            <p:cNvSpPr>
              <a:spLocks/>
            </p:cNvSpPr>
            <p:nvPr/>
          </p:nvSpPr>
          <p:spPr bwMode="auto">
            <a:xfrm>
              <a:off x="4388" y="1673"/>
              <a:ext cx="233" cy="1"/>
            </a:xfrm>
            <a:custGeom>
              <a:avLst/>
              <a:gdLst>
                <a:gd name="T0" fmla="*/ 0 w 697"/>
                <a:gd name="T1" fmla="*/ 0 h 1"/>
                <a:gd name="T2" fmla="*/ 78 w 697"/>
                <a:gd name="T3" fmla="*/ 0 h 1"/>
                <a:gd name="T4" fmla="*/ 78 w 697"/>
                <a:gd name="T5" fmla="*/ 0 h 1"/>
                <a:gd name="T6" fmla="*/ 0 60000 65536"/>
                <a:gd name="T7" fmla="*/ 0 60000 65536"/>
                <a:gd name="T8" fmla="*/ 0 60000 65536"/>
                <a:gd name="T9" fmla="*/ 0 w 697"/>
                <a:gd name="T10" fmla="*/ 0 h 1"/>
                <a:gd name="T11" fmla="*/ 697 w 69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97" h="1">
                  <a:moveTo>
                    <a:pt x="0" y="0"/>
                  </a:moveTo>
                  <a:lnTo>
                    <a:pt x="696" y="0"/>
                  </a:lnTo>
                  <a:lnTo>
                    <a:pt x="697" y="0"/>
                  </a:lnTo>
                </a:path>
              </a:pathLst>
            </a:custGeom>
            <a:noFill/>
            <a:ln w="28575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7" name="Freeform 80"/>
            <p:cNvSpPr>
              <a:spLocks/>
            </p:cNvSpPr>
            <p:nvPr/>
          </p:nvSpPr>
          <p:spPr bwMode="auto">
            <a:xfrm>
              <a:off x="3402" y="1429"/>
              <a:ext cx="650" cy="155"/>
            </a:xfrm>
            <a:custGeom>
              <a:avLst/>
              <a:gdLst>
                <a:gd name="T0" fmla="*/ 0 w 1949"/>
                <a:gd name="T1" fmla="*/ 0 h 465"/>
                <a:gd name="T2" fmla="*/ 10 w 1949"/>
                <a:gd name="T3" fmla="*/ 33 h 465"/>
                <a:gd name="T4" fmla="*/ 22 w 1949"/>
                <a:gd name="T5" fmla="*/ 42 h 465"/>
                <a:gd name="T6" fmla="*/ 40 w 1949"/>
                <a:gd name="T7" fmla="*/ 46 h 465"/>
                <a:gd name="T8" fmla="*/ 72 w 1949"/>
                <a:gd name="T9" fmla="*/ 52 h 465"/>
                <a:gd name="T10" fmla="*/ 105 w 1949"/>
                <a:gd name="T11" fmla="*/ 44 h 465"/>
                <a:gd name="T12" fmla="*/ 138 w 1949"/>
                <a:gd name="T13" fmla="*/ 47 h 465"/>
                <a:gd name="T14" fmla="*/ 171 w 1949"/>
                <a:gd name="T15" fmla="*/ 46 h 465"/>
                <a:gd name="T16" fmla="*/ 195 w 1949"/>
                <a:gd name="T17" fmla="*/ 23 h 465"/>
                <a:gd name="T18" fmla="*/ 209 w 1949"/>
                <a:gd name="T19" fmla="*/ 14 h 465"/>
                <a:gd name="T20" fmla="*/ 217 w 1949"/>
                <a:gd name="T21" fmla="*/ 0 h 465"/>
                <a:gd name="T22" fmla="*/ 217 w 1949"/>
                <a:gd name="T23" fmla="*/ 0 h 46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949"/>
                <a:gd name="T37" fmla="*/ 0 h 465"/>
                <a:gd name="T38" fmla="*/ 1949 w 1949"/>
                <a:gd name="T39" fmla="*/ 465 h 46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949" h="465">
                  <a:moveTo>
                    <a:pt x="0" y="0"/>
                  </a:moveTo>
                  <a:lnTo>
                    <a:pt x="94" y="295"/>
                  </a:lnTo>
                  <a:lnTo>
                    <a:pt x="202" y="377"/>
                  </a:lnTo>
                  <a:lnTo>
                    <a:pt x="357" y="418"/>
                  </a:lnTo>
                  <a:lnTo>
                    <a:pt x="648" y="465"/>
                  </a:lnTo>
                  <a:lnTo>
                    <a:pt x="944" y="398"/>
                  </a:lnTo>
                  <a:lnTo>
                    <a:pt x="1239" y="427"/>
                  </a:lnTo>
                  <a:lnTo>
                    <a:pt x="1536" y="412"/>
                  </a:lnTo>
                  <a:lnTo>
                    <a:pt x="1758" y="208"/>
                  </a:lnTo>
                  <a:lnTo>
                    <a:pt x="1879" y="125"/>
                  </a:lnTo>
                  <a:lnTo>
                    <a:pt x="1948" y="0"/>
                  </a:lnTo>
                  <a:lnTo>
                    <a:pt x="194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8" name="Freeform 81"/>
            <p:cNvSpPr>
              <a:spLocks/>
            </p:cNvSpPr>
            <p:nvPr/>
          </p:nvSpPr>
          <p:spPr bwMode="auto">
            <a:xfrm>
              <a:off x="3408" y="1429"/>
              <a:ext cx="10" cy="9"/>
            </a:xfrm>
            <a:custGeom>
              <a:avLst/>
              <a:gdLst>
                <a:gd name="T0" fmla="*/ 0 w 32"/>
                <a:gd name="T1" fmla="*/ 3 h 29"/>
                <a:gd name="T2" fmla="*/ 3 w 32"/>
                <a:gd name="T3" fmla="*/ 0 h 29"/>
                <a:gd name="T4" fmla="*/ 3 w 32"/>
                <a:gd name="T5" fmla="*/ 0 h 29"/>
                <a:gd name="T6" fmla="*/ 0 60000 65536"/>
                <a:gd name="T7" fmla="*/ 0 60000 65536"/>
                <a:gd name="T8" fmla="*/ 0 60000 65536"/>
                <a:gd name="T9" fmla="*/ 0 w 32"/>
                <a:gd name="T10" fmla="*/ 0 h 29"/>
                <a:gd name="T11" fmla="*/ 32 w 32"/>
                <a:gd name="T12" fmla="*/ 29 h 2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" h="29">
                  <a:moveTo>
                    <a:pt x="0" y="29"/>
                  </a:moveTo>
                  <a:lnTo>
                    <a:pt x="30" y="0"/>
                  </a:lnTo>
                  <a:lnTo>
                    <a:pt x="3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59" name="Freeform 82"/>
            <p:cNvSpPr>
              <a:spLocks/>
            </p:cNvSpPr>
            <p:nvPr/>
          </p:nvSpPr>
          <p:spPr bwMode="auto">
            <a:xfrm>
              <a:off x="3429" y="1477"/>
              <a:ext cx="35" cy="35"/>
            </a:xfrm>
            <a:custGeom>
              <a:avLst/>
              <a:gdLst>
                <a:gd name="T0" fmla="*/ 0 w 105"/>
                <a:gd name="T1" fmla="*/ 12 h 105"/>
                <a:gd name="T2" fmla="*/ 12 w 105"/>
                <a:gd name="T3" fmla="*/ 0 h 105"/>
                <a:gd name="T4" fmla="*/ 12 w 105"/>
                <a:gd name="T5" fmla="*/ 0 h 105"/>
                <a:gd name="T6" fmla="*/ 0 60000 65536"/>
                <a:gd name="T7" fmla="*/ 0 60000 65536"/>
                <a:gd name="T8" fmla="*/ 0 60000 65536"/>
                <a:gd name="T9" fmla="*/ 0 w 105"/>
                <a:gd name="T10" fmla="*/ 0 h 105"/>
                <a:gd name="T11" fmla="*/ 105 w 105"/>
                <a:gd name="T12" fmla="*/ 105 h 1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5" h="105">
                  <a:moveTo>
                    <a:pt x="0" y="105"/>
                  </a:moveTo>
                  <a:lnTo>
                    <a:pt x="104" y="0"/>
                  </a:lnTo>
                  <a:lnTo>
                    <a:pt x="10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0" name="Freeform 83"/>
            <p:cNvSpPr>
              <a:spLocks/>
            </p:cNvSpPr>
            <p:nvPr/>
          </p:nvSpPr>
          <p:spPr bwMode="auto">
            <a:xfrm>
              <a:off x="3478" y="1498"/>
              <a:ext cx="59" cy="59"/>
            </a:xfrm>
            <a:custGeom>
              <a:avLst/>
              <a:gdLst>
                <a:gd name="T0" fmla="*/ 0 w 178"/>
                <a:gd name="T1" fmla="*/ 20 h 177"/>
                <a:gd name="T2" fmla="*/ 20 w 178"/>
                <a:gd name="T3" fmla="*/ 0 h 177"/>
                <a:gd name="T4" fmla="*/ 20 w 178"/>
                <a:gd name="T5" fmla="*/ 0 h 177"/>
                <a:gd name="T6" fmla="*/ 0 60000 65536"/>
                <a:gd name="T7" fmla="*/ 0 60000 65536"/>
                <a:gd name="T8" fmla="*/ 0 60000 65536"/>
                <a:gd name="T9" fmla="*/ 0 w 178"/>
                <a:gd name="T10" fmla="*/ 0 h 177"/>
                <a:gd name="T11" fmla="*/ 178 w 178"/>
                <a:gd name="T12" fmla="*/ 177 h 17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78" h="177">
                  <a:moveTo>
                    <a:pt x="0" y="177"/>
                  </a:moveTo>
                  <a:lnTo>
                    <a:pt x="177" y="0"/>
                  </a:lnTo>
                  <a:lnTo>
                    <a:pt x="17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1" name="Freeform 84"/>
            <p:cNvSpPr>
              <a:spLocks/>
            </p:cNvSpPr>
            <p:nvPr/>
          </p:nvSpPr>
          <p:spPr bwMode="auto">
            <a:xfrm>
              <a:off x="3552" y="1498"/>
              <a:ext cx="80" cy="78"/>
            </a:xfrm>
            <a:custGeom>
              <a:avLst/>
              <a:gdLst>
                <a:gd name="T0" fmla="*/ 0 w 238"/>
                <a:gd name="T1" fmla="*/ 26 h 236"/>
                <a:gd name="T2" fmla="*/ 27 w 238"/>
                <a:gd name="T3" fmla="*/ 0 h 236"/>
                <a:gd name="T4" fmla="*/ 27 w 238"/>
                <a:gd name="T5" fmla="*/ 0 h 236"/>
                <a:gd name="T6" fmla="*/ 0 60000 65536"/>
                <a:gd name="T7" fmla="*/ 0 60000 65536"/>
                <a:gd name="T8" fmla="*/ 0 60000 65536"/>
                <a:gd name="T9" fmla="*/ 0 w 238"/>
                <a:gd name="T10" fmla="*/ 0 h 236"/>
                <a:gd name="T11" fmla="*/ 238 w 238"/>
                <a:gd name="T12" fmla="*/ 236 h 2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8" h="236">
                  <a:moveTo>
                    <a:pt x="0" y="236"/>
                  </a:moveTo>
                  <a:lnTo>
                    <a:pt x="237" y="0"/>
                  </a:lnTo>
                  <a:lnTo>
                    <a:pt x="23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2" name="Freeform 85"/>
            <p:cNvSpPr>
              <a:spLocks/>
            </p:cNvSpPr>
            <p:nvPr/>
          </p:nvSpPr>
          <p:spPr bwMode="auto">
            <a:xfrm>
              <a:off x="3643" y="1498"/>
              <a:ext cx="83" cy="82"/>
            </a:xfrm>
            <a:custGeom>
              <a:avLst/>
              <a:gdLst>
                <a:gd name="T0" fmla="*/ 0 w 249"/>
                <a:gd name="T1" fmla="*/ 27 h 248"/>
                <a:gd name="T2" fmla="*/ 28 w 249"/>
                <a:gd name="T3" fmla="*/ 0 h 248"/>
                <a:gd name="T4" fmla="*/ 28 w 249"/>
                <a:gd name="T5" fmla="*/ 0 h 248"/>
                <a:gd name="T6" fmla="*/ 0 60000 65536"/>
                <a:gd name="T7" fmla="*/ 0 60000 65536"/>
                <a:gd name="T8" fmla="*/ 0 60000 65536"/>
                <a:gd name="T9" fmla="*/ 0 w 249"/>
                <a:gd name="T10" fmla="*/ 0 h 248"/>
                <a:gd name="T11" fmla="*/ 249 w 249"/>
                <a:gd name="T12" fmla="*/ 248 h 24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9" h="248">
                  <a:moveTo>
                    <a:pt x="0" y="248"/>
                  </a:moveTo>
                  <a:lnTo>
                    <a:pt x="248" y="0"/>
                  </a:lnTo>
                  <a:lnTo>
                    <a:pt x="24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3" name="Freeform 86"/>
            <p:cNvSpPr>
              <a:spLocks/>
            </p:cNvSpPr>
            <p:nvPr/>
          </p:nvSpPr>
          <p:spPr bwMode="auto">
            <a:xfrm>
              <a:off x="3759" y="1498"/>
              <a:ext cx="61" cy="60"/>
            </a:xfrm>
            <a:custGeom>
              <a:avLst/>
              <a:gdLst>
                <a:gd name="T0" fmla="*/ 0 w 182"/>
                <a:gd name="T1" fmla="*/ 20 h 181"/>
                <a:gd name="T2" fmla="*/ 20 w 182"/>
                <a:gd name="T3" fmla="*/ 0 h 181"/>
                <a:gd name="T4" fmla="*/ 20 w 182"/>
                <a:gd name="T5" fmla="*/ 0 h 181"/>
                <a:gd name="T6" fmla="*/ 0 60000 65536"/>
                <a:gd name="T7" fmla="*/ 0 60000 65536"/>
                <a:gd name="T8" fmla="*/ 0 60000 65536"/>
                <a:gd name="T9" fmla="*/ 0 w 182"/>
                <a:gd name="T10" fmla="*/ 0 h 181"/>
                <a:gd name="T11" fmla="*/ 182 w 182"/>
                <a:gd name="T12" fmla="*/ 181 h 18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2" h="181">
                  <a:moveTo>
                    <a:pt x="0" y="181"/>
                  </a:moveTo>
                  <a:lnTo>
                    <a:pt x="181" y="0"/>
                  </a:lnTo>
                  <a:lnTo>
                    <a:pt x="18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4" name="Freeform 87"/>
            <p:cNvSpPr>
              <a:spLocks/>
            </p:cNvSpPr>
            <p:nvPr/>
          </p:nvSpPr>
          <p:spPr bwMode="auto">
            <a:xfrm>
              <a:off x="3835" y="1498"/>
              <a:ext cx="79" cy="78"/>
            </a:xfrm>
            <a:custGeom>
              <a:avLst/>
              <a:gdLst>
                <a:gd name="T0" fmla="*/ 0 w 237"/>
                <a:gd name="T1" fmla="*/ 26 h 235"/>
                <a:gd name="T2" fmla="*/ 26 w 237"/>
                <a:gd name="T3" fmla="*/ 0 h 235"/>
                <a:gd name="T4" fmla="*/ 26 w 237"/>
                <a:gd name="T5" fmla="*/ 0 h 235"/>
                <a:gd name="T6" fmla="*/ 0 60000 65536"/>
                <a:gd name="T7" fmla="*/ 0 60000 65536"/>
                <a:gd name="T8" fmla="*/ 0 60000 65536"/>
                <a:gd name="T9" fmla="*/ 0 w 237"/>
                <a:gd name="T10" fmla="*/ 0 h 235"/>
                <a:gd name="T11" fmla="*/ 237 w 237"/>
                <a:gd name="T12" fmla="*/ 235 h 2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37" h="235">
                  <a:moveTo>
                    <a:pt x="0" y="235"/>
                  </a:moveTo>
                  <a:lnTo>
                    <a:pt x="236" y="0"/>
                  </a:lnTo>
                  <a:lnTo>
                    <a:pt x="23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5" name="Freeform 88"/>
            <p:cNvSpPr>
              <a:spLocks/>
            </p:cNvSpPr>
            <p:nvPr/>
          </p:nvSpPr>
          <p:spPr bwMode="auto">
            <a:xfrm>
              <a:off x="3940" y="1429"/>
              <a:ext cx="43" cy="42"/>
            </a:xfrm>
            <a:custGeom>
              <a:avLst/>
              <a:gdLst>
                <a:gd name="T0" fmla="*/ 0 w 129"/>
                <a:gd name="T1" fmla="*/ 14 h 128"/>
                <a:gd name="T2" fmla="*/ 14 w 129"/>
                <a:gd name="T3" fmla="*/ 0 h 128"/>
                <a:gd name="T4" fmla="*/ 14 w 129"/>
                <a:gd name="T5" fmla="*/ 0 h 128"/>
                <a:gd name="T6" fmla="*/ 0 60000 65536"/>
                <a:gd name="T7" fmla="*/ 0 60000 65536"/>
                <a:gd name="T8" fmla="*/ 0 60000 65536"/>
                <a:gd name="T9" fmla="*/ 0 w 129"/>
                <a:gd name="T10" fmla="*/ 0 h 128"/>
                <a:gd name="T11" fmla="*/ 129 w 129"/>
                <a:gd name="T12" fmla="*/ 128 h 12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9" h="128">
                  <a:moveTo>
                    <a:pt x="0" y="128"/>
                  </a:moveTo>
                  <a:lnTo>
                    <a:pt x="128" y="0"/>
                  </a:lnTo>
                  <a:lnTo>
                    <a:pt x="12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66" name="Line 89"/>
            <p:cNvSpPr>
              <a:spLocks noChangeShapeType="1"/>
            </p:cNvSpPr>
            <p:nvPr/>
          </p:nvSpPr>
          <p:spPr bwMode="auto">
            <a:xfrm>
              <a:off x="3402" y="1211"/>
              <a:ext cx="21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667" name="Line 90"/>
            <p:cNvSpPr>
              <a:spLocks noChangeShapeType="1"/>
            </p:cNvSpPr>
            <p:nvPr/>
          </p:nvSpPr>
          <p:spPr bwMode="auto">
            <a:xfrm>
              <a:off x="3636" y="1212"/>
              <a:ext cx="5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668" name="Line 91"/>
            <p:cNvSpPr>
              <a:spLocks noChangeShapeType="1"/>
            </p:cNvSpPr>
            <p:nvPr/>
          </p:nvSpPr>
          <p:spPr bwMode="auto">
            <a:xfrm>
              <a:off x="3711" y="1211"/>
              <a:ext cx="30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9" name="Group 92"/>
          <p:cNvGrpSpPr>
            <a:grpSpLocks/>
          </p:cNvGrpSpPr>
          <p:nvPr/>
        </p:nvGrpSpPr>
        <p:grpSpPr bwMode="auto">
          <a:xfrm>
            <a:off x="5240338" y="2803525"/>
            <a:ext cx="1847850" cy="1025525"/>
            <a:chOff x="2792" y="398"/>
            <a:chExt cx="1164" cy="646"/>
          </a:xfrm>
        </p:grpSpPr>
        <p:sp>
          <p:nvSpPr>
            <p:cNvPr id="26631" name="Rectangle 93"/>
            <p:cNvSpPr>
              <a:spLocks noChangeArrowheads="1"/>
            </p:cNvSpPr>
            <p:nvPr/>
          </p:nvSpPr>
          <p:spPr bwMode="auto">
            <a:xfrm>
              <a:off x="2792" y="398"/>
              <a:ext cx="1160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800" b="1">
                  <a:solidFill>
                    <a:srgbClr val="000000"/>
                  </a:solidFill>
                  <a:latin typeface="宋体" pitchFamily="2" charset="-122"/>
                </a:rPr>
                <a:t>交线用轮廓线代替</a:t>
              </a:r>
              <a:endParaRPr lang="zh-CN" altLang="en-US" sz="1800" b="1"/>
            </a:p>
          </p:txBody>
        </p:sp>
        <p:sp>
          <p:nvSpPr>
            <p:cNvPr id="26632" name="Freeform 94"/>
            <p:cNvSpPr>
              <a:spLocks/>
            </p:cNvSpPr>
            <p:nvPr/>
          </p:nvSpPr>
          <p:spPr bwMode="auto">
            <a:xfrm>
              <a:off x="2828" y="600"/>
              <a:ext cx="284" cy="444"/>
            </a:xfrm>
            <a:custGeom>
              <a:avLst/>
              <a:gdLst>
                <a:gd name="T0" fmla="*/ 95 w 851"/>
                <a:gd name="T1" fmla="*/ 148 h 1332"/>
                <a:gd name="T2" fmla="*/ 0 w 851"/>
                <a:gd name="T3" fmla="*/ 0 h 1332"/>
                <a:gd name="T4" fmla="*/ 0 w 851"/>
                <a:gd name="T5" fmla="*/ 0 h 1332"/>
                <a:gd name="T6" fmla="*/ 0 60000 65536"/>
                <a:gd name="T7" fmla="*/ 0 60000 65536"/>
                <a:gd name="T8" fmla="*/ 0 60000 65536"/>
                <a:gd name="T9" fmla="*/ 0 w 851"/>
                <a:gd name="T10" fmla="*/ 0 h 1332"/>
                <a:gd name="T11" fmla="*/ 851 w 851"/>
                <a:gd name="T12" fmla="*/ 1332 h 133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51" h="1332">
                  <a:moveTo>
                    <a:pt x="851" y="1332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solidFill>
              <a:srgbClr val="FF0000"/>
            </a:solidFill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633" name="Line 95"/>
            <p:cNvSpPr>
              <a:spLocks noChangeShapeType="1"/>
            </p:cNvSpPr>
            <p:nvPr/>
          </p:nvSpPr>
          <p:spPr bwMode="auto">
            <a:xfrm>
              <a:off x="2828" y="600"/>
              <a:ext cx="1128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52112" name="Text Box 208"/>
          <p:cNvSpPr txBox="1">
            <a:spLocks noChangeArrowheads="1"/>
          </p:cNvSpPr>
          <p:nvPr/>
        </p:nvSpPr>
        <p:spPr bwMode="auto">
          <a:xfrm>
            <a:off x="566738" y="820738"/>
            <a:ext cx="7980362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黑体" pitchFamily="2" charset="-122"/>
                <a:ea typeface="黑体" pitchFamily="2" charset="-122"/>
              </a:rPr>
              <a:t>7   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圆柱体上因钻小孔、铣键槽等出现的交线允许省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    略，但必须有其他视图清楚地表示了孔、槽的形状。</a:t>
            </a:r>
          </a:p>
          <a:p>
            <a:pPr eaLnBrk="1" hangingPunct="1">
              <a:lnSpc>
                <a:spcPct val="50000"/>
              </a:lnSpc>
              <a:spcBef>
                <a:spcPct val="50000"/>
              </a:spcBef>
              <a:buClrTx/>
              <a:buFontTx/>
              <a:buNone/>
            </a:pPr>
            <a:endParaRPr lang="en-US" altLang="zh-CN" sz="2400" b="1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2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11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3426B45-16CD-4E56-A23D-4C0557E8E0B5}" type="slidenum">
              <a:rPr lang="en-US" altLang="zh-CN"/>
              <a:pPr>
                <a:defRPr/>
              </a:pPr>
              <a:t>27</a:t>
            </a:fld>
            <a:endParaRPr lang="en-US" altLang="zh-CN"/>
          </a:p>
        </p:txBody>
      </p:sp>
      <p:grpSp>
        <p:nvGrpSpPr>
          <p:cNvPr id="2" name="Group 96"/>
          <p:cNvGrpSpPr>
            <a:grpSpLocks/>
          </p:cNvGrpSpPr>
          <p:nvPr/>
        </p:nvGrpSpPr>
        <p:grpSpPr bwMode="auto">
          <a:xfrm>
            <a:off x="1612900" y="2620963"/>
            <a:ext cx="5441950" cy="2470150"/>
            <a:chOff x="1283" y="1131"/>
            <a:chExt cx="3428" cy="1556"/>
          </a:xfrm>
        </p:grpSpPr>
        <p:grpSp>
          <p:nvGrpSpPr>
            <p:cNvPr id="27653" name="Group 97"/>
            <p:cNvGrpSpPr>
              <a:grpSpLocks/>
            </p:cNvGrpSpPr>
            <p:nvPr/>
          </p:nvGrpSpPr>
          <p:grpSpPr bwMode="auto">
            <a:xfrm>
              <a:off x="2959" y="1251"/>
              <a:ext cx="1477" cy="1436"/>
              <a:chOff x="2959" y="1251"/>
              <a:chExt cx="1477" cy="1436"/>
            </a:xfrm>
          </p:grpSpPr>
          <p:sp>
            <p:nvSpPr>
              <p:cNvPr id="27695" name="Oval 98"/>
              <p:cNvSpPr>
                <a:spLocks noChangeArrowheads="1"/>
              </p:cNvSpPr>
              <p:nvPr/>
            </p:nvSpPr>
            <p:spPr bwMode="auto">
              <a:xfrm>
                <a:off x="3097" y="1356"/>
                <a:ext cx="1257" cy="125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27696" name="Freeform 99"/>
              <p:cNvSpPr>
                <a:spLocks/>
              </p:cNvSpPr>
              <p:nvPr/>
            </p:nvSpPr>
            <p:spPr bwMode="auto">
              <a:xfrm>
                <a:off x="2959" y="1985"/>
                <a:ext cx="1477" cy="1"/>
              </a:xfrm>
              <a:custGeom>
                <a:avLst/>
                <a:gdLst>
                  <a:gd name="T0" fmla="*/ 0 w 5909"/>
                  <a:gd name="T1" fmla="*/ 0 h 1"/>
                  <a:gd name="T2" fmla="*/ 369 w 5909"/>
                  <a:gd name="T3" fmla="*/ 0 h 1"/>
                  <a:gd name="T4" fmla="*/ 369 w 5909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5909"/>
                  <a:gd name="T10" fmla="*/ 0 h 1"/>
                  <a:gd name="T11" fmla="*/ 5909 w 5909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909" h="1">
                    <a:moveTo>
                      <a:pt x="0" y="0"/>
                    </a:moveTo>
                    <a:lnTo>
                      <a:pt x="5908" y="0"/>
                    </a:lnTo>
                    <a:lnTo>
                      <a:pt x="5909" y="0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97" name="Freeform 100"/>
              <p:cNvSpPr>
                <a:spLocks/>
              </p:cNvSpPr>
              <p:nvPr/>
            </p:nvSpPr>
            <p:spPr bwMode="auto">
              <a:xfrm>
                <a:off x="3726" y="1251"/>
                <a:ext cx="1" cy="1436"/>
              </a:xfrm>
              <a:custGeom>
                <a:avLst/>
                <a:gdLst>
                  <a:gd name="T0" fmla="*/ 0 w 1"/>
                  <a:gd name="T1" fmla="*/ 0 h 5742"/>
                  <a:gd name="T2" fmla="*/ 0 w 1"/>
                  <a:gd name="T3" fmla="*/ 359 h 5742"/>
                  <a:gd name="T4" fmla="*/ 1 w 1"/>
                  <a:gd name="T5" fmla="*/ 359 h 574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5742"/>
                  <a:gd name="T11" fmla="*/ 1 w 1"/>
                  <a:gd name="T12" fmla="*/ 5742 h 574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5742">
                    <a:moveTo>
                      <a:pt x="0" y="0"/>
                    </a:moveTo>
                    <a:lnTo>
                      <a:pt x="0" y="5742"/>
                    </a:lnTo>
                    <a:lnTo>
                      <a:pt x="1" y="5742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98" name="Freeform 101"/>
              <p:cNvSpPr>
                <a:spLocks/>
              </p:cNvSpPr>
              <p:nvPr/>
            </p:nvSpPr>
            <p:spPr bwMode="auto">
              <a:xfrm>
                <a:off x="3451" y="1497"/>
                <a:ext cx="556" cy="963"/>
              </a:xfrm>
              <a:custGeom>
                <a:avLst/>
                <a:gdLst>
                  <a:gd name="T0" fmla="*/ 0 w 2224"/>
                  <a:gd name="T1" fmla="*/ 241 h 3854"/>
                  <a:gd name="T2" fmla="*/ 139 w 2224"/>
                  <a:gd name="T3" fmla="*/ 0 h 3854"/>
                  <a:gd name="T4" fmla="*/ 139 w 2224"/>
                  <a:gd name="T5" fmla="*/ 0 h 3854"/>
                  <a:gd name="T6" fmla="*/ 0 60000 65536"/>
                  <a:gd name="T7" fmla="*/ 0 60000 65536"/>
                  <a:gd name="T8" fmla="*/ 0 60000 65536"/>
                  <a:gd name="T9" fmla="*/ 0 w 2224"/>
                  <a:gd name="T10" fmla="*/ 0 h 3854"/>
                  <a:gd name="T11" fmla="*/ 2224 w 2224"/>
                  <a:gd name="T12" fmla="*/ 3854 h 385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24" h="3854">
                    <a:moveTo>
                      <a:pt x="0" y="3854"/>
                    </a:moveTo>
                    <a:lnTo>
                      <a:pt x="2223" y="0"/>
                    </a:lnTo>
                    <a:lnTo>
                      <a:pt x="2224" y="0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99" name="Freeform 102"/>
              <p:cNvSpPr>
                <a:spLocks/>
              </p:cNvSpPr>
              <p:nvPr/>
            </p:nvSpPr>
            <p:spPr bwMode="auto">
              <a:xfrm>
                <a:off x="3448" y="1504"/>
                <a:ext cx="556" cy="963"/>
              </a:xfrm>
              <a:custGeom>
                <a:avLst/>
                <a:gdLst>
                  <a:gd name="T0" fmla="*/ 0 w 2223"/>
                  <a:gd name="T1" fmla="*/ 0 h 3853"/>
                  <a:gd name="T2" fmla="*/ 139 w 2223"/>
                  <a:gd name="T3" fmla="*/ 241 h 3853"/>
                  <a:gd name="T4" fmla="*/ 139 w 2223"/>
                  <a:gd name="T5" fmla="*/ 241 h 3853"/>
                  <a:gd name="T6" fmla="*/ 0 60000 65536"/>
                  <a:gd name="T7" fmla="*/ 0 60000 65536"/>
                  <a:gd name="T8" fmla="*/ 0 60000 65536"/>
                  <a:gd name="T9" fmla="*/ 0 w 2223"/>
                  <a:gd name="T10" fmla="*/ 0 h 3853"/>
                  <a:gd name="T11" fmla="*/ 2223 w 2223"/>
                  <a:gd name="T12" fmla="*/ 3853 h 38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23" h="3853">
                    <a:moveTo>
                      <a:pt x="0" y="0"/>
                    </a:moveTo>
                    <a:lnTo>
                      <a:pt x="2222" y="3853"/>
                    </a:lnTo>
                    <a:lnTo>
                      <a:pt x="2223" y="3853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00" name="Freeform 103"/>
              <p:cNvSpPr>
                <a:spLocks/>
              </p:cNvSpPr>
              <p:nvPr/>
            </p:nvSpPr>
            <p:spPr bwMode="auto">
              <a:xfrm>
                <a:off x="3516" y="1515"/>
                <a:ext cx="602" cy="1042"/>
              </a:xfrm>
              <a:custGeom>
                <a:avLst/>
                <a:gdLst>
                  <a:gd name="T0" fmla="*/ 0 w 2406"/>
                  <a:gd name="T1" fmla="*/ 260 h 4169"/>
                  <a:gd name="T2" fmla="*/ 151 w 2406"/>
                  <a:gd name="T3" fmla="*/ 0 h 4169"/>
                  <a:gd name="T4" fmla="*/ 151 w 2406"/>
                  <a:gd name="T5" fmla="*/ 0 h 4169"/>
                  <a:gd name="T6" fmla="*/ 0 60000 65536"/>
                  <a:gd name="T7" fmla="*/ 0 60000 65536"/>
                  <a:gd name="T8" fmla="*/ 0 60000 65536"/>
                  <a:gd name="T9" fmla="*/ 0 w 2406"/>
                  <a:gd name="T10" fmla="*/ 0 h 4169"/>
                  <a:gd name="T11" fmla="*/ 2406 w 2406"/>
                  <a:gd name="T12" fmla="*/ 4169 h 416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06" h="4169">
                    <a:moveTo>
                      <a:pt x="0" y="4169"/>
                    </a:moveTo>
                    <a:lnTo>
                      <a:pt x="2405" y="0"/>
                    </a:lnTo>
                    <a:lnTo>
                      <a:pt x="2406" y="0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01" name="Freeform 104"/>
              <p:cNvSpPr>
                <a:spLocks/>
              </p:cNvSpPr>
              <p:nvPr/>
            </p:nvSpPr>
            <p:spPr bwMode="auto">
              <a:xfrm>
                <a:off x="3626" y="1611"/>
                <a:ext cx="557" cy="966"/>
              </a:xfrm>
              <a:custGeom>
                <a:avLst/>
                <a:gdLst>
                  <a:gd name="T0" fmla="*/ 0 w 2232"/>
                  <a:gd name="T1" fmla="*/ 241 h 3865"/>
                  <a:gd name="T2" fmla="*/ 139 w 2232"/>
                  <a:gd name="T3" fmla="*/ 0 h 3865"/>
                  <a:gd name="T4" fmla="*/ 139 w 2232"/>
                  <a:gd name="T5" fmla="*/ 0 h 3865"/>
                  <a:gd name="T6" fmla="*/ 0 60000 65536"/>
                  <a:gd name="T7" fmla="*/ 0 60000 65536"/>
                  <a:gd name="T8" fmla="*/ 0 60000 65536"/>
                  <a:gd name="T9" fmla="*/ 0 w 2232"/>
                  <a:gd name="T10" fmla="*/ 0 h 3865"/>
                  <a:gd name="T11" fmla="*/ 2232 w 2232"/>
                  <a:gd name="T12" fmla="*/ 3865 h 38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32" h="3865">
                    <a:moveTo>
                      <a:pt x="0" y="3865"/>
                    </a:moveTo>
                    <a:lnTo>
                      <a:pt x="2230" y="0"/>
                    </a:lnTo>
                    <a:lnTo>
                      <a:pt x="2232" y="0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02" name="Freeform 105"/>
              <p:cNvSpPr>
                <a:spLocks/>
              </p:cNvSpPr>
              <p:nvPr/>
            </p:nvSpPr>
            <p:spPr bwMode="auto">
              <a:xfrm>
                <a:off x="3754" y="1713"/>
                <a:ext cx="491" cy="852"/>
              </a:xfrm>
              <a:custGeom>
                <a:avLst/>
                <a:gdLst>
                  <a:gd name="T0" fmla="*/ 0 w 1968"/>
                  <a:gd name="T1" fmla="*/ 213 h 3408"/>
                  <a:gd name="T2" fmla="*/ 123 w 1968"/>
                  <a:gd name="T3" fmla="*/ 0 h 3408"/>
                  <a:gd name="T4" fmla="*/ 123 w 1968"/>
                  <a:gd name="T5" fmla="*/ 0 h 3408"/>
                  <a:gd name="T6" fmla="*/ 0 60000 65536"/>
                  <a:gd name="T7" fmla="*/ 0 60000 65536"/>
                  <a:gd name="T8" fmla="*/ 0 60000 65536"/>
                  <a:gd name="T9" fmla="*/ 0 w 1968"/>
                  <a:gd name="T10" fmla="*/ 0 h 3408"/>
                  <a:gd name="T11" fmla="*/ 1968 w 1968"/>
                  <a:gd name="T12" fmla="*/ 3408 h 340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68" h="3408">
                    <a:moveTo>
                      <a:pt x="0" y="3408"/>
                    </a:moveTo>
                    <a:lnTo>
                      <a:pt x="1966" y="0"/>
                    </a:lnTo>
                    <a:lnTo>
                      <a:pt x="1968" y="0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03" name="Freeform 106"/>
              <p:cNvSpPr>
                <a:spLocks/>
              </p:cNvSpPr>
              <p:nvPr/>
            </p:nvSpPr>
            <p:spPr bwMode="auto">
              <a:xfrm>
                <a:off x="3874" y="1808"/>
                <a:ext cx="437" cy="757"/>
              </a:xfrm>
              <a:custGeom>
                <a:avLst/>
                <a:gdLst>
                  <a:gd name="T0" fmla="*/ 0 w 1748"/>
                  <a:gd name="T1" fmla="*/ 189 h 3030"/>
                  <a:gd name="T2" fmla="*/ 109 w 1748"/>
                  <a:gd name="T3" fmla="*/ 0 h 3030"/>
                  <a:gd name="T4" fmla="*/ 109 w 1748"/>
                  <a:gd name="T5" fmla="*/ 0 h 3030"/>
                  <a:gd name="T6" fmla="*/ 0 60000 65536"/>
                  <a:gd name="T7" fmla="*/ 0 60000 65536"/>
                  <a:gd name="T8" fmla="*/ 0 60000 65536"/>
                  <a:gd name="T9" fmla="*/ 0 w 1748"/>
                  <a:gd name="T10" fmla="*/ 0 h 3030"/>
                  <a:gd name="T11" fmla="*/ 1748 w 1748"/>
                  <a:gd name="T12" fmla="*/ 3030 h 303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48" h="3030">
                    <a:moveTo>
                      <a:pt x="0" y="3030"/>
                    </a:moveTo>
                    <a:lnTo>
                      <a:pt x="1747" y="0"/>
                    </a:lnTo>
                    <a:lnTo>
                      <a:pt x="1748" y="0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04" name="Freeform 107"/>
              <p:cNvSpPr>
                <a:spLocks/>
              </p:cNvSpPr>
              <p:nvPr/>
            </p:nvSpPr>
            <p:spPr bwMode="auto">
              <a:xfrm>
                <a:off x="4051" y="2026"/>
                <a:ext cx="256" cy="442"/>
              </a:xfrm>
              <a:custGeom>
                <a:avLst/>
                <a:gdLst>
                  <a:gd name="T0" fmla="*/ 0 w 1021"/>
                  <a:gd name="T1" fmla="*/ 111 h 1767"/>
                  <a:gd name="T2" fmla="*/ 64 w 1021"/>
                  <a:gd name="T3" fmla="*/ 0 h 1767"/>
                  <a:gd name="T4" fmla="*/ 64 w 1021"/>
                  <a:gd name="T5" fmla="*/ 0 h 1767"/>
                  <a:gd name="T6" fmla="*/ 0 60000 65536"/>
                  <a:gd name="T7" fmla="*/ 0 60000 65536"/>
                  <a:gd name="T8" fmla="*/ 0 60000 65536"/>
                  <a:gd name="T9" fmla="*/ 0 w 1021"/>
                  <a:gd name="T10" fmla="*/ 0 h 1767"/>
                  <a:gd name="T11" fmla="*/ 1021 w 1021"/>
                  <a:gd name="T12" fmla="*/ 1767 h 17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21" h="1767">
                    <a:moveTo>
                      <a:pt x="0" y="1767"/>
                    </a:moveTo>
                    <a:lnTo>
                      <a:pt x="1020" y="0"/>
                    </a:lnTo>
                    <a:lnTo>
                      <a:pt x="1021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05" name="Freeform 108"/>
              <p:cNvSpPr>
                <a:spLocks/>
              </p:cNvSpPr>
              <p:nvPr/>
            </p:nvSpPr>
            <p:spPr bwMode="auto">
              <a:xfrm>
                <a:off x="3329" y="1507"/>
                <a:ext cx="607" cy="1053"/>
              </a:xfrm>
              <a:custGeom>
                <a:avLst/>
                <a:gdLst>
                  <a:gd name="T0" fmla="*/ 0 w 2429"/>
                  <a:gd name="T1" fmla="*/ 0 h 4212"/>
                  <a:gd name="T2" fmla="*/ 152 w 2429"/>
                  <a:gd name="T3" fmla="*/ 263 h 4212"/>
                  <a:gd name="T4" fmla="*/ 152 w 2429"/>
                  <a:gd name="T5" fmla="*/ 263 h 4212"/>
                  <a:gd name="T6" fmla="*/ 0 60000 65536"/>
                  <a:gd name="T7" fmla="*/ 0 60000 65536"/>
                  <a:gd name="T8" fmla="*/ 0 60000 65536"/>
                  <a:gd name="T9" fmla="*/ 0 w 2429"/>
                  <a:gd name="T10" fmla="*/ 0 h 4212"/>
                  <a:gd name="T11" fmla="*/ 2429 w 2429"/>
                  <a:gd name="T12" fmla="*/ 4212 h 421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29" h="4212">
                    <a:moveTo>
                      <a:pt x="0" y="0"/>
                    </a:moveTo>
                    <a:lnTo>
                      <a:pt x="2428" y="4212"/>
                    </a:lnTo>
                    <a:lnTo>
                      <a:pt x="2429" y="4212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06" name="Freeform 109"/>
              <p:cNvSpPr>
                <a:spLocks/>
              </p:cNvSpPr>
              <p:nvPr/>
            </p:nvSpPr>
            <p:spPr bwMode="auto">
              <a:xfrm>
                <a:off x="3267" y="1609"/>
                <a:ext cx="553" cy="958"/>
              </a:xfrm>
              <a:custGeom>
                <a:avLst/>
                <a:gdLst>
                  <a:gd name="T0" fmla="*/ 0 w 2212"/>
                  <a:gd name="T1" fmla="*/ 0 h 3833"/>
                  <a:gd name="T2" fmla="*/ 138 w 2212"/>
                  <a:gd name="T3" fmla="*/ 239 h 3833"/>
                  <a:gd name="T4" fmla="*/ 138 w 2212"/>
                  <a:gd name="T5" fmla="*/ 239 h 3833"/>
                  <a:gd name="T6" fmla="*/ 0 60000 65536"/>
                  <a:gd name="T7" fmla="*/ 0 60000 65536"/>
                  <a:gd name="T8" fmla="*/ 0 60000 65536"/>
                  <a:gd name="T9" fmla="*/ 0 w 2212"/>
                  <a:gd name="T10" fmla="*/ 0 h 3833"/>
                  <a:gd name="T11" fmla="*/ 2212 w 2212"/>
                  <a:gd name="T12" fmla="*/ 3833 h 383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12" h="3833">
                    <a:moveTo>
                      <a:pt x="0" y="0"/>
                    </a:moveTo>
                    <a:lnTo>
                      <a:pt x="2211" y="3833"/>
                    </a:lnTo>
                    <a:lnTo>
                      <a:pt x="2212" y="3833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07" name="Freeform 110"/>
              <p:cNvSpPr>
                <a:spLocks/>
              </p:cNvSpPr>
              <p:nvPr/>
            </p:nvSpPr>
            <p:spPr bwMode="auto">
              <a:xfrm>
                <a:off x="3214" y="1726"/>
                <a:ext cx="485" cy="841"/>
              </a:xfrm>
              <a:custGeom>
                <a:avLst/>
                <a:gdLst>
                  <a:gd name="T0" fmla="*/ 0 w 1940"/>
                  <a:gd name="T1" fmla="*/ 0 h 3362"/>
                  <a:gd name="T2" fmla="*/ 121 w 1940"/>
                  <a:gd name="T3" fmla="*/ 210 h 3362"/>
                  <a:gd name="T4" fmla="*/ 121 w 1940"/>
                  <a:gd name="T5" fmla="*/ 210 h 3362"/>
                  <a:gd name="T6" fmla="*/ 0 60000 65536"/>
                  <a:gd name="T7" fmla="*/ 0 60000 65536"/>
                  <a:gd name="T8" fmla="*/ 0 60000 65536"/>
                  <a:gd name="T9" fmla="*/ 0 w 1940"/>
                  <a:gd name="T10" fmla="*/ 0 h 3362"/>
                  <a:gd name="T11" fmla="*/ 1940 w 1940"/>
                  <a:gd name="T12" fmla="*/ 3362 h 336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40" h="3362">
                    <a:moveTo>
                      <a:pt x="0" y="0"/>
                    </a:moveTo>
                    <a:lnTo>
                      <a:pt x="1939" y="3362"/>
                    </a:lnTo>
                    <a:lnTo>
                      <a:pt x="1940" y="3362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08" name="Freeform 111"/>
              <p:cNvSpPr>
                <a:spLocks/>
              </p:cNvSpPr>
              <p:nvPr/>
            </p:nvSpPr>
            <p:spPr bwMode="auto">
              <a:xfrm>
                <a:off x="3154" y="1833"/>
                <a:ext cx="424" cy="734"/>
              </a:xfrm>
              <a:custGeom>
                <a:avLst/>
                <a:gdLst>
                  <a:gd name="T0" fmla="*/ 0 w 1696"/>
                  <a:gd name="T1" fmla="*/ 0 h 2939"/>
                  <a:gd name="T2" fmla="*/ 106 w 1696"/>
                  <a:gd name="T3" fmla="*/ 183 h 2939"/>
                  <a:gd name="T4" fmla="*/ 106 w 1696"/>
                  <a:gd name="T5" fmla="*/ 183 h 2939"/>
                  <a:gd name="T6" fmla="*/ 0 60000 65536"/>
                  <a:gd name="T7" fmla="*/ 0 60000 65536"/>
                  <a:gd name="T8" fmla="*/ 0 60000 65536"/>
                  <a:gd name="T9" fmla="*/ 0 w 1696"/>
                  <a:gd name="T10" fmla="*/ 0 h 2939"/>
                  <a:gd name="T11" fmla="*/ 1696 w 1696"/>
                  <a:gd name="T12" fmla="*/ 2939 h 293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696" h="2939">
                    <a:moveTo>
                      <a:pt x="0" y="0"/>
                    </a:moveTo>
                    <a:lnTo>
                      <a:pt x="1695" y="2939"/>
                    </a:lnTo>
                    <a:lnTo>
                      <a:pt x="1696" y="2939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09" name="Freeform 112"/>
              <p:cNvSpPr>
                <a:spLocks/>
              </p:cNvSpPr>
              <p:nvPr/>
            </p:nvSpPr>
            <p:spPr bwMode="auto">
              <a:xfrm>
                <a:off x="3144" y="2025"/>
                <a:ext cx="258" cy="446"/>
              </a:xfrm>
              <a:custGeom>
                <a:avLst/>
                <a:gdLst>
                  <a:gd name="T0" fmla="*/ 0 w 1030"/>
                  <a:gd name="T1" fmla="*/ 0 h 1784"/>
                  <a:gd name="T2" fmla="*/ 65 w 1030"/>
                  <a:gd name="T3" fmla="*/ 112 h 1784"/>
                  <a:gd name="T4" fmla="*/ 65 w 1030"/>
                  <a:gd name="T5" fmla="*/ 112 h 1784"/>
                  <a:gd name="T6" fmla="*/ 0 60000 65536"/>
                  <a:gd name="T7" fmla="*/ 0 60000 65536"/>
                  <a:gd name="T8" fmla="*/ 0 60000 65536"/>
                  <a:gd name="T9" fmla="*/ 0 w 1030"/>
                  <a:gd name="T10" fmla="*/ 0 h 1784"/>
                  <a:gd name="T11" fmla="*/ 1030 w 1030"/>
                  <a:gd name="T12" fmla="*/ 1784 h 178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30" h="1784">
                    <a:moveTo>
                      <a:pt x="0" y="0"/>
                    </a:moveTo>
                    <a:lnTo>
                      <a:pt x="1029" y="1784"/>
                    </a:lnTo>
                    <a:lnTo>
                      <a:pt x="1030" y="1784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10" name="Freeform 113"/>
              <p:cNvSpPr>
                <a:spLocks/>
              </p:cNvSpPr>
              <p:nvPr/>
            </p:nvSpPr>
            <p:spPr bwMode="auto">
              <a:xfrm>
                <a:off x="3329" y="1410"/>
                <a:ext cx="607" cy="1053"/>
              </a:xfrm>
              <a:custGeom>
                <a:avLst/>
                <a:gdLst>
                  <a:gd name="T0" fmla="*/ 0 w 2429"/>
                  <a:gd name="T1" fmla="*/ 263 h 4210"/>
                  <a:gd name="T2" fmla="*/ 152 w 2429"/>
                  <a:gd name="T3" fmla="*/ 0 h 4210"/>
                  <a:gd name="T4" fmla="*/ 152 w 2429"/>
                  <a:gd name="T5" fmla="*/ 0 h 4210"/>
                  <a:gd name="T6" fmla="*/ 0 60000 65536"/>
                  <a:gd name="T7" fmla="*/ 0 60000 65536"/>
                  <a:gd name="T8" fmla="*/ 0 60000 65536"/>
                  <a:gd name="T9" fmla="*/ 0 w 2429"/>
                  <a:gd name="T10" fmla="*/ 0 h 4210"/>
                  <a:gd name="T11" fmla="*/ 2429 w 2429"/>
                  <a:gd name="T12" fmla="*/ 4210 h 42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29" h="4210">
                    <a:moveTo>
                      <a:pt x="0" y="4210"/>
                    </a:moveTo>
                    <a:lnTo>
                      <a:pt x="2428" y="0"/>
                    </a:lnTo>
                    <a:lnTo>
                      <a:pt x="2429" y="0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11" name="Freeform 114"/>
              <p:cNvSpPr>
                <a:spLocks/>
              </p:cNvSpPr>
              <p:nvPr/>
            </p:nvSpPr>
            <p:spPr bwMode="auto">
              <a:xfrm>
                <a:off x="3267" y="1392"/>
                <a:ext cx="559" cy="969"/>
              </a:xfrm>
              <a:custGeom>
                <a:avLst/>
                <a:gdLst>
                  <a:gd name="T0" fmla="*/ 0 w 2238"/>
                  <a:gd name="T1" fmla="*/ 242 h 3878"/>
                  <a:gd name="T2" fmla="*/ 140 w 2238"/>
                  <a:gd name="T3" fmla="*/ 0 h 3878"/>
                  <a:gd name="T4" fmla="*/ 140 w 2238"/>
                  <a:gd name="T5" fmla="*/ 0 h 3878"/>
                  <a:gd name="T6" fmla="*/ 0 60000 65536"/>
                  <a:gd name="T7" fmla="*/ 0 60000 65536"/>
                  <a:gd name="T8" fmla="*/ 0 60000 65536"/>
                  <a:gd name="T9" fmla="*/ 0 w 2238"/>
                  <a:gd name="T10" fmla="*/ 0 h 3878"/>
                  <a:gd name="T11" fmla="*/ 2238 w 2238"/>
                  <a:gd name="T12" fmla="*/ 3878 h 38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38" h="3878">
                    <a:moveTo>
                      <a:pt x="0" y="3878"/>
                    </a:moveTo>
                    <a:lnTo>
                      <a:pt x="2237" y="0"/>
                    </a:lnTo>
                    <a:lnTo>
                      <a:pt x="2238" y="0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12" name="Freeform 115"/>
              <p:cNvSpPr>
                <a:spLocks/>
              </p:cNvSpPr>
              <p:nvPr/>
            </p:nvSpPr>
            <p:spPr bwMode="auto">
              <a:xfrm>
                <a:off x="3191" y="1404"/>
                <a:ext cx="507" cy="879"/>
              </a:xfrm>
              <a:custGeom>
                <a:avLst/>
                <a:gdLst>
                  <a:gd name="T0" fmla="*/ 0 w 2027"/>
                  <a:gd name="T1" fmla="*/ 220 h 3513"/>
                  <a:gd name="T2" fmla="*/ 127 w 2027"/>
                  <a:gd name="T3" fmla="*/ 0 h 3513"/>
                  <a:gd name="T4" fmla="*/ 127 w 2027"/>
                  <a:gd name="T5" fmla="*/ 0 h 3513"/>
                  <a:gd name="T6" fmla="*/ 0 60000 65536"/>
                  <a:gd name="T7" fmla="*/ 0 60000 65536"/>
                  <a:gd name="T8" fmla="*/ 0 60000 65536"/>
                  <a:gd name="T9" fmla="*/ 0 w 2027"/>
                  <a:gd name="T10" fmla="*/ 0 h 3513"/>
                  <a:gd name="T11" fmla="*/ 2027 w 2027"/>
                  <a:gd name="T12" fmla="*/ 3513 h 351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27" h="3513">
                    <a:moveTo>
                      <a:pt x="0" y="3513"/>
                    </a:moveTo>
                    <a:lnTo>
                      <a:pt x="2026" y="0"/>
                    </a:lnTo>
                    <a:lnTo>
                      <a:pt x="2027" y="0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13" name="Freeform 116"/>
              <p:cNvSpPr>
                <a:spLocks/>
              </p:cNvSpPr>
              <p:nvPr/>
            </p:nvSpPr>
            <p:spPr bwMode="auto">
              <a:xfrm>
                <a:off x="3140" y="1395"/>
                <a:ext cx="442" cy="767"/>
              </a:xfrm>
              <a:custGeom>
                <a:avLst/>
                <a:gdLst>
                  <a:gd name="T0" fmla="*/ 0 w 1770"/>
                  <a:gd name="T1" fmla="*/ 192 h 3065"/>
                  <a:gd name="T2" fmla="*/ 110 w 1770"/>
                  <a:gd name="T3" fmla="*/ 0 h 3065"/>
                  <a:gd name="T4" fmla="*/ 110 w 1770"/>
                  <a:gd name="T5" fmla="*/ 0 h 3065"/>
                  <a:gd name="T6" fmla="*/ 0 60000 65536"/>
                  <a:gd name="T7" fmla="*/ 0 60000 65536"/>
                  <a:gd name="T8" fmla="*/ 0 60000 65536"/>
                  <a:gd name="T9" fmla="*/ 0 w 1770"/>
                  <a:gd name="T10" fmla="*/ 0 h 3065"/>
                  <a:gd name="T11" fmla="*/ 1770 w 1770"/>
                  <a:gd name="T12" fmla="*/ 3065 h 30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70" h="3065">
                    <a:moveTo>
                      <a:pt x="0" y="3065"/>
                    </a:moveTo>
                    <a:lnTo>
                      <a:pt x="1769" y="0"/>
                    </a:lnTo>
                    <a:lnTo>
                      <a:pt x="1770" y="0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14" name="Freeform 117"/>
              <p:cNvSpPr>
                <a:spLocks/>
              </p:cNvSpPr>
              <p:nvPr/>
            </p:nvSpPr>
            <p:spPr bwMode="auto">
              <a:xfrm>
                <a:off x="3510" y="1402"/>
                <a:ext cx="608" cy="1053"/>
              </a:xfrm>
              <a:custGeom>
                <a:avLst/>
                <a:gdLst>
                  <a:gd name="T0" fmla="*/ 0 w 2429"/>
                  <a:gd name="T1" fmla="*/ 0 h 4210"/>
                  <a:gd name="T2" fmla="*/ 152 w 2429"/>
                  <a:gd name="T3" fmla="*/ 263 h 4210"/>
                  <a:gd name="T4" fmla="*/ 152 w 2429"/>
                  <a:gd name="T5" fmla="*/ 263 h 4210"/>
                  <a:gd name="T6" fmla="*/ 0 60000 65536"/>
                  <a:gd name="T7" fmla="*/ 0 60000 65536"/>
                  <a:gd name="T8" fmla="*/ 0 60000 65536"/>
                  <a:gd name="T9" fmla="*/ 0 w 2429"/>
                  <a:gd name="T10" fmla="*/ 0 h 4210"/>
                  <a:gd name="T11" fmla="*/ 2429 w 2429"/>
                  <a:gd name="T12" fmla="*/ 4210 h 421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29" h="4210">
                    <a:moveTo>
                      <a:pt x="0" y="0"/>
                    </a:moveTo>
                    <a:lnTo>
                      <a:pt x="2428" y="4210"/>
                    </a:lnTo>
                    <a:lnTo>
                      <a:pt x="2429" y="4210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15" name="Freeform 118"/>
              <p:cNvSpPr>
                <a:spLocks/>
              </p:cNvSpPr>
              <p:nvPr/>
            </p:nvSpPr>
            <p:spPr bwMode="auto">
              <a:xfrm>
                <a:off x="3632" y="1403"/>
                <a:ext cx="553" cy="958"/>
              </a:xfrm>
              <a:custGeom>
                <a:avLst/>
                <a:gdLst>
                  <a:gd name="T0" fmla="*/ 0 w 2212"/>
                  <a:gd name="T1" fmla="*/ 0 h 3835"/>
                  <a:gd name="T2" fmla="*/ 138 w 2212"/>
                  <a:gd name="T3" fmla="*/ 239 h 3835"/>
                  <a:gd name="T4" fmla="*/ 138 w 2212"/>
                  <a:gd name="T5" fmla="*/ 239 h 3835"/>
                  <a:gd name="T6" fmla="*/ 0 60000 65536"/>
                  <a:gd name="T7" fmla="*/ 0 60000 65536"/>
                  <a:gd name="T8" fmla="*/ 0 60000 65536"/>
                  <a:gd name="T9" fmla="*/ 0 w 2212"/>
                  <a:gd name="T10" fmla="*/ 0 h 3835"/>
                  <a:gd name="T11" fmla="*/ 2212 w 2212"/>
                  <a:gd name="T12" fmla="*/ 3835 h 383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12" h="3835">
                    <a:moveTo>
                      <a:pt x="0" y="0"/>
                    </a:moveTo>
                    <a:lnTo>
                      <a:pt x="2211" y="3835"/>
                    </a:lnTo>
                    <a:lnTo>
                      <a:pt x="2212" y="3835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16" name="Freeform 119"/>
              <p:cNvSpPr>
                <a:spLocks/>
              </p:cNvSpPr>
              <p:nvPr/>
            </p:nvSpPr>
            <p:spPr bwMode="auto">
              <a:xfrm>
                <a:off x="3754" y="1406"/>
                <a:ext cx="489" cy="846"/>
              </a:xfrm>
              <a:custGeom>
                <a:avLst/>
                <a:gdLst>
                  <a:gd name="T0" fmla="*/ 0 w 1955"/>
                  <a:gd name="T1" fmla="*/ 0 h 3387"/>
                  <a:gd name="T2" fmla="*/ 122 w 1955"/>
                  <a:gd name="T3" fmla="*/ 211 h 3387"/>
                  <a:gd name="T4" fmla="*/ 122 w 1955"/>
                  <a:gd name="T5" fmla="*/ 211 h 3387"/>
                  <a:gd name="T6" fmla="*/ 0 60000 65536"/>
                  <a:gd name="T7" fmla="*/ 0 60000 65536"/>
                  <a:gd name="T8" fmla="*/ 0 60000 65536"/>
                  <a:gd name="T9" fmla="*/ 0 w 1955"/>
                  <a:gd name="T10" fmla="*/ 0 h 3387"/>
                  <a:gd name="T11" fmla="*/ 1955 w 1955"/>
                  <a:gd name="T12" fmla="*/ 3387 h 338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55" h="3387">
                    <a:moveTo>
                      <a:pt x="0" y="0"/>
                    </a:moveTo>
                    <a:lnTo>
                      <a:pt x="1954" y="3387"/>
                    </a:lnTo>
                    <a:lnTo>
                      <a:pt x="1955" y="3387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17" name="Freeform 120"/>
              <p:cNvSpPr>
                <a:spLocks/>
              </p:cNvSpPr>
              <p:nvPr/>
            </p:nvSpPr>
            <p:spPr bwMode="auto">
              <a:xfrm>
                <a:off x="3873" y="1402"/>
                <a:ext cx="433" cy="751"/>
              </a:xfrm>
              <a:custGeom>
                <a:avLst/>
                <a:gdLst>
                  <a:gd name="T0" fmla="*/ 0 w 1733"/>
                  <a:gd name="T1" fmla="*/ 0 h 3002"/>
                  <a:gd name="T2" fmla="*/ 108 w 1733"/>
                  <a:gd name="T3" fmla="*/ 188 h 3002"/>
                  <a:gd name="T4" fmla="*/ 108 w 1733"/>
                  <a:gd name="T5" fmla="*/ 188 h 3002"/>
                  <a:gd name="T6" fmla="*/ 0 60000 65536"/>
                  <a:gd name="T7" fmla="*/ 0 60000 65536"/>
                  <a:gd name="T8" fmla="*/ 0 60000 65536"/>
                  <a:gd name="T9" fmla="*/ 0 w 1733"/>
                  <a:gd name="T10" fmla="*/ 0 h 3002"/>
                  <a:gd name="T11" fmla="*/ 1733 w 1733"/>
                  <a:gd name="T12" fmla="*/ 3002 h 300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733" h="3002">
                    <a:moveTo>
                      <a:pt x="0" y="0"/>
                    </a:moveTo>
                    <a:lnTo>
                      <a:pt x="1731" y="3002"/>
                    </a:lnTo>
                    <a:lnTo>
                      <a:pt x="1733" y="3002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18" name="Freeform 121"/>
              <p:cNvSpPr>
                <a:spLocks/>
              </p:cNvSpPr>
              <p:nvPr/>
            </p:nvSpPr>
            <p:spPr bwMode="auto">
              <a:xfrm>
                <a:off x="4050" y="1500"/>
                <a:ext cx="257" cy="444"/>
              </a:xfrm>
              <a:custGeom>
                <a:avLst/>
                <a:gdLst>
                  <a:gd name="T0" fmla="*/ 0 w 1026"/>
                  <a:gd name="T1" fmla="*/ 0 h 1778"/>
                  <a:gd name="T2" fmla="*/ 64 w 1026"/>
                  <a:gd name="T3" fmla="*/ 111 h 1778"/>
                  <a:gd name="T4" fmla="*/ 64 w 1026"/>
                  <a:gd name="T5" fmla="*/ 111 h 1778"/>
                  <a:gd name="T6" fmla="*/ 0 60000 65536"/>
                  <a:gd name="T7" fmla="*/ 0 60000 65536"/>
                  <a:gd name="T8" fmla="*/ 0 60000 65536"/>
                  <a:gd name="T9" fmla="*/ 0 w 1026"/>
                  <a:gd name="T10" fmla="*/ 0 h 1778"/>
                  <a:gd name="T11" fmla="*/ 1026 w 1026"/>
                  <a:gd name="T12" fmla="*/ 1778 h 17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26" h="1778">
                    <a:moveTo>
                      <a:pt x="0" y="0"/>
                    </a:moveTo>
                    <a:lnTo>
                      <a:pt x="1025" y="1778"/>
                    </a:lnTo>
                    <a:lnTo>
                      <a:pt x="1026" y="1778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19" name="Freeform 122"/>
              <p:cNvSpPr>
                <a:spLocks/>
              </p:cNvSpPr>
              <p:nvPr/>
            </p:nvSpPr>
            <p:spPr bwMode="auto">
              <a:xfrm>
                <a:off x="3508" y="1424"/>
                <a:ext cx="73" cy="73"/>
              </a:xfrm>
              <a:custGeom>
                <a:avLst/>
                <a:gdLst>
                  <a:gd name="T0" fmla="*/ 18 w 292"/>
                  <a:gd name="T1" fmla="*/ 9 h 291"/>
                  <a:gd name="T2" fmla="*/ 16 w 292"/>
                  <a:gd name="T3" fmla="*/ 3 h 291"/>
                  <a:gd name="T4" fmla="*/ 9 w 292"/>
                  <a:gd name="T5" fmla="*/ 0 h 291"/>
                  <a:gd name="T6" fmla="*/ 3 w 292"/>
                  <a:gd name="T7" fmla="*/ 3 h 291"/>
                  <a:gd name="T8" fmla="*/ 0 w 292"/>
                  <a:gd name="T9" fmla="*/ 9 h 291"/>
                  <a:gd name="T10" fmla="*/ 3 w 292"/>
                  <a:gd name="T11" fmla="*/ 16 h 291"/>
                  <a:gd name="T12" fmla="*/ 9 w 292"/>
                  <a:gd name="T13" fmla="*/ 18 h 291"/>
                  <a:gd name="T14" fmla="*/ 16 w 292"/>
                  <a:gd name="T15" fmla="*/ 16 h 291"/>
                  <a:gd name="T16" fmla="*/ 18 w 292"/>
                  <a:gd name="T17" fmla="*/ 9 h 291"/>
                  <a:gd name="T18" fmla="*/ 18 w 292"/>
                  <a:gd name="T19" fmla="*/ 9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1"/>
                  <a:gd name="T32" fmla="*/ 292 w 292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1">
                    <a:moveTo>
                      <a:pt x="290" y="146"/>
                    </a:moveTo>
                    <a:lnTo>
                      <a:pt x="248" y="42"/>
                    </a:lnTo>
                    <a:lnTo>
                      <a:pt x="146" y="0"/>
                    </a:lnTo>
                    <a:lnTo>
                      <a:pt x="42" y="42"/>
                    </a:lnTo>
                    <a:lnTo>
                      <a:pt x="0" y="146"/>
                    </a:lnTo>
                    <a:lnTo>
                      <a:pt x="42" y="249"/>
                    </a:lnTo>
                    <a:lnTo>
                      <a:pt x="146" y="291"/>
                    </a:lnTo>
                    <a:lnTo>
                      <a:pt x="248" y="249"/>
                    </a:lnTo>
                    <a:lnTo>
                      <a:pt x="290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20" name="Freeform 123"/>
              <p:cNvSpPr>
                <a:spLocks/>
              </p:cNvSpPr>
              <p:nvPr/>
            </p:nvSpPr>
            <p:spPr bwMode="auto">
              <a:xfrm>
                <a:off x="3629" y="1424"/>
                <a:ext cx="73" cy="73"/>
              </a:xfrm>
              <a:custGeom>
                <a:avLst/>
                <a:gdLst>
                  <a:gd name="T0" fmla="*/ 18 w 292"/>
                  <a:gd name="T1" fmla="*/ 9 h 291"/>
                  <a:gd name="T2" fmla="*/ 16 w 292"/>
                  <a:gd name="T3" fmla="*/ 3 h 291"/>
                  <a:gd name="T4" fmla="*/ 9 w 292"/>
                  <a:gd name="T5" fmla="*/ 0 h 291"/>
                  <a:gd name="T6" fmla="*/ 3 w 292"/>
                  <a:gd name="T7" fmla="*/ 3 h 291"/>
                  <a:gd name="T8" fmla="*/ 0 w 292"/>
                  <a:gd name="T9" fmla="*/ 9 h 291"/>
                  <a:gd name="T10" fmla="*/ 3 w 292"/>
                  <a:gd name="T11" fmla="*/ 16 h 291"/>
                  <a:gd name="T12" fmla="*/ 9 w 292"/>
                  <a:gd name="T13" fmla="*/ 18 h 291"/>
                  <a:gd name="T14" fmla="*/ 16 w 292"/>
                  <a:gd name="T15" fmla="*/ 16 h 291"/>
                  <a:gd name="T16" fmla="*/ 18 w 292"/>
                  <a:gd name="T17" fmla="*/ 9 h 291"/>
                  <a:gd name="T18" fmla="*/ 18 w 292"/>
                  <a:gd name="T19" fmla="*/ 9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1"/>
                  <a:gd name="T32" fmla="*/ 292 w 292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1">
                    <a:moveTo>
                      <a:pt x="290" y="146"/>
                    </a:moveTo>
                    <a:lnTo>
                      <a:pt x="248" y="42"/>
                    </a:lnTo>
                    <a:lnTo>
                      <a:pt x="144" y="0"/>
                    </a:lnTo>
                    <a:lnTo>
                      <a:pt x="43" y="42"/>
                    </a:lnTo>
                    <a:lnTo>
                      <a:pt x="0" y="146"/>
                    </a:lnTo>
                    <a:lnTo>
                      <a:pt x="43" y="249"/>
                    </a:lnTo>
                    <a:lnTo>
                      <a:pt x="144" y="291"/>
                    </a:lnTo>
                    <a:lnTo>
                      <a:pt x="248" y="249"/>
                    </a:lnTo>
                    <a:lnTo>
                      <a:pt x="290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21" name="Freeform 124"/>
              <p:cNvSpPr>
                <a:spLocks/>
              </p:cNvSpPr>
              <p:nvPr/>
            </p:nvSpPr>
            <p:spPr bwMode="auto">
              <a:xfrm>
                <a:off x="3750" y="1424"/>
                <a:ext cx="73" cy="73"/>
              </a:xfrm>
              <a:custGeom>
                <a:avLst/>
                <a:gdLst>
                  <a:gd name="T0" fmla="*/ 18 w 292"/>
                  <a:gd name="T1" fmla="*/ 9 h 291"/>
                  <a:gd name="T2" fmla="*/ 16 w 292"/>
                  <a:gd name="T3" fmla="*/ 3 h 291"/>
                  <a:gd name="T4" fmla="*/ 9 w 292"/>
                  <a:gd name="T5" fmla="*/ 0 h 291"/>
                  <a:gd name="T6" fmla="*/ 3 w 292"/>
                  <a:gd name="T7" fmla="*/ 3 h 291"/>
                  <a:gd name="T8" fmla="*/ 0 w 292"/>
                  <a:gd name="T9" fmla="*/ 9 h 291"/>
                  <a:gd name="T10" fmla="*/ 3 w 292"/>
                  <a:gd name="T11" fmla="*/ 16 h 291"/>
                  <a:gd name="T12" fmla="*/ 9 w 292"/>
                  <a:gd name="T13" fmla="*/ 18 h 291"/>
                  <a:gd name="T14" fmla="*/ 16 w 292"/>
                  <a:gd name="T15" fmla="*/ 16 h 291"/>
                  <a:gd name="T16" fmla="*/ 18 w 292"/>
                  <a:gd name="T17" fmla="*/ 9 h 291"/>
                  <a:gd name="T18" fmla="*/ 18 w 292"/>
                  <a:gd name="T19" fmla="*/ 9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1"/>
                  <a:gd name="T32" fmla="*/ 292 w 292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1">
                    <a:moveTo>
                      <a:pt x="290" y="146"/>
                    </a:moveTo>
                    <a:lnTo>
                      <a:pt x="248" y="42"/>
                    </a:lnTo>
                    <a:lnTo>
                      <a:pt x="145" y="0"/>
                    </a:lnTo>
                    <a:lnTo>
                      <a:pt x="43" y="42"/>
                    </a:lnTo>
                    <a:lnTo>
                      <a:pt x="0" y="146"/>
                    </a:lnTo>
                    <a:lnTo>
                      <a:pt x="43" y="249"/>
                    </a:lnTo>
                    <a:lnTo>
                      <a:pt x="145" y="291"/>
                    </a:lnTo>
                    <a:lnTo>
                      <a:pt x="248" y="249"/>
                    </a:lnTo>
                    <a:lnTo>
                      <a:pt x="290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22" name="Freeform 125"/>
              <p:cNvSpPr>
                <a:spLocks/>
              </p:cNvSpPr>
              <p:nvPr/>
            </p:nvSpPr>
            <p:spPr bwMode="auto">
              <a:xfrm>
                <a:off x="3870" y="1424"/>
                <a:ext cx="73" cy="73"/>
              </a:xfrm>
              <a:custGeom>
                <a:avLst/>
                <a:gdLst>
                  <a:gd name="T0" fmla="*/ 18 w 291"/>
                  <a:gd name="T1" fmla="*/ 9 h 291"/>
                  <a:gd name="T2" fmla="*/ 16 w 291"/>
                  <a:gd name="T3" fmla="*/ 3 h 291"/>
                  <a:gd name="T4" fmla="*/ 9 w 291"/>
                  <a:gd name="T5" fmla="*/ 0 h 291"/>
                  <a:gd name="T6" fmla="*/ 3 w 291"/>
                  <a:gd name="T7" fmla="*/ 3 h 291"/>
                  <a:gd name="T8" fmla="*/ 0 w 291"/>
                  <a:gd name="T9" fmla="*/ 9 h 291"/>
                  <a:gd name="T10" fmla="*/ 3 w 291"/>
                  <a:gd name="T11" fmla="*/ 16 h 291"/>
                  <a:gd name="T12" fmla="*/ 9 w 291"/>
                  <a:gd name="T13" fmla="*/ 18 h 291"/>
                  <a:gd name="T14" fmla="*/ 16 w 291"/>
                  <a:gd name="T15" fmla="*/ 16 h 291"/>
                  <a:gd name="T16" fmla="*/ 18 w 291"/>
                  <a:gd name="T17" fmla="*/ 9 h 291"/>
                  <a:gd name="T18" fmla="*/ 18 w 291"/>
                  <a:gd name="T19" fmla="*/ 9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1"/>
                  <a:gd name="T31" fmla="*/ 0 h 291"/>
                  <a:gd name="T32" fmla="*/ 291 w 291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1" h="291">
                    <a:moveTo>
                      <a:pt x="290" y="146"/>
                    </a:moveTo>
                    <a:lnTo>
                      <a:pt x="248" y="42"/>
                    </a:lnTo>
                    <a:lnTo>
                      <a:pt x="146" y="0"/>
                    </a:lnTo>
                    <a:lnTo>
                      <a:pt x="42" y="42"/>
                    </a:lnTo>
                    <a:lnTo>
                      <a:pt x="0" y="146"/>
                    </a:lnTo>
                    <a:lnTo>
                      <a:pt x="42" y="249"/>
                    </a:lnTo>
                    <a:lnTo>
                      <a:pt x="146" y="291"/>
                    </a:lnTo>
                    <a:lnTo>
                      <a:pt x="248" y="249"/>
                    </a:lnTo>
                    <a:lnTo>
                      <a:pt x="290" y="146"/>
                    </a:lnTo>
                    <a:lnTo>
                      <a:pt x="291" y="14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23" name="Freeform 126"/>
              <p:cNvSpPr>
                <a:spLocks/>
              </p:cNvSpPr>
              <p:nvPr/>
            </p:nvSpPr>
            <p:spPr bwMode="auto">
              <a:xfrm>
                <a:off x="4052" y="1529"/>
                <a:ext cx="73" cy="73"/>
              </a:xfrm>
              <a:custGeom>
                <a:avLst/>
                <a:gdLst>
                  <a:gd name="T0" fmla="*/ 18 w 292"/>
                  <a:gd name="T1" fmla="*/ 9 h 291"/>
                  <a:gd name="T2" fmla="*/ 16 w 292"/>
                  <a:gd name="T3" fmla="*/ 3 h 291"/>
                  <a:gd name="T4" fmla="*/ 9 w 292"/>
                  <a:gd name="T5" fmla="*/ 0 h 291"/>
                  <a:gd name="T6" fmla="*/ 3 w 292"/>
                  <a:gd name="T7" fmla="*/ 3 h 291"/>
                  <a:gd name="T8" fmla="*/ 0 w 292"/>
                  <a:gd name="T9" fmla="*/ 9 h 291"/>
                  <a:gd name="T10" fmla="*/ 3 w 292"/>
                  <a:gd name="T11" fmla="*/ 16 h 291"/>
                  <a:gd name="T12" fmla="*/ 9 w 292"/>
                  <a:gd name="T13" fmla="*/ 18 h 291"/>
                  <a:gd name="T14" fmla="*/ 16 w 292"/>
                  <a:gd name="T15" fmla="*/ 16 h 291"/>
                  <a:gd name="T16" fmla="*/ 18 w 292"/>
                  <a:gd name="T17" fmla="*/ 9 h 291"/>
                  <a:gd name="T18" fmla="*/ 18 w 292"/>
                  <a:gd name="T19" fmla="*/ 9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1"/>
                  <a:gd name="T32" fmla="*/ 292 w 292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1">
                    <a:moveTo>
                      <a:pt x="291" y="146"/>
                    </a:moveTo>
                    <a:lnTo>
                      <a:pt x="248" y="43"/>
                    </a:lnTo>
                    <a:lnTo>
                      <a:pt x="146" y="0"/>
                    </a:lnTo>
                    <a:lnTo>
                      <a:pt x="43" y="43"/>
                    </a:lnTo>
                    <a:lnTo>
                      <a:pt x="0" y="146"/>
                    </a:lnTo>
                    <a:lnTo>
                      <a:pt x="43" y="249"/>
                    </a:lnTo>
                    <a:lnTo>
                      <a:pt x="146" y="291"/>
                    </a:lnTo>
                    <a:lnTo>
                      <a:pt x="248" y="249"/>
                    </a:lnTo>
                    <a:lnTo>
                      <a:pt x="291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24" name="Freeform 127"/>
              <p:cNvSpPr>
                <a:spLocks/>
              </p:cNvSpPr>
              <p:nvPr/>
            </p:nvSpPr>
            <p:spPr bwMode="auto">
              <a:xfrm>
                <a:off x="3931" y="1529"/>
                <a:ext cx="73" cy="73"/>
              </a:xfrm>
              <a:custGeom>
                <a:avLst/>
                <a:gdLst>
                  <a:gd name="T0" fmla="*/ 18 w 292"/>
                  <a:gd name="T1" fmla="*/ 9 h 291"/>
                  <a:gd name="T2" fmla="*/ 16 w 292"/>
                  <a:gd name="T3" fmla="*/ 3 h 291"/>
                  <a:gd name="T4" fmla="*/ 9 w 292"/>
                  <a:gd name="T5" fmla="*/ 0 h 291"/>
                  <a:gd name="T6" fmla="*/ 3 w 292"/>
                  <a:gd name="T7" fmla="*/ 3 h 291"/>
                  <a:gd name="T8" fmla="*/ 0 w 292"/>
                  <a:gd name="T9" fmla="*/ 9 h 291"/>
                  <a:gd name="T10" fmla="*/ 3 w 292"/>
                  <a:gd name="T11" fmla="*/ 16 h 291"/>
                  <a:gd name="T12" fmla="*/ 9 w 292"/>
                  <a:gd name="T13" fmla="*/ 18 h 291"/>
                  <a:gd name="T14" fmla="*/ 16 w 292"/>
                  <a:gd name="T15" fmla="*/ 16 h 291"/>
                  <a:gd name="T16" fmla="*/ 18 w 292"/>
                  <a:gd name="T17" fmla="*/ 9 h 291"/>
                  <a:gd name="T18" fmla="*/ 18 w 292"/>
                  <a:gd name="T19" fmla="*/ 9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1"/>
                  <a:gd name="T32" fmla="*/ 292 w 292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1">
                    <a:moveTo>
                      <a:pt x="291" y="146"/>
                    </a:moveTo>
                    <a:lnTo>
                      <a:pt x="248" y="43"/>
                    </a:lnTo>
                    <a:lnTo>
                      <a:pt x="145" y="0"/>
                    </a:lnTo>
                    <a:lnTo>
                      <a:pt x="43" y="43"/>
                    </a:lnTo>
                    <a:lnTo>
                      <a:pt x="0" y="146"/>
                    </a:lnTo>
                    <a:lnTo>
                      <a:pt x="43" y="249"/>
                    </a:lnTo>
                    <a:lnTo>
                      <a:pt x="145" y="291"/>
                    </a:lnTo>
                    <a:lnTo>
                      <a:pt x="248" y="249"/>
                    </a:lnTo>
                    <a:lnTo>
                      <a:pt x="291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25" name="Freeform 128"/>
              <p:cNvSpPr>
                <a:spLocks/>
              </p:cNvSpPr>
              <p:nvPr/>
            </p:nvSpPr>
            <p:spPr bwMode="auto">
              <a:xfrm>
                <a:off x="3447" y="1529"/>
                <a:ext cx="73" cy="73"/>
              </a:xfrm>
              <a:custGeom>
                <a:avLst/>
                <a:gdLst>
                  <a:gd name="T0" fmla="*/ 18 w 292"/>
                  <a:gd name="T1" fmla="*/ 9 h 291"/>
                  <a:gd name="T2" fmla="*/ 16 w 292"/>
                  <a:gd name="T3" fmla="*/ 3 h 291"/>
                  <a:gd name="T4" fmla="*/ 9 w 292"/>
                  <a:gd name="T5" fmla="*/ 0 h 291"/>
                  <a:gd name="T6" fmla="*/ 3 w 292"/>
                  <a:gd name="T7" fmla="*/ 3 h 291"/>
                  <a:gd name="T8" fmla="*/ 0 w 292"/>
                  <a:gd name="T9" fmla="*/ 9 h 291"/>
                  <a:gd name="T10" fmla="*/ 3 w 292"/>
                  <a:gd name="T11" fmla="*/ 16 h 291"/>
                  <a:gd name="T12" fmla="*/ 9 w 292"/>
                  <a:gd name="T13" fmla="*/ 18 h 291"/>
                  <a:gd name="T14" fmla="*/ 16 w 292"/>
                  <a:gd name="T15" fmla="*/ 16 h 291"/>
                  <a:gd name="T16" fmla="*/ 18 w 292"/>
                  <a:gd name="T17" fmla="*/ 9 h 291"/>
                  <a:gd name="T18" fmla="*/ 18 w 292"/>
                  <a:gd name="T19" fmla="*/ 9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1"/>
                  <a:gd name="T32" fmla="*/ 292 w 292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1">
                    <a:moveTo>
                      <a:pt x="291" y="146"/>
                    </a:moveTo>
                    <a:lnTo>
                      <a:pt x="248" y="43"/>
                    </a:lnTo>
                    <a:lnTo>
                      <a:pt x="145" y="0"/>
                    </a:lnTo>
                    <a:lnTo>
                      <a:pt x="43" y="43"/>
                    </a:lnTo>
                    <a:lnTo>
                      <a:pt x="0" y="146"/>
                    </a:lnTo>
                    <a:lnTo>
                      <a:pt x="43" y="249"/>
                    </a:lnTo>
                    <a:lnTo>
                      <a:pt x="145" y="291"/>
                    </a:lnTo>
                    <a:lnTo>
                      <a:pt x="248" y="249"/>
                    </a:lnTo>
                    <a:lnTo>
                      <a:pt x="291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26" name="Freeform 129"/>
              <p:cNvSpPr>
                <a:spLocks/>
              </p:cNvSpPr>
              <p:nvPr/>
            </p:nvSpPr>
            <p:spPr bwMode="auto">
              <a:xfrm>
                <a:off x="3326" y="1529"/>
                <a:ext cx="73" cy="73"/>
              </a:xfrm>
              <a:custGeom>
                <a:avLst/>
                <a:gdLst>
                  <a:gd name="T0" fmla="*/ 18 w 292"/>
                  <a:gd name="T1" fmla="*/ 9 h 291"/>
                  <a:gd name="T2" fmla="*/ 16 w 292"/>
                  <a:gd name="T3" fmla="*/ 3 h 291"/>
                  <a:gd name="T4" fmla="*/ 9 w 292"/>
                  <a:gd name="T5" fmla="*/ 0 h 291"/>
                  <a:gd name="T6" fmla="*/ 3 w 292"/>
                  <a:gd name="T7" fmla="*/ 3 h 291"/>
                  <a:gd name="T8" fmla="*/ 0 w 292"/>
                  <a:gd name="T9" fmla="*/ 9 h 291"/>
                  <a:gd name="T10" fmla="*/ 3 w 292"/>
                  <a:gd name="T11" fmla="*/ 16 h 291"/>
                  <a:gd name="T12" fmla="*/ 9 w 292"/>
                  <a:gd name="T13" fmla="*/ 18 h 291"/>
                  <a:gd name="T14" fmla="*/ 16 w 292"/>
                  <a:gd name="T15" fmla="*/ 16 h 291"/>
                  <a:gd name="T16" fmla="*/ 18 w 292"/>
                  <a:gd name="T17" fmla="*/ 9 h 291"/>
                  <a:gd name="T18" fmla="*/ 18 w 292"/>
                  <a:gd name="T19" fmla="*/ 9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1"/>
                  <a:gd name="T32" fmla="*/ 292 w 292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1">
                    <a:moveTo>
                      <a:pt x="291" y="146"/>
                    </a:moveTo>
                    <a:lnTo>
                      <a:pt x="248" y="43"/>
                    </a:lnTo>
                    <a:lnTo>
                      <a:pt x="146" y="0"/>
                    </a:lnTo>
                    <a:lnTo>
                      <a:pt x="43" y="43"/>
                    </a:lnTo>
                    <a:lnTo>
                      <a:pt x="0" y="146"/>
                    </a:lnTo>
                    <a:lnTo>
                      <a:pt x="43" y="249"/>
                    </a:lnTo>
                    <a:lnTo>
                      <a:pt x="146" y="291"/>
                    </a:lnTo>
                    <a:lnTo>
                      <a:pt x="248" y="249"/>
                    </a:lnTo>
                    <a:lnTo>
                      <a:pt x="291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27" name="Freeform 130"/>
              <p:cNvSpPr>
                <a:spLocks/>
              </p:cNvSpPr>
              <p:nvPr/>
            </p:nvSpPr>
            <p:spPr bwMode="auto">
              <a:xfrm>
                <a:off x="3266" y="1634"/>
                <a:ext cx="73" cy="73"/>
              </a:xfrm>
              <a:custGeom>
                <a:avLst/>
                <a:gdLst>
                  <a:gd name="T0" fmla="*/ 18 w 292"/>
                  <a:gd name="T1" fmla="*/ 9 h 290"/>
                  <a:gd name="T2" fmla="*/ 16 w 292"/>
                  <a:gd name="T3" fmla="*/ 3 h 290"/>
                  <a:gd name="T4" fmla="*/ 9 w 292"/>
                  <a:gd name="T5" fmla="*/ 0 h 290"/>
                  <a:gd name="T6" fmla="*/ 3 w 292"/>
                  <a:gd name="T7" fmla="*/ 3 h 290"/>
                  <a:gd name="T8" fmla="*/ 0 w 292"/>
                  <a:gd name="T9" fmla="*/ 9 h 290"/>
                  <a:gd name="T10" fmla="*/ 3 w 292"/>
                  <a:gd name="T11" fmla="*/ 16 h 290"/>
                  <a:gd name="T12" fmla="*/ 9 w 292"/>
                  <a:gd name="T13" fmla="*/ 18 h 290"/>
                  <a:gd name="T14" fmla="*/ 16 w 292"/>
                  <a:gd name="T15" fmla="*/ 16 h 290"/>
                  <a:gd name="T16" fmla="*/ 18 w 292"/>
                  <a:gd name="T17" fmla="*/ 9 h 290"/>
                  <a:gd name="T18" fmla="*/ 18 w 292"/>
                  <a:gd name="T19" fmla="*/ 9 h 29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0"/>
                  <a:gd name="T32" fmla="*/ 292 w 292"/>
                  <a:gd name="T33" fmla="*/ 290 h 29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0">
                    <a:moveTo>
                      <a:pt x="290" y="146"/>
                    </a:moveTo>
                    <a:lnTo>
                      <a:pt x="248" y="42"/>
                    </a:lnTo>
                    <a:lnTo>
                      <a:pt x="145" y="0"/>
                    </a:lnTo>
                    <a:lnTo>
                      <a:pt x="43" y="42"/>
                    </a:lnTo>
                    <a:lnTo>
                      <a:pt x="0" y="146"/>
                    </a:lnTo>
                    <a:lnTo>
                      <a:pt x="43" y="247"/>
                    </a:lnTo>
                    <a:lnTo>
                      <a:pt x="145" y="290"/>
                    </a:lnTo>
                    <a:lnTo>
                      <a:pt x="248" y="247"/>
                    </a:lnTo>
                    <a:lnTo>
                      <a:pt x="290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28" name="Freeform 131"/>
              <p:cNvSpPr>
                <a:spLocks/>
              </p:cNvSpPr>
              <p:nvPr/>
            </p:nvSpPr>
            <p:spPr bwMode="auto">
              <a:xfrm>
                <a:off x="3206" y="1739"/>
                <a:ext cx="73" cy="73"/>
              </a:xfrm>
              <a:custGeom>
                <a:avLst/>
                <a:gdLst>
                  <a:gd name="T0" fmla="*/ 18 w 291"/>
                  <a:gd name="T1" fmla="*/ 9 h 291"/>
                  <a:gd name="T2" fmla="*/ 16 w 291"/>
                  <a:gd name="T3" fmla="*/ 3 h 291"/>
                  <a:gd name="T4" fmla="*/ 9 w 291"/>
                  <a:gd name="T5" fmla="*/ 0 h 291"/>
                  <a:gd name="T6" fmla="*/ 3 w 291"/>
                  <a:gd name="T7" fmla="*/ 3 h 291"/>
                  <a:gd name="T8" fmla="*/ 0 w 291"/>
                  <a:gd name="T9" fmla="*/ 9 h 291"/>
                  <a:gd name="T10" fmla="*/ 3 w 291"/>
                  <a:gd name="T11" fmla="*/ 16 h 291"/>
                  <a:gd name="T12" fmla="*/ 9 w 291"/>
                  <a:gd name="T13" fmla="*/ 18 h 291"/>
                  <a:gd name="T14" fmla="*/ 16 w 291"/>
                  <a:gd name="T15" fmla="*/ 16 h 291"/>
                  <a:gd name="T16" fmla="*/ 18 w 291"/>
                  <a:gd name="T17" fmla="*/ 9 h 291"/>
                  <a:gd name="T18" fmla="*/ 18 w 291"/>
                  <a:gd name="T19" fmla="*/ 9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1"/>
                  <a:gd name="T31" fmla="*/ 0 h 291"/>
                  <a:gd name="T32" fmla="*/ 291 w 291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1" h="291">
                    <a:moveTo>
                      <a:pt x="290" y="146"/>
                    </a:moveTo>
                    <a:lnTo>
                      <a:pt x="248" y="43"/>
                    </a:lnTo>
                    <a:lnTo>
                      <a:pt x="144" y="0"/>
                    </a:lnTo>
                    <a:lnTo>
                      <a:pt x="42" y="43"/>
                    </a:lnTo>
                    <a:lnTo>
                      <a:pt x="0" y="146"/>
                    </a:lnTo>
                    <a:lnTo>
                      <a:pt x="42" y="248"/>
                    </a:lnTo>
                    <a:lnTo>
                      <a:pt x="144" y="291"/>
                    </a:lnTo>
                    <a:lnTo>
                      <a:pt x="248" y="248"/>
                    </a:lnTo>
                    <a:lnTo>
                      <a:pt x="290" y="146"/>
                    </a:lnTo>
                    <a:lnTo>
                      <a:pt x="291" y="14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29" name="Freeform 132"/>
              <p:cNvSpPr>
                <a:spLocks/>
              </p:cNvSpPr>
              <p:nvPr/>
            </p:nvSpPr>
            <p:spPr bwMode="auto">
              <a:xfrm>
                <a:off x="3145" y="1844"/>
                <a:ext cx="73" cy="73"/>
              </a:xfrm>
              <a:custGeom>
                <a:avLst/>
                <a:gdLst>
                  <a:gd name="T0" fmla="*/ 18 w 292"/>
                  <a:gd name="T1" fmla="*/ 9 h 290"/>
                  <a:gd name="T2" fmla="*/ 16 w 292"/>
                  <a:gd name="T3" fmla="*/ 3 h 290"/>
                  <a:gd name="T4" fmla="*/ 9 w 292"/>
                  <a:gd name="T5" fmla="*/ 0 h 290"/>
                  <a:gd name="T6" fmla="*/ 3 w 292"/>
                  <a:gd name="T7" fmla="*/ 3 h 290"/>
                  <a:gd name="T8" fmla="*/ 0 w 292"/>
                  <a:gd name="T9" fmla="*/ 9 h 290"/>
                  <a:gd name="T10" fmla="*/ 3 w 292"/>
                  <a:gd name="T11" fmla="*/ 16 h 290"/>
                  <a:gd name="T12" fmla="*/ 9 w 292"/>
                  <a:gd name="T13" fmla="*/ 18 h 290"/>
                  <a:gd name="T14" fmla="*/ 16 w 292"/>
                  <a:gd name="T15" fmla="*/ 16 h 290"/>
                  <a:gd name="T16" fmla="*/ 18 w 292"/>
                  <a:gd name="T17" fmla="*/ 9 h 290"/>
                  <a:gd name="T18" fmla="*/ 18 w 292"/>
                  <a:gd name="T19" fmla="*/ 9 h 29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0"/>
                  <a:gd name="T32" fmla="*/ 292 w 292"/>
                  <a:gd name="T33" fmla="*/ 290 h 29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0">
                    <a:moveTo>
                      <a:pt x="290" y="144"/>
                    </a:moveTo>
                    <a:lnTo>
                      <a:pt x="248" y="42"/>
                    </a:lnTo>
                    <a:lnTo>
                      <a:pt x="146" y="0"/>
                    </a:lnTo>
                    <a:lnTo>
                      <a:pt x="43" y="42"/>
                    </a:lnTo>
                    <a:lnTo>
                      <a:pt x="0" y="144"/>
                    </a:lnTo>
                    <a:lnTo>
                      <a:pt x="43" y="247"/>
                    </a:lnTo>
                    <a:lnTo>
                      <a:pt x="146" y="290"/>
                    </a:lnTo>
                    <a:lnTo>
                      <a:pt x="248" y="247"/>
                    </a:lnTo>
                    <a:lnTo>
                      <a:pt x="290" y="144"/>
                    </a:lnTo>
                    <a:lnTo>
                      <a:pt x="292" y="144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30" name="Freeform 133"/>
              <p:cNvSpPr>
                <a:spLocks/>
              </p:cNvSpPr>
              <p:nvPr/>
            </p:nvSpPr>
            <p:spPr bwMode="auto">
              <a:xfrm>
                <a:off x="3145" y="2053"/>
                <a:ext cx="73" cy="73"/>
              </a:xfrm>
              <a:custGeom>
                <a:avLst/>
                <a:gdLst>
                  <a:gd name="T0" fmla="*/ 18 w 292"/>
                  <a:gd name="T1" fmla="*/ 9 h 292"/>
                  <a:gd name="T2" fmla="*/ 16 w 292"/>
                  <a:gd name="T3" fmla="*/ 3 h 292"/>
                  <a:gd name="T4" fmla="*/ 9 w 292"/>
                  <a:gd name="T5" fmla="*/ 0 h 292"/>
                  <a:gd name="T6" fmla="*/ 3 w 292"/>
                  <a:gd name="T7" fmla="*/ 3 h 292"/>
                  <a:gd name="T8" fmla="*/ 0 w 292"/>
                  <a:gd name="T9" fmla="*/ 9 h 292"/>
                  <a:gd name="T10" fmla="*/ 3 w 292"/>
                  <a:gd name="T11" fmla="*/ 16 h 292"/>
                  <a:gd name="T12" fmla="*/ 9 w 292"/>
                  <a:gd name="T13" fmla="*/ 18 h 292"/>
                  <a:gd name="T14" fmla="*/ 16 w 292"/>
                  <a:gd name="T15" fmla="*/ 16 h 292"/>
                  <a:gd name="T16" fmla="*/ 18 w 292"/>
                  <a:gd name="T17" fmla="*/ 9 h 292"/>
                  <a:gd name="T18" fmla="*/ 18 w 292"/>
                  <a:gd name="T19" fmla="*/ 9 h 29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2"/>
                  <a:gd name="T32" fmla="*/ 292 w 292"/>
                  <a:gd name="T33" fmla="*/ 292 h 29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2">
                    <a:moveTo>
                      <a:pt x="290" y="146"/>
                    </a:moveTo>
                    <a:lnTo>
                      <a:pt x="248" y="43"/>
                    </a:lnTo>
                    <a:lnTo>
                      <a:pt x="146" y="0"/>
                    </a:lnTo>
                    <a:lnTo>
                      <a:pt x="43" y="43"/>
                    </a:lnTo>
                    <a:lnTo>
                      <a:pt x="0" y="146"/>
                    </a:lnTo>
                    <a:lnTo>
                      <a:pt x="43" y="249"/>
                    </a:lnTo>
                    <a:lnTo>
                      <a:pt x="146" y="292"/>
                    </a:lnTo>
                    <a:lnTo>
                      <a:pt x="248" y="249"/>
                    </a:lnTo>
                    <a:lnTo>
                      <a:pt x="290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31" name="Freeform 134"/>
              <p:cNvSpPr>
                <a:spLocks/>
              </p:cNvSpPr>
              <p:nvPr/>
            </p:nvSpPr>
            <p:spPr bwMode="auto">
              <a:xfrm>
                <a:off x="3206" y="1949"/>
                <a:ext cx="73" cy="72"/>
              </a:xfrm>
              <a:custGeom>
                <a:avLst/>
                <a:gdLst>
                  <a:gd name="T0" fmla="*/ 18 w 291"/>
                  <a:gd name="T1" fmla="*/ 9 h 291"/>
                  <a:gd name="T2" fmla="*/ 16 w 291"/>
                  <a:gd name="T3" fmla="*/ 3 h 291"/>
                  <a:gd name="T4" fmla="*/ 9 w 291"/>
                  <a:gd name="T5" fmla="*/ 0 h 291"/>
                  <a:gd name="T6" fmla="*/ 3 w 291"/>
                  <a:gd name="T7" fmla="*/ 3 h 291"/>
                  <a:gd name="T8" fmla="*/ 0 w 291"/>
                  <a:gd name="T9" fmla="*/ 9 h 291"/>
                  <a:gd name="T10" fmla="*/ 3 w 291"/>
                  <a:gd name="T11" fmla="*/ 15 h 291"/>
                  <a:gd name="T12" fmla="*/ 9 w 291"/>
                  <a:gd name="T13" fmla="*/ 18 h 291"/>
                  <a:gd name="T14" fmla="*/ 16 w 291"/>
                  <a:gd name="T15" fmla="*/ 15 h 291"/>
                  <a:gd name="T16" fmla="*/ 18 w 291"/>
                  <a:gd name="T17" fmla="*/ 9 h 291"/>
                  <a:gd name="T18" fmla="*/ 18 w 291"/>
                  <a:gd name="T19" fmla="*/ 9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1"/>
                  <a:gd name="T31" fmla="*/ 0 h 291"/>
                  <a:gd name="T32" fmla="*/ 291 w 291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1" h="291">
                    <a:moveTo>
                      <a:pt x="290" y="145"/>
                    </a:moveTo>
                    <a:lnTo>
                      <a:pt x="248" y="43"/>
                    </a:lnTo>
                    <a:lnTo>
                      <a:pt x="144" y="0"/>
                    </a:lnTo>
                    <a:lnTo>
                      <a:pt x="42" y="43"/>
                    </a:lnTo>
                    <a:lnTo>
                      <a:pt x="0" y="145"/>
                    </a:lnTo>
                    <a:lnTo>
                      <a:pt x="42" y="248"/>
                    </a:lnTo>
                    <a:lnTo>
                      <a:pt x="144" y="291"/>
                    </a:lnTo>
                    <a:lnTo>
                      <a:pt x="248" y="248"/>
                    </a:lnTo>
                    <a:lnTo>
                      <a:pt x="290" y="145"/>
                    </a:lnTo>
                    <a:lnTo>
                      <a:pt x="291" y="145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32" name="Freeform 135"/>
              <p:cNvSpPr>
                <a:spLocks/>
              </p:cNvSpPr>
              <p:nvPr/>
            </p:nvSpPr>
            <p:spPr bwMode="auto">
              <a:xfrm>
                <a:off x="3206" y="2158"/>
                <a:ext cx="73" cy="73"/>
              </a:xfrm>
              <a:custGeom>
                <a:avLst/>
                <a:gdLst>
                  <a:gd name="T0" fmla="*/ 18 w 291"/>
                  <a:gd name="T1" fmla="*/ 9 h 292"/>
                  <a:gd name="T2" fmla="*/ 16 w 291"/>
                  <a:gd name="T3" fmla="*/ 3 h 292"/>
                  <a:gd name="T4" fmla="*/ 9 w 291"/>
                  <a:gd name="T5" fmla="*/ 0 h 292"/>
                  <a:gd name="T6" fmla="*/ 3 w 291"/>
                  <a:gd name="T7" fmla="*/ 3 h 292"/>
                  <a:gd name="T8" fmla="*/ 0 w 291"/>
                  <a:gd name="T9" fmla="*/ 9 h 292"/>
                  <a:gd name="T10" fmla="*/ 3 w 291"/>
                  <a:gd name="T11" fmla="*/ 16 h 292"/>
                  <a:gd name="T12" fmla="*/ 9 w 291"/>
                  <a:gd name="T13" fmla="*/ 18 h 292"/>
                  <a:gd name="T14" fmla="*/ 16 w 291"/>
                  <a:gd name="T15" fmla="*/ 16 h 292"/>
                  <a:gd name="T16" fmla="*/ 18 w 291"/>
                  <a:gd name="T17" fmla="*/ 9 h 292"/>
                  <a:gd name="T18" fmla="*/ 18 w 291"/>
                  <a:gd name="T19" fmla="*/ 9 h 29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1"/>
                  <a:gd name="T31" fmla="*/ 0 h 292"/>
                  <a:gd name="T32" fmla="*/ 291 w 291"/>
                  <a:gd name="T33" fmla="*/ 292 h 29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1" h="292">
                    <a:moveTo>
                      <a:pt x="290" y="146"/>
                    </a:moveTo>
                    <a:lnTo>
                      <a:pt x="248" y="42"/>
                    </a:lnTo>
                    <a:lnTo>
                      <a:pt x="144" y="0"/>
                    </a:lnTo>
                    <a:lnTo>
                      <a:pt x="42" y="42"/>
                    </a:lnTo>
                    <a:lnTo>
                      <a:pt x="0" y="146"/>
                    </a:lnTo>
                    <a:lnTo>
                      <a:pt x="42" y="249"/>
                    </a:lnTo>
                    <a:lnTo>
                      <a:pt x="144" y="292"/>
                    </a:lnTo>
                    <a:lnTo>
                      <a:pt x="248" y="249"/>
                    </a:lnTo>
                    <a:lnTo>
                      <a:pt x="290" y="146"/>
                    </a:lnTo>
                    <a:lnTo>
                      <a:pt x="291" y="14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33" name="Freeform 136"/>
              <p:cNvSpPr>
                <a:spLocks/>
              </p:cNvSpPr>
              <p:nvPr/>
            </p:nvSpPr>
            <p:spPr bwMode="auto">
              <a:xfrm>
                <a:off x="3266" y="2263"/>
                <a:ext cx="73" cy="73"/>
              </a:xfrm>
              <a:custGeom>
                <a:avLst/>
                <a:gdLst>
                  <a:gd name="T0" fmla="*/ 18 w 292"/>
                  <a:gd name="T1" fmla="*/ 9 h 291"/>
                  <a:gd name="T2" fmla="*/ 16 w 292"/>
                  <a:gd name="T3" fmla="*/ 3 h 291"/>
                  <a:gd name="T4" fmla="*/ 9 w 292"/>
                  <a:gd name="T5" fmla="*/ 0 h 291"/>
                  <a:gd name="T6" fmla="*/ 3 w 292"/>
                  <a:gd name="T7" fmla="*/ 3 h 291"/>
                  <a:gd name="T8" fmla="*/ 0 w 292"/>
                  <a:gd name="T9" fmla="*/ 9 h 291"/>
                  <a:gd name="T10" fmla="*/ 3 w 292"/>
                  <a:gd name="T11" fmla="*/ 16 h 291"/>
                  <a:gd name="T12" fmla="*/ 9 w 292"/>
                  <a:gd name="T13" fmla="*/ 18 h 291"/>
                  <a:gd name="T14" fmla="*/ 16 w 292"/>
                  <a:gd name="T15" fmla="*/ 16 h 291"/>
                  <a:gd name="T16" fmla="*/ 18 w 292"/>
                  <a:gd name="T17" fmla="*/ 9 h 291"/>
                  <a:gd name="T18" fmla="*/ 18 w 292"/>
                  <a:gd name="T19" fmla="*/ 9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1"/>
                  <a:gd name="T32" fmla="*/ 292 w 292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1">
                    <a:moveTo>
                      <a:pt x="290" y="146"/>
                    </a:moveTo>
                    <a:lnTo>
                      <a:pt x="248" y="43"/>
                    </a:lnTo>
                    <a:lnTo>
                      <a:pt x="145" y="0"/>
                    </a:lnTo>
                    <a:lnTo>
                      <a:pt x="43" y="43"/>
                    </a:lnTo>
                    <a:lnTo>
                      <a:pt x="0" y="146"/>
                    </a:lnTo>
                    <a:lnTo>
                      <a:pt x="43" y="248"/>
                    </a:lnTo>
                    <a:lnTo>
                      <a:pt x="145" y="291"/>
                    </a:lnTo>
                    <a:lnTo>
                      <a:pt x="248" y="248"/>
                    </a:lnTo>
                    <a:lnTo>
                      <a:pt x="290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34" name="Freeform 137"/>
              <p:cNvSpPr>
                <a:spLocks/>
              </p:cNvSpPr>
              <p:nvPr/>
            </p:nvSpPr>
            <p:spPr bwMode="auto">
              <a:xfrm>
                <a:off x="3326" y="2368"/>
                <a:ext cx="73" cy="73"/>
              </a:xfrm>
              <a:custGeom>
                <a:avLst/>
                <a:gdLst>
                  <a:gd name="T0" fmla="*/ 18 w 292"/>
                  <a:gd name="T1" fmla="*/ 9 h 290"/>
                  <a:gd name="T2" fmla="*/ 16 w 292"/>
                  <a:gd name="T3" fmla="*/ 3 h 290"/>
                  <a:gd name="T4" fmla="*/ 9 w 292"/>
                  <a:gd name="T5" fmla="*/ 0 h 290"/>
                  <a:gd name="T6" fmla="*/ 3 w 292"/>
                  <a:gd name="T7" fmla="*/ 3 h 290"/>
                  <a:gd name="T8" fmla="*/ 0 w 292"/>
                  <a:gd name="T9" fmla="*/ 9 h 290"/>
                  <a:gd name="T10" fmla="*/ 3 w 292"/>
                  <a:gd name="T11" fmla="*/ 16 h 290"/>
                  <a:gd name="T12" fmla="*/ 9 w 292"/>
                  <a:gd name="T13" fmla="*/ 18 h 290"/>
                  <a:gd name="T14" fmla="*/ 16 w 292"/>
                  <a:gd name="T15" fmla="*/ 16 h 290"/>
                  <a:gd name="T16" fmla="*/ 18 w 292"/>
                  <a:gd name="T17" fmla="*/ 9 h 290"/>
                  <a:gd name="T18" fmla="*/ 18 w 292"/>
                  <a:gd name="T19" fmla="*/ 9 h 29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0"/>
                  <a:gd name="T32" fmla="*/ 292 w 292"/>
                  <a:gd name="T33" fmla="*/ 290 h 29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0">
                    <a:moveTo>
                      <a:pt x="291" y="146"/>
                    </a:moveTo>
                    <a:lnTo>
                      <a:pt x="248" y="42"/>
                    </a:lnTo>
                    <a:lnTo>
                      <a:pt x="146" y="0"/>
                    </a:lnTo>
                    <a:lnTo>
                      <a:pt x="43" y="42"/>
                    </a:lnTo>
                    <a:lnTo>
                      <a:pt x="0" y="146"/>
                    </a:lnTo>
                    <a:lnTo>
                      <a:pt x="43" y="248"/>
                    </a:lnTo>
                    <a:lnTo>
                      <a:pt x="146" y="290"/>
                    </a:lnTo>
                    <a:lnTo>
                      <a:pt x="248" y="248"/>
                    </a:lnTo>
                    <a:lnTo>
                      <a:pt x="291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35" name="Freeform 138"/>
              <p:cNvSpPr>
                <a:spLocks/>
              </p:cNvSpPr>
              <p:nvPr/>
            </p:nvSpPr>
            <p:spPr bwMode="auto">
              <a:xfrm>
                <a:off x="3447" y="2368"/>
                <a:ext cx="73" cy="73"/>
              </a:xfrm>
              <a:custGeom>
                <a:avLst/>
                <a:gdLst>
                  <a:gd name="T0" fmla="*/ 18 w 292"/>
                  <a:gd name="T1" fmla="*/ 9 h 290"/>
                  <a:gd name="T2" fmla="*/ 16 w 292"/>
                  <a:gd name="T3" fmla="*/ 3 h 290"/>
                  <a:gd name="T4" fmla="*/ 9 w 292"/>
                  <a:gd name="T5" fmla="*/ 0 h 290"/>
                  <a:gd name="T6" fmla="*/ 3 w 292"/>
                  <a:gd name="T7" fmla="*/ 3 h 290"/>
                  <a:gd name="T8" fmla="*/ 0 w 292"/>
                  <a:gd name="T9" fmla="*/ 9 h 290"/>
                  <a:gd name="T10" fmla="*/ 3 w 292"/>
                  <a:gd name="T11" fmla="*/ 16 h 290"/>
                  <a:gd name="T12" fmla="*/ 9 w 292"/>
                  <a:gd name="T13" fmla="*/ 18 h 290"/>
                  <a:gd name="T14" fmla="*/ 16 w 292"/>
                  <a:gd name="T15" fmla="*/ 16 h 290"/>
                  <a:gd name="T16" fmla="*/ 18 w 292"/>
                  <a:gd name="T17" fmla="*/ 9 h 290"/>
                  <a:gd name="T18" fmla="*/ 18 w 292"/>
                  <a:gd name="T19" fmla="*/ 9 h 29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0"/>
                  <a:gd name="T32" fmla="*/ 292 w 292"/>
                  <a:gd name="T33" fmla="*/ 290 h 29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0">
                    <a:moveTo>
                      <a:pt x="291" y="146"/>
                    </a:moveTo>
                    <a:lnTo>
                      <a:pt x="248" y="42"/>
                    </a:lnTo>
                    <a:lnTo>
                      <a:pt x="145" y="0"/>
                    </a:lnTo>
                    <a:lnTo>
                      <a:pt x="43" y="42"/>
                    </a:lnTo>
                    <a:lnTo>
                      <a:pt x="0" y="146"/>
                    </a:lnTo>
                    <a:lnTo>
                      <a:pt x="43" y="248"/>
                    </a:lnTo>
                    <a:lnTo>
                      <a:pt x="145" y="290"/>
                    </a:lnTo>
                    <a:lnTo>
                      <a:pt x="248" y="248"/>
                    </a:lnTo>
                    <a:lnTo>
                      <a:pt x="291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36" name="Freeform 139"/>
              <p:cNvSpPr>
                <a:spLocks/>
              </p:cNvSpPr>
              <p:nvPr/>
            </p:nvSpPr>
            <p:spPr bwMode="auto">
              <a:xfrm>
                <a:off x="3508" y="2473"/>
                <a:ext cx="73" cy="72"/>
              </a:xfrm>
              <a:custGeom>
                <a:avLst/>
                <a:gdLst>
                  <a:gd name="T0" fmla="*/ 18 w 292"/>
                  <a:gd name="T1" fmla="*/ 9 h 291"/>
                  <a:gd name="T2" fmla="*/ 16 w 292"/>
                  <a:gd name="T3" fmla="*/ 3 h 291"/>
                  <a:gd name="T4" fmla="*/ 9 w 292"/>
                  <a:gd name="T5" fmla="*/ 0 h 291"/>
                  <a:gd name="T6" fmla="*/ 3 w 292"/>
                  <a:gd name="T7" fmla="*/ 3 h 291"/>
                  <a:gd name="T8" fmla="*/ 0 w 292"/>
                  <a:gd name="T9" fmla="*/ 9 h 291"/>
                  <a:gd name="T10" fmla="*/ 3 w 292"/>
                  <a:gd name="T11" fmla="*/ 15 h 291"/>
                  <a:gd name="T12" fmla="*/ 9 w 292"/>
                  <a:gd name="T13" fmla="*/ 18 h 291"/>
                  <a:gd name="T14" fmla="*/ 16 w 292"/>
                  <a:gd name="T15" fmla="*/ 15 h 291"/>
                  <a:gd name="T16" fmla="*/ 18 w 292"/>
                  <a:gd name="T17" fmla="*/ 9 h 291"/>
                  <a:gd name="T18" fmla="*/ 18 w 292"/>
                  <a:gd name="T19" fmla="*/ 9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1"/>
                  <a:gd name="T32" fmla="*/ 292 w 292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1">
                    <a:moveTo>
                      <a:pt x="290" y="145"/>
                    </a:moveTo>
                    <a:lnTo>
                      <a:pt x="248" y="43"/>
                    </a:lnTo>
                    <a:lnTo>
                      <a:pt x="146" y="0"/>
                    </a:lnTo>
                    <a:lnTo>
                      <a:pt x="42" y="43"/>
                    </a:lnTo>
                    <a:lnTo>
                      <a:pt x="0" y="145"/>
                    </a:lnTo>
                    <a:lnTo>
                      <a:pt x="42" y="248"/>
                    </a:lnTo>
                    <a:lnTo>
                      <a:pt x="146" y="291"/>
                    </a:lnTo>
                    <a:lnTo>
                      <a:pt x="248" y="248"/>
                    </a:lnTo>
                    <a:lnTo>
                      <a:pt x="290" y="145"/>
                    </a:lnTo>
                    <a:lnTo>
                      <a:pt x="292" y="145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37" name="Freeform 140"/>
              <p:cNvSpPr>
                <a:spLocks/>
              </p:cNvSpPr>
              <p:nvPr/>
            </p:nvSpPr>
            <p:spPr bwMode="auto">
              <a:xfrm>
                <a:off x="3629" y="2473"/>
                <a:ext cx="73" cy="72"/>
              </a:xfrm>
              <a:custGeom>
                <a:avLst/>
                <a:gdLst>
                  <a:gd name="T0" fmla="*/ 18 w 292"/>
                  <a:gd name="T1" fmla="*/ 9 h 291"/>
                  <a:gd name="T2" fmla="*/ 16 w 292"/>
                  <a:gd name="T3" fmla="*/ 3 h 291"/>
                  <a:gd name="T4" fmla="*/ 9 w 292"/>
                  <a:gd name="T5" fmla="*/ 0 h 291"/>
                  <a:gd name="T6" fmla="*/ 3 w 292"/>
                  <a:gd name="T7" fmla="*/ 3 h 291"/>
                  <a:gd name="T8" fmla="*/ 0 w 292"/>
                  <a:gd name="T9" fmla="*/ 9 h 291"/>
                  <a:gd name="T10" fmla="*/ 3 w 292"/>
                  <a:gd name="T11" fmla="*/ 15 h 291"/>
                  <a:gd name="T12" fmla="*/ 9 w 292"/>
                  <a:gd name="T13" fmla="*/ 18 h 291"/>
                  <a:gd name="T14" fmla="*/ 16 w 292"/>
                  <a:gd name="T15" fmla="*/ 15 h 291"/>
                  <a:gd name="T16" fmla="*/ 18 w 292"/>
                  <a:gd name="T17" fmla="*/ 9 h 291"/>
                  <a:gd name="T18" fmla="*/ 18 w 292"/>
                  <a:gd name="T19" fmla="*/ 9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1"/>
                  <a:gd name="T32" fmla="*/ 292 w 292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1">
                    <a:moveTo>
                      <a:pt x="290" y="145"/>
                    </a:moveTo>
                    <a:lnTo>
                      <a:pt x="248" y="43"/>
                    </a:lnTo>
                    <a:lnTo>
                      <a:pt x="144" y="0"/>
                    </a:lnTo>
                    <a:lnTo>
                      <a:pt x="43" y="43"/>
                    </a:lnTo>
                    <a:lnTo>
                      <a:pt x="0" y="145"/>
                    </a:lnTo>
                    <a:lnTo>
                      <a:pt x="43" y="248"/>
                    </a:lnTo>
                    <a:lnTo>
                      <a:pt x="144" y="291"/>
                    </a:lnTo>
                    <a:lnTo>
                      <a:pt x="248" y="248"/>
                    </a:lnTo>
                    <a:lnTo>
                      <a:pt x="290" y="145"/>
                    </a:lnTo>
                    <a:lnTo>
                      <a:pt x="292" y="145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38" name="Freeform 141"/>
              <p:cNvSpPr>
                <a:spLocks/>
              </p:cNvSpPr>
              <p:nvPr/>
            </p:nvSpPr>
            <p:spPr bwMode="auto">
              <a:xfrm>
                <a:off x="3750" y="2473"/>
                <a:ext cx="73" cy="72"/>
              </a:xfrm>
              <a:custGeom>
                <a:avLst/>
                <a:gdLst>
                  <a:gd name="T0" fmla="*/ 18 w 292"/>
                  <a:gd name="T1" fmla="*/ 9 h 291"/>
                  <a:gd name="T2" fmla="*/ 16 w 292"/>
                  <a:gd name="T3" fmla="*/ 3 h 291"/>
                  <a:gd name="T4" fmla="*/ 9 w 292"/>
                  <a:gd name="T5" fmla="*/ 0 h 291"/>
                  <a:gd name="T6" fmla="*/ 3 w 292"/>
                  <a:gd name="T7" fmla="*/ 3 h 291"/>
                  <a:gd name="T8" fmla="*/ 0 w 292"/>
                  <a:gd name="T9" fmla="*/ 9 h 291"/>
                  <a:gd name="T10" fmla="*/ 3 w 292"/>
                  <a:gd name="T11" fmla="*/ 15 h 291"/>
                  <a:gd name="T12" fmla="*/ 9 w 292"/>
                  <a:gd name="T13" fmla="*/ 18 h 291"/>
                  <a:gd name="T14" fmla="*/ 16 w 292"/>
                  <a:gd name="T15" fmla="*/ 15 h 291"/>
                  <a:gd name="T16" fmla="*/ 18 w 292"/>
                  <a:gd name="T17" fmla="*/ 9 h 291"/>
                  <a:gd name="T18" fmla="*/ 18 w 292"/>
                  <a:gd name="T19" fmla="*/ 9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1"/>
                  <a:gd name="T32" fmla="*/ 292 w 292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1">
                    <a:moveTo>
                      <a:pt x="290" y="145"/>
                    </a:moveTo>
                    <a:lnTo>
                      <a:pt x="248" y="43"/>
                    </a:lnTo>
                    <a:lnTo>
                      <a:pt x="145" y="0"/>
                    </a:lnTo>
                    <a:lnTo>
                      <a:pt x="43" y="43"/>
                    </a:lnTo>
                    <a:lnTo>
                      <a:pt x="0" y="145"/>
                    </a:lnTo>
                    <a:lnTo>
                      <a:pt x="43" y="248"/>
                    </a:lnTo>
                    <a:lnTo>
                      <a:pt x="145" y="291"/>
                    </a:lnTo>
                    <a:lnTo>
                      <a:pt x="248" y="248"/>
                    </a:lnTo>
                    <a:lnTo>
                      <a:pt x="290" y="145"/>
                    </a:lnTo>
                    <a:lnTo>
                      <a:pt x="292" y="145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39" name="Freeform 142"/>
              <p:cNvSpPr>
                <a:spLocks/>
              </p:cNvSpPr>
              <p:nvPr/>
            </p:nvSpPr>
            <p:spPr bwMode="auto">
              <a:xfrm>
                <a:off x="3870" y="2473"/>
                <a:ext cx="73" cy="72"/>
              </a:xfrm>
              <a:custGeom>
                <a:avLst/>
                <a:gdLst>
                  <a:gd name="T0" fmla="*/ 18 w 291"/>
                  <a:gd name="T1" fmla="*/ 9 h 291"/>
                  <a:gd name="T2" fmla="*/ 16 w 291"/>
                  <a:gd name="T3" fmla="*/ 3 h 291"/>
                  <a:gd name="T4" fmla="*/ 9 w 291"/>
                  <a:gd name="T5" fmla="*/ 0 h 291"/>
                  <a:gd name="T6" fmla="*/ 3 w 291"/>
                  <a:gd name="T7" fmla="*/ 3 h 291"/>
                  <a:gd name="T8" fmla="*/ 0 w 291"/>
                  <a:gd name="T9" fmla="*/ 9 h 291"/>
                  <a:gd name="T10" fmla="*/ 3 w 291"/>
                  <a:gd name="T11" fmla="*/ 15 h 291"/>
                  <a:gd name="T12" fmla="*/ 9 w 291"/>
                  <a:gd name="T13" fmla="*/ 18 h 291"/>
                  <a:gd name="T14" fmla="*/ 16 w 291"/>
                  <a:gd name="T15" fmla="*/ 15 h 291"/>
                  <a:gd name="T16" fmla="*/ 18 w 291"/>
                  <a:gd name="T17" fmla="*/ 9 h 291"/>
                  <a:gd name="T18" fmla="*/ 18 w 291"/>
                  <a:gd name="T19" fmla="*/ 9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1"/>
                  <a:gd name="T31" fmla="*/ 0 h 291"/>
                  <a:gd name="T32" fmla="*/ 291 w 291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1" h="291">
                    <a:moveTo>
                      <a:pt x="290" y="145"/>
                    </a:moveTo>
                    <a:lnTo>
                      <a:pt x="248" y="43"/>
                    </a:lnTo>
                    <a:lnTo>
                      <a:pt x="146" y="0"/>
                    </a:lnTo>
                    <a:lnTo>
                      <a:pt x="42" y="43"/>
                    </a:lnTo>
                    <a:lnTo>
                      <a:pt x="0" y="145"/>
                    </a:lnTo>
                    <a:lnTo>
                      <a:pt x="42" y="248"/>
                    </a:lnTo>
                    <a:lnTo>
                      <a:pt x="146" y="291"/>
                    </a:lnTo>
                    <a:lnTo>
                      <a:pt x="248" y="248"/>
                    </a:lnTo>
                    <a:lnTo>
                      <a:pt x="290" y="145"/>
                    </a:lnTo>
                    <a:lnTo>
                      <a:pt x="291" y="145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40" name="Freeform 143"/>
              <p:cNvSpPr>
                <a:spLocks/>
              </p:cNvSpPr>
              <p:nvPr/>
            </p:nvSpPr>
            <p:spPr bwMode="auto">
              <a:xfrm>
                <a:off x="3931" y="2368"/>
                <a:ext cx="73" cy="73"/>
              </a:xfrm>
              <a:custGeom>
                <a:avLst/>
                <a:gdLst>
                  <a:gd name="T0" fmla="*/ 18 w 292"/>
                  <a:gd name="T1" fmla="*/ 9 h 290"/>
                  <a:gd name="T2" fmla="*/ 16 w 292"/>
                  <a:gd name="T3" fmla="*/ 3 h 290"/>
                  <a:gd name="T4" fmla="*/ 9 w 292"/>
                  <a:gd name="T5" fmla="*/ 0 h 290"/>
                  <a:gd name="T6" fmla="*/ 3 w 292"/>
                  <a:gd name="T7" fmla="*/ 3 h 290"/>
                  <a:gd name="T8" fmla="*/ 0 w 292"/>
                  <a:gd name="T9" fmla="*/ 9 h 290"/>
                  <a:gd name="T10" fmla="*/ 3 w 292"/>
                  <a:gd name="T11" fmla="*/ 16 h 290"/>
                  <a:gd name="T12" fmla="*/ 9 w 292"/>
                  <a:gd name="T13" fmla="*/ 18 h 290"/>
                  <a:gd name="T14" fmla="*/ 16 w 292"/>
                  <a:gd name="T15" fmla="*/ 16 h 290"/>
                  <a:gd name="T16" fmla="*/ 18 w 292"/>
                  <a:gd name="T17" fmla="*/ 9 h 290"/>
                  <a:gd name="T18" fmla="*/ 18 w 292"/>
                  <a:gd name="T19" fmla="*/ 9 h 29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0"/>
                  <a:gd name="T32" fmla="*/ 292 w 292"/>
                  <a:gd name="T33" fmla="*/ 290 h 29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0">
                    <a:moveTo>
                      <a:pt x="291" y="146"/>
                    </a:moveTo>
                    <a:lnTo>
                      <a:pt x="248" y="42"/>
                    </a:lnTo>
                    <a:lnTo>
                      <a:pt x="145" y="0"/>
                    </a:lnTo>
                    <a:lnTo>
                      <a:pt x="43" y="42"/>
                    </a:lnTo>
                    <a:lnTo>
                      <a:pt x="0" y="146"/>
                    </a:lnTo>
                    <a:lnTo>
                      <a:pt x="43" y="248"/>
                    </a:lnTo>
                    <a:lnTo>
                      <a:pt x="145" y="290"/>
                    </a:lnTo>
                    <a:lnTo>
                      <a:pt x="248" y="248"/>
                    </a:lnTo>
                    <a:lnTo>
                      <a:pt x="291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41" name="Freeform 144"/>
              <p:cNvSpPr>
                <a:spLocks/>
              </p:cNvSpPr>
              <p:nvPr/>
            </p:nvSpPr>
            <p:spPr bwMode="auto">
              <a:xfrm>
                <a:off x="4052" y="2368"/>
                <a:ext cx="73" cy="73"/>
              </a:xfrm>
              <a:custGeom>
                <a:avLst/>
                <a:gdLst>
                  <a:gd name="T0" fmla="*/ 18 w 292"/>
                  <a:gd name="T1" fmla="*/ 9 h 290"/>
                  <a:gd name="T2" fmla="*/ 16 w 292"/>
                  <a:gd name="T3" fmla="*/ 3 h 290"/>
                  <a:gd name="T4" fmla="*/ 9 w 292"/>
                  <a:gd name="T5" fmla="*/ 0 h 290"/>
                  <a:gd name="T6" fmla="*/ 3 w 292"/>
                  <a:gd name="T7" fmla="*/ 3 h 290"/>
                  <a:gd name="T8" fmla="*/ 0 w 292"/>
                  <a:gd name="T9" fmla="*/ 9 h 290"/>
                  <a:gd name="T10" fmla="*/ 3 w 292"/>
                  <a:gd name="T11" fmla="*/ 16 h 290"/>
                  <a:gd name="T12" fmla="*/ 9 w 292"/>
                  <a:gd name="T13" fmla="*/ 18 h 290"/>
                  <a:gd name="T14" fmla="*/ 16 w 292"/>
                  <a:gd name="T15" fmla="*/ 16 h 290"/>
                  <a:gd name="T16" fmla="*/ 18 w 292"/>
                  <a:gd name="T17" fmla="*/ 9 h 290"/>
                  <a:gd name="T18" fmla="*/ 18 w 292"/>
                  <a:gd name="T19" fmla="*/ 9 h 29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0"/>
                  <a:gd name="T32" fmla="*/ 292 w 292"/>
                  <a:gd name="T33" fmla="*/ 290 h 29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0">
                    <a:moveTo>
                      <a:pt x="291" y="146"/>
                    </a:moveTo>
                    <a:lnTo>
                      <a:pt x="248" y="42"/>
                    </a:lnTo>
                    <a:lnTo>
                      <a:pt x="146" y="0"/>
                    </a:lnTo>
                    <a:lnTo>
                      <a:pt x="43" y="42"/>
                    </a:lnTo>
                    <a:lnTo>
                      <a:pt x="0" y="146"/>
                    </a:lnTo>
                    <a:lnTo>
                      <a:pt x="43" y="248"/>
                    </a:lnTo>
                    <a:lnTo>
                      <a:pt x="146" y="290"/>
                    </a:lnTo>
                    <a:lnTo>
                      <a:pt x="248" y="248"/>
                    </a:lnTo>
                    <a:lnTo>
                      <a:pt x="291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42" name="Freeform 145"/>
              <p:cNvSpPr>
                <a:spLocks/>
              </p:cNvSpPr>
              <p:nvPr/>
            </p:nvSpPr>
            <p:spPr bwMode="auto">
              <a:xfrm>
                <a:off x="4112" y="2263"/>
                <a:ext cx="73" cy="73"/>
              </a:xfrm>
              <a:custGeom>
                <a:avLst/>
                <a:gdLst>
                  <a:gd name="T0" fmla="*/ 18 w 292"/>
                  <a:gd name="T1" fmla="*/ 9 h 291"/>
                  <a:gd name="T2" fmla="*/ 16 w 292"/>
                  <a:gd name="T3" fmla="*/ 3 h 291"/>
                  <a:gd name="T4" fmla="*/ 9 w 292"/>
                  <a:gd name="T5" fmla="*/ 0 h 291"/>
                  <a:gd name="T6" fmla="*/ 3 w 292"/>
                  <a:gd name="T7" fmla="*/ 3 h 291"/>
                  <a:gd name="T8" fmla="*/ 0 w 292"/>
                  <a:gd name="T9" fmla="*/ 9 h 291"/>
                  <a:gd name="T10" fmla="*/ 3 w 292"/>
                  <a:gd name="T11" fmla="*/ 16 h 291"/>
                  <a:gd name="T12" fmla="*/ 9 w 292"/>
                  <a:gd name="T13" fmla="*/ 18 h 291"/>
                  <a:gd name="T14" fmla="*/ 16 w 292"/>
                  <a:gd name="T15" fmla="*/ 16 h 291"/>
                  <a:gd name="T16" fmla="*/ 18 w 292"/>
                  <a:gd name="T17" fmla="*/ 9 h 291"/>
                  <a:gd name="T18" fmla="*/ 18 w 292"/>
                  <a:gd name="T19" fmla="*/ 9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1"/>
                  <a:gd name="T32" fmla="*/ 292 w 292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1">
                    <a:moveTo>
                      <a:pt x="290" y="146"/>
                    </a:moveTo>
                    <a:lnTo>
                      <a:pt x="248" y="43"/>
                    </a:lnTo>
                    <a:lnTo>
                      <a:pt x="144" y="0"/>
                    </a:lnTo>
                    <a:lnTo>
                      <a:pt x="42" y="43"/>
                    </a:lnTo>
                    <a:lnTo>
                      <a:pt x="0" y="146"/>
                    </a:lnTo>
                    <a:lnTo>
                      <a:pt x="42" y="248"/>
                    </a:lnTo>
                    <a:lnTo>
                      <a:pt x="144" y="291"/>
                    </a:lnTo>
                    <a:lnTo>
                      <a:pt x="248" y="248"/>
                    </a:lnTo>
                    <a:lnTo>
                      <a:pt x="290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43" name="Freeform 146"/>
              <p:cNvSpPr>
                <a:spLocks/>
              </p:cNvSpPr>
              <p:nvPr/>
            </p:nvSpPr>
            <p:spPr bwMode="auto">
              <a:xfrm>
                <a:off x="4173" y="2158"/>
                <a:ext cx="73" cy="73"/>
              </a:xfrm>
              <a:custGeom>
                <a:avLst/>
                <a:gdLst>
                  <a:gd name="T0" fmla="*/ 18 w 292"/>
                  <a:gd name="T1" fmla="*/ 9 h 292"/>
                  <a:gd name="T2" fmla="*/ 16 w 292"/>
                  <a:gd name="T3" fmla="*/ 3 h 292"/>
                  <a:gd name="T4" fmla="*/ 9 w 292"/>
                  <a:gd name="T5" fmla="*/ 0 h 292"/>
                  <a:gd name="T6" fmla="*/ 3 w 292"/>
                  <a:gd name="T7" fmla="*/ 3 h 292"/>
                  <a:gd name="T8" fmla="*/ 0 w 292"/>
                  <a:gd name="T9" fmla="*/ 9 h 292"/>
                  <a:gd name="T10" fmla="*/ 3 w 292"/>
                  <a:gd name="T11" fmla="*/ 16 h 292"/>
                  <a:gd name="T12" fmla="*/ 9 w 292"/>
                  <a:gd name="T13" fmla="*/ 18 h 292"/>
                  <a:gd name="T14" fmla="*/ 16 w 292"/>
                  <a:gd name="T15" fmla="*/ 16 h 292"/>
                  <a:gd name="T16" fmla="*/ 18 w 292"/>
                  <a:gd name="T17" fmla="*/ 9 h 292"/>
                  <a:gd name="T18" fmla="*/ 18 w 292"/>
                  <a:gd name="T19" fmla="*/ 9 h 29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2"/>
                  <a:gd name="T32" fmla="*/ 292 w 292"/>
                  <a:gd name="T33" fmla="*/ 292 h 29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2">
                    <a:moveTo>
                      <a:pt x="291" y="146"/>
                    </a:moveTo>
                    <a:lnTo>
                      <a:pt x="248" y="42"/>
                    </a:lnTo>
                    <a:lnTo>
                      <a:pt x="145" y="0"/>
                    </a:lnTo>
                    <a:lnTo>
                      <a:pt x="43" y="42"/>
                    </a:lnTo>
                    <a:lnTo>
                      <a:pt x="0" y="146"/>
                    </a:lnTo>
                    <a:lnTo>
                      <a:pt x="43" y="249"/>
                    </a:lnTo>
                    <a:lnTo>
                      <a:pt x="145" y="292"/>
                    </a:lnTo>
                    <a:lnTo>
                      <a:pt x="248" y="249"/>
                    </a:lnTo>
                    <a:lnTo>
                      <a:pt x="291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44" name="Freeform 147"/>
              <p:cNvSpPr>
                <a:spLocks/>
              </p:cNvSpPr>
              <p:nvPr/>
            </p:nvSpPr>
            <p:spPr bwMode="auto">
              <a:xfrm>
                <a:off x="4233" y="2053"/>
                <a:ext cx="73" cy="73"/>
              </a:xfrm>
              <a:custGeom>
                <a:avLst/>
                <a:gdLst>
                  <a:gd name="T0" fmla="*/ 18 w 291"/>
                  <a:gd name="T1" fmla="*/ 9 h 292"/>
                  <a:gd name="T2" fmla="*/ 16 w 291"/>
                  <a:gd name="T3" fmla="*/ 3 h 292"/>
                  <a:gd name="T4" fmla="*/ 9 w 291"/>
                  <a:gd name="T5" fmla="*/ 0 h 292"/>
                  <a:gd name="T6" fmla="*/ 3 w 291"/>
                  <a:gd name="T7" fmla="*/ 3 h 292"/>
                  <a:gd name="T8" fmla="*/ 0 w 291"/>
                  <a:gd name="T9" fmla="*/ 9 h 292"/>
                  <a:gd name="T10" fmla="*/ 3 w 291"/>
                  <a:gd name="T11" fmla="*/ 16 h 292"/>
                  <a:gd name="T12" fmla="*/ 9 w 291"/>
                  <a:gd name="T13" fmla="*/ 18 h 292"/>
                  <a:gd name="T14" fmla="*/ 16 w 291"/>
                  <a:gd name="T15" fmla="*/ 16 h 292"/>
                  <a:gd name="T16" fmla="*/ 18 w 291"/>
                  <a:gd name="T17" fmla="*/ 9 h 292"/>
                  <a:gd name="T18" fmla="*/ 18 w 291"/>
                  <a:gd name="T19" fmla="*/ 9 h 29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1"/>
                  <a:gd name="T31" fmla="*/ 0 h 292"/>
                  <a:gd name="T32" fmla="*/ 291 w 291"/>
                  <a:gd name="T33" fmla="*/ 292 h 29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1" h="292">
                    <a:moveTo>
                      <a:pt x="290" y="146"/>
                    </a:moveTo>
                    <a:lnTo>
                      <a:pt x="247" y="43"/>
                    </a:lnTo>
                    <a:lnTo>
                      <a:pt x="145" y="0"/>
                    </a:lnTo>
                    <a:lnTo>
                      <a:pt x="42" y="43"/>
                    </a:lnTo>
                    <a:lnTo>
                      <a:pt x="0" y="146"/>
                    </a:lnTo>
                    <a:lnTo>
                      <a:pt x="42" y="249"/>
                    </a:lnTo>
                    <a:lnTo>
                      <a:pt x="145" y="292"/>
                    </a:lnTo>
                    <a:lnTo>
                      <a:pt x="247" y="249"/>
                    </a:lnTo>
                    <a:lnTo>
                      <a:pt x="290" y="146"/>
                    </a:lnTo>
                    <a:lnTo>
                      <a:pt x="291" y="14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45" name="Freeform 148"/>
              <p:cNvSpPr>
                <a:spLocks/>
              </p:cNvSpPr>
              <p:nvPr/>
            </p:nvSpPr>
            <p:spPr bwMode="auto">
              <a:xfrm>
                <a:off x="4233" y="1844"/>
                <a:ext cx="73" cy="73"/>
              </a:xfrm>
              <a:custGeom>
                <a:avLst/>
                <a:gdLst>
                  <a:gd name="T0" fmla="*/ 18 w 291"/>
                  <a:gd name="T1" fmla="*/ 9 h 290"/>
                  <a:gd name="T2" fmla="*/ 16 w 291"/>
                  <a:gd name="T3" fmla="*/ 3 h 290"/>
                  <a:gd name="T4" fmla="*/ 9 w 291"/>
                  <a:gd name="T5" fmla="*/ 0 h 290"/>
                  <a:gd name="T6" fmla="*/ 3 w 291"/>
                  <a:gd name="T7" fmla="*/ 3 h 290"/>
                  <a:gd name="T8" fmla="*/ 0 w 291"/>
                  <a:gd name="T9" fmla="*/ 9 h 290"/>
                  <a:gd name="T10" fmla="*/ 3 w 291"/>
                  <a:gd name="T11" fmla="*/ 16 h 290"/>
                  <a:gd name="T12" fmla="*/ 9 w 291"/>
                  <a:gd name="T13" fmla="*/ 18 h 290"/>
                  <a:gd name="T14" fmla="*/ 16 w 291"/>
                  <a:gd name="T15" fmla="*/ 16 h 290"/>
                  <a:gd name="T16" fmla="*/ 18 w 291"/>
                  <a:gd name="T17" fmla="*/ 9 h 290"/>
                  <a:gd name="T18" fmla="*/ 18 w 291"/>
                  <a:gd name="T19" fmla="*/ 9 h 29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1"/>
                  <a:gd name="T31" fmla="*/ 0 h 290"/>
                  <a:gd name="T32" fmla="*/ 291 w 291"/>
                  <a:gd name="T33" fmla="*/ 290 h 29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1" h="290">
                    <a:moveTo>
                      <a:pt x="290" y="144"/>
                    </a:moveTo>
                    <a:lnTo>
                      <a:pt x="247" y="42"/>
                    </a:lnTo>
                    <a:lnTo>
                      <a:pt x="145" y="0"/>
                    </a:lnTo>
                    <a:lnTo>
                      <a:pt x="42" y="42"/>
                    </a:lnTo>
                    <a:lnTo>
                      <a:pt x="0" y="144"/>
                    </a:lnTo>
                    <a:lnTo>
                      <a:pt x="42" y="247"/>
                    </a:lnTo>
                    <a:lnTo>
                      <a:pt x="145" y="290"/>
                    </a:lnTo>
                    <a:lnTo>
                      <a:pt x="247" y="247"/>
                    </a:lnTo>
                    <a:lnTo>
                      <a:pt x="290" y="144"/>
                    </a:lnTo>
                    <a:lnTo>
                      <a:pt x="291" y="144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46" name="Freeform 149"/>
              <p:cNvSpPr>
                <a:spLocks/>
              </p:cNvSpPr>
              <p:nvPr/>
            </p:nvSpPr>
            <p:spPr bwMode="auto">
              <a:xfrm>
                <a:off x="4173" y="1739"/>
                <a:ext cx="73" cy="73"/>
              </a:xfrm>
              <a:custGeom>
                <a:avLst/>
                <a:gdLst>
                  <a:gd name="T0" fmla="*/ 18 w 292"/>
                  <a:gd name="T1" fmla="*/ 9 h 291"/>
                  <a:gd name="T2" fmla="*/ 16 w 292"/>
                  <a:gd name="T3" fmla="*/ 3 h 291"/>
                  <a:gd name="T4" fmla="*/ 9 w 292"/>
                  <a:gd name="T5" fmla="*/ 0 h 291"/>
                  <a:gd name="T6" fmla="*/ 3 w 292"/>
                  <a:gd name="T7" fmla="*/ 3 h 291"/>
                  <a:gd name="T8" fmla="*/ 0 w 292"/>
                  <a:gd name="T9" fmla="*/ 9 h 291"/>
                  <a:gd name="T10" fmla="*/ 3 w 292"/>
                  <a:gd name="T11" fmla="*/ 16 h 291"/>
                  <a:gd name="T12" fmla="*/ 9 w 292"/>
                  <a:gd name="T13" fmla="*/ 18 h 291"/>
                  <a:gd name="T14" fmla="*/ 16 w 292"/>
                  <a:gd name="T15" fmla="*/ 16 h 291"/>
                  <a:gd name="T16" fmla="*/ 18 w 292"/>
                  <a:gd name="T17" fmla="*/ 9 h 291"/>
                  <a:gd name="T18" fmla="*/ 18 w 292"/>
                  <a:gd name="T19" fmla="*/ 9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1"/>
                  <a:gd name="T32" fmla="*/ 292 w 292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1">
                    <a:moveTo>
                      <a:pt x="291" y="146"/>
                    </a:moveTo>
                    <a:lnTo>
                      <a:pt x="248" y="43"/>
                    </a:lnTo>
                    <a:lnTo>
                      <a:pt x="145" y="0"/>
                    </a:lnTo>
                    <a:lnTo>
                      <a:pt x="43" y="43"/>
                    </a:lnTo>
                    <a:lnTo>
                      <a:pt x="0" y="146"/>
                    </a:lnTo>
                    <a:lnTo>
                      <a:pt x="43" y="248"/>
                    </a:lnTo>
                    <a:lnTo>
                      <a:pt x="145" y="291"/>
                    </a:lnTo>
                    <a:lnTo>
                      <a:pt x="248" y="248"/>
                    </a:lnTo>
                    <a:lnTo>
                      <a:pt x="291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47" name="Freeform 150"/>
              <p:cNvSpPr>
                <a:spLocks/>
              </p:cNvSpPr>
              <p:nvPr/>
            </p:nvSpPr>
            <p:spPr bwMode="auto">
              <a:xfrm>
                <a:off x="4112" y="1634"/>
                <a:ext cx="73" cy="73"/>
              </a:xfrm>
              <a:custGeom>
                <a:avLst/>
                <a:gdLst>
                  <a:gd name="T0" fmla="*/ 18 w 292"/>
                  <a:gd name="T1" fmla="*/ 9 h 290"/>
                  <a:gd name="T2" fmla="*/ 16 w 292"/>
                  <a:gd name="T3" fmla="*/ 3 h 290"/>
                  <a:gd name="T4" fmla="*/ 9 w 292"/>
                  <a:gd name="T5" fmla="*/ 0 h 290"/>
                  <a:gd name="T6" fmla="*/ 3 w 292"/>
                  <a:gd name="T7" fmla="*/ 3 h 290"/>
                  <a:gd name="T8" fmla="*/ 0 w 292"/>
                  <a:gd name="T9" fmla="*/ 9 h 290"/>
                  <a:gd name="T10" fmla="*/ 3 w 292"/>
                  <a:gd name="T11" fmla="*/ 16 h 290"/>
                  <a:gd name="T12" fmla="*/ 9 w 292"/>
                  <a:gd name="T13" fmla="*/ 18 h 290"/>
                  <a:gd name="T14" fmla="*/ 16 w 292"/>
                  <a:gd name="T15" fmla="*/ 16 h 290"/>
                  <a:gd name="T16" fmla="*/ 18 w 292"/>
                  <a:gd name="T17" fmla="*/ 9 h 290"/>
                  <a:gd name="T18" fmla="*/ 18 w 292"/>
                  <a:gd name="T19" fmla="*/ 9 h 29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0"/>
                  <a:gd name="T32" fmla="*/ 292 w 292"/>
                  <a:gd name="T33" fmla="*/ 290 h 29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0">
                    <a:moveTo>
                      <a:pt x="290" y="146"/>
                    </a:moveTo>
                    <a:lnTo>
                      <a:pt x="248" y="42"/>
                    </a:lnTo>
                    <a:lnTo>
                      <a:pt x="144" y="0"/>
                    </a:lnTo>
                    <a:lnTo>
                      <a:pt x="42" y="42"/>
                    </a:lnTo>
                    <a:lnTo>
                      <a:pt x="0" y="146"/>
                    </a:lnTo>
                    <a:lnTo>
                      <a:pt x="42" y="247"/>
                    </a:lnTo>
                    <a:lnTo>
                      <a:pt x="144" y="290"/>
                    </a:lnTo>
                    <a:lnTo>
                      <a:pt x="248" y="247"/>
                    </a:lnTo>
                    <a:lnTo>
                      <a:pt x="290" y="146"/>
                    </a:lnTo>
                    <a:lnTo>
                      <a:pt x="292" y="146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48" name="Freeform 151"/>
              <p:cNvSpPr>
                <a:spLocks/>
              </p:cNvSpPr>
              <p:nvPr/>
            </p:nvSpPr>
            <p:spPr bwMode="auto">
              <a:xfrm>
                <a:off x="3689" y="1949"/>
                <a:ext cx="73" cy="72"/>
              </a:xfrm>
              <a:custGeom>
                <a:avLst/>
                <a:gdLst>
                  <a:gd name="T0" fmla="*/ 18 w 292"/>
                  <a:gd name="T1" fmla="*/ 9 h 291"/>
                  <a:gd name="T2" fmla="*/ 16 w 292"/>
                  <a:gd name="T3" fmla="*/ 3 h 291"/>
                  <a:gd name="T4" fmla="*/ 9 w 292"/>
                  <a:gd name="T5" fmla="*/ 0 h 291"/>
                  <a:gd name="T6" fmla="*/ 3 w 292"/>
                  <a:gd name="T7" fmla="*/ 3 h 291"/>
                  <a:gd name="T8" fmla="*/ 0 w 292"/>
                  <a:gd name="T9" fmla="*/ 9 h 291"/>
                  <a:gd name="T10" fmla="*/ 3 w 292"/>
                  <a:gd name="T11" fmla="*/ 15 h 291"/>
                  <a:gd name="T12" fmla="*/ 9 w 292"/>
                  <a:gd name="T13" fmla="*/ 18 h 291"/>
                  <a:gd name="T14" fmla="*/ 16 w 292"/>
                  <a:gd name="T15" fmla="*/ 15 h 291"/>
                  <a:gd name="T16" fmla="*/ 18 w 292"/>
                  <a:gd name="T17" fmla="*/ 9 h 291"/>
                  <a:gd name="T18" fmla="*/ 18 w 292"/>
                  <a:gd name="T19" fmla="*/ 9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1"/>
                  <a:gd name="T32" fmla="*/ 292 w 292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1">
                    <a:moveTo>
                      <a:pt x="291" y="145"/>
                    </a:moveTo>
                    <a:lnTo>
                      <a:pt x="248" y="43"/>
                    </a:lnTo>
                    <a:lnTo>
                      <a:pt x="146" y="0"/>
                    </a:lnTo>
                    <a:lnTo>
                      <a:pt x="43" y="43"/>
                    </a:lnTo>
                    <a:lnTo>
                      <a:pt x="0" y="145"/>
                    </a:lnTo>
                    <a:lnTo>
                      <a:pt x="43" y="248"/>
                    </a:lnTo>
                    <a:lnTo>
                      <a:pt x="146" y="291"/>
                    </a:lnTo>
                    <a:lnTo>
                      <a:pt x="248" y="248"/>
                    </a:lnTo>
                    <a:lnTo>
                      <a:pt x="291" y="145"/>
                    </a:lnTo>
                    <a:lnTo>
                      <a:pt x="292" y="145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49" name="Freeform 152"/>
              <p:cNvSpPr>
                <a:spLocks/>
              </p:cNvSpPr>
              <p:nvPr/>
            </p:nvSpPr>
            <p:spPr bwMode="auto">
              <a:xfrm>
                <a:off x="4173" y="1949"/>
                <a:ext cx="73" cy="72"/>
              </a:xfrm>
              <a:custGeom>
                <a:avLst/>
                <a:gdLst>
                  <a:gd name="T0" fmla="*/ 18 w 292"/>
                  <a:gd name="T1" fmla="*/ 9 h 291"/>
                  <a:gd name="T2" fmla="*/ 16 w 292"/>
                  <a:gd name="T3" fmla="*/ 3 h 291"/>
                  <a:gd name="T4" fmla="*/ 9 w 292"/>
                  <a:gd name="T5" fmla="*/ 0 h 291"/>
                  <a:gd name="T6" fmla="*/ 3 w 292"/>
                  <a:gd name="T7" fmla="*/ 3 h 291"/>
                  <a:gd name="T8" fmla="*/ 0 w 292"/>
                  <a:gd name="T9" fmla="*/ 9 h 291"/>
                  <a:gd name="T10" fmla="*/ 3 w 292"/>
                  <a:gd name="T11" fmla="*/ 15 h 291"/>
                  <a:gd name="T12" fmla="*/ 9 w 292"/>
                  <a:gd name="T13" fmla="*/ 18 h 291"/>
                  <a:gd name="T14" fmla="*/ 16 w 292"/>
                  <a:gd name="T15" fmla="*/ 15 h 291"/>
                  <a:gd name="T16" fmla="*/ 18 w 292"/>
                  <a:gd name="T17" fmla="*/ 9 h 291"/>
                  <a:gd name="T18" fmla="*/ 18 w 292"/>
                  <a:gd name="T19" fmla="*/ 9 h 29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92"/>
                  <a:gd name="T31" fmla="*/ 0 h 291"/>
                  <a:gd name="T32" fmla="*/ 292 w 292"/>
                  <a:gd name="T33" fmla="*/ 291 h 291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92" h="291">
                    <a:moveTo>
                      <a:pt x="291" y="145"/>
                    </a:moveTo>
                    <a:lnTo>
                      <a:pt x="248" y="43"/>
                    </a:lnTo>
                    <a:lnTo>
                      <a:pt x="145" y="0"/>
                    </a:lnTo>
                    <a:lnTo>
                      <a:pt x="43" y="43"/>
                    </a:lnTo>
                    <a:lnTo>
                      <a:pt x="0" y="145"/>
                    </a:lnTo>
                    <a:lnTo>
                      <a:pt x="43" y="248"/>
                    </a:lnTo>
                    <a:lnTo>
                      <a:pt x="145" y="291"/>
                    </a:lnTo>
                    <a:lnTo>
                      <a:pt x="248" y="248"/>
                    </a:lnTo>
                    <a:lnTo>
                      <a:pt x="291" y="145"/>
                    </a:lnTo>
                    <a:lnTo>
                      <a:pt x="292" y="145"/>
                    </a:lnTo>
                  </a:path>
                </a:pathLst>
              </a:custGeom>
              <a:noFill/>
              <a:ln w="28575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50" name="Freeform 153"/>
              <p:cNvSpPr>
                <a:spLocks/>
              </p:cNvSpPr>
              <p:nvPr/>
            </p:nvSpPr>
            <p:spPr bwMode="auto">
              <a:xfrm>
                <a:off x="3471" y="1461"/>
                <a:ext cx="518" cy="1"/>
              </a:xfrm>
              <a:custGeom>
                <a:avLst/>
                <a:gdLst>
                  <a:gd name="T0" fmla="*/ 0 w 2070"/>
                  <a:gd name="T1" fmla="*/ 0 h 1"/>
                  <a:gd name="T2" fmla="*/ 130 w 2070"/>
                  <a:gd name="T3" fmla="*/ 0 h 1"/>
                  <a:gd name="T4" fmla="*/ 130 w 2070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070"/>
                  <a:gd name="T10" fmla="*/ 0 h 1"/>
                  <a:gd name="T11" fmla="*/ 2070 w 2070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70" h="1">
                    <a:moveTo>
                      <a:pt x="0" y="0"/>
                    </a:moveTo>
                    <a:lnTo>
                      <a:pt x="2069" y="0"/>
                    </a:lnTo>
                    <a:lnTo>
                      <a:pt x="2070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51" name="Freeform 154"/>
              <p:cNvSpPr>
                <a:spLocks/>
              </p:cNvSpPr>
              <p:nvPr/>
            </p:nvSpPr>
            <p:spPr bwMode="auto">
              <a:xfrm>
                <a:off x="3290" y="1566"/>
                <a:ext cx="866" cy="1"/>
              </a:xfrm>
              <a:custGeom>
                <a:avLst/>
                <a:gdLst>
                  <a:gd name="T0" fmla="*/ 0 w 3465"/>
                  <a:gd name="T1" fmla="*/ 0 h 1"/>
                  <a:gd name="T2" fmla="*/ 216 w 3465"/>
                  <a:gd name="T3" fmla="*/ 0 h 1"/>
                  <a:gd name="T4" fmla="*/ 216 w 346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465"/>
                  <a:gd name="T10" fmla="*/ 0 h 1"/>
                  <a:gd name="T11" fmla="*/ 3465 w 346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65" h="1">
                    <a:moveTo>
                      <a:pt x="0" y="0"/>
                    </a:moveTo>
                    <a:lnTo>
                      <a:pt x="3464" y="0"/>
                    </a:lnTo>
                    <a:lnTo>
                      <a:pt x="3465" y="0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52" name="Freeform 155"/>
              <p:cNvSpPr>
                <a:spLocks/>
              </p:cNvSpPr>
              <p:nvPr/>
            </p:nvSpPr>
            <p:spPr bwMode="auto">
              <a:xfrm>
                <a:off x="3230" y="1671"/>
                <a:ext cx="999" cy="1"/>
              </a:xfrm>
              <a:custGeom>
                <a:avLst/>
                <a:gdLst>
                  <a:gd name="T0" fmla="*/ 0 w 3998"/>
                  <a:gd name="T1" fmla="*/ 0 h 1"/>
                  <a:gd name="T2" fmla="*/ 250 w 3998"/>
                  <a:gd name="T3" fmla="*/ 0 h 1"/>
                  <a:gd name="T4" fmla="*/ 250 w 399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998"/>
                  <a:gd name="T10" fmla="*/ 0 h 1"/>
                  <a:gd name="T11" fmla="*/ 3998 w 399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98" h="1">
                    <a:moveTo>
                      <a:pt x="0" y="0"/>
                    </a:moveTo>
                    <a:lnTo>
                      <a:pt x="3996" y="0"/>
                    </a:lnTo>
                    <a:lnTo>
                      <a:pt x="3998" y="0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53" name="Freeform 156"/>
              <p:cNvSpPr>
                <a:spLocks/>
              </p:cNvSpPr>
              <p:nvPr/>
            </p:nvSpPr>
            <p:spPr bwMode="auto">
              <a:xfrm>
                <a:off x="3181" y="1775"/>
                <a:ext cx="1102" cy="1"/>
              </a:xfrm>
              <a:custGeom>
                <a:avLst/>
                <a:gdLst>
                  <a:gd name="T0" fmla="*/ 0 w 4411"/>
                  <a:gd name="T1" fmla="*/ 0 h 1"/>
                  <a:gd name="T2" fmla="*/ 275 w 4411"/>
                  <a:gd name="T3" fmla="*/ 0 h 1"/>
                  <a:gd name="T4" fmla="*/ 275 w 441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411"/>
                  <a:gd name="T10" fmla="*/ 0 h 1"/>
                  <a:gd name="T11" fmla="*/ 4411 w 441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411" h="1">
                    <a:moveTo>
                      <a:pt x="0" y="0"/>
                    </a:moveTo>
                    <a:lnTo>
                      <a:pt x="4410" y="0"/>
                    </a:lnTo>
                    <a:lnTo>
                      <a:pt x="4411" y="0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54" name="Freeform 157"/>
              <p:cNvSpPr>
                <a:spLocks/>
              </p:cNvSpPr>
              <p:nvPr/>
            </p:nvSpPr>
            <p:spPr bwMode="auto">
              <a:xfrm>
                <a:off x="3130" y="1880"/>
                <a:ext cx="1201" cy="1"/>
              </a:xfrm>
              <a:custGeom>
                <a:avLst/>
                <a:gdLst>
                  <a:gd name="T0" fmla="*/ 0 w 4803"/>
                  <a:gd name="T1" fmla="*/ 0 h 1"/>
                  <a:gd name="T2" fmla="*/ 300 w 4803"/>
                  <a:gd name="T3" fmla="*/ 0 h 1"/>
                  <a:gd name="T4" fmla="*/ 300 w 480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803"/>
                  <a:gd name="T10" fmla="*/ 0 h 1"/>
                  <a:gd name="T11" fmla="*/ 4803 w 480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03" h="1">
                    <a:moveTo>
                      <a:pt x="0" y="0"/>
                    </a:moveTo>
                    <a:lnTo>
                      <a:pt x="4801" y="0"/>
                    </a:lnTo>
                    <a:lnTo>
                      <a:pt x="4803" y="0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55" name="Freeform 158"/>
              <p:cNvSpPr>
                <a:spLocks/>
              </p:cNvSpPr>
              <p:nvPr/>
            </p:nvSpPr>
            <p:spPr bwMode="auto">
              <a:xfrm>
                <a:off x="3471" y="2509"/>
                <a:ext cx="511" cy="1"/>
              </a:xfrm>
              <a:custGeom>
                <a:avLst/>
                <a:gdLst>
                  <a:gd name="T0" fmla="*/ 0 w 2042"/>
                  <a:gd name="T1" fmla="*/ 0 h 1"/>
                  <a:gd name="T2" fmla="*/ 128 w 2042"/>
                  <a:gd name="T3" fmla="*/ 0 h 1"/>
                  <a:gd name="T4" fmla="*/ 128 w 204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2042"/>
                  <a:gd name="T10" fmla="*/ 0 h 1"/>
                  <a:gd name="T11" fmla="*/ 2042 w 204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042" h="1">
                    <a:moveTo>
                      <a:pt x="0" y="0"/>
                    </a:moveTo>
                    <a:lnTo>
                      <a:pt x="2041" y="0"/>
                    </a:lnTo>
                    <a:lnTo>
                      <a:pt x="2042" y="0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56" name="Freeform 159"/>
              <p:cNvSpPr>
                <a:spLocks/>
              </p:cNvSpPr>
              <p:nvPr/>
            </p:nvSpPr>
            <p:spPr bwMode="auto">
              <a:xfrm>
                <a:off x="3290" y="2404"/>
                <a:ext cx="866" cy="1"/>
              </a:xfrm>
              <a:custGeom>
                <a:avLst/>
                <a:gdLst>
                  <a:gd name="T0" fmla="*/ 0 w 3465"/>
                  <a:gd name="T1" fmla="*/ 0 h 1"/>
                  <a:gd name="T2" fmla="*/ 216 w 3465"/>
                  <a:gd name="T3" fmla="*/ 0 h 1"/>
                  <a:gd name="T4" fmla="*/ 216 w 346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465"/>
                  <a:gd name="T10" fmla="*/ 0 h 1"/>
                  <a:gd name="T11" fmla="*/ 3465 w 346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465" h="1">
                    <a:moveTo>
                      <a:pt x="0" y="0"/>
                    </a:moveTo>
                    <a:lnTo>
                      <a:pt x="3464" y="0"/>
                    </a:lnTo>
                    <a:lnTo>
                      <a:pt x="3465" y="0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57" name="Freeform 160"/>
              <p:cNvSpPr>
                <a:spLocks/>
              </p:cNvSpPr>
              <p:nvPr/>
            </p:nvSpPr>
            <p:spPr bwMode="auto">
              <a:xfrm>
                <a:off x="3230" y="2300"/>
                <a:ext cx="995" cy="1"/>
              </a:xfrm>
              <a:custGeom>
                <a:avLst/>
                <a:gdLst>
                  <a:gd name="T0" fmla="*/ 0 w 3984"/>
                  <a:gd name="T1" fmla="*/ 0 h 1"/>
                  <a:gd name="T2" fmla="*/ 249 w 3984"/>
                  <a:gd name="T3" fmla="*/ 0 h 1"/>
                  <a:gd name="T4" fmla="*/ 249 w 398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3984"/>
                  <a:gd name="T10" fmla="*/ 0 h 1"/>
                  <a:gd name="T11" fmla="*/ 3984 w 398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84" h="1">
                    <a:moveTo>
                      <a:pt x="0" y="0"/>
                    </a:moveTo>
                    <a:lnTo>
                      <a:pt x="3982" y="0"/>
                    </a:lnTo>
                    <a:lnTo>
                      <a:pt x="3984" y="0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58" name="Freeform 161"/>
              <p:cNvSpPr>
                <a:spLocks/>
              </p:cNvSpPr>
              <p:nvPr/>
            </p:nvSpPr>
            <p:spPr bwMode="auto">
              <a:xfrm>
                <a:off x="3169" y="2195"/>
                <a:ext cx="1104" cy="1"/>
              </a:xfrm>
              <a:custGeom>
                <a:avLst/>
                <a:gdLst>
                  <a:gd name="T0" fmla="*/ 0 w 4414"/>
                  <a:gd name="T1" fmla="*/ 0 h 1"/>
                  <a:gd name="T2" fmla="*/ 276 w 4414"/>
                  <a:gd name="T3" fmla="*/ 0 h 1"/>
                  <a:gd name="T4" fmla="*/ 276 w 4414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414"/>
                  <a:gd name="T10" fmla="*/ 0 h 1"/>
                  <a:gd name="T11" fmla="*/ 4414 w 4414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414" h="1">
                    <a:moveTo>
                      <a:pt x="0" y="0"/>
                    </a:moveTo>
                    <a:lnTo>
                      <a:pt x="4413" y="0"/>
                    </a:lnTo>
                    <a:lnTo>
                      <a:pt x="4414" y="0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59" name="Freeform 162"/>
              <p:cNvSpPr>
                <a:spLocks/>
              </p:cNvSpPr>
              <p:nvPr/>
            </p:nvSpPr>
            <p:spPr bwMode="auto">
              <a:xfrm>
                <a:off x="3109" y="2090"/>
                <a:ext cx="1218" cy="1"/>
              </a:xfrm>
              <a:custGeom>
                <a:avLst/>
                <a:gdLst>
                  <a:gd name="T0" fmla="*/ 0 w 4875"/>
                  <a:gd name="T1" fmla="*/ 0 h 1"/>
                  <a:gd name="T2" fmla="*/ 304 w 4875"/>
                  <a:gd name="T3" fmla="*/ 0 h 1"/>
                  <a:gd name="T4" fmla="*/ 304 w 4875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875"/>
                  <a:gd name="T10" fmla="*/ 0 h 1"/>
                  <a:gd name="T11" fmla="*/ 4875 w 4875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75" h="1">
                    <a:moveTo>
                      <a:pt x="0" y="0"/>
                    </a:moveTo>
                    <a:lnTo>
                      <a:pt x="4874" y="0"/>
                    </a:lnTo>
                    <a:lnTo>
                      <a:pt x="4875" y="0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60" name="Freeform 163"/>
              <p:cNvSpPr>
                <a:spLocks/>
              </p:cNvSpPr>
              <p:nvPr/>
            </p:nvSpPr>
            <p:spPr bwMode="auto">
              <a:xfrm>
                <a:off x="3147" y="1494"/>
                <a:ext cx="257" cy="446"/>
              </a:xfrm>
              <a:custGeom>
                <a:avLst/>
                <a:gdLst>
                  <a:gd name="T0" fmla="*/ 0 w 1030"/>
                  <a:gd name="T1" fmla="*/ 111 h 1785"/>
                  <a:gd name="T2" fmla="*/ 64 w 1030"/>
                  <a:gd name="T3" fmla="*/ 0 h 1785"/>
                  <a:gd name="T4" fmla="*/ 64 w 1030"/>
                  <a:gd name="T5" fmla="*/ 0 h 1785"/>
                  <a:gd name="T6" fmla="*/ 0 60000 65536"/>
                  <a:gd name="T7" fmla="*/ 0 60000 65536"/>
                  <a:gd name="T8" fmla="*/ 0 60000 65536"/>
                  <a:gd name="T9" fmla="*/ 0 w 1030"/>
                  <a:gd name="T10" fmla="*/ 0 h 1785"/>
                  <a:gd name="T11" fmla="*/ 1030 w 1030"/>
                  <a:gd name="T12" fmla="*/ 1785 h 17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30" h="1785">
                    <a:moveTo>
                      <a:pt x="0" y="1785"/>
                    </a:moveTo>
                    <a:lnTo>
                      <a:pt x="1029" y="0"/>
                    </a:lnTo>
                    <a:lnTo>
                      <a:pt x="1030" y="0"/>
                    </a:lnTo>
                  </a:path>
                </a:pathLst>
              </a:custGeom>
              <a:noFill/>
              <a:ln w="0" cap="flat">
                <a:solidFill>
                  <a:schemeClr val="tx1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761" name="Freeform 164"/>
              <p:cNvSpPr>
                <a:spLocks/>
              </p:cNvSpPr>
              <p:nvPr/>
            </p:nvSpPr>
            <p:spPr bwMode="auto">
              <a:xfrm>
                <a:off x="3907" y="1447"/>
                <a:ext cx="34" cy="14"/>
              </a:xfrm>
              <a:custGeom>
                <a:avLst/>
                <a:gdLst>
                  <a:gd name="T0" fmla="*/ 0 w 135"/>
                  <a:gd name="T1" fmla="*/ 4 h 55"/>
                  <a:gd name="T2" fmla="*/ 9 w 135"/>
                  <a:gd name="T3" fmla="*/ 0 h 55"/>
                  <a:gd name="T4" fmla="*/ 9 w 135"/>
                  <a:gd name="T5" fmla="*/ 0 h 55"/>
                  <a:gd name="T6" fmla="*/ 0 60000 65536"/>
                  <a:gd name="T7" fmla="*/ 0 60000 65536"/>
                  <a:gd name="T8" fmla="*/ 0 60000 65536"/>
                  <a:gd name="T9" fmla="*/ 0 w 135"/>
                  <a:gd name="T10" fmla="*/ 0 h 55"/>
                  <a:gd name="T11" fmla="*/ 135 w 135"/>
                  <a:gd name="T12" fmla="*/ 55 h 5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5" h="55">
                    <a:moveTo>
                      <a:pt x="0" y="55"/>
                    </a:moveTo>
                    <a:lnTo>
                      <a:pt x="134" y="0"/>
                    </a:lnTo>
                    <a:lnTo>
                      <a:pt x="135" y="0"/>
                    </a:lnTo>
                  </a:path>
                </a:pathLst>
              </a:custGeom>
              <a:noFill/>
              <a:ln w="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grpSp>
          <p:nvGrpSpPr>
            <p:cNvPr id="27654" name="Group 165"/>
            <p:cNvGrpSpPr>
              <a:grpSpLocks/>
            </p:cNvGrpSpPr>
            <p:nvPr/>
          </p:nvGrpSpPr>
          <p:grpSpPr bwMode="auto">
            <a:xfrm>
              <a:off x="1283" y="1671"/>
              <a:ext cx="1528" cy="742"/>
              <a:chOff x="1283" y="1671"/>
              <a:chExt cx="1528" cy="742"/>
            </a:xfrm>
          </p:grpSpPr>
          <p:sp>
            <p:nvSpPr>
              <p:cNvPr id="27663" name="AutoShape 166"/>
              <p:cNvSpPr>
                <a:spLocks noChangeArrowheads="1"/>
              </p:cNvSpPr>
              <p:nvPr/>
            </p:nvSpPr>
            <p:spPr bwMode="auto">
              <a:xfrm>
                <a:off x="1283" y="1671"/>
                <a:ext cx="1528" cy="733"/>
              </a:xfrm>
              <a:prstGeom prst="roundRect">
                <a:avLst>
                  <a:gd name="adj" fmla="val 16667"/>
                </a:avLst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27664" name="Freeform 167"/>
              <p:cNvSpPr>
                <a:spLocks/>
              </p:cNvSpPr>
              <p:nvPr/>
            </p:nvSpPr>
            <p:spPr bwMode="auto">
              <a:xfrm>
                <a:off x="1284" y="2308"/>
                <a:ext cx="106" cy="105"/>
              </a:xfrm>
              <a:custGeom>
                <a:avLst/>
                <a:gdLst>
                  <a:gd name="T0" fmla="*/ 0 w 421"/>
                  <a:gd name="T1" fmla="*/ 0 h 419"/>
                  <a:gd name="T2" fmla="*/ 8 w 421"/>
                  <a:gd name="T3" fmla="*/ 19 h 419"/>
                  <a:gd name="T4" fmla="*/ 27 w 421"/>
                  <a:gd name="T5" fmla="*/ 26 h 419"/>
                  <a:gd name="T6" fmla="*/ 27 w 421"/>
                  <a:gd name="T7" fmla="*/ 26 h 41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21"/>
                  <a:gd name="T13" fmla="*/ 0 h 419"/>
                  <a:gd name="T14" fmla="*/ 421 w 421"/>
                  <a:gd name="T15" fmla="*/ 419 h 41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21" h="419">
                    <a:moveTo>
                      <a:pt x="0" y="0"/>
                    </a:moveTo>
                    <a:lnTo>
                      <a:pt x="123" y="296"/>
                    </a:lnTo>
                    <a:lnTo>
                      <a:pt x="420" y="419"/>
                    </a:lnTo>
                    <a:lnTo>
                      <a:pt x="421" y="41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65" name="Freeform 168"/>
              <p:cNvSpPr>
                <a:spLocks/>
              </p:cNvSpPr>
              <p:nvPr/>
            </p:nvSpPr>
            <p:spPr bwMode="auto">
              <a:xfrm>
                <a:off x="1370" y="1767"/>
                <a:ext cx="129" cy="65"/>
              </a:xfrm>
              <a:custGeom>
                <a:avLst/>
                <a:gdLst>
                  <a:gd name="T0" fmla="*/ 32 w 517"/>
                  <a:gd name="T1" fmla="*/ 16 h 259"/>
                  <a:gd name="T2" fmla="*/ 27 w 517"/>
                  <a:gd name="T3" fmla="*/ 5 h 259"/>
                  <a:gd name="T4" fmla="*/ 16 w 517"/>
                  <a:gd name="T5" fmla="*/ 0 h 259"/>
                  <a:gd name="T6" fmla="*/ 5 w 517"/>
                  <a:gd name="T7" fmla="*/ 5 h 259"/>
                  <a:gd name="T8" fmla="*/ 0 w 517"/>
                  <a:gd name="T9" fmla="*/ 16 h 259"/>
                  <a:gd name="T10" fmla="*/ 0 w 517"/>
                  <a:gd name="T11" fmla="*/ 16 h 2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17"/>
                  <a:gd name="T19" fmla="*/ 0 h 259"/>
                  <a:gd name="T20" fmla="*/ 517 w 517"/>
                  <a:gd name="T21" fmla="*/ 259 h 25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17" h="259">
                    <a:moveTo>
                      <a:pt x="517" y="259"/>
                    </a:moveTo>
                    <a:lnTo>
                      <a:pt x="442" y="76"/>
                    </a:lnTo>
                    <a:lnTo>
                      <a:pt x="259" y="0"/>
                    </a:lnTo>
                    <a:lnTo>
                      <a:pt x="77" y="76"/>
                    </a:lnTo>
                    <a:lnTo>
                      <a:pt x="0" y="259"/>
                    </a:lnTo>
                    <a:lnTo>
                      <a:pt x="2" y="25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66" name="Freeform 169"/>
              <p:cNvSpPr>
                <a:spLocks/>
              </p:cNvSpPr>
              <p:nvPr/>
            </p:nvSpPr>
            <p:spPr bwMode="auto">
              <a:xfrm>
                <a:off x="1370" y="2258"/>
                <a:ext cx="129" cy="64"/>
              </a:xfrm>
              <a:custGeom>
                <a:avLst/>
                <a:gdLst>
                  <a:gd name="T0" fmla="*/ 0 w 518"/>
                  <a:gd name="T1" fmla="*/ 0 h 259"/>
                  <a:gd name="T2" fmla="*/ 5 w 518"/>
                  <a:gd name="T3" fmla="*/ 11 h 259"/>
                  <a:gd name="T4" fmla="*/ 16 w 518"/>
                  <a:gd name="T5" fmla="*/ 16 h 259"/>
                  <a:gd name="T6" fmla="*/ 27 w 518"/>
                  <a:gd name="T7" fmla="*/ 11 h 259"/>
                  <a:gd name="T8" fmla="*/ 32 w 518"/>
                  <a:gd name="T9" fmla="*/ 0 h 259"/>
                  <a:gd name="T10" fmla="*/ 32 w 518"/>
                  <a:gd name="T11" fmla="*/ 0 h 2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18"/>
                  <a:gd name="T19" fmla="*/ 0 h 259"/>
                  <a:gd name="T20" fmla="*/ 518 w 518"/>
                  <a:gd name="T21" fmla="*/ 259 h 25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18" h="259">
                    <a:moveTo>
                      <a:pt x="0" y="0"/>
                    </a:moveTo>
                    <a:lnTo>
                      <a:pt x="77" y="182"/>
                    </a:lnTo>
                    <a:lnTo>
                      <a:pt x="259" y="259"/>
                    </a:lnTo>
                    <a:lnTo>
                      <a:pt x="442" y="182"/>
                    </a:lnTo>
                    <a:lnTo>
                      <a:pt x="517" y="0"/>
                    </a:lnTo>
                    <a:lnTo>
                      <a:pt x="518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67" name="Freeform 170"/>
              <p:cNvSpPr>
                <a:spLocks/>
              </p:cNvSpPr>
              <p:nvPr/>
            </p:nvSpPr>
            <p:spPr bwMode="auto">
              <a:xfrm>
                <a:off x="1370" y="1832"/>
                <a:ext cx="1" cy="426"/>
              </a:xfrm>
              <a:custGeom>
                <a:avLst/>
                <a:gdLst>
                  <a:gd name="T0" fmla="*/ 0 w 2"/>
                  <a:gd name="T1" fmla="*/ 0 h 1701"/>
                  <a:gd name="T2" fmla="*/ 0 w 2"/>
                  <a:gd name="T3" fmla="*/ 107 h 1701"/>
                  <a:gd name="T4" fmla="*/ 1 w 2"/>
                  <a:gd name="T5" fmla="*/ 107 h 1701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701"/>
                  <a:gd name="T11" fmla="*/ 2 w 2"/>
                  <a:gd name="T12" fmla="*/ 1701 h 170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701">
                    <a:moveTo>
                      <a:pt x="0" y="0"/>
                    </a:moveTo>
                    <a:lnTo>
                      <a:pt x="0" y="1701"/>
                    </a:lnTo>
                    <a:lnTo>
                      <a:pt x="2" y="170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68" name="Freeform 171"/>
              <p:cNvSpPr>
                <a:spLocks/>
              </p:cNvSpPr>
              <p:nvPr/>
            </p:nvSpPr>
            <p:spPr bwMode="auto">
              <a:xfrm>
                <a:off x="1499" y="1832"/>
                <a:ext cx="1" cy="426"/>
              </a:xfrm>
              <a:custGeom>
                <a:avLst/>
                <a:gdLst>
                  <a:gd name="T0" fmla="*/ 0 w 1"/>
                  <a:gd name="T1" fmla="*/ 0 h 1701"/>
                  <a:gd name="T2" fmla="*/ 0 w 1"/>
                  <a:gd name="T3" fmla="*/ 107 h 1701"/>
                  <a:gd name="T4" fmla="*/ 1 w 1"/>
                  <a:gd name="T5" fmla="*/ 107 h 170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701"/>
                  <a:gd name="T11" fmla="*/ 1 w 1"/>
                  <a:gd name="T12" fmla="*/ 1701 h 170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701">
                    <a:moveTo>
                      <a:pt x="0" y="0"/>
                    </a:moveTo>
                    <a:lnTo>
                      <a:pt x="0" y="1701"/>
                    </a:lnTo>
                    <a:lnTo>
                      <a:pt x="1" y="170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69" name="Freeform 172"/>
              <p:cNvSpPr>
                <a:spLocks/>
              </p:cNvSpPr>
              <p:nvPr/>
            </p:nvSpPr>
            <p:spPr bwMode="auto">
              <a:xfrm>
                <a:off x="1434" y="1729"/>
                <a:ext cx="1" cy="299"/>
              </a:xfrm>
              <a:custGeom>
                <a:avLst/>
                <a:gdLst>
                  <a:gd name="T0" fmla="*/ 0 w 1"/>
                  <a:gd name="T1" fmla="*/ 0 h 1197"/>
                  <a:gd name="T2" fmla="*/ 0 w 1"/>
                  <a:gd name="T3" fmla="*/ 75 h 1197"/>
                  <a:gd name="T4" fmla="*/ 1 w 1"/>
                  <a:gd name="T5" fmla="*/ 75 h 1197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197"/>
                  <a:gd name="T11" fmla="*/ 1 w 1"/>
                  <a:gd name="T12" fmla="*/ 1197 h 119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197">
                    <a:moveTo>
                      <a:pt x="0" y="0"/>
                    </a:moveTo>
                    <a:lnTo>
                      <a:pt x="0" y="1197"/>
                    </a:lnTo>
                    <a:lnTo>
                      <a:pt x="1" y="1197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70" name="Freeform 173"/>
              <p:cNvSpPr>
                <a:spLocks/>
              </p:cNvSpPr>
              <p:nvPr/>
            </p:nvSpPr>
            <p:spPr bwMode="auto">
              <a:xfrm>
                <a:off x="1590" y="1767"/>
                <a:ext cx="129" cy="65"/>
              </a:xfrm>
              <a:custGeom>
                <a:avLst/>
                <a:gdLst>
                  <a:gd name="T0" fmla="*/ 32 w 517"/>
                  <a:gd name="T1" fmla="*/ 16 h 259"/>
                  <a:gd name="T2" fmla="*/ 27 w 517"/>
                  <a:gd name="T3" fmla="*/ 5 h 259"/>
                  <a:gd name="T4" fmla="*/ 16 w 517"/>
                  <a:gd name="T5" fmla="*/ 0 h 259"/>
                  <a:gd name="T6" fmla="*/ 5 w 517"/>
                  <a:gd name="T7" fmla="*/ 5 h 259"/>
                  <a:gd name="T8" fmla="*/ 0 w 517"/>
                  <a:gd name="T9" fmla="*/ 16 h 259"/>
                  <a:gd name="T10" fmla="*/ 0 w 517"/>
                  <a:gd name="T11" fmla="*/ 16 h 2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17"/>
                  <a:gd name="T19" fmla="*/ 0 h 259"/>
                  <a:gd name="T20" fmla="*/ 517 w 517"/>
                  <a:gd name="T21" fmla="*/ 259 h 25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17" h="259">
                    <a:moveTo>
                      <a:pt x="517" y="259"/>
                    </a:moveTo>
                    <a:lnTo>
                      <a:pt x="442" y="76"/>
                    </a:lnTo>
                    <a:lnTo>
                      <a:pt x="259" y="0"/>
                    </a:lnTo>
                    <a:lnTo>
                      <a:pt x="75" y="76"/>
                    </a:lnTo>
                    <a:lnTo>
                      <a:pt x="0" y="259"/>
                    </a:lnTo>
                    <a:lnTo>
                      <a:pt x="2" y="25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71" name="Freeform 174"/>
              <p:cNvSpPr>
                <a:spLocks/>
              </p:cNvSpPr>
              <p:nvPr/>
            </p:nvSpPr>
            <p:spPr bwMode="auto">
              <a:xfrm>
                <a:off x="1654" y="1729"/>
                <a:ext cx="1" cy="281"/>
              </a:xfrm>
              <a:custGeom>
                <a:avLst/>
                <a:gdLst>
                  <a:gd name="T0" fmla="*/ 0 w 1"/>
                  <a:gd name="T1" fmla="*/ 0 h 1122"/>
                  <a:gd name="T2" fmla="*/ 0 w 1"/>
                  <a:gd name="T3" fmla="*/ 70 h 1122"/>
                  <a:gd name="T4" fmla="*/ 1 w 1"/>
                  <a:gd name="T5" fmla="*/ 70 h 1122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122"/>
                  <a:gd name="T11" fmla="*/ 1 w 1"/>
                  <a:gd name="T12" fmla="*/ 1122 h 112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122">
                    <a:moveTo>
                      <a:pt x="0" y="0"/>
                    </a:moveTo>
                    <a:lnTo>
                      <a:pt x="0" y="1122"/>
                    </a:lnTo>
                    <a:lnTo>
                      <a:pt x="1" y="1122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72" name="Freeform 175"/>
              <p:cNvSpPr>
                <a:spLocks/>
              </p:cNvSpPr>
              <p:nvPr/>
            </p:nvSpPr>
            <p:spPr bwMode="auto">
              <a:xfrm>
                <a:off x="1590" y="1832"/>
                <a:ext cx="1" cy="426"/>
              </a:xfrm>
              <a:custGeom>
                <a:avLst/>
                <a:gdLst>
                  <a:gd name="T0" fmla="*/ 0 w 2"/>
                  <a:gd name="T1" fmla="*/ 0 h 1701"/>
                  <a:gd name="T2" fmla="*/ 0 w 2"/>
                  <a:gd name="T3" fmla="*/ 107 h 1701"/>
                  <a:gd name="T4" fmla="*/ 1 w 2"/>
                  <a:gd name="T5" fmla="*/ 107 h 1701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701"/>
                  <a:gd name="T11" fmla="*/ 2 w 2"/>
                  <a:gd name="T12" fmla="*/ 1701 h 170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701">
                    <a:moveTo>
                      <a:pt x="0" y="0"/>
                    </a:moveTo>
                    <a:lnTo>
                      <a:pt x="0" y="1701"/>
                    </a:lnTo>
                    <a:lnTo>
                      <a:pt x="2" y="170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73" name="Freeform 176"/>
              <p:cNvSpPr>
                <a:spLocks/>
              </p:cNvSpPr>
              <p:nvPr/>
            </p:nvSpPr>
            <p:spPr bwMode="auto">
              <a:xfrm>
                <a:off x="1719" y="1832"/>
                <a:ext cx="1" cy="426"/>
              </a:xfrm>
              <a:custGeom>
                <a:avLst/>
                <a:gdLst>
                  <a:gd name="T0" fmla="*/ 0 w 1"/>
                  <a:gd name="T1" fmla="*/ 0 h 1701"/>
                  <a:gd name="T2" fmla="*/ 0 w 1"/>
                  <a:gd name="T3" fmla="*/ 107 h 1701"/>
                  <a:gd name="T4" fmla="*/ 1 w 1"/>
                  <a:gd name="T5" fmla="*/ 107 h 170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701"/>
                  <a:gd name="T11" fmla="*/ 1 w 1"/>
                  <a:gd name="T12" fmla="*/ 1701 h 170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701">
                    <a:moveTo>
                      <a:pt x="0" y="0"/>
                    </a:moveTo>
                    <a:lnTo>
                      <a:pt x="0" y="1701"/>
                    </a:lnTo>
                    <a:lnTo>
                      <a:pt x="1" y="170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74" name="Freeform 177"/>
              <p:cNvSpPr>
                <a:spLocks/>
              </p:cNvSpPr>
              <p:nvPr/>
            </p:nvSpPr>
            <p:spPr bwMode="auto">
              <a:xfrm>
                <a:off x="1590" y="2258"/>
                <a:ext cx="129" cy="64"/>
              </a:xfrm>
              <a:custGeom>
                <a:avLst/>
                <a:gdLst>
                  <a:gd name="T0" fmla="*/ 0 w 518"/>
                  <a:gd name="T1" fmla="*/ 0 h 259"/>
                  <a:gd name="T2" fmla="*/ 5 w 518"/>
                  <a:gd name="T3" fmla="*/ 11 h 259"/>
                  <a:gd name="T4" fmla="*/ 16 w 518"/>
                  <a:gd name="T5" fmla="*/ 16 h 259"/>
                  <a:gd name="T6" fmla="*/ 27 w 518"/>
                  <a:gd name="T7" fmla="*/ 11 h 259"/>
                  <a:gd name="T8" fmla="*/ 32 w 518"/>
                  <a:gd name="T9" fmla="*/ 0 h 259"/>
                  <a:gd name="T10" fmla="*/ 32 w 518"/>
                  <a:gd name="T11" fmla="*/ 0 h 2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18"/>
                  <a:gd name="T19" fmla="*/ 0 h 259"/>
                  <a:gd name="T20" fmla="*/ 518 w 518"/>
                  <a:gd name="T21" fmla="*/ 259 h 25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18" h="259">
                    <a:moveTo>
                      <a:pt x="0" y="0"/>
                    </a:moveTo>
                    <a:lnTo>
                      <a:pt x="75" y="182"/>
                    </a:lnTo>
                    <a:lnTo>
                      <a:pt x="259" y="259"/>
                    </a:lnTo>
                    <a:lnTo>
                      <a:pt x="442" y="182"/>
                    </a:lnTo>
                    <a:lnTo>
                      <a:pt x="517" y="0"/>
                    </a:lnTo>
                    <a:lnTo>
                      <a:pt x="518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75" name="Freeform 178"/>
              <p:cNvSpPr>
                <a:spLocks/>
              </p:cNvSpPr>
              <p:nvPr/>
            </p:nvSpPr>
            <p:spPr bwMode="auto">
              <a:xfrm>
                <a:off x="2668" y="1729"/>
                <a:ext cx="1" cy="304"/>
              </a:xfrm>
              <a:custGeom>
                <a:avLst/>
                <a:gdLst>
                  <a:gd name="T0" fmla="*/ 0 w 1"/>
                  <a:gd name="T1" fmla="*/ 0 h 1215"/>
                  <a:gd name="T2" fmla="*/ 0 w 1"/>
                  <a:gd name="T3" fmla="*/ 76 h 1215"/>
                  <a:gd name="T4" fmla="*/ 1 w 1"/>
                  <a:gd name="T5" fmla="*/ 76 h 121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215"/>
                  <a:gd name="T11" fmla="*/ 1 w 1"/>
                  <a:gd name="T12" fmla="*/ 1215 h 121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215">
                    <a:moveTo>
                      <a:pt x="0" y="0"/>
                    </a:moveTo>
                    <a:lnTo>
                      <a:pt x="0" y="1215"/>
                    </a:lnTo>
                    <a:lnTo>
                      <a:pt x="1" y="121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76" name="Freeform 179"/>
              <p:cNvSpPr>
                <a:spLocks/>
              </p:cNvSpPr>
              <p:nvPr/>
            </p:nvSpPr>
            <p:spPr bwMode="auto">
              <a:xfrm>
                <a:off x="2604" y="1767"/>
                <a:ext cx="129" cy="65"/>
              </a:xfrm>
              <a:custGeom>
                <a:avLst/>
                <a:gdLst>
                  <a:gd name="T0" fmla="*/ 32 w 517"/>
                  <a:gd name="T1" fmla="*/ 16 h 259"/>
                  <a:gd name="T2" fmla="*/ 27 w 517"/>
                  <a:gd name="T3" fmla="*/ 5 h 259"/>
                  <a:gd name="T4" fmla="*/ 16 w 517"/>
                  <a:gd name="T5" fmla="*/ 0 h 259"/>
                  <a:gd name="T6" fmla="*/ 5 w 517"/>
                  <a:gd name="T7" fmla="*/ 5 h 259"/>
                  <a:gd name="T8" fmla="*/ 0 w 517"/>
                  <a:gd name="T9" fmla="*/ 16 h 259"/>
                  <a:gd name="T10" fmla="*/ 0 w 517"/>
                  <a:gd name="T11" fmla="*/ 16 h 2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17"/>
                  <a:gd name="T19" fmla="*/ 0 h 259"/>
                  <a:gd name="T20" fmla="*/ 517 w 517"/>
                  <a:gd name="T21" fmla="*/ 259 h 25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17" h="259">
                    <a:moveTo>
                      <a:pt x="517" y="259"/>
                    </a:moveTo>
                    <a:lnTo>
                      <a:pt x="441" y="76"/>
                    </a:lnTo>
                    <a:lnTo>
                      <a:pt x="259" y="0"/>
                    </a:lnTo>
                    <a:lnTo>
                      <a:pt x="75" y="76"/>
                    </a:lnTo>
                    <a:lnTo>
                      <a:pt x="0" y="259"/>
                    </a:lnTo>
                    <a:lnTo>
                      <a:pt x="2" y="259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77" name="Freeform 180"/>
              <p:cNvSpPr>
                <a:spLocks/>
              </p:cNvSpPr>
              <p:nvPr/>
            </p:nvSpPr>
            <p:spPr bwMode="auto">
              <a:xfrm>
                <a:off x="2733" y="1832"/>
                <a:ext cx="1" cy="426"/>
              </a:xfrm>
              <a:custGeom>
                <a:avLst/>
                <a:gdLst>
                  <a:gd name="T0" fmla="*/ 0 w 1"/>
                  <a:gd name="T1" fmla="*/ 0 h 1701"/>
                  <a:gd name="T2" fmla="*/ 0 w 1"/>
                  <a:gd name="T3" fmla="*/ 107 h 1701"/>
                  <a:gd name="T4" fmla="*/ 1 w 1"/>
                  <a:gd name="T5" fmla="*/ 107 h 1701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701"/>
                  <a:gd name="T11" fmla="*/ 1 w 1"/>
                  <a:gd name="T12" fmla="*/ 1701 h 170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701">
                    <a:moveTo>
                      <a:pt x="0" y="0"/>
                    </a:moveTo>
                    <a:lnTo>
                      <a:pt x="0" y="1701"/>
                    </a:lnTo>
                    <a:lnTo>
                      <a:pt x="1" y="170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78" name="Freeform 181"/>
              <p:cNvSpPr>
                <a:spLocks/>
              </p:cNvSpPr>
              <p:nvPr/>
            </p:nvSpPr>
            <p:spPr bwMode="auto">
              <a:xfrm>
                <a:off x="2604" y="1832"/>
                <a:ext cx="1" cy="426"/>
              </a:xfrm>
              <a:custGeom>
                <a:avLst/>
                <a:gdLst>
                  <a:gd name="T0" fmla="*/ 0 w 2"/>
                  <a:gd name="T1" fmla="*/ 0 h 1701"/>
                  <a:gd name="T2" fmla="*/ 0 w 2"/>
                  <a:gd name="T3" fmla="*/ 107 h 1701"/>
                  <a:gd name="T4" fmla="*/ 1 w 2"/>
                  <a:gd name="T5" fmla="*/ 107 h 1701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1701"/>
                  <a:gd name="T11" fmla="*/ 2 w 2"/>
                  <a:gd name="T12" fmla="*/ 1701 h 170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1701">
                    <a:moveTo>
                      <a:pt x="0" y="0"/>
                    </a:moveTo>
                    <a:lnTo>
                      <a:pt x="0" y="1701"/>
                    </a:lnTo>
                    <a:lnTo>
                      <a:pt x="2" y="1701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79" name="Freeform 182"/>
              <p:cNvSpPr>
                <a:spLocks/>
              </p:cNvSpPr>
              <p:nvPr/>
            </p:nvSpPr>
            <p:spPr bwMode="auto">
              <a:xfrm>
                <a:off x="2604" y="2258"/>
                <a:ext cx="129" cy="64"/>
              </a:xfrm>
              <a:custGeom>
                <a:avLst/>
                <a:gdLst>
                  <a:gd name="T0" fmla="*/ 0 w 518"/>
                  <a:gd name="T1" fmla="*/ 0 h 259"/>
                  <a:gd name="T2" fmla="*/ 5 w 518"/>
                  <a:gd name="T3" fmla="*/ 11 h 259"/>
                  <a:gd name="T4" fmla="*/ 16 w 518"/>
                  <a:gd name="T5" fmla="*/ 16 h 259"/>
                  <a:gd name="T6" fmla="*/ 27 w 518"/>
                  <a:gd name="T7" fmla="*/ 11 h 259"/>
                  <a:gd name="T8" fmla="*/ 32 w 518"/>
                  <a:gd name="T9" fmla="*/ 0 h 259"/>
                  <a:gd name="T10" fmla="*/ 32 w 518"/>
                  <a:gd name="T11" fmla="*/ 0 h 25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18"/>
                  <a:gd name="T19" fmla="*/ 0 h 259"/>
                  <a:gd name="T20" fmla="*/ 518 w 518"/>
                  <a:gd name="T21" fmla="*/ 259 h 25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18" h="259">
                    <a:moveTo>
                      <a:pt x="0" y="0"/>
                    </a:moveTo>
                    <a:lnTo>
                      <a:pt x="75" y="182"/>
                    </a:lnTo>
                    <a:lnTo>
                      <a:pt x="259" y="259"/>
                    </a:lnTo>
                    <a:lnTo>
                      <a:pt x="441" y="182"/>
                    </a:lnTo>
                    <a:lnTo>
                      <a:pt x="517" y="0"/>
                    </a:lnTo>
                    <a:lnTo>
                      <a:pt x="518" y="0"/>
                    </a:lnTo>
                  </a:path>
                </a:pathLst>
              </a:custGeom>
              <a:noFill/>
              <a:ln w="3810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80" name="Freeform 183"/>
              <p:cNvSpPr>
                <a:spLocks/>
              </p:cNvSpPr>
              <p:nvPr/>
            </p:nvSpPr>
            <p:spPr bwMode="auto">
              <a:xfrm>
                <a:off x="1654" y="1767"/>
                <a:ext cx="1015" cy="1"/>
              </a:xfrm>
              <a:custGeom>
                <a:avLst/>
                <a:gdLst>
                  <a:gd name="T0" fmla="*/ 0 w 4058"/>
                  <a:gd name="T1" fmla="*/ 0 h 1"/>
                  <a:gd name="T2" fmla="*/ 254 w 4058"/>
                  <a:gd name="T3" fmla="*/ 0 h 1"/>
                  <a:gd name="T4" fmla="*/ 254 w 405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058"/>
                  <a:gd name="T10" fmla="*/ 0 h 1"/>
                  <a:gd name="T11" fmla="*/ 4058 w 405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058" h="1">
                    <a:moveTo>
                      <a:pt x="0" y="0"/>
                    </a:moveTo>
                    <a:lnTo>
                      <a:pt x="4057" y="0"/>
                    </a:lnTo>
                    <a:lnTo>
                      <a:pt x="405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81" name="Freeform 184"/>
              <p:cNvSpPr>
                <a:spLocks/>
              </p:cNvSpPr>
              <p:nvPr/>
            </p:nvSpPr>
            <p:spPr bwMode="auto">
              <a:xfrm>
                <a:off x="1654" y="2322"/>
                <a:ext cx="1015" cy="1"/>
              </a:xfrm>
              <a:custGeom>
                <a:avLst/>
                <a:gdLst>
                  <a:gd name="T0" fmla="*/ 0 w 4058"/>
                  <a:gd name="T1" fmla="*/ 0 h 1"/>
                  <a:gd name="T2" fmla="*/ 254 w 4058"/>
                  <a:gd name="T3" fmla="*/ 0 h 1"/>
                  <a:gd name="T4" fmla="*/ 254 w 4058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4058"/>
                  <a:gd name="T10" fmla="*/ 0 h 1"/>
                  <a:gd name="T11" fmla="*/ 4058 w 4058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058" h="1">
                    <a:moveTo>
                      <a:pt x="0" y="0"/>
                    </a:moveTo>
                    <a:lnTo>
                      <a:pt x="4057" y="0"/>
                    </a:lnTo>
                    <a:lnTo>
                      <a:pt x="4058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82" name="Freeform 185"/>
              <p:cNvSpPr>
                <a:spLocks/>
              </p:cNvSpPr>
              <p:nvPr/>
            </p:nvSpPr>
            <p:spPr bwMode="auto">
              <a:xfrm>
                <a:off x="1434" y="2113"/>
                <a:ext cx="1" cy="266"/>
              </a:xfrm>
              <a:custGeom>
                <a:avLst/>
                <a:gdLst>
                  <a:gd name="T0" fmla="*/ 0 w 1"/>
                  <a:gd name="T1" fmla="*/ 0 h 1065"/>
                  <a:gd name="T2" fmla="*/ 0 w 1"/>
                  <a:gd name="T3" fmla="*/ 66 h 1065"/>
                  <a:gd name="T4" fmla="*/ 1 w 1"/>
                  <a:gd name="T5" fmla="*/ 66 h 106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065"/>
                  <a:gd name="T11" fmla="*/ 1 w 1"/>
                  <a:gd name="T12" fmla="*/ 1065 h 106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065">
                    <a:moveTo>
                      <a:pt x="0" y="0"/>
                    </a:moveTo>
                    <a:lnTo>
                      <a:pt x="0" y="1065"/>
                    </a:lnTo>
                    <a:lnTo>
                      <a:pt x="1" y="106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83" name="Freeform 186"/>
              <p:cNvSpPr>
                <a:spLocks/>
              </p:cNvSpPr>
              <p:nvPr/>
            </p:nvSpPr>
            <p:spPr bwMode="auto">
              <a:xfrm>
                <a:off x="1434" y="2058"/>
                <a:ext cx="1" cy="24"/>
              </a:xfrm>
              <a:custGeom>
                <a:avLst/>
                <a:gdLst>
                  <a:gd name="T0" fmla="*/ 0 w 1"/>
                  <a:gd name="T1" fmla="*/ 0 h 98"/>
                  <a:gd name="T2" fmla="*/ 0 w 1"/>
                  <a:gd name="T3" fmla="*/ 6 h 98"/>
                  <a:gd name="T4" fmla="*/ 1 w 1"/>
                  <a:gd name="T5" fmla="*/ 6 h 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98"/>
                  <a:gd name="T11" fmla="*/ 1 w 1"/>
                  <a:gd name="T12" fmla="*/ 98 h 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98">
                    <a:moveTo>
                      <a:pt x="0" y="0"/>
                    </a:moveTo>
                    <a:lnTo>
                      <a:pt x="0" y="98"/>
                    </a:lnTo>
                    <a:lnTo>
                      <a:pt x="1" y="98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84" name="Freeform 187"/>
              <p:cNvSpPr>
                <a:spLocks/>
              </p:cNvSpPr>
              <p:nvPr/>
            </p:nvSpPr>
            <p:spPr bwMode="auto">
              <a:xfrm>
                <a:off x="1654" y="2094"/>
                <a:ext cx="1" cy="285"/>
              </a:xfrm>
              <a:custGeom>
                <a:avLst/>
                <a:gdLst>
                  <a:gd name="T0" fmla="*/ 0 w 1"/>
                  <a:gd name="T1" fmla="*/ 0 h 1140"/>
                  <a:gd name="T2" fmla="*/ 0 w 1"/>
                  <a:gd name="T3" fmla="*/ 71 h 1140"/>
                  <a:gd name="T4" fmla="*/ 1 w 1"/>
                  <a:gd name="T5" fmla="*/ 71 h 114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140"/>
                  <a:gd name="T11" fmla="*/ 1 w 1"/>
                  <a:gd name="T12" fmla="*/ 1140 h 114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140">
                    <a:moveTo>
                      <a:pt x="0" y="0"/>
                    </a:moveTo>
                    <a:lnTo>
                      <a:pt x="0" y="1140"/>
                    </a:lnTo>
                    <a:lnTo>
                      <a:pt x="1" y="114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85" name="Freeform 188"/>
              <p:cNvSpPr>
                <a:spLocks/>
              </p:cNvSpPr>
              <p:nvPr/>
            </p:nvSpPr>
            <p:spPr bwMode="auto">
              <a:xfrm>
                <a:off x="1654" y="2040"/>
                <a:ext cx="1" cy="25"/>
              </a:xfrm>
              <a:custGeom>
                <a:avLst/>
                <a:gdLst>
                  <a:gd name="T0" fmla="*/ 0 w 1"/>
                  <a:gd name="T1" fmla="*/ 0 h 98"/>
                  <a:gd name="T2" fmla="*/ 0 w 1"/>
                  <a:gd name="T3" fmla="*/ 6 h 98"/>
                  <a:gd name="T4" fmla="*/ 1 w 1"/>
                  <a:gd name="T5" fmla="*/ 6 h 98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98"/>
                  <a:gd name="T11" fmla="*/ 1 w 1"/>
                  <a:gd name="T12" fmla="*/ 98 h 9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98">
                    <a:moveTo>
                      <a:pt x="0" y="0"/>
                    </a:moveTo>
                    <a:lnTo>
                      <a:pt x="0" y="98"/>
                    </a:lnTo>
                    <a:lnTo>
                      <a:pt x="1" y="98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86" name="Freeform 189"/>
              <p:cNvSpPr>
                <a:spLocks/>
              </p:cNvSpPr>
              <p:nvPr/>
            </p:nvSpPr>
            <p:spPr bwMode="auto">
              <a:xfrm>
                <a:off x="2668" y="2108"/>
                <a:ext cx="1" cy="271"/>
              </a:xfrm>
              <a:custGeom>
                <a:avLst/>
                <a:gdLst>
                  <a:gd name="T0" fmla="*/ 0 w 1"/>
                  <a:gd name="T1" fmla="*/ 0 h 1085"/>
                  <a:gd name="T2" fmla="*/ 0 w 1"/>
                  <a:gd name="T3" fmla="*/ 68 h 1085"/>
                  <a:gd name="T4" fmla="*/ 1 w 1"/>
                  <a:gd name="T5" fmla="*/ 68 h 1085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085"/>
                  <a:gd name="T11" fmla="*/ 1 w 1"/>
                  <a:gd name="T12" fmla="*/ 1085 h 108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085">
                    <a:moveTo>
                      <a:pt x="0" y="0"/>
                    </a:moveTo>
                    <a:lnTo>
                      <a:pt x="0" y="1085"/>
                    </a:lnTo>
                    <a:lnTo>
                      <a:pt x="1" y="1085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87" name="Freeform 190"/>
              <p:cNvSpPr>
                <a:spLocks/>
              </p:cNvSpPr>
              <p:nvPr/>
            </p:nvSpPr>
            <p:spPr bwMode="auto">
              <a:xfrm>
                <a:off x="2668" y="2059"/>
                <a:ext cx="1" cy="25"/>
              </a:xfrm>
              <a:custGeom>
                <a:avLst/>
                <a:gdLst>
                  <a:gd name="T0" fmla="*/ 0 w 1"/>
                  <a:gd name="T1" fmla="*/ 0 h 100"/>
                  <a:gd name="T2" fmla="*/ 0 w 1"/>
                  <a:gd name="T3" fmla="*/ 6 h 100"/>
                  <a:gd name="T4" fmla="*/ 1 w 1"/>
                  <a:gd name="T5" fmla="*/ 6 h 100"/>
                  <a:gd name="T6" fmla="*/ 0 60000 65536"/>
                  <a:gd name="T7" fmla="*/ 0 60000 65536"/>
                  <a:gd name="T8" fmla="*/ 0 60000 65536"/>
                  <a:gd name="T9" fmla="*/ 0 w 1"/>
                  <a:gd name="T10" fmla="*/ 0 h 100"/>
                  <a:gd name="T11" fmla="*/ 1 w 1"/>
                  <a:gd name="T12" fmla="*/ 100 h 1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" h="100">
                    <a:moveTo>
                      <a:pt x="0" y="0"/>
                    </a:moveTo>
                    <a:lnTo>
                      <a:pt x="0" y="100"/>
                    </a:lnTo>
                    <a:lnTo>
                      <a:pt x="1" y="10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88" name="Freeform 191"/>
              <p:cNvSpPr>
                <a:spLocks/>
              </p:cNvSpPr>
              <p:nvPr/>
            </p:nvSpPr>
            <p:spPr bwMode="auto">
              <a:xfrm>
                <a:off x="1345" y="1832"/>
                <a:ext cx="183" cy="1"/>
              </a:xfrm>
              <a:custGeom>
                <a:avLst/>
                <a:gdLst>
                  <a:gd name="T0" fmla="*/ 46 w 731"/>
                  <a:gd name="T1" fmla="*/ 0 h 1"/>
                  <a:gd name="T2" fmla="*/ 0 w 731"/>
                  <a:gd name="T3" fmla="*/ 0 h 1"/>
                  <a:gd name="T4" fmla="*/ 0 w 73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31"/>
                  <a:gd name="T10" fmla="*/ 0 h 1"/>
                  <a:gd name="T11" fmla="*/ 731 w 73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31" h="1">
                    <a:moveTo>
                      <a:pt x="731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89" name="Freeform 192"/>
              <p:cNvSpPr>
                <a:spLocks/>
              </p:cNvSpPr>
              <p:nvPr/>
            </p:nvSpPr>
            <p:spPr bwMode="auto">
              <a:xfrm>
                <a:off x="1345" y="2258"/>
                <a:ext cx="183" cy="1"/>
              </a:xfrm>
              <a:custGeom>
                <a:avLst/>
                <a:gdLst>
                  <a:gd name="T0" fmla="*/ 46 w 731"/>
                  <a:gd name="T1" fmla="*/ 0 h 1"/>
                  <a:gd name="T2" fmla="*/ 0 w 731"/>
                  <a:gd name="T3" fmla="*/ 0 h 1"/>
                  <a:gd name="T4" fmla="*/ 0 w 73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31"/>
                  <a:gd name="T10" fmla="*/ 0 h 1"/>
                  <a:gd name="T11" fmla="*/ 731 w 73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31" h="1">
                    <a:moveTo>
                      <a:pt x="731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90" name="Freeform 193"/>
              <p:cNvSpPr>
                <a:spLocks/>
              </p:cNvSpPr>
              <p:nvPr/>
            </p:nvSpPr>
            <p:spPr bwMode="auto">
              <a:xfrm>
                <a:off x="1565" y="1832"/>
                <a:ext cx="182" cy="1"/>
              </a:xfrm>
              <a:custGeom>
                <a:avLst/>
                <a:gdLst>
                  <a:gd name="T0" fmla="*/ 45 w 731"/>
                  <a:gd name="T1" fmla="*/ 0 h 1"/>
                  <a:gd name="T2" fmla="*/ 0 w 731"/>
                  <a:gd name="T3" fmla="*/ 0 h 1"/>
                  <a:gd name="T4" fmla="*/ 0 w 73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31"/>
                  <a:gd name="T10" fmla="*/ 0 h 1"/>
                  <a:gd name="T11" fmla="*/ 731 w 73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31" h="1">
                    <a:moveTo>
                      <a:pt x="731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91" name="Freeform 194"/>
              <p:cNvSpPr>
                <a:spLocks/>
              </p:cNvSpPr>
              <p:nvPr/>
            </p:nvSpPr>
            <p:spPr bwMode="auto">
              <a:xfrm>
                <a:off x="1565" y="2258"/>
                <a:ext cx="182" cy="1"/>
              </a:xfrm>
              <a:custGeom>
                <a:avLst/>
                <a:gdLst>
                  <a:gd name="T0" fmla="*/ 45 w 731"/>
                  <a:gd name="T1" fmla="*/ 0 h 1"/>
                  <a:gd name="T2" fmla="*/ 0 w 731"/>
                  <a:gd name="T3" fmla="*/ 0 h 1"/>
                  <a:gd name="T4" fmla="*/ 0 w 731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31"/>
                  <a:gd name="T10" fmla="*/ 0 h 1"/>
                  <a:gd name="T11" fmla="*/ 731 w 731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31" h="1">
                    <a:moveTo>
                      <a:pt x="731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92" name="Freeform 195"/>
              <p:cNvSpPr>
                <a:spLocks/>
              </p:cNvSpPr>
              <p:nvPr/>
            </p:nvSpPr>
            <p:spPr bwMode="auto">
              <a:xfrm>
                <a:off x="2579" y="2258"/>
                <a:ext cx="183" cy="1"/>
              </a:xfrm>
              <a:custGeom>
                <a:avLst/>
                <a:gdLst>
                  <a:gd name="T0" fmla="*/ 46 w 732"/>
                  <a:gd name="T1" fmla="*/ 0 h 1"/>
                  <a:gd name="T2" fmla="*/ 0 w 732"/>
                  <a:gd name="T3" fmla="*/ 0 h 1"/>
                  <a:gd name="T4" fmla="*/ 0 w 73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32"/>
                  <a:gd name="T10" fmla="*/ 0 h 1"/>
                  <a:gd name="T11" fmla="*/ 732 w 73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32" h="1">
                    <a:moveTo>
                      <a:pt x="732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93" name="Freeform 196"/>
              <p:cNvSpPr>
                <a:spLocks/>
              </p:cNvSpPr>
              <p:nvPr/>
            </p:nvSpPr>
            <p:spPr bwMode="auto">
              <a:xfrm>
                <a:off x="2579" y="1832"/>
                <a:ext cx="183" cy="1"/>
              </a:xfrm>
              <a:custGeom>
                <a:avLst/>
                <a:gdLst>
                  <a:gd name="T0" fmla="*/ 46 w 732"/>
                  <a:gd name="T1" fmla="*/ 0 h 1"/>
                  <a:gd name="T2" fmla="*/ 0 w 732"/>
                  <a:gd name="T3" fmla="*/ 0 h 1"/>
                  <a:gd name="T4" fmla="*/ 0 w 732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732"/>
                  <a:gd name="T10" fmla="*/ 0 h 1"/>
                  <a:gd name="T11" fmla="*/ 732 w 732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732" h="1">
                    <a:moveTo>
                      <a:pt x="732" y="0"/>
                    </a:moveTo>
                    <a:lnTo>
                      <a:pt x="0" y="0"/>
                    </a:lnTo>
                    <a:lnTo>
                      <a:pt x="1" y="0"/>
                    </a:lnTo>
                  </a:path>
                </a:pathLst>
              </a:custGeom>
              <a:noFill/>
              <a:ln w="19050" cmpd="sng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94" name="Arc 197"/>
              <p:cNvSpPr>
                <a:spLocks/>
              </p:cNvSpPr>
              <p:nvPr/>
            </p:nvSpPr>
            <p:spPr bwMode="auto">
              <a:xfrm flipH="1">
                <a:off x="1284" y="1671"/>
                <a:ext cx="87" cy="87"/>
              </a:xfrm>
              <a:custGeom>
                <a:avLst/>
                <a:gdLst>
                  <a:gd name="T0" fmla="*/ 0 w 21600"/>
                  <a:gd name="T1" fmla="*/ 0 h 21600"/>
                  <a:gd name="T2" fmla="*/ 0 w 21600"/>
                  <a:gd name="T3" fmla="*/ 0 h 21600"/>
                  <a:gd name="T4" fmla="*/ 0 w 21600"/>
                  <a:gd name="T5" fmla="*/ 0 h 21600"/>
                  <a:gd name="T6" fmla="*/ 0 60000 65536"/>
                  <a:gd name="T7" fmla="*/ 0 60000 65536"/>
                  <a:gd name="T8" fmla="*/ 0 60000 65536"/>
                  <a:gd name="T9" fmla="*/ 0 w 21600"/>
                  <a:gd name="T10" fmla="*/ 0 h 21600"/>
                  <a:gd name="T11" fmla="*/ 21600 w 21600"/>
                  <a:gd name="T12" fmla="*/ 21600 h 2160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600" h="21600" fill="none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</a:path>
                  <a:path w="21600" h="21600" stroke="0" extrusionOk="0">
                    <a:moveTo>
                      <a:pt x="-1" y="0"/>
                    </a:moveTo>
                    <a:cubicBezTo>
                      <a:pt x="11929" y="0"/>
                      <a:pt x="21600" y="9670"/>
                      <a:pt x="21600" y="21600"/>
                    </a:cubicBezTo>
                    <a:lnTo>
                      <a:pt x="0" y="21600"/>
                    </a:lnTo>
                    <a:lnTo>
                      <a:pt x="-1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grpSp>
          <p:nvGrpSpPr>
            <p:cNvPr id="27655" name="Group 198"/>
            <p:cNvGrpSpPr>
              <a:grpSpLocks/>
            </p:cNvGrpSpPr>
            <p:nvPr/>
          </p:nvGrpSpPr>
          <p:grpSpPr bwMode="auto">
            <a:xfrm>
              <a:off x="3940" y="1131"/>
              <a:ext cx="771" cy="316"/>
              <a:chOff x="3940" y="1131"/>
              <a:chExt cx="771" cy="316"/>
            </a:xfrm>
          </p:grpSpPr>
          <p:sp>
            <p:nvSpPr>
              <p:cNvPr id="27660" name="Freeform 199"/>
              <p:cNvSpPr>
                <a:spLocks/>
              </p:cNvSpPr>
              <p:nvPr/>
            </p:nvSpPr>
            <p:spPr bwMode="auto">
              <a:xfrm>
                <a:off x="3940" y="1336"/>
                <a:ext cx="213" cy="111"/>
              </a:xfrm>
              <a:custGeom>
                <a:avLst/>
                <a:gdLst>
                  <a:gd name="T0" fmla="*/ 53 w 852"/>
                  <a:gd name="T1" fmla="*/ 0 h 343"/>
                  <a:gd name="T2" fmla="*/ 0 w 852"/>
                  <a:gd name="T3" fmla="*/ 36 h 343"/>
                  <a:gd name="T4" fmla="*/ 0 w 852"/>
                  <a:gd name="T5" fmla="*/ 36 h 343"/>
                  <a:gd name="T6" fmla="*/ 0 60000 65536"/>
                  <a:gd name="T7" fmla="*/ 0 60000 65536"/>
                  <a:gd name="T8" fmla="*/ 0 60000 65536"/>
                  <a:gd name="T9" fmla="*/ 0 w 852"/>
                  <a:gd name="T10" fmla="*/ 0 h 343"/>
                  <a:gd name="T11" fmla="*/ 852 w 852"/>
                  <a:gd name="T12" fmla="*/ 343 h 34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52" h="343">
                    <a:moveTo>
                      <a:pt x="852" y="0"/>
                    </a:moveTo>
                    <a:lnTo>
                      <a:pt x="0" y="343"/>
                    </a:lnTo>
                    <a:lnTo>
                      <a:pt x="1" y="343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61" name="Freeform 200"/>
              <p:cNvSpPr>
                <a:spLocks/>
              </p:cNvSpPr>
              <p:nvPr/>
            </p:nvSpPr>
            <p:spPr bwMode="auto">
              <a:xfrm>
                <a:off x="4153" y="1335"/>
                <a:ext cx="552" cy="1"/>
              </a:xfrm>
              <a:custGeom>
                <a:avLst/>
                <a:gdLst>
                  <a:gd name="T0" fmla="*/ 0 w 1523"/>
                  <a:gd name="T1" fmla="*/ 0 h 1"/>
                  <a:gd name="T2" fmla="*/ 200 w 1523"/>
                  <a:gd name="T3" fmla="*/ 0 h 1"/>
                  <a:gd name="T4" fmla="*/ 200 w 1523"/>
                  <a:gd name="T5" fmla="*/ 0 h 1"/>
                  <a:gd name="T6" fmla="*/ 0 60000 65536"/>
                  <a:gd name="T7" fmla="*/ 0 60000 65536"/>
                  <a:gd name="T8" fmla="*/ 0 60000 65536"/>
                  <a:gd name="T9" fmla="*/ 0 w 1523"/>
                  <a:gd name="T10" fmla="*/ 0 h 1"/>
                  <a:gd name="T11" fmla="*/ 1523 w 1523"/>
                  <a:gd name="T12" fmla="*/ 1 h 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523" h="1">
                    <a:moveTo>
                      <a:pt x="0" y="0"/>
                    </a:moveTo>
                    <a:lnTo>
                      <a:pt x="1522" y="0"/>
                    </a:lnTo>
                    <a:lnTo>
                      <a:pt x="1523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62" name="Text Box 201"/>
              <p:cNvSpPr txBox="1">
                <a:spLocks noChangeArrowheads="1"/>
              </p:cNvSpPr>
              <p:nvPr/>
            </p:nvSpPr>
            <p:spPr bwMode="auto">
              <a:xfrm>
                <a:off x="4072" y="1131"/>
                <a:ext cx="639" cy="25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000" b="1" i="1">
                    <a:solidFill>
                      <a:srgbClr val="FF0000"/>
                    </a:solidFill>
                  </a:rPr>
                  <a:t>85×</a:t>
                </a:r>
                <a:r>
                  <a:rPr lang="en-US" altLang="zh-CN" sz="2000" b="1" i="1">
                    <a:solidFill>
                      <a:srgbClr val="FF3300"/>
                    </a:solidFill>
                    <a:latin typeface="ISOCPEUR" pitchFamily="34" charset="0"/>
                    <a:sym typeface="Symbol" pitchFamily="18" charset="2"/>
                  </a:rPr>
                  <a:t></a:t>
                </a:r>
                <a:r>
                  <a:rPr lang="en-US" altLang="zh-CN" sz="2000" b="1">
                    <a:solidFill>
                      <a:srgbClr val="FF0000"/>
                    </a:solidFill>
                  </a:rPr>
                  <a:t> </a:t>
                </a:r>
                <a:r>
                  <a:rPr lang="en-US" altLang="zh-CN" sz="2000" b="1" i="1">
                    <a:solidFill>
                      <a:srgbClr val="FF0000"/>
                    </a:solidFill>
                  </a:rPr>
                  <a:t>5</a:t>
                </a:r>
              </a:p>
            </p:txBody>
          </p:sp>
        </p:grpSp>
        <p:grpSp>
          <p:nvGrpSpPr>
            <p:cNvPr id="27656" name="Group 202"/>
            <p:cNvGrpSpPr>
              <a:grpSpLocks/>
            </p:cNvGrpSpPr>
            <p:nvPr/>
          </p:nvGrpSpPr>
          <p:grpSpPr bwMode="auto">
            <a:xfrm>
              <a:off x="1688" y="1395"/>
              <a:ext cx="643" cy="426"/>
              <a:chOff x="1688" y="1395"/>
              <a:chExt cx="643" cy="426"/>
            </a:xfrm>
          </p:grpSpPr>
          <p:sp>
            <p:nvSpPr>
              <p:cNvPr id="27657" name="Rectangle 203"/>
              <p:cNvSpPr>
                <a:spLocks noChangeArrowheads="1"/>
              </p:cNvSpPr>
              <p:nvPr/>
            </p:nvSpPr>
            <p:spPr bwMode="auto">
              <a:xfrm>
                <a:off x="1751" y="1395"/>
                <a:ext cx="580" cy="1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zh-CN" altLang="en-US" sz="1800" b="1">
                    <a:solidFill>
                      <a:srgbClr val="FF0000"/>
                    </a:solidFill>
                    <a:latin typeface="宋体" pitchFamily="2" charset="-122"/>
                  </a:rPr>
                  <a:t>共</a:t>
                </a:r>
                <a:r>
                  <a:rPr lang="en-US" altLang="zh-CN" sz="1800" b="1">
                    <a:solidFill>
                      <a:srgbClr val="FF0000"/>
                    </a:solidFill>
                    <a:latin typeface="宋体" pitchFamily="2" charset="-122"/>
                  </a:rPr>
                  <a:t>××</a:t>
                </a:r>
                <a:r>
                  <a:rPr lang="zh-CN" altLang="en-US" sz="1800" b="1">
                    <a:solidFill>
                      <a:srgbClr val="FF0000"/>
                    </a:solidFill>
                    <a:latin typeface="宋体" pitchFamily="2" charset="-122"/>
                  </a:rPr>
                  <a:t>槽</a:t>
                </a:r>
                <a:endParaRPr lang="zh-CN" altLang="en-US" sz="1800" b="1">
                  <a:solidFill>
                    <a:srgbClr val="FF0000"/>
                  </a:solidFill>
                </a:endParaRPr>
              </a:p>
            </p:txBody>
          </p:sp>
          <p:sp>
            <p:nvSpPr>
              <p:cNvPr id="27658" name="Freeform 204"/>
              <p:cNvSpPr>
                <a:spLocks/>
              </p:cNvSpPr>
              <p:nvPr/>
            </p:nvSpPr>
            <p:spPr bwMode="auto">
              <a:xfrm>
                <a:off x="1688" y="1584"/>
                <a:ext cx="101" cy="237"/>
              </a:xfrm>
              <a:custGeom>
                <a:avLst/>
                <a:gdLst>
                  <a:gd name="T0" fmla="*/ 0 w 404"/>
                  <a:gd name="T1" fmla="*/ 59 h 946"/>
                  <a:gd name="T2" fmla="*/ 25 w 404"/>
                  <a:gd name="T3" fmla="*/ 0 h 946"/>
                  <a:gd name="T4" fmla="*/ 25 w 404"/>
                  <a:gd name="T5" fmla="*/ 0 h 946"/>
                  <a:gd name="T6" fmla="*/ 0 60000 65536"/>
                  <a:gd name="T7" fmla="*/ 0 60000 65536"/>
                  <a:gd name="T8" fmla="*/ 0 60000 65536"/>
                  <a:gd name="T9" fmla="*/ 0 w 404"/>
                  <a:gd name="T10" fmla="*/ 0 h 946"/>
                  <a:gd name="T11" fmla="*/ 404 w 404"/>
                  <a:gd name="T12" fmla="*/ 946 h 9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04" h="946">
                    <a:moveTo>
                      <a:pt x="0" y="946"/>
                    </a:moveTo>
                    <a:lnTo>
                      <a:pt x="403" y="0"/>
                    </a:lnTo>
                    <a:lnTo>
                      <a:pt x="404" y="0"/>
                    </a:lnTo>
                  </a:path>
                </a:pathLst>
              </a:custGeom>
              <a:noFill/>
              <a:ln w="19050" cmpd="sng">
                <a:solidFill>
                  <a:srgbClr val="FF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7659" name="Line 205"/>
              <p:cNvSpPr>
                <a:spLocks noChangeShapeType="1"/>
              </p:cNvSpPr>
              <p:nvPr/>
            </p:nvSpPr>
            <p:spPr bwMode="auto">
              <a:xfrm>
                <a:off x="1789" y="1584"/>
                <a:ext cx="542" cy="0"/>
              </a:xfrm>
              <a:prstGeom prst="line">
                <a:avLst/>
              </a:prstGeom>
              <a:noFill/>
              <a:ln w="1905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53135" name="Text Box 207"/>
          <p:cNvSpPr txBox="1">
            <a:spLocks noChangeArrowheads="1"/>
          </p:cNvSpPr>
          <p:nvPr/>
        </p:nvSpPr>
        <p:spPr bwMode="auto">
          <a:xfrm>
            <a:off x="460375" y="847725"/>
            <a:ext cx="7234238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黑体" pitchFamily="2" charset="-122"/>
                <a:ea typeface="黑体" pitchFamily="2" charset="-122"/>
              </a:rPr>
              <a:t>8   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当机件上有若干相同的结构要素并按一定的规律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    分布时，只需画出几个完整的结构要素，其余的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    用细实线连接或画出其中心位置。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253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135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4C348DD-A8DC-488A-9F09-7DF8EA497FD4}" type="slidenum">
              <a:rPr lang="en-US" altLang="zh-CN"/>
              <a:pPr>
                <a:defRPr/>
              </a:pPr>
              <a:t>28</a:t>
            </a:fld>
            <a:endParaRPr lang="en-US" altLang="zh-CN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174875" y="2881313"/>
            <a:ext cx="1301750" cy="1287462"/>
            <a:chOff x="1257" y="1702"/>
            <a:chExt cx="820" cy="811"/>
          </a:xfrm>
        </p:grpSpPr>
        <p:sp>
          <p:nvSpPr>
            <p:cNvPr id="28742" name="Oval 3"/>
            <p:cNvSpPr>
              <a:spLocks noChangeArrowheads="1"/>
            </p:cNvSpPr>
            <p:nvPr/>
          </p:nvSpPr>
          <p:spPr bwMode="auto">
            <a:xfrm>
              <a:off x="1257" y="1702"/>
              <a:ext cx="820" cy="811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28743" name="Freeform 4"/>
            <p:cNvSpPr>
              <a:spLocks/>
            </p:cNvSpPr>
            <p:nvPr/>
          </p:nvSpPr>
          <p:spPr bwMode="auto">
            <a:xfrm>
              <a:off x="1856" y="2081"/>
              <a:ext cx="221" cy="1"/>
            </a:xfrm>
            <a:custGeom>
              <a:avLst/>
              <a:gdLst>
                <a:gd name="T0" fmla="*/ 0 w 440"/>
                <a:gd name="T1" fmla="*/ 0 h 1"/>
                <a:gd name="T2" fmla="*/ 111 w 440"/>
                <a:gd name="T3" fmla="*/ 0 h 1"/>
                <a:gd name="T4" fmla="*/ 111 w 440"/>
                <a:gd name="T5" fmla="*/ 0 h 1"/>
                <a:gd name="T6" fmla="*/ 0 60000 65536"/>
                <a:gd name="T7" fmla="*/ 0 60000 65536"/>
                <a:gd name="T8" fmla="*/ 0 60000 65536"/>
                <a:gd name="T9" fmla="*/ 0 w 440"/>
                <a:gd name="T10" fmla="*/ 0 h 1"/>
                <a:gd name="T11" fmla="*/ 440 w 44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40" h="1">
                  <a:moveTo>
                    <a:pt x="0" y="0"/>
                  </a:moveTo>
                  <a:lnTo>
                    <a:pt x="439" y="0"/>
                  </a:lnTo>
                  <a:lnTo>
                    <a:pt x="440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44" name="Freeform 5"/>
            <p:cNvSpPr>
              <a:spLocks/>
            </p:cNvSpPr>
            <p:nvPr/>
          </p:nvSpPr>
          <p:spPr bwMode="auto">
            <a:xfrm>
              <a:off x="1856" y="2081"/>
              <a:ext cx="1" cy="386"/>
            </a:xfrm>
            <a:custGeom>
              <a:avLst/>
              <a:gdLst>
                <a:gd name="T0" fmla="*/ 0 w 1"/>
                <a:gd name="T1" fmla="*/ 0 h 773"/>
                <a:gd name="T2" fmla="*/ 0 w 1"/>
                <a:gd name="T3" fmla="*/ 193 h 773"/>
                <a:gd name="T4" fmla="*/ 1 w 1"/>
                <a:gd name="T5" fmla="*/ 193 h 773"/>
                <a:gd name="T6" fmla="*/ 0 60000 65536"/>
                <a:gd name="T7" fmla="*/ 0 60000 65536"/>
                <a:gd name="T8" fmla="*/ 0 60000 65536"/>
                <a:gd name="T9" fmla="*/ 0 w 1"/>
                <a:gd name="T10" fmla="*/ 0 h 773"/>
                <a:gd name="T11" fmla="*/ 1 w 1"/>
                <a:gd name="T12" fmla="*/ 773 h 77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73">
                  <a:moveTo>
                    <a:pt x="0" y="0"/>
                  </a:moveTo>
                  <a:lnTo>
                    <a:pt x="0" y="773"/>
                  </a:lnTo>
                  <a:lnTo>
                    <a:pt x="1" y="773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45" name="Freeform 6"/>
            <p:cNvSpPr>
              <a:spLocks/>
            </p:cNvSpPr>
            <p:nvPr/>
          </p:nvSpPr>
          <p:spPr bwMode="auto">
            <a:xfrm>
              <a:off x="1481" y="2081"/>
              <a:ext cx="1" cy="388"/>
            </a:xfrm>
            <a:custGeom>
              <a:avLst/>
              <a:gdLst>
                <a:gd name="T0" fmla="*/ 0 w 1"/>
                <a:gd name="T1" fmla="*/ 0 h 776"/>
                <a:gd name="T2" fmla="*/ 0 w 1"/>
                <a:gd name="T3" fmla="*/ 194 h 776"/>
                <a:gd name="T4" fmla="*/ 1 w 1"/>
                <a:gd name="T5" fmla="*/ 194 h 776"/>
                <a:gd name="T6" fmla="*/ 0 60000 65536"/>
                <a:gd name="T7" fmla="*/ 0 60000 65536"/>
                <a:gd name="T8" fmla="*/ 0 60000 65536"/>
                <a:gd name="T9" fmla="*/ 0 w 1"/>
                <a:gd name="T10" fmla="*/ 0 h 776"/>
                <a:gd name="T11" fmla="*/ 1 w 1"/>
                <a:gd name="T12" fmla="*/ 776 h 77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76">
                  <a:moveTo>
                    <a:pt x="0" y="0"/>
                  </a:moveTo>
                  <a:lnTo>
                    <a:pt x="0" y="776"/>
                  </a:lnTo>
                  <a:lnTo>
                    <a:pt x="1" y="776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46" name="Freeform 7"/>
            <p:cNvSpPr>
              <a:spLocks/>
            </p:cNvSpPr>
            <p:nvPr/>
          </p:nvSpPr>
          <p:spPr bwMode="auto">
            <a:xfrm>
              <a:off x="1257" y="2081"/>
              <a:ext cx="224" cy="1"/>
            </a:xfrm>
            <a:custGeom>
              <a:avLst/>
              <a:gdLst>
                <a:gd name="T0" fmla="*/ 0 w 448"/>
                <a:gd name="T1" fmla="*/ 0 h 1"/>
                <a:gd name="T2" fmla="*/ 112 w 448"/>
                <a:gd name="T3" fmla="*/ 0 h 1"/>
                <a:gd name="T4" fmla="*/ 112 w 448"/>
                <a:gd name="T5" fmla="*/ 0 h 1"/>
                <a:gd name="T6" fmla="*/ 0 60000 65536"/>
                <a:gd name="T7" fmla="*/ 0 60000 65536"/>
                <a:gd name="T8" fmla="*/ 0 60000 65536"/>
                <a:gd name="T9" fmla="*/ 0 w 448"/>
                <a:gd name="T10" fmla="*/ 0 h 1"/>
                <a:gd name="T11" fmla="*/ 448 w 448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48" h="1">
                  <a:moveTo>
                    <a:pt x="0" y="0"/>
                  </a:moveTo>
                  <a:lnTo>
                    <a:pt x="447" y="0"/>
                  </a:lnTo>
                  <a:lnTo>
                    <a:pt x="44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47" name="Freeform 8"/>
            <p:cNvSpPr>
              <a:spLocks/>
            </p:cNvSpPr>
            <p:nvPr/>
          </p:nvSpPr>
          <p:spPr bwMode="auto">
            <a:xfrm>
              <a:off x="1481" y="2081"/>
              <a:ext cx="376" cy="59"/>
            </a:xfrm>
            <a:custGeom>
              <a:avLst/>
              <a:gdLst>
                <a:gd name="T0" fmla="*/ 0 w 376"/>
                <a:gd name="T1" fmla="*/ 0 h 59"/>
                <a:gd name="T2" fmla="*/ 86 w 376"/>
                <a:gd name="T3" fmla="*/ 41 h 59"/>
                <a:gd name="T4" fmla="*/ 187 w 376"/>
                <a:gd name="T5" fmla="*/ 59 h 59"/>
                <a:gd name="T6" fmla="*/ 275 w 376"/>
                <a:gd name="T7" fmla="*/ 41 h 59"/>
                <a:gd name="T8" fmla="*/ 376 w 376"/>
                <a:gd name="T9" fmla="*/ 0 h 59"/>
                <a:gd name="T10" fmla="*/ 376 w 376"/>
                <a:gd name="T11" fmla="*/ 0 h 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76"/>
                <a:gd name="T19" fmla="*/ 0 h 59"/>
                <a:gd name="T20" fmla="*/ 376 w 376"/>
                <a:gd name="T21" fmla="*/ 59 h 59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76" h="59">
                  <a:moveTo>
                    <a:pt x="0" y="0"/>
                  </a:moveTo>
                  <a:lnTo>
                    <a:pt x="86" y="41"/>
                  </a:lnTo>
                  <a:lnTo>
                    <a:pt x="187" y="59"/>
                  </a:lnTo>
                  <a:lnTo>
                    <a:pt x="275" y="41"/>
                  </a:lnTo>
                  <a:lnTo>
                    <a:pt x="37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4586288" y="2895600"/>
            <a:ext cx="1312862" cy="1287463"/>
            <a:chOff x="2776" y="1711"/>
            <a:chExt cx="827" cy="811"/>
          </a:xfrm>
        </p:grpSpPr>
        <p:sp>
          <p:nvSpPr>
            <p:cNvPr id="28733" name="Oval 10"/>
            <p:cNvSpPr>
              <a:spLocks noChangeArrowheads="1"/>
            </p:cNvSpPr>
            <p:nvPr/>
          </p:nvSpPr>
          <p:spPr bwMode="auto">
            <a:xfrm>
              <a:off x="2776" y="1711"/>
              <a:ext cx="820" cy="811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28734" name="Freeform 11"/>
            <p:cNvSpPr>
              <a:spLocks/>
            </p:cNvSpPr>
            <p:nvPr/>
          </p:nvSpPr>
          <p:spPr bwMode="auto">
            <a:xfrm>
              <a:off x="3230" y="2277"/>
              <a:ext cx="1" cy="243"/>
            </a:xfrm>
            <a:custGeom>
              <a:avLst/>
              <a:gdLst>
                <a:gd name="T0" fmla="*/ 0 w 1"/>
                <a:gd name="T1" fmla="*/ 0 h 487"/>
                <a:gd name="T2" fmla="*/ 0 w 1"/>
                <a:gd name="T3" fmla="*/ 121 h 487"/>
                <a:gd name="T4" fmla="*/ 1 w 1"/>
                <a:gd name="T5" fmla="*/ 121 h 487"/>
                <a:gd name="T6" fmla="*/ 0 60000 65536"/>
                <a:gd name="T7" fmla="*/ 0 60000 65536"/>
                <a:gd name="T8" fmla="*/ 0 60000 65536"/>
                <a:gd name="T9" fmla="*/ 0 w 1"/>
                <a:gd name="T10" fmla="*/ 0 h 487"/>
                <a:gd name="T11" fmla="*/ 1 w 1"/>
                <a:gd name="T12" fmla="*/ 487 h 48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487">
                  <a:moveTo>
                    <a:pt x="0" y="0"/>
                  </a:moveTo>
                  <a:lnTo>
                    <a:pt x="0" y="487"/>
                  </a:lnTo>
                  <a:lnTo>
                    <a:pt x="1" y="487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35" name="Freeform 12"/>
            <p:cNvSpPr>
              <a:spLocks/>
            </p:cNvSpPr>
            <p:nvPr/>
          </p:nvSpPr>
          <p:spPr bwMode="auto">
            <a:xfrm>
              <a:off x="3436" y="2072"/>
              <a:ext cx="1" cy="372"/>
            </a:xfrm>
            <a:custGeom>
              <a:avLst/>
              <a:gdLst>
                <a:gd name="T0" fmla="*/ 0 w 1"/>
                <a:gd name="T1" fmla="*/ 0 h 742"/>
                <a:gd name="T2" fmla="*/ 0 w 1"/>
                <a:gd name="T3" fmla="*/ 187 h 742"/>
                <a:gd name="T4" fmla="*/ 1 w 1"/>
                <a:gd name="T5" fmla="*/ 187 h 742"/>
                <a:gd name="T6" fmla="*/ 0 60000 65536"/>
                <a:gd name="T7" fmla="*/ 0 60000 65536"/>
                <a:gd name="T8" fmla="*/ 0 60000 65536"/>
                <a:gd name="T9" fmla="*/ 0 w 1"/>
                <a:gd name="T10" fmla="*/ 0 h 742"/>
                <a:gd name="T11" fmla="*/ 1 w 1"/>
                <a:gd name="T12" fmla="*/ 742 h 7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42">
                  <a:moveTo>
                    <a:pt x="0" y="0"/>
                  </a:moveTo>
                  <a:lnTo>
                    <a:pt x="0" y="742"/>
                  </a:lnTo>
                  <a:lnTo>
                    <a:pt x="1" y="742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36" name="Freeform 13"/>
            <p:cNvSpPr>
              <a:spLocks/>
            </p:cNvSpPr>
            <p:nvPr/>
          </p:nvSpPr>
          <p:spPr bwMode="auto">
            <a:xfrm>
              <a:off x="2940" y="2072"/>
              <a:ext cx="1" cy="361"/>
            </a:xfrm>
            <a:custGeom>
              <a:avLst/>
              <a:gdLst>
                <a:gd name="T0" fmla="*/ 0 w 1"/>
                <a:gd name="T1" fmla="*/ 0 h 721"/>
                <a:gd name="T2" fmla="*/ 0 w 1"/>
                <a:gd name="T3" fmla="*/ 181 h 721"/>
                <a:gd name="T4" fmla="*/ 1 w 1"/>
                <a:gd name="T5" fmla="*/ 181 h 721"/>
                <a:gd name="T6" fmla="*/ 0 60000 65536"/>
                <a:gd name="T7" fmla="*/ 0 60000 65536"/>
                <a:gd name="T8" fmla="*/ 0 60000 65536"/>
                <a:gd name="T9" fmla="*/ 0 w 1"/>
                <a:gd name="T10" fmla="*/ 0 h 721"/>
                <a:gd name="T11" fmla="*/ 1 w 1"/>
                <a:gd name="T12" fmla="*/ 721 h 7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721">
                  <a:moveTo>
                    <a:pt x="0" y="0"/>
                  </a:moveTo>
                  <a:lnTo>
                    <a:pt x="0" y="721"/>
                  </a:lnTo>
                  <a:lnTo>
                    <a:pt x="1" y="721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37" name="Freeform 14"/>
            <p:cNvSpPr>
              <a:spLocks/>
            </p:cNvSpPr>
            <p:nvPr/>
          </p:nvSpPr>
          <p:spPr bwMode="auto">
            <a:xfrm>
              <a:off x="3295" y="2213"/>
              <a:ext cx="297" cy="1"/>
            </a:xfrm>
            <a:custGeom>
              <a:avLst/>
              <a:gdLst>
                <a:gd name="T0" fmla="*/ 0 w 594"/>
                <a:gd name="T1" fmla="*/ 0 h 1"/>
                <a:gd name="T2" fmla="*/ 149 w 594"/>
                <a:gd name="T3" fmla="*/ 0 h 1"/>
                <a:gd name="T4" fmla="*/ 149 w 594"/>
                <a:gd name="T5" fmla="*/ 0 h 1"/>
                <a:gd name="T6" fmla="*/ 0 60000 65536"/>
                <a:gd name="T7" fmla="*/ 0 60000 65536"/>
                <a:gd name="T8" fmla="*/ 0 60000 65536"/>
                <a:gd name="T9" fmla="*/ 0 w 594"/>
                <a:gd name="T10" fmla="*/ 0 h 1"/>
                <a:gd name="T11" fmla="*/ 594 w 59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4" h="1">
                  <a:moveTo>
                    <a:pt x="0" y="0"/>
                  </a:moveTo>
                  <a:lnTo>
                    <a:pt x="593" y="0"/>
                  </a:lnTo>
                  <a:lnTo>
                    <a:pt x="594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38" name="Freeform 15"/>
            <p:cNvSpPr>
              <a:spLocks/>
            </p:cNvSpPr>
            <p:nvPr/>
          </p:nvSpPr>
          <p:spPr bwMode="auto">
            <a:xfrm>
              <a:off x="3436" y="2072"/>
              <a:ext cx="167" cy="1"/>
            </a:xfrm>
            <a:custGeom>
              <a:avLst/>
              <a:gdLst>
                <a:gd name="T0" fmla="*/ 0 w 335"/>
                <a:gd name="T1" fmla="*/ 0 h 1"/>
                <a:gd name="T2" fmla="*/ 83 w 335"/>
                <a:gd name="T3" fmla="*/ 0 h 1"/>
                <a:gd name="T4" fmla="*/ 83 w 335"/>
                <a:gd name="T5" fmla="*/ 0 h 1"/>
                <a:gd name="T6" fmla="*/ 0 60000 65536"/>
                <a:gd name="T7" fmla="*/ 0 60000 65536"/>
                <a:gd name="T8" fmla="*/ 0 60000 65536"/>
                <a:gd name="T9" fmla="*/ 0 w 335"/>
                <a:gd name="T10" fmla="*/ 0 h 1"/>
                <a:gd name="T11" fmla="*/ 335 w 33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35" h="1">
                  <a:moveTo>
                    <a:pt x="0" y="0"/>
                  </a:moveTo>
                  <a:lnTo>
                    <a:pt x="334" y="0"/>
                  </a:lnTo>
                  <a:lnTo>
                    <a:pt x="335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39" name="Freeform 16"/>
            <p:cNvSpPr>
              <a:spLocks/>
            </p:cNvSpPr>
            <p:nvPr/>
          </p:nvSpPr>
          <p:spPr bwMode="auto">
            <a:xfrm>
              <a:off x="2940" y="2277"/>
              <a:ext cx="290" cy="1"/>
            </a:xfrm>
            <a:custGeom>
              <a:avLst/>
              <a:gdLst>
                <a:gd name="T0" fmla="*/ 145 w 581"/>
                <a:gd name="T1" fmla="*/ 0 h 1"/>
                <a:gd name="T2" fmla="*/ 0 w 581"/>
                <a:gd name="T3" fmla="*/ 0 h 1"/>
                <a:gd name="T4" fmla="*/ 0 w 581"/>
                <a:gd name="T5" fmla="*/ 0 h 1"/>
                <a:gd name="T6" fmla="*/ 0 60000 65536"/>
                <a:gd name="T7" fmla="*/ 0 60000 65536"/>
                <a:gd name="T8" fmla="*/ 0 60000 65536"/>
                <a:gd name="T9" fmla="*/ 0 w 581"/>
                <a:gd name="T10" fmla="*/ 0 h 1"/>
                <a:gd name="T11" fmla="*/ 581 w 581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81" h="1">
                  <a:moveTo>
                    <a:pt x="581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40" name="Freeform 17"/>
            <p:cNvSpPr>
              <a:spLocks/>
            </p:cNvSpPr>
            <p:nvPr/>
          </p:nvSpPr>
          <p:spPr bwMode="auto">
            <a:xfrm>
              <a:off x="3230" y="2072"/>
              <a:ext cx="206" cy="205"/>
            </a:xfrm>
            <a:custGeom>
              <a:avLst/>
              <a:gdLst>
                <a:gd name="T0" fmla="*/ 104 w 410"/>
                <a:gd name="T1" fmla="*/ 0 h 409"/>
                <a:gd name="T2" fmla="*/ 0 w 410"/>
                <a:gd name="T3" fmla="*/ 103 h 409"/>
                <a:gd name="T4" fmla="*/ 1 w 410"/>
                <a:gd name="T5" fmla="*/ 103 h 409"/>
                <a:gd name="T6" fmla="*/ 0 60000 65536"/>
                <a:gd name="T7" fmla="*/ 0 60000 65536"/>
                <a:gd name="T8" fmla="*/ 0 60000 65536"/>
                <a:gd name="T9" fmla="*/ 0 w 410"/>
                <a:gd name="T10" fmla="*/ 0 h 409"/>
                <a:gd name="T11" fmla="*/ 410 w 410"/>
                <a:gd name="T12" fmla="*/ 409 h 40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10" h="409">
                  <a:moveTo>
                    <a:pt x="410" y="0"/>
                  </a:moveTo>
                  <a:lnTo>
                    <a:pt x="0" y="409"/>
                  </a:lnTo>
                  <a:lnTo>
                    <a:pt x="1" y="409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41" name="Freeform 18"/>
            <p:cNvSpPr>
              <a:spLocks/>
            </p:cNvSpPr>
            <p:nvPr/>
          </p:nvSpPr>
          <p:spPr bwMode="auto">
            <a:xfrm>
              <a:off x="2787" y="2072"/>
              <a:ext cx="154" cy="1"/>
            </a:xfrm>
            <a:custGeom>
              <a:avLst/>
              <a:gdLst>
                <a:gd name="T0" fmla="*/ 0 w 308"/>
                <a:gd name="T1" fmla="*/ 0 h 1"/>
                <a:gd name="T2" fmla="*/ 77 w 308"/>
                <a:gd name="T3" fmla="*/ 0 h 1"/>
                <a:gd name="T4" fmla="*/ 77 w 308"/>
                <a:gd name="T5" fmla="*/ 0 h 1"/>
                <a:gd name="T6" fmla="*/ 0 60000 65536"/>
                <a:gd name="T7" fmla="*/ 0 60000 65536"/>
                <a:gd name="T8" fmla="*/ 0 60000 65536"/>
                <a:gd name="T9" fmla="*/ 0 w 308"/>
                <a:gd name="T10" fmla="*/ 0 h 1"/>
                <a:gd name="T11" fmla="*/ 308 w 308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08" h="1">
                  <a:moveTo>
                    <a:pt x="0" y="0"/>
                  </a:moveTo>
                  <a:lnTo>
                    <a:pt x="307" y="0"/>
                  </a:lnTo>
                  <a:lnTo>
                    <a:pt x="308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2032000" y="4251325"/>
            <a:ext cx="612775" cy="554038"/>
            <a:chOff x="1167" y="2565"/>
            <a:chExt cx="352" cy="349"/>
          </a:xfrm>
        </p:grpSpPr>
        <p:sp>
          <p:nvSpPr>
            <p:cNvPr id="28730" name="Rectangle 20"/>
            <p:cNvSpPr>
              <a:spLocks noChangeArrowheads="1"/>
            </p:cNvSpPr>
            <p:nvPr/>
          </p:nvSpPr>
          <p:spPr bwMode="auto">
            <a:xfrm>
              <a:off x="1185" y="2565"/>
              <a:ext cx="21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700" b="1" i="1">
                  <a:solidFill>
                    <a:srgbClr val="FF0000"/>
                  </a:solidFill>
                  <a:latin typeface="宋体" pitchFamily="2" charset="-122"/>
                </a:rPr>
                <a:t>Ⅰ</a:t>
              </a:r>
              <a:endParaRPr lang="en-US" altLang="zh-CN" sz="2400" b="1">
                <a:solidFill>
                  <a:srgbClr val="FF0000"/>
                </a:solidFill>
              </a:endParaRPr>
            </a:p>
          </p:txBody>
        </p:sp>
        <p:sp>
          <p:nvSpPr>
            <p:cNvPr id="28731" name="Freeform 21"/>
            <p:cNvSpPr>
              <a:spLocks/>
            </p:cNvSpPr>
            <p:nvPr/>
          </p:nvSpPr>
          <p:spPr bwMode="auto">
            <a:xfrm>
              <a:off x="1390" y="2813"/>
              <a:ext cx="129" cy="101"/>
            </a:xfrm>
            <a:custGeom>
              <a:avLst/>
              <a:gdLst>
                <a:gd name="T0" fmla="*/ 64 w 259"/>
                <a:gd name="T1" fmla="*/ 51 h 201"/>
                <a:gd name="T2" fmla="*/ 0 w 259"/>
                <a:gd name="T3" fmla="*/ 0 h 201"/>
                <a:gd name="T4" fmla="*/ 0 w 259"/>
                <a:gd name="T5" fmla="*/ 0 h 201"/>
                <a:gd name="T6" fmla="*/ 0 60000 65536"/>
                <a:gd name="T7" fmla="*/ 0 60000 65536"/>
                <a:gd name="T8" fmla="*/ 0 60000 65536"/>
                <a:gd name="T9" fmla="*/ 0 w 259"/>
                <a:gd name="T10" fmla="*/ 0 h 201"/>
                <a:gd name="T11" fmla="*/ 259 w 259"/>
                <a:gd name="T12" fmla="*/ 201 h 20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59" h="201">
                  <a:moveTo>
                    <a:pt x="259" y="201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32" name="Freeform 22"/>
            <p:cNvSpPr>
              <a:spLocks/>
            </p:cNvSpPr>
            <p:nvPr/>
          </p:nvSpPr>
          <p:spPr bwMode="auto">
            <a:xfrm>
              <a:off x="1167" y="2813"/>
              <a:ext cx="223" cy="1"/>
            </a:xfrm>
            <a:custGeom>
              <a:avLst/>
              <a:gdLst>
                <a:gd name="T0" fmla="*/ 112 w 445"/>
                <a:gd name="T1" fmla="*/ 0 h 1"/>
                <a:gd name="T2" fmla="*/ 0 w 445"/>
                <a:gd name="T3" fmla="*/ 0 h 1"/>
                <a:gd name="T4" fmla="*/ 1 w 445"/>
                <a:gd name="T5" fmla="*/ 0 h 1"/>
                <a:gd name="T6" fmla="*/ 0 60000 65536"/>
                <a:gd name="T7" fmla="*/ 0 60000 65536"/>
                <a:gd name="T8" fmla="*/ 0 60000 65536"/>
                <a:gd name="T9" fmla="*/ 0 w 445"/>
                <a:gd name="T10" fmla="*/ 0 h 1"/>
                <a:gd name="T11" fmla="*/ 445 w 44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45" h="1">
                  <a:moveTo>
                    <a:pt x="445" y="0"/>
                  </a:moveTo>
                  <a:lnTo>
                    <a:pt x="0" y="0"/>
                  </a:lnTo>
                  <a:lnTo>
                    <a:pt x="2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Group 23"/>
          <p:cNvGrpSpPr>
            <a:grpSpLocks/>
          </p:cNvGrpSpPr>
          <p:nvPr/>
        </p:nvGrpSpPr>
        <p:grpSpPr bwMode="auto">
          <a:xfrm>
            <a:off x="5435600" y="4251325"/>
            <a:ext cx="439738" cy="525463"/>
            <a:chOff x="3311" y="2565"/>
            <a:chExt cx="277" cy="331"/>
          </a:xfrm>
        </p:grpSpPr>
        <p:sp>
          <p:nvSpPr>
            <p:cNvPr id="28727" name="Rectangle 24"/>
            <p:cNvSpPr>
              <a:spLocks noChangeArrowheads="1"/>
            </p:cNvSpPr>
            <p:nvPr/>
          </p:nvSpPr>
          <p:spPr bwMode="auto">
            <a:xfrm>
              <a:off x="3370" y="2565"/>
              <a:ext cx="21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700" b="1" i="1">
                  <a:solidFill>
                    <a:srgbClr val="FF0000"/>
                  </a:solidFill>
                  <a:latin typeface="宋体" pitchFamily="2" charset="-122"/>
                </a:rPr>
                <a:t>Ⅱ</a:t>
              </a:r>
              <a:endParaRPr lang="en-US" altLang="zh-CN" sz="2400" b="1">
                <a:solidFill>
                  <a:srgbClr val="FF0000"/>
                </a:solidFill>
              </a:endParaRPr>
            </a:p>
          </p:txBody>
        </p:sp>
        <p:sp>
          <p:nvSpPr>
            <p:cNvPr id="28728" name="Freeform 25"/>
            <p:cNvSpPr>
              <a:spLocks/>
            </p:cNvSpPr>
            <p:nvPr/>
          </p:nvSpPr>
          <p:spPr bwMode="auto">
            <a:xfrm>
              <a:off x="3371" y="2813"/>
              <a:ext cx="213" cy="1"/>
            </a:xfrm>
            <a:custGeom>
              <a:avLst/>
              <a:gdLst>
                <a:gd name="T0" fmla="*/ 107 w 426"/>
                <a:gd name="T1" fmla="*/ 0 h 1"/>
                <a:gd name="T2" fmla="*/ 0 w 426"/>
                <a:gd name="T3" fmla="*/ 0 h 1"/>
                <a:gd name="T4" fmla="*/ 1 w 426"/>
                <a:gd name="T5" fmla="*/ 0 h 1"/>
                <a:gd name="T6" fmla="*/ 0 60000 65536"/>
                <a:gd name="T7" fmla="*/ 0 60000 65536"/>
                <a:gd name="T8" fmla="*/ 0 60000 65536"/>
                <a:gd name="T9" fmla="*/ 0 w 426"/>
                <a:gd name="T10" fmla="*/ 0 h 1"/>
                <a:gd name="T11" fmla="*/ 426 w 42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26" h="1">
                  <a:moveTo>
                    <a:pt x="426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9" name="Freeform 26"/>
            <p:cNvSpPr>
              <a:spLocks/>
            </p:cNvSpPr>
            <p:nvPr/>
          </p:nvSpPr>
          <p:spPr bwMode="auto">
            <a:xfrm>
              <a:off x="3311" y="2813"/>
              <a:ext cx="60" cy="83"/>
            </a:xfrm>
            <a:custGeom>
              <a:avLst/>
              <a:gdLst>
                <a:gd name="T0" fmla="*/ 30 w 119"/>
                <a:gd name="T1" fmla="*/ 0 h 165"/>
                <a:gd name="T2" fmla="*/ 0 w 119"/>
                <a:gd name="T3" fmla="*/ 42 h 165"/>
                <a:gd name="T4" fmla="*/ 1 w 119"/>
                <a:gd name="T5" fmla="*/ 42 h 165"/>
                <a:gd name="T6" fmla="*/ 0 60000 65536"/>
                <a:gd name="T7" fmla="*/ 0 60000 65536"/>
                <a:gd name="T8" fmla="*/ 0 60000 65536"/>
                <a:gd name="T9" fmla="*/ 0 w 119"/>
                <a:gd name="T10" fmla="*/ 0 h 165"/>
                <a:gd name="T11" fmla="*/ 119 w 119"/>
                <a:gd name="T12" fmla="*/ 165 h 16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9" h="165">
                  <a:moveTo>
                    <a:pt x="119" y="0"/>
                  </a:moveTo>
                  <a:lnTo>
                    <a:pt x="0" y="165"/>
                  </a:lnTo>
                  <a:lnTo>
                    <a:pt x="1" y="165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6" name="Group 27"/>
          <p:cNvGrpSpPr>
            <a:grpSpLocks/>
          </p:cNvGrpSpPr>
          <p:nvPr/>
        </p:nvGrpSpPr>
        <p:grpSpPr bwMode="auto">
          <a:xfrm>
            <a:off x="2309813" y="1909763"/>
            <a:ext cx="890587" cy="930275"/>
            <a:chOff x="1342" y="1090"/>
            <a:chExt cx="561" cy="586"/>
          </a:xfrm>
        </p:grpSpPr>
        <p:sp>
          <p:nvSpPr>
            <p:cNvPr id="28724" name="Rectangle 28"/>
            <p:cNvSpPr>
              <a:spLocks noChangeArrowheads="1"/>
            </p:cNvSpPr>
            <p:nvPr/>
          </p:nvSpPr>
          <p:spPr bwMode="auto">
            <a:xfrm>
              <a:off x="1546" y="1090"/>
              <a:ext cx="21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700" b="1" i="1">
                  <a:solidFill>
                    <a:srgbClr val="FF0000"/>
                  </a:solidFill>
                  <a:latin typeface="宋体" pitchFamily="2" charset="-122"/>
                </a:rPr>
                <a:t>Ⅰ</a:t>
              </a:r>
              <a:endParaRPr lang="en-US" altLang="zh-CN" sz="2400" b="1">
                <a:solidFill>
                  <a:srgbClr val="FF0000"/>
                </a:solidFill>
              </a:endParaRPr>
            </a:p>
          </p:txBody>
        </p:sp>
        <p:sp>
          <p:nvSpPr>
            <p:cNvPr id="28725" name="Rectangle 29"/>
            <p:cNvSpPr>
              <a:spLocks noChangeArrowheads="1"/>
            </p:cNvSpPr>
            <p:nvPr/>
          </p:nvSpPr>
          <p:spPr bwMode="auto">
            <a:xfrm>
              <a:off x="1342" y="1369"/>
              <a:ext cx="54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1" i="1">
                  <a:solidFill>
                    <a:srgbClr val="FF0000"/>
                  </a:solidFill>
                  <a:latin typeface="ISOCTEUR" pitchFamily="49" charset="0"/>
                </a:rPr>
                <a:t>2:1</a:t>
              </a:r>
              <a:endParaRPr lang="en-US" altLang="zh-CN" sz="2800" b="1">
                <a:solidFill>
                  <a:srgbClr val="FF0000"/>
                </a:solidFill>
                <a:latin typeface="ISOCTEUR" pitchFamily="49" charset="0"/>
              </a:endParaRPr>
            </a:p>
          </p:txBody>
        </p:sp>
        <p:sp>
          <p:nvSpPr>
            <p:cNvPr id="28726" name="Freeform 30"/>
            <p:cNvSpPr>
              <a:spLocks/>
            </p:cNvSpPr>
            <p:nvPr/>
          </p:nvSpPr>
          <p:spPr bwMode="auto">
            <a:xfrm>
              <a:off x="1428" y="1360"/>
              <a:ext cx="475" cy="1"/>
            </a:xfrm>
            <a:custGeom>
              <a:avLst/>
              <a:gdLst>
                <a:gd name="T0" fmla="*/ 0 w 950"/>
                <a:gd name="T1" fmla="*/ 0 h 1"/>
                <a:gd name="T2" fmla="*/ 238 w 950"/>
                <a:gd name="T3" fmla="*/ 0 h 1"/>
                <a:gd name="T4" fmla="*/ 238 w 950"/>
                <a:gd name="T5" fmla="*/ 0 h 1"/>
                <a:gd name="T6" fmla="*/ 0 60000 65536"/>
                <a:gd name="T7" fmla="*/ 0 60000 65536"/>
                <a:gd name="T8" fmla="*/ 0 60000 65536"/>
                <a:gd name="T9" fmla="*/ 0 w 950"/>
                <a:gd name="T10" fmla="*/ 0 h 1"/>
                <a:gd name="T11" fmla="*/ 950 w 95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50" h="1">
                  <a:moveTo>
                    <a:pt x="0" y="0"/>
                  </a:moveTo>
                  <a:lnTo>
                    <a:pt x="949" y="0"/>
                  </a:lnTo>
                  <a:lnTo>
                    <a:pt x="950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31"/>
          <p:cNvGrpSpPr>
            <a:grpSpLocks/>
          </p:cNvGrpSpPr>
          <p:nvPr/>
        </p:nvGrpSpPr>
        <p:grpSpPr bwMode="auto">
          <a:xfrm>
            <a:off x="4718050" y="1909763"/>
            <a:ext cx="877888" cy="947737"/>
            <a:chOff x="2859" y="1090"/>
            <a:chExt cx="553" cy="597"/>
          </a:xfrm>
        </p:grpSpPr>
        <p:sp>
          <p:nvSpPr>
            <p:cNvPr id="28721" name="Rectangle 32"/>
            <p:cNvSpPr>
              <a:spLocks noChangeArrowheads="1"/>
            </p:cNvSpPr>
            <p:nvPr/>
          </p:nvSpPr>
          <p:spPr bwMode="auto">
            <a:xfrm>
              <a:off x="3051" y="1090"/>
              <a:ext cx="218" cy="2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700" b="1" i="1">
                  <a:solidFill>
                    <a:srgbClr val="FF0000"/>
                  </a:solidFill>
                  <a:latin typeface="宋体" pitchFamily="2" charset="-122"/>
                </a:rPr>
                <a:t>Ⅱ</a:t>
              </a:r>
              <a:endParaRPr lang="en-US" altLang="zh-CN" sz="2400" b="1">
                <a:solidFill>
                  <a:srgbClr val="FF0000"/>
                </a:solidFill>
              </a:endParaRPr>
            </a:p>
          </p:txBody>
        </p:sp>
        <p:sp>
          <p:nvSpPr>
            <p:cNvPr id="28722" name="Rectangle 33"/>
            <p:cNvSpPr>
              <a:spLocks noChangeArrowheads="1"/>
            </p:cNvSpPr>
            <p:nvPr/>
          </p:nvSpPr>
          <p:spPr bwMode="auto">
            <a:xfrm>
              <a:off x="2859" y="1380"/>
              <a:ext cx="546" cy="3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b="1" i="1">
                  <a:solidFill>
                    <a:srgbClr val="FF0000"/>
                  </a:solidFill>
                  <a:latin typeface="ISOCTEUR" pitchFamily="49" charset="0"/>
                </a:rPr>
                <a:t>2:1</a:t>
              </a:r>
              <a:endParaRPr lang="en-US" altLang="zh-CN" sz="2800" b="1">
                <a:solidFill>
                  <a:srgbClr val="FF0000"/>
                </a:solidFill>
                <a:latin typeface="ISOCTEUR" pitchFamily="49" charset="0"/>
              </a:endParaRPr>
            </a:p>
          </p:txBody>
        </p:sp>
        <p:sp>
          <p:nvSpPr>
            <p:cNvPr id="28723" name="Freeform 34"/>
            <p:cNvSpPr>
              <a:spLocks/>
            </p:cNvSpPr>
            <p:nvPr/>
          </p:nvSpPr>
          <p:spPr bwMode="auto">
            <a:xfrm>
              <a:off x="2948" y="1376"/>
              <a:ext cx="464" cy="1"/>
            </a:xfrm>
            <a:custGeom>
              <a:avLst/>
              <a:gdLst>
                <a:gd name="T0" fmla="*/ 0 w 928"/>
                <a:gd name="T1" fmla="*/ 0 h 1"/>
                <a:gd name="T2" fmla="*/ 232 w 928"/>
                <a:gd name="T3" fmla="*/ 0 h 1"/>
                <a:gd name="T4" fmla="*/ 232 w 928"/>
                <a:gd name="T5" fmla="*/ 0 h 1"/>
                <a:gd name="T6" fmla="*/ 0 60000 65536"/>
                <a:gd name="T7" fmla="*/ 0 60000 65536"/>
                <a:gd name="T8" fmla="*/ 0 60000 65536"/>
                <a:gd name="T9" fmla="*/ 0 w 928"/>
                <a:gd name="T10" fmla="*/ 0 h 1"/>
                <a:gd name="T11" fmla="*/ 928 w 928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928" h="1">
                  <a:moveTo>
                    <a:pt x="0" y="0"/>
                  </a:moveTo>
                  <a:lnTo>
                    <a:pt x="926" y="0"/>
                  </a:lnTo>
                  <a:lnTo>
                    <a:pt x="928" y="0"/>
                  </a:lnTo>
                </a:path>
              </a:pathLst>
            </a:custGeom>
            <a:noFill/>
            <a:ln w="19050" cmpd="sng">
              <a:solidFill>
                <a:srgbClr val="FF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8" name="Group 35"/>
          <p:cNvGrpSpPr>
            <a:grpSpLocks/>
          </p:cNvGrpSpPr>
          <p:nvPr/>
        </p:nvGrpSpPr>
        <p:grpSpPr bwMode="auto">
          <a:xfrm>
            <a:off x="1631950" y="5013325"/>
            <a:ext cx="6480175" cy="758825"/>
            <a:chOff x="915" y="3045"/>
            <a:chExt cx="4082" cy="478"/>
          </a:xfrm>
        </p:grpSpPr>
        <p:sp>
          <p:nvSpPr>
            <p:cNvPr id="28685" name="Rectangle 36"/>
            <p:cNvSpPr>
              <a:spLocks noChangeArrowheads="1"/>
            </p:cNvSpPr>
            <p:nvPr/>
          </p:nvSpPr>
          <p:spPr bwMode="auto">
            <a:xfrm>
              <a:off x="4632" y="3176"/>
              <a:ext cx="314" cy="21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28686" name="Rectangle 37"/>
            <p:cNvSpPr>
              <a:spLocks noChangeArrowheads="1"/>
            </p:cNvSpPr>
            <p:nvPr/>
          </p:nvSpPr>
          <p:spPr bwMode="auto">
            <a:xfrm>
              <a:off x="3311" y="3046"/>
              <a:ext cx="926" cy="47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28687" name="Rectangle 38"/>
            <p:cNvSpPr>
              <a:spLocks noChangeArrowheads="1"/>
            </p:cNvSpPr>
            <p:nvPr/>
          </p:nvSpPr>
          <p:spPr bwMode="auto">
            <a:xfrm>
              <a:off x="1101" y="3046"/>
              <a:ext cx="473" cy="47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28688" name="Rectangle 39"/>
            <p:cNvSpPr>
              <a:spLocks noChangeArrowheads="1"/>
            </p:cNvSpPr>
            <p:nvPr/>
          </p:nvSpPr>
          <p:spPr bwMode="auto">
            <a:xfrm>
              <a:off x="1761" y="3046"/>
              <a:ext cx="1306" cy="477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28689" name="Freeform 40"/>
            <p:cNvSpPr>
              <a:spLocks/>
            </p:cNvSpPr>
            <p:nvPr/>
          </p:nvSpPr>
          <p:spPr bwMode="auto">
            <a:xfrm>
              <a:off x="915" y="3284"/>
              <a:ext cx="353" cy="1"/>
            </a:xfrm>
            <a:custGeom>
              <a:avLst/>
              <a:gdLst>
                <a:gd name="T0" fmla="*/ 0 w 706"/>
                <a:gd name="T1" fmla="*/ 0 h 1"/>
                <a:gd name="T2" fmla="*/ 177 w 706"/>
                <a:gd name="T3" fmla="*/ 0 h 1"/>
                <a:gd name="T4" fmla="*/ 177 w 706"/>
                <a:gd name="T5" fmla="*/ 0 h 1"/>
                <a:gd name="T6" fmla="*/ 0 60000 65536"/>
                <a:gd name="T7" fmla="*/ 0 60000 65536"/>
                <a:gd name="T8" fmla="*/ 0 60000 65536"/>
                <a:gd name="T9" fmla="*/ 0 w 706"/>
                <a:gd name="T10" fmla="*/ 0 h 1"/>
                <a:gd name="T11" fmla="*/ 706 w 70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06" h="1">
                  <a:moveTo>
                    <a:pt x="0" y="0"/>
                  </a:moveTo>
                  <a:lnTo>
                    <a:pt x="705" y="0"/>
                  </a:lnTo>
                  <a:lnTo>
                    <a:pt x="706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0" name="Freeform 41"/>
            <p:cNvSpPr>
              <a:spLocks/>
            </p:cNvSpPr>
            <p:nvPr/>
          </p:nvSpPr>
          <p:spPr bwMode="auto">
            <a:xfrm>
              <a:off x="1036" y="3045"/>
              <a:ext cx="65" cy="478"/>
            </a:xfrm>
            <a:custGeom>
              <a:avLst/>
              <a:gdLst>
                <a:gd name="T0" fmla="*/ 64 w 65"/>
                <a:gd name="T1" fmla="*/ 0 h 478"/>
                <a:gd name="T2" fmla="*/ 20 w 65"/>
                <a:gd name="T3" fmla="*/ 131 h 478"/>
                <a:gd name="T4" fmla="*/ 0 w 65"/>
                <a:gd name="T5" fmla="*/ 239 h 478"/>
                <a:gd name="T6" fmla="*/ 20 w 65"/>
                <a:gd name="T7" fmla="*/ 347 h 478"/>
                <a:gd name="T8" fmla="*/ 64 w 65"/>
                <a:gd name="T9" fmla="*/ 478 h 478"/>
                <a:gd name="T10" fmla="*/ 65 w 65"/>
                <a:gd name="T11" fmla="*/ 478 h 4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65"/>
                <a:gd name="T19" fmla="*/ 0 h 478"/>
                <a:gd name="T20" fmla="*/ 65 w 65"/>
                <a:gd name="T21" fmla="*/ 478 h 478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65" h="478">
                  <a:moveTo>
                    <a:pt x="64" y="0"/>
                  </a:moveTo>
                  <a:lnTo>
                    <a:pt x="20" y="131"/>
                  </a:lnTo>
                  <a:lnTo>
                    <a:pt x="0" y="239"/>
                  </a:lnTo>
                  <a:lnTo>
                    <a:pt x="20" y="347"/>
                  </a:lnTo>
                  <a:lnTo>
                    <a:pt x="64" y="478"/>
                  </a:lnTo>
                  <a:lnTo>
                    <a:pt x="65" y="478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1" name="Freeform 42"/>
            <p:cNvSpPr>
              <a:spLocks/>
            </p:cNvSpPr>
            <p:nvPr/>
          </p:nvSpPr>
          <p:spPr bwMode="auto">
            <a:xfrm>
              <a:off x="3213" y="3148"/>
              <a:ext cx="1" cy="272"/>
            </a:xfrm>
            <a:custGeom>
              <a:avLst/>
              <a:gdLst>
                <a:gd name="T0" fmla="*/ 0 w 1"/>
                <a:gd name="T1" fmla="*/ 0 h 545"/>
                <a:gd name="T2" fmla="*/ 0 w 1"/>
                <a:gd name="T3" fmla="*/ 136 h 545"/>
                <a:gd name="T4" fmla="*/ 1 w 1"/>
                <a:gd name="T5" fmla="*/ 136 h 545"/>
                <a:gd name="T6" fmla="*/ 0 60000 65536"/>
                <a:gd name="T7" fmla="*/ 0 60000 65536"/>
                <a:gd name="T8" fmla="*/ 0 60000 65536"/>
                <a:gd name="T9" fmla="*/ 0 w 1"/>
                <a:gd name="T10" fmla="*/ 0 h 545"/>
                <a:gd name="T11" fmla="*/ 1 w 1"/>
                <a:gd name="T12" fmla="*/ 545 h 54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45">
                  <a:moveTo>
                    <a:pt x="0" y="0"/>
                  </a:moveTo>
                  <a:lnTo>
                    <a:pt x="0" y="545"/>
                  </a:lnTo>
                  <a:lnTo>
                    <a:pt x="1" y="54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2" name="Freeform 43"/>
            <p:cNvSpPr>
              <a:spLocks/>
            </p:cNvSpPr>
            <p:nvPr/>
          </p:nvSpPr>
          <p:spPr bwMode="auto">
            <a:xfrm>
              <a:off x="1573" y="3045"/>
              <a:ext cx="189" cy="29"/>
            </a:xfrm>
            <a:custGeom>
              <a:avLst/>
              <a:gdLst>
                <a:gd name="T0" fmla="*/ 0 w 377"/>
                <a:gd name="T1" fmla="*/ 0 h 59"/>
                <a:gd name="T2" fmla="*/ 47 w 377"/>
                <a:gd name="T3" fmla="*/ 14 h 59"/>
                <a:gd name="T4" fmla="*/ 94 w 377"/>
                <a:gd name="T5" fmla="*/ 0 h 59"/>
                <a:gd name="T6" fmla="*/ 95 w 377"/>
                <a:gd name="T7" fmla="*/ 0 h 5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7"/>
                <a:gd name="T13" fmla="*/ 0 h 59"/>
                <a:gd name="T14" fmla="*/ 377 w 377"/>
                <a:gd name="T15" fmla="*/ 59 h 5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7" h="59">
                  <a:moveTo>
                    <a:pt x="0" y="0"/>
                  </a:moveTo>
                  <a:lnTo>
                    <a:pt x="188" y="59"/>
                  </a:lnTo>
                  <a:lnTo>
                    <a:pt x="376" y="0"/>
                  </a:lnTo>
                  <a:lnTo>
                    <a:pt x="377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3" name="Freeform 44"/>
            <p:cNvSpPr>
              <a:spLocks/>
            </p:cNvSpPr>
            <p:nvPr/>
          </p:nvSpPr>
          <p:spPr bwMode="auto">
            <a:xfrm>
              <a:off x="3213" y="3420"/>
              <a:ext cx="102" cy="103"/>
            </a:xfrm>
            <a:custGeom>
              <a:avLst/>
              <a:gdLst>
                <a:gd name="T0" fmla="*/ 51 w 205"/>
                <a:gd name="T1" fmla="*/ 52 h 206"/>
                <a:gd name="T2" fmla="*/ 0 w 205"/>
                <a:gd name="T3" fmla="*/ 0 h 206"/>
                <a:gd name="T4" fmla="*/ 0 w 205"/>
                <a:gd name="T5" fmla="*/ 0 h 206"/>
                <a:gd name="T6" fmla="*/ 0 60000 65536"/>
                <a:gd name="T7" fmla="*/ 0 60000 65536"/>
                <a:gd name="T8" fmla="*/ 0 60000 65536"/>
                <a:gd name="T9" fmla="*/ 0 w 205"/>
                <a:gd name="T10" fmla="*/ 0 h 206"/>
                <a:gd name="T11" fmla="*/ 205 w 205"/>
                <a:gd name="T12" fmla="*/ 206 h 20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5" h="206">
                  <a:moveTo>
                    <a:pt x="205" y="206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4" name="Freeform 45"/>
            <p:cNvSpPr>
              <a:spLocks/>
            </p:cNvSpPr>
            <p:nvPr/>
          </p:nvSpPr>
          <p:spPr bwMode="auto">
            <a:xfrm>
              <a:off x="3213" y="3045"/>
              <a:ext cx="102" cy="103"/>
            </a:xfrm>
            <a:custGeom>
              <a:avLst/>
              <a:gdLst>
                <a:gd name="T0" fmla="*/ 51 w 205"/>
                <a:gd name="T1" fmla="*/ 0 h 205"/>
                <a:gd name="T2" fmla="*/ 0 w 205"/>
                <a:gd name="T3" fmla="*/ 52 h 205"/>
                <a:gd name="T4" fmla="*/ 0 w 205"/>
                <a:gd name="T5" fmla="*/ 52 h 205"/>
                <a:gd name="T6" fmla="*/ 0 60000 65536"/>
                <a:gd name="T7" fmla="*/ 0 60000 65536"/>
                <a:gd name="T8" fmla="*/ 0 60000 65536"/>
                <a:gd name="T9" fmla="*/ 0 w 205"/>
                <a:gd name="T10" fmla="*/ 0 h 205"/>
                <a:gd name="T11" fmla="*/ 205 w 205"/>
                <a:gd name="T12" fmla="*/ 205 h 2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5" h="205">
                  <a:moveTo>
                    <a:pt x="205" y="0"/>
                  </a:moveTo>
                  <a:lnTo>
                    <a:pt x="0" y="205"/>
                  </a:lnTo>
                  <a:lnTo>
                    <a:pt x="1" y="205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5" name="Freeform 46"/>
            <p:cNvSpPr>
              <a:spLocks/>
            </p:cNvSpPr>
            <p:nvPr/>
          </p:nvSpPr>
          <p:spPr bwMode="auto">
            <a:xfrm>
              <a:off x="3067" y="3148"/>
              <a:ext cx="146" cy="1"/>
            </a:xfrm>
            <a:custGeom>
              <a:avLst/>
              <a:gdLst>
                <a:gd name="T0" fmla="*/ 74 w 290"/>
                <a:gd name="T1" fmla="*/ 0 h 1"/>
                <a:gd name="T2" fmla="*/ 0 w 290"/>
                <a:gd name="T3" fmla="*/ 0 h 1"/>
                <a:gd name="T4" fmla="*/ 1 w 290"/>
                <a:gd name="T5" fmla="*/ 0 h 1"/>
                <a:gd name="T6" fmla="*/ 0 60000 65536"/>
                <a:gd name="T7" fmla="*/ 0 60000 65536"/>
                <a:gd name="T8" fmla="*/ 0 60000 65536"/>
                <a:gd name="T9" fmla="*/ 0 w 290"/>
                <a:gd name="T10" fmla="*/ 0 h 1"/>
                <a:gd name="T11" fmla="*/ 290 w 29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0" h="1">
                  <a:moveTo>
                    <a:pt x="290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6" name="Freeform 47"/>
            <p:cNvSpPr>
              <a:spLocks/>
            </p:cNvSpPr>
            <p:nvPr/>
          </p:nvSpPr>
          <p:spPr bwMode="auto">
            <a:xfrm>
              <a:off x="3067" y="3420"/>
              <a:ext cx="146" cy="1"/>
            </a:xfrm>
            <a:custGeom>
              <a:avLst/>
              <a:gdLst>
                <a:gd name="T0" fmla="*/ 74 w 290"/>
                <a:gd name="T1" fmla="*/ 0 h 1"/>
                <a:gd name="T2" fmla="*/ 0 w 290"/>
                <a:gd name="T3" fmla="*/ 0 h 1"/>
                <a:gd name="T4" fmla="*/ 1 w 290"/>
                <a:gd name="T5" fmla="*/ 0 h 1"/>
                <a:gd name="T6" fmla="*/ 0 60000 65536"/>
                <a:gd name="T7" fmla="*/ 0 60000 65536"/>
                <a:gd name="T8" fmla="*/ 0 60000 65536"/>
                <a:gd name="T9" fmla="*/ 0 w 290"/>
                <a:gd name="T10" fmla="*/ 0 h 1"/>
                <a:gd name="T11" fmla="*/ 290 w 29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0" h="1">
                  <a:moveTo>
                    <a:pt x="290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7" name="Freeform 48"/>
            <p:cNvSpPr>
              <a:spLocks/>
            </p:cNvSpPr>
            <p:nvPr/>
          </p:nvSpPr>
          <p:spPr bwMode="auto">
            <a:xfrm>
              <a:off x="3245" y="3116"/>
              <a:ext cx="993" cy="1"/>
            </a:xfrm>
            <a:custGeom>
              <a:avLst/>
              <a:gdLst>
                <a:gd name="T0" fmla="*/ 0 w 1987"/>
                <a:gd name="T1" fmla="*/ 0 h 1"/>
                <a:gd name="T2" fmla="*/ 496 w 1987"/>
                <a:gd name="T3" fmla="*/ 0 h 1"/>
                <a:gd name="T4" fmla="*/ 496 w 1987"/>
                <a:gd name="T5" fmla="*/ 0 h 1"/>
                <a:gd name="T6" fmla="*/ 0 60000 65536"/>
                <a:gd name="T7" fmla="*/ 0 60000 65536"/>
                <a:gd name="T8" fmla="*/ 0 60000 65536"/>
                <a:gd name="T9" fmla="*/ 0 w 1987"/>
                <a:gd name="T10" fmla="*/ 0 h 1"/>
                <a:gd name="T11" fmla="*/ 1987 w 198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87" h="1">
                  <a:moveTo>
                    <a:pt x="0" y="0"/>
                  </a:moveTo>
                  <a:lnTo>
                    <a:pt x="1985" y="0"/>
                  </a:lnTo>
                  <a:lnTo>
                    <a:pt x="198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8" name="Freeform 49"/>
            <p:cNvSpPr>
              <a:spLocks/>
            </p:cNvSpPr>
            <p:nvPr/>
          </p:nvSpPr>
          <p:spPr bwMode="auto">
            <a:xfrm>
              <a:off x="3245" y="3452"/>
              <a:ext cx="993" cy="1"/>
            </a:xfrm>
            <a:custGeom>
              <a:avLst/>
              <a:gdLst>
                <a:gd name="T0" fmla="*/ 0 w 1987"/>
                <a:gd name="T1" fmla="*/ 0 h 1"/>
                <a:gd name="T2" fmla="*/ 496 w 1987"/>
                <a:gd name="T3" fmla="*/ 0 h 1"/>
                <a:gd name="T4" fmla="*/ 496 w 1987"/>
                <a:gd name="T5" fmla="*/ 0 h 1"/>
                <a:gd name="T6" fmla="*/ 0 60000 65536"/>
                <a:gd name="T7" fmla="*/ 0 60000 65536"/>
                <a:gd name="T8" fmla="*/ 0 60000 65536"/>
                <a:gd name="T9" fmla="*/ 0 w 1987"/>
                <a:gd name="T10" fmla="*/ 0 h 1"/>
                <a:gd name="T11" fmla="*/ 1987 w 198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87" h="1">
                  <a:moveTo>
                    <a:pt x="0" y="0"/>
                  </a:moveTo>
                  <a:lnTo>
                    <a:pt x="1985" y="0"/>
                  </a:lnTo>
                  <a:lnTo>
                    <a:pt x="198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699" name="Freeform 50"/>
            <p:cNvSpPr>
              <a:spLocks/>
            </p:cNvSpPr>
            <p:nvPr/>
          </p:nvSpPr>
          <p:spPr bwMode="auto">
            <a:xfrm>
              <a:off x="4237" y="3142"/>
              <a:ext cx="343" cy="1"/>
            </a:xfrm>
            <a:custGeom>
              <a:avLst/>
              <a:gdLst>
                <a:gd name="T0" fmla="*/ 0 w 686"/>
                <a:gd name="T1" fmla="*/ 0 h 1"/>
                <a:gd name="T2" fmla="*/ 172 w 686"/>
                <a:gd name="T3" fmla="*/ 0 h 1"/>
                <a:gd name="T4" fmla="*/ 172 w 686"/>
                <a:gd name="T5" fmla="*/ 0 h 1"/>
                <a:gd name="T6" fmla="*/ 0 60000 65536"/>
                <a:gd name="T7" fmla="*/ 0 60000 65536"/>
                <a:gd name="T8" fmla="*/ 0 60000 65536"/>
                <a:gd name="T9" fmla="*/ 0 w 686"/>
                <a:gd name="T10" fmla="*/ 0 h 1"/>
                <a:gd name="T11" fmla="*/ 686 w 68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6" h="1">
                  <a:moveTo>
                    <a:pt x="0" y="0"/>
                  </a:moveTo>
                  <a:lnTo>
                    <a:pt x="685" y="0"/>
                  </a:lnTo>
                  <a:lnTo>
                    <a:pt x="68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0" name="Freeform 51"/>
            <p:cNvSpPr>
              <a:spLocks/>
            </p:cNvSpPr>
            <p:nvPr/>
          </p:nvSpPr>
          <p:spPr bwMode="auto">
            <a:xfrm>
              <a:off x="4237" y="3255"/>
              <a:ext cx="343" cy="1"/>
            </a:xfrm>
            <a:custGeom>
              <a:avLst/>
              <a:gdLst>
                <a:gd name="T0" fmla="*/ 0 w 686"/>
                <a:gd name="T1" fmla="*/ 0 h 1"/>
                <a:gd name="T2" fmla="*/ 172 w 686"/>
                <a:gd name="T3" fmla="*/ 0 h 1"/>
                <a:gd name="T4" fmla="*/ 172 w 686"/>
                <a:gd name="T5" fmla="*/ 0 h 1"/>
                <a:gd name="T6" fmla="*/ 0 60000 65536"/>
                <a:gd name="T7" fmla="*/ 0 60000 65536"/>
                <a:gd name="T8" fmla="*/ 0 60000 65536"/>
                <a:gd name="T9" fmla="*/ 0 w 686"/>
                <a:gd name="T10" fmla="*/ 0 h 1"/>
                <a:gd name="T11" fmla="*/ 686 w 68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6" h="1">
                  <a:moveTo>
                    <a:pt x="0" y="0"/>
                  </a:moveTo>
                  <a:lnTo>
                    <a:pt x="685" y="0"/>
                  </a:lnTo>
                  <a:lnTo>
                    <a:pt x="68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1" name="Freeform 52"/>
            <p:cNvSpPr>
              <a:spLocks/>
            </p:cNvSpPr>
            <p:nvPr/>
          </p:nvSpPr>
          <p:spPr bwMode="auto">
            <a:xfrm>
              <a:off x="4579" y="3142"/>
              <a:ext cx="1" cy="284"/>
            </a:xfrm>
            <a:custGeom>
              <a:avLst/>
              <a:gdLst>
                <a:gd name="T0" fmla="*/ 0 w 1"/>
                <a:gd name="T1" fmla="*/ 0 h 570"/>
                <a:gd name="T2" fmla="*/ 0 w 1"/>
                <a:gd name="T3" fmla="*/ 142 h 570"/>
                <a:gd name="T4" fmla="*/ 1 w 1"/>
                <a:gd name="T5" fmla="*/ 142 h 570"/>
                <a:gd name="T6" fmla="*/ 0 60000 65536"/>
                <a:gd name="T7" fmla="*/ 0 60000 65536"/>
                <a:gd name="T8" fmla="*/ 0 60000 65536"/>
                <a:gd name="T9" fmla="*/ 0 w 1"/>
                <a:gd name="T10" fmla="*/ 0 h 570"/>
                <a:gd name="T11" fmla="*/ 1 w 1"/>
                <a:gd name="T12" fmla="*/ 570 h 57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" h="570">
                  <a:moveTo>
                    <a:pt x="0" y="0"/>
                  </a:moveTo>
                  <a:lnTo>
                    <a:pt x="0" y="570"/>
                  </a:lnTo>
                  <a:lnTo>
                    <a:pt x="1" y="57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2" name="Freeform 53"/>
            <p:cNvSpPr>
              <a:spLocks/>
            </p:cNvSpPr>
            <p:nvPr/>
          </p:nvSpPr>
          <p:spPr bwMode="auto">
            <a:xfrm>
              <a:off x="4237" y="3426"/>
              <a:ext cx="343" cy="1"/>
            </a:xfrm>
            <a:custGeom>
              <a:avLst/>
              <a:gdLst>
                <a:gd name="T0" fmla="*/ 0 w 686"/>
                <a:gd name="T1" fmla="*/ 0 h 1"/>
                <a:gd name="T2" fmla="*/ 172 w 686"/>
                <a:gd name="T3" fmla="*/ 0 h 1"/>
                <a:gd name="T4" fmla="*/ 172 w 686"/>
                <a:gd name="T5" fmla="*/ 0 h 1"/>
                <a:gd name="T6" fmla="*/ 0 60000 65536"/>
                <a:gd name="T7" fmla="*/ 0 60000 65536"/>
                <a:gd name="T8" fmla="*/ 0 60000 65536"/>
                <a:gd name="T9" fmla="*/ 0 w 686"/>
                <a:gd name="T10" fmla="*/ 0 h 1"/>
                <a:gd name="T11" fmla="*/ 686 w 68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6" h="1">
                  <a:moveTo>
                    <a:pt x="0" y="0"/>
                  </a:moveTo>
                  <a:lnTo>
                    <a:pt x="685" y="0"/>
                  </a:lnTo>
                  <a:lnTo>
                    <a:pt x="68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3" name="Freeform 54"/>
            <p:cNvSpPr>
              <a:spLocks/>
            </p:cNvSpPr>
            <p:nvPr/>
          </p:nvSpPr>
          <p:spPr bwMode="auto">
            <a:xfrm>
              <a:off x="4237" y="3307"/>
              <a:ext cx="343" cy="1"/>
            </a:xfrm>
            <a:custGeom>
              <a:avLst/>
              <a:gdLst>
                <a:gd name="T0" fmla="*/ 0 w 686"/>
                <a:gd name="T1" fmla="*/ 0 h 1"/>
                <a:gd name="T2" fmla="*/ 172 w 686"/>
                <a:gd name="T3" fmla="*/ 0 h 1"/>
                <a:gd name="T4" fmla="*/ 172 w 686"/>
                <a:gd name="T5" fmla="*/ 0 h 1"/>
                <a:gd name="T6" fmla="*/ 0 60000 65536"/>
                <a:gd name="T7" fmla="*/ 0 60000 65536"/>
                <a:gd name="T8" fmla="*/ 0 60000 65536"/>
                <a:gd name="T9" fmla="*/ 0 w 686"/>
                <a:gd name="T10" fmla="*/ 0 h 1"/>
                <a:gd name="T11" fmla="*/ 686 w 686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6" h="1">
                  <a:moveTo>
                    <a:pt x="0" y="0"/>
                  </a:moveTo>
                  <a:lnTo>
                    <a:pt x="685" y="0"/>
                  </a:lnTo>
                  <a:lnTo>
                    <a:pt x="686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4" name="Freeform 55"/>
            <p:cNvSpPr>
              <a:spLocks/>
            </p:cNvSpPr>
            <p:nvPr/>
          </p:nvSpPr>
          <p:spPr bwMode="auto">
            <a:xfrm>
              <a:off x="4237" y="3142"/>
              <a:ext cx="342" cy="119"/>
            </a:xfrm>
            <a:custGeom>
              <a:avLst/>
              <a:gdLst>
                <a:gd name="T0" fmla="*/ 171 w 685"/>
                <a:gd name="T1" fmla="*/ 0 h 239"/>
                <a:gd name="T2" fmla="*/ 0 w 685"/>
                <a:gd name="T3" fmla="*/ 59 h 239"/>
                <a:gd name="T4" fmla="*/ 0 w 685"/>
                <a:gd name="T5" fmla="*/ 59 h 239"/>
                <a:gd name="T6" fmla="*/ 0 60000 65536"/>
                <a:gd name="T7" fmla="*/ 0 60000 65536"/>
                <a:gd name="T8" fmla="*/ 0 60000 65536"/>
                <a:gd name="T9" fmla="*/ 0 w 685"/>
                <a:gd name="T10" fmla="*/ 0 h 239"/>
                <a:gd name="T11" fmla="*/ 685 w 685"/>
                <a:gd name="T12" fmla="*/ 239 h 2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5" h="239">
                  <a:moveTo>
                    <a:pt x="685" y="0"/>
                  </a:moveTo>
                  <a:lnTo>
                    <a:pt x="0" y="239"/>
                  </a:lnTo>
                  <a:lnTo>
                    <a:pt x="2" y="239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5" name="Freeform 56"/>
            <p:cNvSpPr>
              <a:spLocks/>
            </p:cNvSpPr>
            <p:nvPr/>
          </p:nvSpPr>
          <p:spPr bwMode="auto">
            <a:xfrm>
              <a:off x="4237" y="3142"/>
              <a:ext cx="343" cy="119"/>
            </a:xfrm>
            <a:custGeom>
              <a:avLst/>
              <a:gdLst>
                <a:gd name="T0" fmla="*/ 0 w 686"/>
                <a:gd name="T1" fmla="*/ 0 h 239"/>
                <a:gd name="T2" fmla="*/ 172 w 686"/>
                <a:gd name="T3" fmla="*/ 59 h 239"/>
                <a:gd name="T4" fmla="*/ 172 w 686"/>
                <a:gd name="T5" fmla="*/ 59 h 239"/>
                <a:gd name="T6" fmla="*/ 0 60000 65536"/>
                <a:gd name="T7" fmla="*/ 0 60000 65536"/>
                <a:gd name="T8" fmla="*/ 0 60000 65536"/>
                <a:gd name="T9" fmla="*/ 0 w 686"/>
                <a:gd name="T10" fmla="*/ 0 h 239"/>
                <a:gd name="T11" fmla="*/ 686 w 686"/>
                <a:gd name="T12" fmla="*/ 239 h 2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6" h="239">
                  <a:moveTo>
                    <a:pt x="0" y="0"/>
                  </a:moveTo>
                  <a:lnTo>
                    <a:pt x="685" y="239"/>
                  </a:lnTo>
                  <a:lnTo>
                    <a:pt x="686" y="239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6" name="Freeform 57"/>
            <p:cNvSpPr>
              <a:spLocks/>
            </p:cNvSpPr>
            <p:nvPr/>
          </p:nvSpPr>
          <p:spPr bwMode="auto">
            <a:xfrm>
              <a:off x="4237" y="3307"/>
              <a:ext cx="342" cy="119"/>
            </a:xfrm>
            <a:custGeom>
              <a:avLst/>
              <a:gdLst>
                <a:gd name="T0" fmla="*/ 171 w 685"/>
                <a:gd name="T1" fmla="*/ 0 h 239"/>
                <a:gd name="T2" fmla="*/ 0 w 685"/>
                <a:gd name="T3" fmla="*/ 59 h 239"/>
                <a:gd name="T4" fmla="*/ 0 w 685"/>
                <a:gd name="T5" fmla="*/ 59 h 239"/>
                <a:gd name="T6" fmla="*/ 0 60000 65536"/>
                <a:gd name="T7" fmla="*/ 0 60000 65536"/>
                <a:gd name="T8" fmla="*/ 0 60000 65536"/>
                <a:gd name="T9" fmla="*/ 0 w 685"/>
                <a:gd name="T10" fmla="*/ 0 h 239"/>
                <a:gd name="T11" fmla="*/ 685 w 685"/>
                <a:gd name="T12" fmla="*/ 239 h 2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5" h="239">
                  <a:moveTo>
                    <a:pt x="685" y="0"/>
                  </a:moveTo>
                  <a:lnTo>
                    <a:pt x="0" y="239"/>
                  </a:lnTo>
                  <a:lnTo>
                    <a:pt x="2" y="239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7" name="Freeform 58"/>
            <p:cNvSpPr>
              <a:spLocks/>
            </p:cNvSpPr>
            <p:nvPr/>
          </p:nvSpPr>
          <p:spPr bwMode="auto">
            <a:xfrm>
              <a:off x="4237" y="3307"/>
              <a:ext cx="343" cy="119"/>
            </a:xfrm>
            <a:custGeom>
              <a:avLst/>
              <a:gdLst>
                <a:gd name="T0" fmla="*/ 0 w 686"/>
                <a:gd name="T1" fmla="*/ 0 h 239"/>
                <a:gd name="T2" fmla="*/ 172 w 686"/>
                <a:gd name="T3" fmla="*/ 59 h 239"/>
                <a:gd name="T4" fmla="*/ 172 w 686"/>
                <a:gd name="T5" fmla="*/ 59 h 239"/>
                <a:gd name="T6" fmla="*/ 0 60000 65536"/>
                <a:gd name="T7" fmla="*/ 0 60000 65536"/>
                <a:gd name="T8" fmla="*/ 0 60000 65536"/>
                <a:gd name="T9" fmla="*/ 0 w 686"/>
                <a:gd name="T10" fmla="*/ 0 h 239"/>
                <a:gd name="T11" fmla="*/ 686 w 686"/>
                <a:gd name="T12" fmla="*/ 239 h 23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86" h="239">
                  <a:moveTo>
                    <a:pt x="0" y="0"/>
                  </a:moveTo>
                  <a:lnTo>
                    <a:pt x="685" y="239"/>
                  </a:lnTo>
                  <a:lnTo>
                    <a:pt x="686" y="239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8" name="Freeform 59"/>
            <p:cNvSpPr>
              <a:spLocks/>
            </p:cNvSpPr>
            <p:nvPr/>
          </p:nvSpPr>
          <p:spPr bwMode="auto">
            <a:xfrm>
              <a:off x="4634" y="3216"/>
              <a:ext cx="312" cy="1"/>
            </a:xfrm>
            <a:custGeom>
              <a:avLst/>
              <a:gdLst>
                <a:gd name="T0" fmla="*/ 156 w 624"/>
                <a:gd name="T1" fmla="*/ 0 h 1"/>
                <a:gd name="T2" fmla="*/ 0 w 624"/>
                <a:gd name="T3" fmla="*/ 0 h 1"/>
                <a:gd name="T4" fmla="*/ 1 w 624"/>
                <a:gd name="T5" fmla="*/ 0 h 1"/>
                <a:gd name="T6" fmla="*/ 0 60000 65536"/>
                <a:gd name="T7" fmla="*/ 0 60000 65536"/>
                <a:gd name="T8" fmla="*/ 0 60000 65536"/>
                <a:gd name="T9" fmla="*/ 0 w 624"/>
                <a:gd name="T10" fmla="*/ 0 h 1"/>
                <a:gd name="T11" fmla="*/ 624 w 62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24" h="1">
                  <a:moveTo>
                    <a:pt x="624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09" name="Freeform 60"/>
            <p:cNvSpPr>
              <a:spLocks/>
            </p:cNvSpPr>
            <p:nvPr/>
          </p:nvSpPr>
          <p:spPr bwMode="auto">
            <a:xfrm>
              <a:off x="4579" y="3227"/>
              <a:ext cx="55" cy="1"/>
            </a:xfrm>
            <a:custGeom>
              <a:avLst/>
              <a:gdLst>
                <a:gd name="T0" fmla="*/ 28 w 109"/>
                <a:gd name="T1" fmla="*/ 0 h 1"/>
                <a:gd name="T2" fmla="*/ 0 w 109"/>
                <a:gd name="T3" fmla="*/ 0 h 1"/>
                <a:gd name="T4" fmla="*/ 1 w 109"/>
                <a:gd name="T5" fmla="*/ 0 h 1"/>
                <a:gd name="T6" fmla="*/ 0 60000 65536"/>
                <a:gd name="T7" fmla="*/ 0 60000 65536"/>
                <a:gd name="T8" fmla="*/ 0 60000 65536"/>
                <a:gd name="T9" fmla="*/ 0 w 109"/>
                <a:gd name="T10" fmla="*/ 0 h 1"/>
                <a:gd name="T11" fmla="*/ 109 w 10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9" h="1">
                  <a:moveTo>
                    <a:pt x="10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0" name="Freeform 61"/>
            <p:cNvSpPr>
              <a:spLocks/>
            </p:cNvSpPr>
            <p:nvPr/>
          </p:nvSpPr>
          <p:spPr bwMode="auto">
            <a:xfrm>
              <a:off x="4579" y="3341"/>
              <a:ext cx="55" cy="1"/>
            </a:xfrm>
            <a:custGeom>
              <a:avLst/>
              <a:gdLst>
                <a:gd name="T0" fmla="*/ 28 w 109"/>
                <a:gd name="T1" fmla="*/ 0 h 1"/>
                <a:gd name="T2" fmla="*/ 0 w 109"/>
                <a:gd name="T3" fmla="*/ 0 h 1"/>
                <a:gd name="T4" fmla="*/ 1 w 109"/>
                <a:gd name="T5" fmla="*/ 0 h 1"/>
                <a:gd name="T6" fmla="*/ 0 60000 65536"/>
                <a:gd name="T7" fmla="*/ 0 60000 65536"/>
                <a:gd name="T8" fmla="*/ 0 60000 65536"/>
                <a:gd name="T9" fmla="*/ 0 w 109"/>
                <a:gd name="T10" fmla="*/ 0 h 1"/>
                <a:gd name="T11" fmla="*/ 109 w 10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09" h="1">
                  <a:moveTo>
                    <a:pt x="109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1" name="Freeform 62"/>
            <p:cNvSpPr>
              <a:spLocks/>
            </p:cNvSpPr>
            <p:nvPr/>
          </p:nvSpPr>
          <p:spPr bwMode="auto">
            <a:xfrm>
              <a:off x="4634" y="3352"/>
              <a:ext cx="312" cy="1"/>
            </a:xfrm>
            <a:custGeom>
              <a:avLst/>
              <a:gdLst>
                <a:gd name="T0" fmla="*/ 156 w 624"/>
                <a:gd name="T1" fmla="*/ 0 h 1"/>
                <a:gd name="T2" fmla="*/ 0 w 624"/>
                <a:gd name="T3" fmla="*/ 0 h 1"/>
                <a:gd name="T4" fmla="*/ 1 w 624"/>
                <a:gd name="T5" fmla="*/ 0 h 1"/>
                <a:gd name="T6" fmla="*/ 0 60000 65536"/>
                <a:gd name="T7" fmla="*/ 0 60000 65536"/>
                <a:gd name="T8" fmla="*/ 0 60000 65536"/>
                <a:gd name="T9" fmla="*/ 0 w 624"/>
                <a:gd name="T10" fmla="*/ 0 h 1"/>
                <a:gd name="T11" fmla="*/ 624 w 624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24" h="1">
                  <a:moveTo>
                    <a:pt x="624" y="0"/>
                  </a:moveTo>
                  <a:lnTo>
                    <a:pt x="0" y="0"/>
                  </a:lnTo>
                  <a:lnTo>
                    <a:pt x="1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2" name="Freeform 63"/>
            <p:cNvSpPr>
              <a:spLocks/>
            </p:cNvSpPr>
            <p:nvPr/>
          </p:nvSpPr>
          <p:spPr bwMode="auto">
            <a:xfrm>
              <a:off x="1304" y="3284"/>
              <a:ext cx="30" cy="1"/>
            </a:xfrm>
            <a:custGeom>
              <a:avLst/>
              <a:gdLst>
                <a:gd name="T0" fmla="*/ 0 w 59"/>
                <a:gd name="T1" fmla="*/ 0 h 1"/>
                <a:gd name="T2" fmla="*/ 15 w 59"/>
                <a:gd name="T3" fmla="*/ 0 h 1"/>
                <a:gd name="T4" fmla="*/ 15 w 59"/>
                <a:gd name="T5" fmla="*/ 0 h 1"/>
                <a:gd name="T6" fmla="*/ 0 60000 65536"/>
                <a:gd name="T7" fmla="*/ 0 60000 65536"/>
                <a:gd name="T8" fmla="*/ 0 60000 65536"/>
                <a:gd name="T9" fmla="*/ 0 w 59"/>
                <a:gd name="T10" fmla="*/ 0 h 1"/>
                <a:gd name="T11" fmla="*/ 59 w 59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9" h="1">
                  <a:moveTo>
                    <a:pt x="0" y="0"/>
                  </a:moveTo>
                  <a:lnTo>
                    <a:pt x="58" y="0"/>
                  </a:lnTo>
                  <a:lnTo>
                    <a:pt x="59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3" name="Freeform 64"/>
            <p:cNvSpPr>
              <a:spLocks/>
            </p:cNvSpPr>
            <p:nvPr/>
          </p:nvSpPr>
          <p:spPr bwMode="auto">
            <a:xfrm>
              <a:off x="1370" y="3284"/>
              <a:ext cx="944" cy="1"/>
            </a:xfrm>
            <a:custGeom>
              <a:avLst/>
              <a:gdLst>
                <a:gd name="T0" fmla="*/ 0 w 1888"/>
                <a:gd name="T1" fmla="*/ 0 h 1"/>
                <a:gd name="T2" fmla="*/ 472 w 1888"/>
                <a:gd name="T3" fmla="*/ 0 h 1"/>
                <a:gd name="T4" fmla="*/ 472 w 1888"/>
                <a:gd name="T5" fmla="*/ 0 h 1"/>
                <a:gd name="T6" fmla="*/ 0 60000 65536"/>
                <a:gd name="T7" fmla="*/ 0 60000 65536"/>
                <a:gd name="T8" fmla="*/ 0 60000 65536"/>
                <a:gd name="T9" fmla="*/ 0 w 1888"/>
                <a:gd name="T10" fmla="*/ 0 h 1"/>
                <a:gd name="T11" fmla="*/ 1888 w 1888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888" h="1">
                  <a:moveTo>
                    <a:pt x="0" y="0"/>
                  </a:moveTo>
                  <a:lnTo>
                    <a:pt x="1887" y="0"/>
                  </a:lnTo>
                  <a:lnTo>
                    <a:pt x="1888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4" name="Freeform 65"/>
            <p:cNvSpPr>
              <a:spLocks/>
            </p:cNvSpPr>
            <p:nvPr/>
          </p:nvSpPr>
          <p:spPr bwMode="auto">
            <a:xfrm>
              <a:off x="2357" y="3284"/>
              <a:ext cx="31" cy="1"/>
            </a:xfrm>
            <a:custGeom>
              <a:avLst/>
              <a:gdLst>
                <a:gd name="T0" fmla="*/ 0 w 60"/>
                <a:gd name="T1" fmla="*/ 0 h 1"/>
                <a:gd name="T2" fmla="*/ 16 w 60"/>
                <a:gd name="T3" fmla="*/ 0 h 1"/>
                <a:gd name="T4" fmla="*/ 16 w 60"/>
                <a:gd name="T5" fmla="*/ 0 h 1"/>
                <a:gd name="T6" fmla="*/ 0 60000 65536"/>
                <a:gd name="T7" fmla="*/ 0 60000 65536"/>
                <a:gd name="T8" fmla="*/ 0 60000 65536"/>
                <a:gd name="T9" fmla="*/ 0 w 60"/>
                <a:gd name="T10" fmla="*/ 0 h 1"/>
                <a:gd name="T11" fmla="*/ 60 w 60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60" h="1">
                  <a:moveTo>
                    <a:pt x="0" y="0"/>
                  </a:moveTo>
                  <a:lnTo>
                    <a:pt x="59" y="0"/>
                  </a:lnTo>
                  <a:lnTo>
                    <a:pt x="6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5" name="Freeform 66"/>
            <p:cNvSpPr>
              <a:spLocks/>
            </p:cNvSpPr>
            <p:nvPr/>
          </p:nvSpPr>
          <p:spPr bwMode="auto">
            <a:xfrm>
              <a:off x="2423" y="3284"/>
              <a:ext cx="1093" cy="1"/>
            </a:xfrm>
            <a:custGeom>
              <a:avLst/>
              <a:gdLst>
                <a:gd name="T0" fmla="*/ 0 w 2185"/>
                <a:gd name="T1" fmla="*/ 0 h 1"/>
                <a:gd name="T2" fmla="*/ 546 w 2185"/>
                <a:gd name="T3" fmla="*/ 0 h 1"/>
                <a:gd name="T4" fmla="*/ 547 w 2185"/>
                <a:gd name="T5" fmla="*/ 0 h 1"/>
                <a:gd name="T6" fmla="*/ 0 60000 65536"/>
                <a:gd name="T7" fmla="*/ 0 60000 65536"/>
                <a:gd name="T8" fmla="*/ 0 60000 65536"/>
                <a:gd name="T9" fmla="*/ 0 w 2185"/>
                <a:gd name="T10" fmla="*/ 0 h 1"/>
                <a:gd name="T11" fmla="*/ 2185 w 218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85" h="1">
                  <a:moveTo>
                    <a:pt x="0" y="0"/>
                  </a:moveTo>
                  <a:lnTo>
                    <a:pt x="2184" y="0"/>
                  </a:lnTo>
                  <a:lnTo>
                    <a:pt x="218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6" name="Freeform 67"/>
            <p:cNvSpPr>
              <a:spLocks/>
            </p:cNvSpPr>
            <p:nvPr/>
          </p:nvSpPr>
          <p:spPr bwMode="auto">
            <a:xfrm>
              <a:off x="3560" y="3284"/>
              <a:ext cx="37" cy="1"/>
            </a:xfrm>
            <a:custGeom>
              <a:avLst/>
              <a:gdLst>
                <a:gd name="T0" fmla="*/ 0 w 75"/>
                <a:gd name="T1" fmla="*/ 0 h 1"/>
                <a:gd name="T2" fmla="*/ 18 w 75"/>
                <a:gd name="T3" fmla="*/ 0 h 1"/>
                <a:gd name="T4" fmla="*/ 18 w 75"/>
                <a:gd name="T5" fmla="*/ 0 h 1"/>
                <a:gd name="T6" fmla="*/ 0 60000 65536"/>
                <a:gd name="T7" fmla="*/ 0 60000 65536"/>
                <a:gd name="T8" fmla="*/ 0 60000 65536"/>
                <a:gd name="T9" fmla="*/ 0 w 75"/>
                <a:gd name="T10" fmla="*/ 0 h 1"/>
                <a:gd name="T11" fmla="*/ 75 w 75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5" h="1">
                  <a:moveTo>
                    <a:pt x="0" y="0"/>
                  </a:moveTo>
                  <a:lnTo>
                    <a:pt x="74" y="0"/>
                  </a:lnTo>
                  <a:lnTo>
                    <a:pt x="75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7" name="Freeform 68"/>
            <p:cNvSpPr>
              <a:spLocks/>
            </p:cNvSpPr>
            <p:nvPr/>
          </p:nvSpPr>
          <p:spPr bwMode="auto">
            <a:xfrm>
              <a:off x="3649" y="3284"/>
              <a:ext cx="699" cy="1"/>
            </a:xfrm>
            <a:custGeom>
              <a:avLst/>
              <a:gdLst>
                <a:gd name="T0" fmla="*/ 0 w 1397"/>
                <a:gd name="T1" fmla="*/ 0 h 1"/>
                <a:gd name="T2" fmla="*/ 349 w 1397"/>
                <a:gd name="T3" fmla="*/ 0 h 1"/>
                <a:gd name="T4" fmla="*/ 350 w 1397"/>
                <a:gd name="T5" fmla="*/ 0 h 1"/>
                <a:gd name="T6" fmla="*/ 0 60000 65536"/>
                <a:gd name="T7" fmla="*/ 0 60000 65536"/>
                <a:gd name="T8" fmla="*/ 0 60000 65536"/>
                <a:gd name="T9" fmla="*/ 0 w 1397"/>
                <a:gd name="T10" fmla="*/ 0 h 1"/>
                <a:gd name="T11" fmla="*/ 1397 w 1397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97" h="1">
                  <a:moveTo>
                    <a:pt x="0" y="0"/>
                  </a:moveTo>
                  <a:lnTo>
                    <a:pt x="1396" y="0"/>
                  </a:lnTo>
                  <a:lnTo>
                    <a:pt x="1397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8" name="Freeform 69"/>
            <p:cNvSpPr>
              <a:spLocks/>
            </p:cNvSpPr>
            <p:nvPr/>
          </p:nvSpPr>
          <p:spPr bwMode="auto">
            <a:xfrm>
              <a:off x="4378" y="3284"/>
              <a:ext cx="16" cy="1"/>
            </a:xfrm>
            <a:custGeom>
              <a:avLst/>
              <a:gdLst>
                <a:gd name="T0" fmla="*/ 0 w 32"/>
                <a:gd name="T1" fmla="*/ 0 h 1"/>
                <a:gd name="T2" fmla="*/ 8 w 32"/>
                <a:gd name="T3" fmla="*/ 0 h 1"/>
                <a:gd name="T4" fmla="*/ 8 w 32"/>
                <a:gd name="T5" fmla="*/ 0 h 1"/>
                <a:gd name="T6" fmla="*/ 0 60000 65536"/>
                <a:gd name="T7" fmla="*/ 0 60000 65536"/>
                <a:gd name="T8" fmla="*/ 0 60000 65536"/>
                <a:gd name="T9" fmla="*/ 0 w 32"/>
                <a:gd name="T10" fmla="*/ 0 h 1"/>
                <a:gd name="T11" fmla="*/ 32 w 32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2" h="1">
                  <a:moveTo>
                    <a:pt x="0" y="0"/>
                  </a:moveTo>
                  <a:lnTo>
                    <a:pt x="31" y="0"/>
                  </a:lnTo>
                  <a:lnTo>
                    <a:pt x="32" y="0"/>
                  </a:lnTo>
                </a:path>
              </a:pathLst>
            </a:custGeom>
            <a:noFill/>
            <a:ln w="1588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19" name="Freeform 70"/>
            <p:cNvSpPr>
              <a:spLocks/>
            </p:cNvSpPr>
            <p:nvPr/>
          </p:nvSpPr>
          <p:spPr bwMode="auto">
            <a:xfrm>
              <a:off x="4420" y="3284"/>
              <a:ext cx="577" cy="1"/>
            </a:xfrm>
            <a:custGeom>
              <a:avLst/>
              <a:gdLst>
                <a:gd name="T0" fmla="*/ 0 w 1153"/>
                <a:gd name="T1" fmla="*/ 0 h 1"/>
                <a:gd name="T2" fmla="*/ 288 w 1153"/>
                <a:gd name="T3" fmla="*/ 0 h 1"/>
                <a:gd name="T4" fmla="*/ 289 w 1153"/>
                <a:gd name="T5" fmla="*/ 0 h 1"/>
                <a:gd name="T6" fmla="*/ 0 60000 65536"/>
                <a:gd name="T7" fmla="*/ 0 60000 65536"/>
                <a:gd name="T8" fmla="*/ 0 60000 65536"/>
                <a:gd name="T9" fmla="*/ 0 w 1153"/>
                <a:gd name="T10" fmla="*/ 0 h 1"/>
                <a:gd name="T11" fmla="*/ 1153 w 1153"/>
                <a:gd name="T12" fmla="*/ 1 h 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153" h="1">
                  <a:moveTo>
                    <a:pt x="0" y="0"/>
                  </a:moveTo>
                  <a:lnTo>
                    <a:pt x="1152" y="0"/>
                  </a:lnTo>
                  <a:lnTo>
                    <a:pt x="1153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8720" name="Freeform 71"/>
            <p:cNvSpPr>
              <a:spLocks/>
            </p:cNvSpPr>
            <p:nvPr/>
          </p:nvSpPr>
          <p:spPr bwMode="auto">
            <a:xfrm>
              <a:off x="1573" y="3493"/>
              <a:ext cx="188" cy="30"/>
            </a:xfrm>
            <a:custGeom>
              <a:avLst/>
              <a:gdLst>
                <a:gd name="T0" fmla="*/ 94 w 376"/>
                <a:gd name="T1" fmla="*/ 15 h 60"/>
                <a:gd name="T2" fmla="*/ 47 w 376"/>
                <a:gd name="T3" fmla="*/ 0 h 60"/>
                <a:gd name="T4" fmla="*/ 0 w 376"/>
                <a:gd name="T5" fmla="*/ 15 h 60"/>
                <a:gd name="T6" fmla="*/ 1 w 376"/>
                <a:gd name="T7" fmla="*/ 15 h 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376"/>
                <a:gd name="T13" fmla="*/ 0 h 60"/>
                <a:gd name="T14" fmla="*/ 376 w 376"/>
                <a:gd name="T15" fmla="*/ 60 h 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376" h="60">
                  <a:moveTo>
                    <a:pt x="376" y="60"/>
                  </a:moveTo>
                  <a:lnTo>
                    <a:pt x="188" y="0"/>
                  </a:lnTo>
                  <a:lnTo>
                    <a:pt x="0" y="60"/>
                  </a:lnTo>
                  <a:lnTo>
                    <a:pt x="1" y="60"/>
                  </a:lnTo>
                </a:path>
              </a:pathLst>
            </a:custGeom>
            <a:noFill/>
            <a:ln w="38100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54024" name="Oval 72"/>
          <p:cNvSpPr>
            <a:spLocks noChangeArrowheads="1"/>
          </p:cNvSpPr>
          <p:nvPr/>
        </p:nvSpPr>
        <p:spPr bwMode="auto">
          <a:xfrm>
            <a:off x="2500313" y="4719638"/>
            <a:ext cx="650875" cy="6223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254025" name="Oval 73"/>
          <p:cNvSpPr>
            <a:spLocks noChangeArrowheads="1"/>
          </p:cNvSpPr>
          <p:nvPr/>
        </p:nvSpPr>
        <p:spPr bwMode="auto">
          <a:xfrm>
            <a:off x="4922838" y="4708525"/>
            <a:ext cx="650875" cy="6223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28684" name="Text Box 74"/>
          <p:cNvSpPr txBox="1">
            <a:spLocks noChangeArrowheads="1"/>
          </p:cNvSpPr>
          <p:nvPr/>
        </p:nvSpPr>
        <p:spPr bwMode="auto">
          <a:xfrm>
            <a:off x="641350" y="506413"/>
            <a:ext cx="6973888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9   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当机件上部分结构的图形过小时，可以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latin typeface="黑体" pitchFamily="2" charset="-122"/>
                <a:ea typeface="黑体" pitchFamily="2" charset="-122"/>
              </a:rPr>
              <a:t>    采用局部放大的比例画出。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540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254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024" grpId="0" animBg="1"/>
      <p:bldP spid="2540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9BC75DA-DD4F-4C51-A8C6-0D6B14A4824A}" type="slidenum">
              <a:rPr lang="en-US" altLang="zh-CN"/>
              <a:pPr>
                <a:defRPr/>
              </a:pPr>
              <a:t>29</a:t>
            </a:fld>
            <a:endParaRPr lang="en-US" altLang="zh-CN"/>
          </a:p>
        </p:txBody>
      </p:sp>
      <p:graphicFrame>
        <p:nvGraphicFramePr>
          <p:cNvPr id="29699" name="Object 4"/>
          <p:cNvGraphicFramePr>
            <a:graphicFrameLocks noChangeAspect="1"/>
          </p:cNvGraphicFramePr>
          <p:nvPr/>
        </p:nvGraphicFramePr>
        <p:xfrm>
          <a:off x="1941513" y="1557338"/>
          <a:ext cx="4829175" cy="415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9731" name="位图图像" r:id="rId3" imgW="4828571" imgH="4153480" progId="Paint.Picture">
                  <p:embed/>
                </p:oleObj>
              </mc:Choice>
              <mc:Fallback>
                <p:oleObj name="位图图像" r:id="rId3" imgW="4828571" imgH="4153480" progId="Paint.Picture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1513" y="1557338"/>
                        <a:ext cx="4829175" cy="415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 type="none" w="sm" len="lg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6853" name="Text Box 5"/>
          <p:cNvSpPr txBox="1">
            <a:spLocks noChangeArrowheads="1"/>
          </p:cNvSpPr>
          <p:nvPr/>
        </p:nvSpPr>
        <p:spPr bwMode="auto">
          <a:xfrm>
            <a:off x="204788" y="403225"/>
            <a:ext cx="8723312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AutoNum type="arabicPlain" startAt="10"/>
            </a:pPr>
            <a:r>
              <a:rPr lang="en-US" altLang="zh-CN" sz="2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两组或两组以上相交的剖切平面，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其剖切符号相交处用大写字母</a:t>
            </a:r>
            <a:r>
              <a:rPr lang="zh-CN" altLang="en-US" sz="2800" b="1">
                <a:solidFill>
                  <a:srgbClr val="000000"/>
                </a:solidFill>
                <a:latin typeface="ISOCPEUR" pitchFamily="34" charset="0"/>
                <a:ea typeface="黑体" pitchFamily="2" charset="-122"/>
                <a:cs typeface="Times New Roman" pitchFamily="18" charset="0"/>
              </a:rPr>
              <a:t>“</a:t>
            </a:r>
            <a:r>
              <a:rPr lang="en-US" altLang="zh-CN" sz="2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O</a:t>
            </a:r>
            <a:r>
              <a:rPr lang="en-US" altLang="zh-CN" sz="2800" b="1">
                <a:solidFill>
                  <a:srgbClr val="000000"/>
                </a:solidFill>
                <a:latin typeface="ISOCPEUR" pitchFamily="34" charset="0"/>
                <a:ea typeface="黑体" pitchFamily="2" charset="-122"/>
                <a:cs typeface="Times New Roman" pitchFamily="18" charset="0"/>
              </a:rPr>
              <a:t>”</a:t>
            </a:r>
            <a:r>
              <a:rPr lang="zh-CN" altLang="en-US" sz="2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标注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06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853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F055AB-01F3-4BC5-A6D4-DD59517165BA}" type="slidenum">
              <a:rPr lang="en-US" altLang="zh-CN"/>
              <a:pPr>
                <a:defRPr/>
              </a:pPr>
              <a:t>30</a:t>
            </a:fld>
            <a:endParaRPr lang="en-US" altLang="zh-CN"/>
          </a:p>
        </p:txBody>
      </p:sp>
      <p:pic>
        <p:nvPicPr>
          <p:cNvPr id="3072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25" y="2584450"/>
            <a:ext cx="6334125" cy="243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2997" name="Text Box 5"/>
          <p:cNvSpPr txBox="1">
            <a:spLocks noChangeArrowheads="1"/>
          </p:cNvSpPr>
          <p:nvPr/>
        </p:nvSpPr>
        <p:spPr bwMode="auto">
          <a:xfrm>
            <a:off x="339725" y="585788"/>
            <a:ext cx="8042275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AutoNum type="arabicPlain" startAt="11"/>
            </a:pPr>
            <a:r>
              <a:rPr lang="en-US" altLang="zh-CN" sz="2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</a:t>
            </a:r>
            <a:r>
              <a:rPr lang="zh-CN" altLang="en-US" sz="2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用一个公共剖切平面剖开机件，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rgbClr val="000000"/>
                </a:solidFill>
                <a:latin typeface="黑体" pitchFamily="2" charset="-122"/>
                <a:ea typeface="黑体" pitchFamily="2" charset="-122"/>
                <a:cs typeface="Times New Roman" pitchFamily="18" charset="0"/>
              </a:rPr>
              <a:t>   可按不同方向投影得到两个剖视图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12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2997" grpId="0" autoUpdateAnimBg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5E75C0-15F5-443E-8249-9F547312E07D}" type="slidenum">
              <a:rPr lang="en-US" altLang="zh-CN"/>
              <a:pPr>
                <a:defRPr/>
              </a:pPr>
              <a:t>31</a:t>
            </a:fld>
            <a:endParaRPr lang="en-US" altLang="zh-CN"/>
          </a:p>
        </p:txBody>
      </p:sp>
      <p:grpSp>
        <p:nvGrpSpPr>
          <p:cNvPr id="2" name="Group 136"/>
          <p:cNvGrpSpPr>
            <a:grpSpLocks/>
          </p:cNvGrpSpPr>
          <p:nvPr/>
        </p:nvGrpSpPr>
        <p:grpSpPr bwMode="auto">
          <a:xfrm>
            <a:off x="4978400" y="3186113"/>
            <a:ext cx="2924175" cy="3213100"/>
            <a:chOff x="493" y="1674"/>
            <a:chExt cx="1842" cy="2024"/>
          </a:xfrm>
        </p:grpSpPr>
        <p:sp>
          <p:nvSpPr>
            <p:cNvPr id="32788" name="Freeform 137"/>
            <p:cNvSpPr>
              <a:spLocks/>
            </p:cNvSpPr>
            <p:nvPr/>
          </p:nvSpPr>
          <p:spPr bwMode="auto">
            <a:xfrm>
              <a:off x="1271" y="1674"/>
              <a:ext cx="1064" cy="2024"/>
            </a:xfrm>
            <a:custGeom>
              <a:avLst/>
              <a:gdLst>
                <a:gd name="T0" fmla="*/ 0 w 1064"/>
                <a:gd name="T1" fmla="*/ 0 h 2024"/>
                <a:gd name="T2" fmla="*/ 0 w 1064"/>
                <a:gd name="T3" fmla="*/ 1388 h 2024"/>
                <a:gd name="T4" fmla="*/ 1064 w 1064"/>
                <a:gd name="T5" fmla="*/ 2024 h 2024"/>
                <a:gd name="T6" fmla="*/ 1064 w 1064"/>
                <a:gd name="T7" fmla="*/ 727 h 2024"/>
                <a:gd name="T8" fmla="*/ 0 w 1064"/>
                <a:gd name="T9" fmla="*/ 0 h 20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64"/>
                <a:gd name="T16" fmla="*/ 0 h 2024"/>
                <a:gd name="T17" fmla="*/ 1064 w 1064"/>
                <a:gd name="T18" fmla="*/ 2024 h 202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64" h="2024">
                  <a:moveTo>
                    <a:pt x="0" y="0"/>
                  </a:moveTo>
                  <a:lnTo>
                    <a:pt x="0" y="1388"/>
                  </a:lnTo>
                  <a:lnTo>
                    <a:pt x="1064" y="2024"/>
                  </a:lnTo>
                  <a:lnTo>
                    <a:pt x="1064" y="7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00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789" name="Freeform 138"/>
            <p:cNvSpPr>
              <a:spLocks/>
            </p:cNvSpPr>
            <p:nvPr/>
          </p:nvSpPr>
          <p:spPr bwMode="auto">
            <a:xfrm>
              <a:off x="493" y="2362"/>
              <a:ext cx="1297" cy="337"/>
            </a:xfrm>
            <a:custGeom>
              <a:avLst/>
              <a:gdLst>
                <a:gd name="T0" fmla="*/ 1297 w 1297"/>
                <a:gd name="T1" fmla="*/ 337 h 337"/>
                <a:gd name="T2" fmla="*/ 804 w 1297"/>
                <a:gd name="T3" fmla="*/ 0 h 337"/>
                <a:gd name="T4" fmla="*/ 0 w 1297"/>
                <a:gd name="T5" fmla="*/ 0 h 337"/>
                <a:gd name="T6" fmla="*/ 467 w 1297"/>
                <a:gd name="T7" fmla="*/ 337 h 337"/>
                <a:gd name="T8" fmla="*/ 1297 w 1297"/>
                <a:gd name="T9" fmla="*/ 337 h 3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297"/>
                <a:gd name="T16" fmla="*/ 0 h 337"/>
                <a:gd name="T17" fmla="*/ 1297 w 1297"/>
                <a:gd name="T18" fmla="*/ 337 h 33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297" h="337">
                  <a:moveTo>
                    <a:pt x="1297" y="337"/>
                  </a:moveTo>
                  <a:lnTo>
                    <a:pt x="804" y="0"/>
                  </a:lnTo>
                  <a:lnTo>
                    <a:pt x="0" y="0"/>
                  </a:lnTo>
                  <a:lnTo>
                    <a:pt x="467" y="337"/>
                  </a:lnTo>
                  <a:lnTo>
                    <a:pt x="1297" y="337"/>
                  </a:lnTo>
                  <a:close/>
                </a:path>
              </a:pathLst>
            </a:custGeom>
            <a:solidFill>
              <a:srgbClr val="FF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790" name="Freeform 139"/>
            <p:cNvSpPr>
              <a:spLocks/>
            </p:cNvSpPr>
            <p:nvPr/>
          </p:nvSpPr>
          <p:spPr bwMode="auto">
            <a:xfrm>
              <a:off x="960" y="2037"/>
              <a:ext cx="817" cy="1337"/>
            </a:xfrm>
            <a:custGeom>
              <a:avLst/>
              <a:gdLst>
                <a:gd name="T0" fmla="*/ 817 w 817"/>
                <a:gd name="T1" fmla="*/ 0 h 1337"/>
                <a:gd name="T2" fmla="*/ 817 w 817"/>
                <a:gd name="T3" fmla="*/ 1337 h 1337"/>
                <a:gd name="T4" fmla="*/ 0 w 817"/>
                <a:gd name="T5" fmla="*/ 1337 h 1337"/>
                <a:gd name="T6" fmla="*/ 0 w 817"/>
                <a:gd name="T7" fmla="*/ 0 h 1337"/>
                <a:gd name="T8" fmla="*/ 817 w 817"/>
                <a:gd name="T9" fmla="*/ 0 h 13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817"/>
                <a:gd name="T16" fmla="*/ 0 h 1337"/>
                <a:gd name="T17" fmla="*/ 817 w 817"/>
                <a:gd name="T18" fmla="*/ 1337 h 133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817" h="1337">
                  <a:moveTo>
                    <a:pt x="817" y="0"/>
                  </a:moveTo>
                  <a:lnTo>
                    <a:pt x="817" y="1337"/>
                  </a:lnTo>
                  <a:lnTo>
                    <a:pt x="0" y="1337"/>
                  </a:lnTo>
                  <a:lnTo>
                    <a:pt x="0" y="0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rgbClr val="99FF99">
                <a:alpha val="50195"/>
              </a:srgbClr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791" name="Freeform 140"/>
            <p:cNvSpPr>
              <a:spLocks/>
            </p:cNvSpPr>
            <p:nvPr/>
          </p:nvSpPr>
          <p:spPr bwMode="auto">
            <a:xfrm>
              <a:off x="947" y="2699"/>
              <a:ext cx="1388" cy="322"/>
            </a:xfrm>
            <a:custGeom>
              <a:avLst/>
              <a:gdLst>
                <a:gd name="T0" fmla="*/ 830 w 1388"/>
                <a:gd name="T1" fmla="*/ 0 h 322"/>
                <a:gd name="T2" fmla="*/ 1388 w 1388"/>
                <a:gd name="T3" fmla="*/ 322 h 322"/>
                <a:gd name="T4" fmla="*/ 480 w 1388"/>
                <a:gd name="T5" fmla="*/ 322 h 322"/>
                <a:gd name="T6" fmla="*/ 0 w 1388"/>
                <a:gd name="T7" fmla="*/ 0 h 322"/>
                <a:gd name="T8" fmla="*/ 830 w 1388"/>
                <a:gd name="T9" fmla="*/ 0 h 3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388"/>
                <a:gd name="T16" fmla="*/ 0 h 322"/>
                <a:gd name="T17" fmla="*/ 1388 w 1388"/>
                <a:gd name="T18" fmla="*/ 322 h 32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388" h="322">
                  <a:moveTo>
                    <a:pt x="830" y="0"/>
                  </a:moveTo>
                  <a:lnTo>
                    <a:pt x="1388" y="322"/>
                  </a:lnTo>
                  <a:lnTo>
                    <a:pt x="480" y="322"/>
                  </a:lnTo>
                  <a:lnTo>
                    <a:pt x="0" y="0"/>
                  </a:lnTo>
                  <a:lnTo>
                    <a:pt x="830" y="0"/>
                  </a:lnTo>
                  <a:close/>
                </a:path>
              </a:pathLst>
            </a:custGeom>
            <a:solidFill>
              <a:srgbClr val="FFCC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792" name="Text Box 141"/>
            <p:cNvSpPr txBox="1">
              <a:spLocks noChangeArrowheads="1"/>
            </p:cNvSpPr>
            <p:nvPr/>
          </p:nvSpPr>
          <p:spPr bwMode="auto">
            <a:xfrm rot="111486">
              <a:off x="2121" y="2314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>
                  <a:latin typeface="宋体" pitchFamily="2" charset="-122"/>
                </a:rPr>
                <a:t>W</a:t>
              </a:r>
              <a:endParaRPr lang="en-US" altLang="zh-CN" sz="2400" b="1"/>
            </a:p>
          </p:txBody>
        </p:sp>
        <p:sp>
          <p:nvSpPr>
            <p:cNvPr id="32793" name="Text Box 142"/>
            <p:cNvSpPr txBox="1">
              <a:spLocks noChangeArrowheads="1"/>
            </p:cNvSpPr>
            <p:nvPr/>
          </p:nvSpPr>
          <p:spPr bwMode="auto">
            <a:xfrm>
              <a:off x="935" y="1990"/>
              <a:ext cx="23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/>
                <a:t>V</a:t>
              </a:r>
              <a:endParaRPr lang="en-US" altLang="zh-CN" sz="2400" b="1"/>
            </a:p>
          </p:txBody>
        </p:sp>
        <p:sp>
          <p:nvSpPr>
            <p:cNvPr id="32794" name="Text Box 143"/>
            <p:cNvSpPr txBox="1">
              <a:spLocks noChangeArrowheads="1"/>
            </p:cNvSpPr>
            <p:nvPr/>
          </p:nvSpPr>
          <p:spPr bwMode="auto">
            <a:xfrm>
              <a:off x="1381" y="2807"/>
              <a:ext cx="196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>
                  <a:latin typeface="宋体" pitchFamily="2" charset="-122"/>
                </a:rPr>
                <a:t>H</a:t>
              </a:r>
              <a:endParaRPr lang="en-US" altLang="zh-CN" sz="2400" b="1"/>
            </a:p>
          </p:txBody>
        </p:sp>
      </p:grpSp>
      <p:grpSp>
        <p:nvGrpSpPr>
          <p:cNvPr id="3" name="Group 144"/>
          <p:cNvGrpSpPr>
            <a:grpSpLocks/>
          </p:cNvGrpSpPr>
          <p:nvPr/>
        </p:nvGrpSpPr>
        <p:grpSpPr bwMode="auto">
          <a:xfrm>
            <a:off x="5675313" y="4402138"/>
            <a:ext cx="492125" cy="679450"/>
            <a:chOff x="932" y="2427"/>
            <a:chExt cx="310" cy="428"/>
          </a:xfrm>
        </p:grpSpPr>
        <p:sp>
          <p:nvSpPr>
            <p:cNvPr id="32786" name="Text Box 145"/>
            <p:cNvSpPr txBox="1">
              <a:spLocks noChangeArrowheads="1"/>
            </p:cNvSpPr>
            <p:nvPr/>
          </p:nvSpPr>
          <p:spPr bwMode="auto">
            <a:xfrm>
              <a:off x="932" y="2480"/>
              <a:ext cx="31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/>
                <a:t>Ⅰ</a:t>
              </a:r>
            </a:p>
          </p:txBody>
        </p:sp>
        <p:sp>
          <p:nvSpPr>
            <p:cNvPr id="32787" name="Freeform 146"/>
            <p:cNvSpPr>
              <a:spLocks/>
            </p:cNvSpPr>
            <p:nvPr/>
          </p:nvSpPr>
          <p:spPr bwMode="auto">
            <a:xfrm>
              <a:off x="960" y="2427"/>
              <a:ext cx="234" cy="428"/>
            </a:xfrm>
            <a:custGeom>
              <a:avLst/>
              <a:gdLst>
                <a:gd name="T0" fmla="*/ 0 w 234"/>
                <a:gd name="T1" fmla="*/ 0 h 428"/>
                <a:gd name="T2" fmla="*/ 117 w 234"/>
                <a:gd name="T3" fmla="*/ 77 h 428"/>
                <a:gd name="T4" fmla="*/ 208 w 234"/>
                <a:gd name="T5" fmla="*/ 194 h 428"/>
                <a:gd name="T6" fmla="*/ 234 w 234"/>
                <a:gd name="T7" fmla="*/ 350 h 428"/>
                <a:gd name="T8" fmla="*/ 208 w 234"/>
                <a:gd name="T9" fmla="*/ 428 h 4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34"/>
                <a:gd name="T16" fmla="*/ 0 h 428"/>
                <a:gd name="T17" fmla="*/ 234 w 234"/>
                <a:gd name="T18" fmla="*/ 428 h 42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34" h="428">
                  <a:moveTo>
                    <a:pt x="0" y="0"/>
                  </a:moveTo>
                  <a:cubicBezTo>
                    <a:pt x="41" y="22"/>
                    <a:pt x="82" y="45"/>
                    <a:pt x="117" y="77"/>
                  </a:cubicBezTo>
                  <a:cubicBezTo>
                    <a:pt x="152" y="109"/>
                    <a:pt x="189" y="149"/>
                    <a:pt x="208" y="194"/>
                  </a:cubicBezTo>
                  <a:cubicBezTo>
                    <a:pt x="227" y="239"/>
                    <a:pt x="234" y="311"/>
                    <a:pt x="234" y="350"/>
                  </a:cubicBezTo>
                  <a:cubicBezTo>
                    <a:pt x="234" y="389"/>
                    <a:pt x="221" y="408"/>
                    <a:pt x="208" y="428"/>
                  </a:cubicBez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4" name="Group 147"/>
          <p:cNvGrpSpPr>
            <a:grpSpLocks/>
          </p:cNvGrpSpPr>
          <p:nvPr/>
        </p:nvGrpSpPr>
        <p:grpSpPr bwMode="auto">
          <a:xfrm>
            <a:off x="5360988" y="4368800"/>
            <a:ext cx="439737" cy="396875"/>
            <a:chOff x="2398" y="2523"/>
            <a:chExt cx="277" cy="250"/>
          </a:xfrm>
        </p:grpSpPr>
        <p:sp>
          <p:nvSpPr>
            <p:cNvPr id="32784" name="Freeform 148"/>
            <p:cNvSpPr>
              <a:spLocks/>
            </p:cNvSpPr>
            <p:nvPr/>
          </p:nvSpPr>
          <p:spPr bwMode="auto">
            <a:xfrm>
              <a:off x="2434" y="2559"/>
              <a:ext cx="188" cy="127"/>
            </a:xfrm>
            <a:custGeom>
              <a:avLst/>
              <a:gdLst>
                <a:gd name="T0" fmla="*/ 188 w 188"/>
                <a:gd name="T1" fmla="*/ 0 h 127"/>
                <a:gd name="T2" fmla="*/ 93 w 188"/>
                <a:gd name="T3" fmla="*/ 8 h 127"/>
                <a:gd name="T4" fmla="*/ 42 w 188"/>
                <a:gd name="T5" fmla="*/ 44 h 127"/>
                <a:gd name="T6" fmla="*/ 0 w 188"/>
                <a:gd name="T7" fmla="*/ 127 h 12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88"/>
                <a:gd name="T13" fmla="*/ 0 h 127"/>
                <a:gd name="T14" fmla="*/ 188 w 188"/>
                <a:gd name="T15" fmla="*/ 127 h 12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88" h="127">
                  <a:moveTo>
                    <a:pt x="188" y="0"/>
                  </a:moveTo>
                  <a:cubicBezTo>
                    <a:pt x="172" y="1"/>
                    <a:pt x="117" y="1"/>
                    <a:pt x="93" y="8"/>
                  </a:cubicBezTo>
                  <a:cubicBezTo>
                    <a:pt x="69" y="15"/>
                    <a:pt x="57" y="24"/>
                    <a:pt x="42" y="44"/>
                  </a:cubicBezTo>
                  <a:cubicBezTo>
                    <a:pt x="27" y="64"/>
                    <a:pt x="9" y="110"/>
                    <a:pt x="0" y="127"/>
                  </a:cubicBez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785" name="Text Box 149"/>
            <p:cNvSpPr txBox="1">
              <a:spLocks noChangeArrowheads="1"/>
            </p:cNvSpPr>
            <p:nvPr/>
          </p:nvSpPr>
          <p:spPr bwMode="auto">
            <a:xfrm>
              <a:off x="2398" y="2523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/>
                <a:t>Ⅱ</a:t>
              </a:r>
            </a:p>
          </p:txBody>
        </p:sp>
      </p:grpSp>
      <p:grpSp>
        <p:nvGrpSpPr>
          <p:cNvPr id="5" name="Group 150"/>
          <p:cNvGrpSpPr>
            <a:grpSpLocks/>
          </p:cNvGrpSpPr>
          <p:nvPr/>
        </p:nvGrpSpPr>
        <p:grpSpPr bwMode="auto">
          <a:xfrm>
            <a:off x="5341938" y="4602163"/>
            <a:ext cx="439737" cy="646112"/>
            <a:chOff x="722" y="2553"/>
            <a:chExt cx="277" cy="407"/>
          </a:xfrm>
        </p:grpSpPr>
        <p:sp>
          <p:nvSpPr>
            <p:cNvPr id="32782" name="Text Box 151"/>
            <p:cNvSpPr txBox="1">
              <a:spLocks noChangeArrowheads="1"/>
            </p:cNvSpPr>
            <p:nvPr/>
          </p:nvSpPr>
          <p:spPr bwMode="auto">
            <a:xfrm>
              <a:off x="722" y="2614"/>
              <a:ext cx="277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/>
                <a:t>Ⅲ</a:t>
              </a:r>
            </a:p>
          </p:txBody>
        </p:sp>
        <p:sp>
          <p:nvSpPr>
            <p:cNvPr id="32783" name="Freeform 152"/>
            <p:cNvSpPr>
              <a:spLocks/>
            </p:cNvSpPr>
            <p:nvPr/>
          </p:nvSpPr>
          <p:spPr bwMode="auto">
            <a:xfrm>
              <a:off x="747" y="2553"/>
              <a:ext cx="220" cy="407"/>
            </a:xfrm>
            <a:custGeom>
              <a:avLst/>
              <a:gdLst>
                <a:gd name="T0" fmla="*/ 16 w 220"/>
                <a:gd name="T1" fmla="*/ 0 h 407"/>
                <a:gd name="T2" fmla="*/ 2 w 220"/>
                <a:gd name="T3" fmla="*/ 116 h 407"/>
                <a:gd name="T4" fmla="*/ 31 w 220"/>
                <a:gd name="T5" fmla="*/ 233 h 407"/>
                <a:gd name="T6" fmla="*/ 118 w 220"/>
                <a:gd name="T7" fmla="*/ 342 h 407"/>
                <a:gd name="T8" fmla="*/ 220 w 220"/>
                <a:gd name="T9" fmla="*/ 407 h 40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0"/>
                <a:gd name="T16" fmla="*/ 0 h 407"/>
                <a:gd name="T17" fmla="*/ 220 w 220"/>
                <a:gd name="T18" fmla="*/ 407 h 40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0" h="407">
                  <a:moveTo>
                    <a:pt x="16" y="0"/>
                  </a:moveTo>
                  <a:cubicBezTo>
                    <a:pt x="15" y="19"/>
                    <a:pt x="0" y="77"/>
                    <a:pt x="2" y="116"/>
                  </a:cubicBezTo>
                  <a:cubicBezTo>
                    <a:pt x="4" y="155"/>
                    <a:pt x="12" y="195"/>
                    <a:pt x="31" y="233"/>
                  </a:cubicBezTo>
                  <a:cubicBezTo>
                    <a:pt x="50" y="271"/>
                    <a:pt x="87" y="313"/>
                    <a:pt x="118" y="342"/>
                  </a:cubicBezTo>
                  <a:cubicBezTo>
                    <a:pt x="149" y="371"/>
                    <a:pt x="199" y="394"/>
                    <a:pt x="220" y="407"/>
                  </a:cubicBez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" name="Group 153"/>
          <p:cNvGrpSpPr>
            <a:grpSpLocks/>
          </p:cNvGrpSpPr>
          <p:nvPr/>
        </p:nvGrpSpPr>
        <p:grpSpPr bwMode="auto">
          <a:xfrm>
            <a:off x="5600700" y="4891088"/>
            <a:ext cx="492125" cy="396875"/>
            <a:chOff x="885" y="2735"/>
            <a:chExt cx="310" cy="250"/>
          </a:xfrm>
        </p:grpSpPr>
        <p:sp>
          <p:nvSpPr>
            <p:cNvPr id="32780" name="Text Box 154"/>
            <p:cNvSpPr txBox="1">
              <a:spLocks noChangeArrowheads="1"/>
            </p:cNvSpPr>
            <p:nvPr/>
          </p:nvSpPr>
          <p:spPr bwMode="auto">
            <a:xfrm>
              <a:off x="885" y="2735"/>
              <a:ext cx="310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000" b="1"/>
                <a:t>Ⅳ</a:t>
              </a:r>
            </a:p>
          </p:txBody>
        </p:sp>
        <p:sp>
          <p:nvSpPr>
            <p:cNvPr id="32781" name="Freeform 155"/>
            <p:cNvSpPr>
              <a:spLocks/>
            </p:cNvSpPr>
            <p:nvPr/>
          </p:nvSpPr>
          <p:spPr bwMode="auto">
            <a:xfrm>
              <a:off x="945" y="2837"/>
              <a:ext cx="226" cy="138"/>
            </a:xfrm>
            <a:custGeom>
              <a:avLst/>
              <a:gdLst>
                <a:gd name="T0" fmla="*/ 226 w 226"/>
                <a:gd name="T1" fmla="*/ 0 h 138"/>
                <a:gd name="T2" fmla="*/ 204 w 226"/>
                <a:gd name="T3" fmla="*/ 58 h 138"/>
                <a:gd name="T4" fmla="*/ 168 w 226"/>
                <a:gd name="T5" fmla="*/ 116 h 138"/>
                <a:gd name="T6" fmla="*/ 88 w 226"/>
                <a:gd name="T7" fmla="*/ 138 h 138"/>
                <a:gd name="T8" fmla="*/ 0 w 226"/>
                <a:gd name="T9" fmla="*/ 116 h 1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6"/>
                <a:gd name="T16" fmla="*/ 0 h 138"/>
                <a:gd name="T17" fmla="*/ 226 w 226"/>
                <a:gd name="T18" fmla="*/ 138 h 1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6" h="138">
                  <a:moveTo>
                    <a:pt x="226" y="0"/>
                  </a:moveTo>
                  <a:cubicBezTo>
                    <a:pt x="222" y="10"/>
                    <a:pt x="214" y="39"/>
                    <a:pt x="204" y="58"/>
                  </a:cubicBezTo>
                  <a:cubicBezTo>
                    <a:pt x="194" y="77"/>
                    <a:pt x="187" y="103"/>
                    <a:pt x="168" y="116"/>
                  </a:cubicBezTo>
                  <a:cubicBezTo>
                    <a:pt x="149" y="129"/>
                    <a:pt x="116" y="138"/>
                    <a:pt x="88" y="138"/>
                  </a:cubicBezTo>
                  <a:cubicBezTo>
                    <a:pt x="60" y="138"/>
                    <a:pt x="18" y="121"/>
                    <a:pt x="0" y="116"/>
                  </a:cubicBezTo>
                </a:path>
              </a:pathLst>
            </a:custGeom>
            <a:noFill/>
            <a:ln w="12700" cap="flat" cmpd="sng">
              <a:solidFill>
                <a:srgbClr val="000000"/>
              </a:solidFill>
              <a:prstDash val="solid"/>
              <a:round/>
              <a:headEnd type="triangle" w="sm" len="med"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2776" name="Text Box 156"/>
          <p:cNvSpPr txBox="1">
            <a:spLocks noChangeArrowheads="1"/>
          </p:cNvSpPr>
          <p:nvPr/>
        </p:nvSpPr>
        <p:spPr bwMode="auto">
          <a:xfrm>
            <a:off x="1500188" y="203200"/>
            <a:ext cx="6299200" cy="698500"/>
          </a:xfrm>
          <a:prstGeom prst="rect">
            <a:avLst/>
          </a:prstGeom>
          <a:gradFill rotWithShape="0">
            <a:gsLst>
              <a:gs pos="0">
                <a:srgbClr val="FF99FF"/>
              </a:gs>
              <a:gs pos="50000">
                <a:srgbClr val="FFFF00"/>
              </a:gs>
              <a:gs pos="100000">
                <a:srgbClr val="FF99FF"/>
              </a:gs>
            </a:gsLst>
            <a:lin ang="5400000" scaled="1"/>
          </a:gradFill>
          <a:ln w="57150">
            <a:pattFill prst="pct25">
              <a:fgClr>
                <a:srgbClr val="FFFF00"/>
              </a:fgClr>
              <a:bgClr>
                <a:srgbClr val="FF0000"/>
              </a:bgClr>
            </a:patt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b="1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附录： 第三角投影法简介</a:t>
            </a:r>
          </a:p>
        </p:txBody>
      </p:sp>
      <p:sp>
        <p:nvSpPr>
          <p:cNvPr id="259229" name="Text Box 157"/>
          <p:cNvSpPr txBox="1">
            <a:spLocks noChangeArrowheads="1"/>
          </p:cNvSpPr>
          <p:nvPr/>
        </p:nvSpPr>
        <p:spPr bwMode="auto">
          <a:xfrm>
            <a:off x="490538" y="1085850"/>
            <a:ext cx="49149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>
                <a:latin typeface="黑体" pitchFamily="2" charset="-122"/>
                <a:ea typeface="黑体" pitchFamily="2" charset="-122"/>
              </a:rPr>
              <a:t>⒈ 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什么是第三角画法？</a:t>
            </a:r>
          </a:p>
        </p:txBody>
      </p:sp>
      <p:sp>
        <p:nvSpPr>
          <p:cNvPr id="259230" name="Text Box 158"/>
          <p:cNvSpPr txBox="1">
            <a:spLocks noChangeArrowheads="1"/>
          </p:cNvSpPr>
          <p:nvPr/>
        </p:nvSpPr>
        <p:spPr bwMode="auto">
          <a:xfrm>
            <a:off x="1025525" y="1806575"/>
            <a:ext cx="7519988" cy="1373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三个互相垂直的投影面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V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H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、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W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，将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W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面左侧空间划分为四个区域，按顺序分别称为第一角、第二角、第三角、第四角。</a:t>
            </a:r>
          </a:p>
        </p:txBody>
      </p:sp>
      <p:sp>
        <p:nvSpPr>
          <p:cNvPr id="259231" name="Text Box 159"/>
          <p:cNvSpPr txBox="1">
            <a:spLocks noChangeArrowheads="1"/>
          </p:cNvSpPr>
          <p:nvPr/>
        </p:nvSpPr>
        <p:spPr bwMode="auto">
          <a:xfrm>
            <a:off x="942975" y="3683000"/>
            <a:ext cx="3529013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    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将物体放在第三角，使投影面处在观察者和物体之间进行投射。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5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229" grpId="0" autoUpdateAnimBg="0"/>
      <p:bldP spid="259230" grpId="0" autoUpdateAnimBg="0"/>
      <p:bldP spid="259231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3340DC4-855C-4A5E-9F96-B915812D23AF}" type="slidenum">
              <a:rPr lang="en-US" altLang="zh-CN"/>
              <a:pPr>
                <a:defRPr/>
              </a:pPr>
              <a:t>32</a:t>
            </a:fld>
            <a:endParaRPr lang="en-US" altLang="zh-CN"/>
          </a:p>
        </p:txBody>
      </p:sp>
      <p:sp>
        <p:nvSpPr>
          <p:cNvPr id="33795" name="Text Box 26"/>
          <p:cNvSpPr txBox="1">
            <a:spLocks noChangeArrowheads="1"/>
          </p:cNvSpPr>
          <p:nvPr/>
        </p:nvSpPr>
        <p:spPr bwMode="auto">
          <a:xfrm>
            <a:off x="187325" y="160338"/>
            <a:ext cx="57578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>
                <a:latin typeface="黑体" pitchFamily="2" charset="-122"/>
                <a:ea typeface="黑体" pitchFamily="2" charset="-122"/>
              </a:rPr>
              <a:t>⒉ 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第三角画法中的三视图</a:t>
            </a:r>
          </a:p>
        </p:txBody>
      </p:sp>
      <p:sp>
        <p:nvSpPr>
          <p:cNvPr id="260123" name="Text Box 27"/>
          <p:cNvSpPr txBox="1">
            <a:spLocks noChangeArrowheads="1"/>
          </p:cNvSpPr>
          <p:nvPr/>
        </p:nvSpPr>
        <p:spPr bwMode="auto">
          <a:xfrm>
            <a:off x="633413" y="752475"/>
            <a:ext cx="3756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⑴ 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三视图的形成</a:t>
            </a:r>
          </a:p>
        </p:txBody>
      </p:sp>
      <p:sp>
        <p:nvSpPr>
          <p:cNvPr id="260124" name="Text Box 28"/>
          <p:cNvSpPr txBox="1">
            <a:spLocks noChangeArrowheads="1"/>
          </p:cNvSpPr>
          <p:nvPr/>
        </p:nvSpPr>
        <p:spPr bwMode="auto">
          <a:xfrm>
            <a:off x="669925" y="1187450"/>
            <a:ext cx="25368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★ </a:t>
            </a:r>
            <a:r>
              <a:rPr lang="zh-CN" altLang="en-US" sz="2800" b="1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前视图</a:t>
            </a:r>
          </a:p>
        </p:txBody>
      </p:sp>
      <p:sp>
        <p:nvSpPr>
          <p:cNvPr id="260125" name="Text Box 29"/>
          <p:cNvSpPr txBox="1">
            <a:spLocks noChangeArrowheads="1"/>
          </p:cNvSpPr>
          <p:nvPr/>
        </p:nvSpPr>
        <p:spPr bwMode="auto">
          <a:xfrm>
            <a:off x="677863" y="2717800"/>
            <a:ext cx="239871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★ </a:t>
            </a:r>
            <a:r>
              <a:rPr lang="zh-CN" altLang="en-US" sz="2800" b="1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顶视图</a:t>
            </a:r>
          </a:p>
        </p:txBody>
      </p:sp>
      <p:sp>
        <p:nvSpPr>
          <p:cNvPr id="260126" name="Text Box 30"/>
          <p:cNvSpPr txBox="1">
            <a:spLocks noChangeArrowheads="1"/>
          </p:cNvSpPr>
          <p:nvPr/>
        </p:nvSpPr>
        <p:spPr bwMode="auto">
          <a:xfrm>
            <a:off x="1150938" y="3348038"/>
            <a:ext cx="3595687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从上向下投射，在水平面（</a:t>
            </a:r>
            <a:r>
              <a:rPr lang="en-US" altLang="zh-CN" sz="2400" b="1">
                <a:latin typeface="黑体" pitchFamily="2" charset="-122"/>
                <a:ea typeface="黑体" pitchFamily="2" charset="-122"/>
              </a:rPr>
              <a:t>H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面）上所得的视图。</a:t>
            </a:r>
          </a:p>
        </p:txBody>
      </p:sp>
      <p:sp>
        <p:nvSpPr>
          <p:cNvPr id="260127" name="Text Box 31"/>
          <p:cNvSpPr txBox="1">
            <a:spLocks noChangeArrowheads="1"/>
          </p:cNvSpPr>
          <p:nvPr/>
        </p:nvSpPr>
        <p:spPr bwMode="auto">
          <a:xfrm>
            <a:off x="646113" y="4227513"/>
            <a:ext cx="25034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★ </a:t>
            </a:r>
            <a:r>
              <a:rPr lang="zh-CN" altLang="en-US" sz="2800" b="1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右视图</a:t>
            </a:r>
          </a:p>
        </p:txBody>
      </p:sp>
      <p:sp>
        <p:nvSpPr>
          <p:cNvPr id="260128" name="Text Box 32"/>
          <p:cNvSpPr txBox="1">
            <a:spLocks noChangeArrowheads="1"/>
          </p:cNvSpPr>
          <p:nvPr/>
        </p:nvSpPr>
        <p:spPr bwMode="auto">
          <a:xfrm>
            <a:off x="1149350" y="4748213"/>
            <a:ext cx="36163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从右向左投射，在侧平面（</a:t>
            </a:r>
            <a:r>
              <a:rPr lang="en-US" altLang="zh-CN" sz="2400" b="1">
                <a:latin typeface="黑体" pitchFamily="2" charset="-122"/>
                <a:ea typeface="黑体" pitchFamily="2" charset="-122"/>
              </a:rPr>
              <a:t>W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面）上所得的视图。</a:t>
            </a:r>
          </a:p>
        </p:txBody>
      </p:sp>
      <p:sp>
        <p:nvSpPr>
          <p:cNvPr id="260129" name="Text Box 33"/>
          <p:cNvSpPr txBox="1">
            <a:spLocks noChangeArrowheads="1"/>
          </p:cNvSpPr>
          <p:nvPr/>
        </p:nvSpPr>
        <p:spPr bwMode="auto">
          <a:xfrm>
            <a:off x="774700" y="5764213"/>
            <a:ext cx="33210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latin typeface="黑体" pitchFamily="2" charset="-122"/>
                <a:ea typeface="黑体" pitchFamily="2" charset="-122"/>
              </a:rPr>
              <a:t>⑵ 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三视图的展开</a:t>
            </a:r>
          </a:p>
        </p:txBody>
      </p:sp>
      <p:sp>
        <p:nvSpPr>
          <p:cNvPr id="260130" name="Text Box 34"/>
          <p:cNvSpPr txBox="1">
            <a:spLocks noChangeArrowheads="1"/>
          </p:cNvSpPr>
          <p:nvPr/>
        </p:nvSpPr>
        <p:spPr bwMode="auto">
          <a:xfrm>
            <a:off x="1143000" y="1666875"/>
            <a:ext cx="3603625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从前向后投射，在正平面（</a:t>
            </a:r>
            <a:r>
              <a:rPr lang="en-US" altLang="zh-CN" sz="2400" b="1">
                <a:latin typeface="黑体" pitchFamily="2" charset="-122"/>
                <a:ea typeface="黑体" pitchFamily="2" charset="-122"/>
              </a:rPr>
              <a:t>V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面）上所得的视图。</a:t>
            </a:r>
          </a:p>
        </p:txBody>
      </p:sp>
      <p:grpSp>
        <p:nvGrpSpPr>
          <p:cNvPr id="2" name="Group 35"/>
          <p:cNvGrpSpPr>
            <a:grpSpLocks/>
          </p:cNvGrpSpPr>
          <p:nvPr/>
        </p:nvGrpSpPr>
        <p:grpSpPr bwMode="auto">
          <a:xfrm>
            <a:off x="5476875" y="3773488"/>
            <a:ext cx="2295525" cy="1550987"/>
            <a:chOff x="3450" y="2377"/>
            <a:chExt cx="1446" cy="977"/>
          </a:xfrm>
        </p:grpSpPr>
        <p:sp>
          <p:nvSpPr>
            <p:cNvPr id="33848" name="Freeform 36"/>
            <p:cNvSpPr>
              <a:spLocks/>
            </p:cNvSpPr>
            <p:nvPr/>
          </p:nvSpPr>
          <p:spPr bwMode="auto">
            <a:xfrm>
              <a:off x="3450" y="2760"/>
              <a:ext cx="1440" cy="396"/>
            </a:xfrm>
            <a:custGeom>
              <a:avLst/>
              <a:gdLst>
                <a:gd name="T0" fmla="*/ 246 w 1440"/>
                <a:gd name="T1" fmla="*/ 150 h 396"/>
                <a:gd name="T2" fmla="*/ 0 w 1440"/>
                <a:gd name="T3" fmla="*/ 396 h 396"/>
                <a:gd name="T4" fmla="*/ 702 w 1440"/>
                <a:gd name="T5" fmla="*/ 396 h 396"/>
                <a:gd name="T6" fmla="*/ 1200 w 1440"/>
                <a:gd name="T7" fmla="*/ 264 h 396"/>
                <a:gd name="T8" fmla="*/ 1440 w 1440"/>
                <a:gd name="T9" fmla="*/ 6 h 396"/>
                <a:gd name="T10" fmla="*/ 1026 w 1440"/>
                <a:gd name="T11" fmla="*/ 0 h 396"/>
                <a:gd name="T12" fmla="*/ 888 w 1440"/>
                <a:gd name="T13" fmla="*/ 144 h 396"/>
                <a:gd name="T14" fmla="*/ 246 w 1440"/>
                <a:gd name="T15" fmla="*/ 150 h 3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440"/>
                <a:gd name="T25" fmla="*/ 0 h 396"/>
                <a:gd name="T26" fmla="*/ 1440 w 1440"/>
                <a:gd name="T27" fmla="*/ 396 h 39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440" h="396">
                  <a:moveTo>
                    <a:pt x="246" y="150"/>
                  </a:moveTo>
                  <a:lnTo>
                    <a:pt x="0" y="396"/>
                  </a:lnTo>
                  <a:lnTo>
                    <a:pt x="702" y="396"/>
                  </a:lnTo>
                  <a:lnTo>
                    <a:pt x="1200" y="264"/>
                  </a:lnTo>
                  <a:lnTo>
                    <a:pt x="1440" y="6"/>
                  </a:lnTo>
                  <a:lnTo>
                    <a:pt x="1026" y="0"/>
                  </a:lnTo>
                  <a:lnTo>
                    <a:pt x="888" y="144"/>
                  </a:lnTo>
                  <a:lnTo>
                    <a:pt x="246" y="150"/>
                  </a:lnTo>
                  <a:close/>
                </a:path>
              </a:pathLst>
            </a:custGeom>
            <a:gradFill rotWithShape="0">
              <a:gsLst>
                <a:gs pos="0">
                  <a:srgbClr val="CC2900"/>
                </a:gs>
                <a:gs pos="100000">
                  <a:srgbClr val="FF33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49" name="Freeform 37"/>
            <p:cNvSpPr>
              <a:spLocks/>
            </p:cNvSpPr>
            <p:nvPr/>
          </p:nvSpPr>
          <p:spPr bwMode="auto">
            <a:xfrm>
              <a:off x="3884" y="2561"/>
              <a:ext cx="248" cy="156"/>
            </a:xfrm>
            <a:custGeom>
              <a:avLst/>
              <a:gdLst>
                <a:gd name="T0" fmla="*/ 240 w 248"/>
                <a:gd name="T1" fmla="*/ 156 h 156"/>
                <a:gd name="T2" fmla="*/ 0 w 248"/>
                <a:gd name="T3" fmla="*/ 156 h 156"/>
                <a:gd name="T4" fmla="*/ 154 w 248"/>
                <a:gd name="T5" fmla="*/ 2 h 156"/>
                <a:gd name="T6" fmla="*/ 248 w 248"/>
                <a:gd name="T7" fmla="*/ 0 h 156"/>
                <a:gd name="T8" fmla="*/ 240 w 248"/>
                <a:gd name="T9" fmla="*/ 156 h 1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48"/>
                <a:gd name="T16" fmla="*/ 0 h 156"/>
                <a:gd name="T17" fmla="*/ 248 w 248"/>
                <a:gd name="T18" fmla="*/ 156 h 1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48" h="156">
                  <a:moveTo>
                    <a:pt x="240" y="156"/>
                  </a:moveTo>
                  <a:lnTo>
                    <a:pt x="0" y="156"/>
                  </a:lnTo>
                  <a:lnTo>
                    <a:pt x="154" y="2"/>
                  </a:lnTo>
                  <a:lnTo>
                    <a:pt x="248" y="0"/>
                  </a:lnTo>
                  <a:lnTo>
                    <a:pt x="240" y="156"/>
                  </a:lnTo>
                  <a:close/>
                </a:path>
              </a:pathLst>
            </a:custGeom>
            <a:gradFill rotWithShape="0">
              <a:gsLst>
                <a:gs pos="0">
                  <a:srgbClr val="762F00"/>
                </a:gs>
                <a:gs pos="100000">
                  <a:srgbClr val="FF660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850" name="Freeform 38"/>
            <p:cNvSpPr>
              <a:spLocks/>
            </p:cNvSpPr>
            <p:nvPr/>
          </p:nvSpPr>
          <p:spPr bwMode="auto">
            <a:xfrm>
              <a:off x="3892" y="2377"/>
              <a:ext cx="165" cy="335"/>
            </a:xfrm>
            <a:custGeom>
              <a:avLst/>
              <a:gdLst>
                <a:gd name="T0" fmla="*/ 165 w 165"/>
                <a:gd name="T1" fmla="*/ 0 h 335"/>
                <a:gd name="T2" fmla="*/ 165 w 165"/>
                <a:gd name="T3" fmla="*/ 182 h 335"/>
                <a:gd name="T4" fmla="*/ 2 w 165"/>
                <a:gd name="T5" fmla="*/ 335 h 335"/>
                <a:gd name="T6" fmla="*/ 0 w 165"/>
                <a:gd name="T7" fmla="*/ 170 h 335"/>
                <a:gd name="T8" fmla="*/ 165 w 165"/>
                <a:gd name="T9" fmla="*/ 0 h 3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5"/>
                <a:gd name="T16" fmla="*/ 0 h 335"/>
                <a:gd name="T17" fmla="*/ 165 w 165"/>
                <a:gd name="T18" fmla="*/ 335 h 33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5" h="335">
                  <a:moveTo>
                    <a:pt x="165" y="0"/>
                  </a:moveTo>
                  <a:lnTo>
                    <a:pt x="165" y="182"/>
                  </a:lnTo>
                  <a:lnTo>
                    <a:pt x="2" y="335"/>
                  </a:lnTo>
                  <a:lnTo>
                    <a:pt x="0" y="170"/>
                  </a:lnTo>
                  <a:lnTo>
                    <a:pt x="165" y="0"/>
                  </a:lnTo>
                  <a:close/>
                </a:path>
              </a:pathLst>
            </a:custGeom>
            <a:gradFill rotWithShape="0">
              <a:gsLst>
                <a:gs pos="0">
                  <a:srgbClr val="FF6600"/>
                </a:gs>
                <a:gs pos="100000">
                  <a:srgbClr val="762F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851" name="Freeform 39"/>
            <p:cNvSpPr>
              <a:spLocks/>
            </p:cNvSpPr>
            <p:nvPr/>
          </p:nvSpPr>
          <p:spPr bwMode="auto">
            <a:xfrm>
              <a:off x="3684" y="2382"/>
              <a:ext cx="372" cy="168"/>
            </a:xfrm>
            <a:custGeom>
              <a:avLst/>
              <a:gdLst>
                <a:gd name="T0" fmla="*/ 0 w 372"/>
                <a:gd name="T1" fmla="*/ 168 h 168"/>
                <a:gd name="T2" fmla="*/ 204 w 372"/>
                <a:gd name="T3" fmla="*/ 168 h 168"/>
                <a:gd name="T4" fmla="*/ 372 w 372"/>
                <a:gd name="T5" fmla="*/ 0 h 168"/>
                <a:gd name="T6" fmla="*/ 168 w 372"/>
                <a:gd name="T7" fmla="*/ 0 h 168"/>
                <a:gd name="T8" fmla="*/ 0 w 372"/>
                <a:gd name="T9" fmla="*/ 168 h 1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72"/>
                <a:gd name="T16" fmla="*/ 0 h 168"/>
                <a:gd name="T17" fmla="*/ 372 w 372"/>
                <a:gd name="T18" fmla="*/ 168 h 1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72" h="168">
                  <a:moveTo>
                    <a:pt x="0" y="168"/>
                  </a:moveTo>
                  <a:lnTo>
                    <a:pt x="204" y="168"/>
                  </a:lnTo>
                  <a:lnTo>
                    <a:pt x="372" y="0"/>
                  </a:lnTo>
                  <a:lnTo>
                    <a:pt x="168" y="0"/>
                  </a:lnTo>
                  <a:lnTo>
                    <a:pt x="0" y="168"/>
                  </a:lnTo>
                  <a:close/>
                </a:path>
              </a:pathLst>
            </a:custGeom>
            <a:gradFill rotWithShape="0">
              <a:gsLst>
                <a:gs pos="0">
                  <a:srgbClr val="761800"/>
                </a:gs>
                <a:gs pos="100000">
                  <a:srgbClr val="FF33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52" name="Freeform 40"/>
            <p:cNvSpPr>
              <a:spLocks/>
            </p:cNvSpPr>
            <p:nvPr/>
          </p:nvSpPr>
          <p:spPr bwMode="auto">
            <a:xfrm>
              <a:off x="4302" y="2388"/>
              <a:ext cx="168" cy="552"/>
            </a:xfrm>
            <a:custGeom>
              <a:avLst/>
              <a:gdLst>
                <a:gd name="T0" fmla="*/ 0 w 168"/>
                <a:gd name="T1" fmla="*/ 156 h 552"/>
                <a:gd name="T2" fmla="*/ 0 w 168"/>
                <a:gd name="T3" fmla="*/ 552 h 552"/>
                <a:gd name="T4" fmla="*/ 168 w 168"/>
                <a:gd name="T5" fmla="*/ 384 h 552"/>
                <a:gd name="T6" fmla="*/ 168 w 168"/>
                <a:gd name="T7" fmla="*/ 0 h 552"/>
                <a:gd name="T8" fmla="*/ 0 w 168"/>
                <a:gd name="T9" fmla="*/ 156 h 5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8"/>
                <a:gd name="T16" fmla="*/ 0 h 552"/>
                <a:gd name="T17" fmla="*/ 168 w 168"/>
                <a:gd name="T18" fmla="*/ 552 h 55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8" h="552">
                  <a:moveTo>
                    <a:pt x="0" y="156"/>
                  </a:moveTo>
                  <a:lnTo>
                    <a:pt x="0" y="552"/>
                  </a:lnTo>
                  <a:lnTo>
                    <a:pt x="168" y="384"/>
                  </a:lnTo>
                  <a:lnTo>
                    <a:pt x="168" y="0"/>
                  </a:lnTo>
                  <a:lnTo>
                    <a:pt x="0" y="156"/>
                  </a:lnTo>
                  <a:close/>
                </a:path>
              </a:pathLst>
            </a:custGeom>
            <a:gradFill rotWithShape="0">
              <a:gsLst>
                <a:gs pos="0">
                  <a:srgbClr val="FF3300"/>
                </a:gs>
                <a:gs pos="100000">
                  <a:srgbClr val="7618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53" name="Freeform 41"/>
            <p:cNvSpPr>
              <a:spLocks/>
            </p:cNvSpPr>
            <p:nvPr/>
          </p:nvSpPr>
          <p:spPr bwMode="auto">
            <a:xfrm>
              <a:off x="3690" y="2538"/>
              <a:ext cx="624" cy="390"/>
            </a:xfrm>
            <a:custGeom>
              <a:avLst/>
              <a:gdLst>
                <a:gd name="T0" fmla="*/ 0 w 624"/>
                <a:gd name="T1" fmla="*/ 0 h 390"/>
                <a:gd name="T2" fmla="*/ 0 w 624"/>
                <a:gd name="T3" fmla="*/ 390 h 390"/>
                <a:gd name="T4" fmla="*/ 624 w 624"/>
                <a:gd name="T5" fmla="*/ 390 h 390"/>
                <a:gd name="T6" fmla="*/ 624 w 624"/>
                <a:gd name="T7" fmla="*/ 0 h 390"/>
                <a:gd name="T8" fmla="*/ 420 w 624"/>
                <a:gd name="T9" fmla="*/ 0 h 390"/>
                <a:gd name="T10" fmla="*/ 420 w 624"/>
                <a:gd name="T11" fmla="*/ 174 h 390"/>
                <a:gd name="T12" fmla="*/ 210 w 624"/>
                <a:gd name="T13" fmla="*/ 180 h 390"/>
                <a:gd name="T14" fmla="*/ 210 w 624"/>
                <a:gd name="T15" fmla="*/ 6 h 390"/>
                <a:gd name="T16" fmla="*/ 0 w 624"/>
                <a:gd name="T17" fmla="*/ 0 h 39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624"/>
                <a:gd name="T28" fmla="*/ 0 h 390"/>
                <a:gd name="T29" fmla="*/ 624 w 624"/>
                <a:gd name="T30" fmla="*/ 390 h 39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624" h="390">
                  <a:moveTo>
                    <a:pt x="0" y="0"/>
                  </a:moveTo>
                  <a:lnTo>
                    <a:pt x="0" y="390"/>
                  </a:lnTo>
                  <a:lnTo>
                    <a:pt x="624" y="390"/>
                  </a:lnTo>
                  <a:lnTo>
                    <a:pt x="624" y="0"/>
                  </a:lnTo>
                  <a:lnTo>
                    <a:pt x="420" y="0"/>
                  </a:lnTo>
                  <a:lnTo>
                    <a:pt x="420" y="174"/>
                  </a:lnTo>
                  <a:lnTo>
                    <a:pt x="210" y="180"/>
                  </a:lnTo>
                  <a:lnTo>
                    <a:pt x="210" y="6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A22000"/>
                </a:gs>
                <a:gs pos="100000">
                  <a:srgbClr val="FF33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54" name="Freeform 42"/>
            <p:cNvSpPr>
              <a:spLocks/>
            </p:cNvSpPr>
            <p:nvPr/>
          </p:nvSpPr>
          <p:spPr bwMode="auto">
            <a:xfrm>
              <a:off x="4104" y="2388"/>
              <a:ext cx="366" cy="162"/>
            </a:xfrm>
            <a:custGeom>
              <a:avLst/>
              <a:gdLst>
                <a:gd name="T0" fmla="*/ 0 w 366"/>
                <a:gd name="T1" fmla="*/ 162 h 162"/>
                <a:gd name="T2" fmla="*/ 204 w 366"/>
                <a:gd name="T3" fmla="*/ 162 h 162"/>
                <a:gd name="T4" fmla="*/ 366 w 366"/>
                <a:gd name="T5" fmla="*/ 0 h 162"/>
                <a:gd name="T6" fmla="*/ 162 w 366"/>
                <a:gd name="T7" fmla="*/ 0 h 162"/>
                <a:gd name="T8" fmla="*/ 0 w 366"/>
                <a:gd name="T9" fmla="*/ 162 h 16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66"/>
                <a:gd name="T16" fmla="*/ 0 h 162"/>
                <a:gd name="T17" fmla="*/ 366 w 366"/>
                <a:gd name="T18" fmla="*/ 162 h 16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66" h="162">
                  <a:moveTo>
                    <a:pt x="0" y="162"/>
                  </a:moveTo>
                  <a:lnTo>
                    <a:pt x="204" y="162"/>
                  </a:lnTo>
                  <a:lnTo>
                    <a:pt x="366" y="0"/>
                  </a:lnTo>
                  <a:lnTo>
                    <a:pt x="162" y="0"/>
                  </a:lnTo>
                  <a:lnTo>
                    <a:pt x="0" y="162"/>
                  </a:lnTo>
                  <a:close/>
                </a:path>
              </a:pathLst>
            </a:custGeom>
            <a:gradFill rotWithShape="0">
              <a:gsLst>
                <a:gs pos="0">
                  <a:srgbClr val="A22000"/>
                </a:gs>
                <a:gs pos="100000">
                  <a:srgbClr val="FF33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55" name="Freeform 43"/>
            <p:cNvSpPr>
              <a:spLocks/>
            </p:cNvSpPr>
            <p:nvPr/>
          </p:nvSpPr>
          <p:spPr bwMode="auto">
            <a:xfrm>
              <a:off x="3450" y="3150"/>
              <a:ext cx="702" cy="204"/>
            </a:xfrm>
            <a:custGeom>
              <a:avLst/>
              <a:gdLst>
                <a:gd name="T0" fmla="*/ 0 w 702"/>
                <a:gd name="T1" fmla="*/ 0 h 204"/>
                <a:gd name="T2" fmla="*/ 0 w 702"/>
                <a:gd name="T3" fmla="*/ 204 h 204"/>
                <a:gd name="T4" fmla="*/ 702 w 702"/>
                <a:gd name="T5" fmla="*/ 204 h 204"/>
                <a:gd name="T6" fmla="*/ 702 w 702"/>
                <a:gd name="T7" fmla="*/ 0 h 204"/>
                <a:gd name="T8" fmla="*/ 0 w 702"/>
                <a:gd name="T9" fmla="*/ 0 h 2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204"/>
                <a:gd name="T17" fmla="*/ 702 w 702"/>
                <a:gd name="T18" fmla="*/ 204 h 2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204">
                  <a:moveTo>
                    <a:pt x="0" y="0"/>
                  </a:moveTo>
                  <a:lnTo>
                    <a:pt x="0" y="204"/>
                  </a:lnTo>
                  <a:lnTo>
                    <a:pt x="702" y="204"/>
                  </a:lnTo>
                  <a:lnTo>
                    <a:pt x="702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AE2300"/>
                </a:gs>
                <a:gs pos="100000">
                  <a:srgbClr val="FF33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56" name="Freeform 44"/>
            <p:cNvSpPr>
              <a:spLocks/>
            </p:cNvSpPr>
            <p:nvPr/>
          </p:nvSpPr>
          <p:spPr bwMode="auto">
            <a:xfrm>
              <a:off x="4140" y="3024"/>
              <a:ext cx="504" cy="330"/>
            </a:xfrm>
            <a:custGeom>
              <a:avLst/>
              <a:gdLst>
                <a:gd name="T0" fmla="*/ 0 w 504"/>
                <a:gd name="T1" fmla="*/ 126 h 330"/>
                <a:gd name="T2" fmla="*/ 0 w 504"/>
                <a:gd name="T3" fmla="*/ 330 h 330"/>
                <a:gd name="T4" fmla="*/ 504 w 504"/>
                <a:gd name="T5" fmla="*/ 198 h 330"/>
                <a:gd name="T6" fmla="*/ 504 w 504"/>
                <a:gd name="T7" fmla="*/ 0 h 330"/>
                <a:gd name="T8" fmla="*/ 0 w 504"/>
                <a:gd name="T9" fmla="*/ 126 h 3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04"/>
                <a:gd name="T16" fmla="*/ 0 h 330"/>
                <a:gd name="T17" fmla="*/ 504 w 504"/>
                <a:gd name="T18" fmla="*/ 330 h 33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04" h="330">
                  <a:moveTo>
                    <a:pt x="0" y="126"/>
                  </a:moveTo>
                  <a:lnTo>
                    <a:pt x="0" y="330"/>
                  </a:lnTo>
                  <a:lnTo>
                    <a:pt x="504" y="198"/>
                  </a:lnTo>
                  <a:lnTo>
                    <a:pt x="504" y="0"/>
                  </a:lnTo>
                  <a:lnTo>
                    <a:pt x="0" y="126"/>
                  </a:lnTo>
                  <a:close/>
                </a:path>
              </a:pathLst>
            </a:custGeom>
            <a:gradFill rotWithShape="0">
              <a:gsLst>
                <a:gs pos="0">
                  <a:srgbClr val="E42E00"/>
                </a:gs>
                <a:gs pos="100000">
                  <a:srgbClr val="FF330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3857" name="Freeform 45"/>
            <p:cNvSpPr>
              <a:spLocks/>
            </p:cNvSpPr>
            <p:nvPr/>
          </p:nvSpPr>
          <p:spPr bwMode="auto">
            <a:xfrm>
              <a:off x="4644" y="2760"/>
              <a:ext cx="252" cy="468"/>
            </a:xfrm>
            <a:custGeom>
              <a:avLst/>
              <a:gdLst>
                <a:gd name="T0" fmla="*/ 0 w 252"/>
                <a:gd name="T1" fmla="*/ 252 h 468"/>
                <a:gd name="T2" fmla="*/ 0 w 252"/>
                <a:gd name="T3" fmla="*/ 468 h 468"/>
                <a:gd name="T4" fmla="*/ 252 w 252"/>
                <a:gd name="T5" fmla="*/ 216 h 468"/>
                <a:gd name="T6" fmla="*/ 252 w 252"/>
                <a:gd name="T7" fmla="*/ 0 h 468"/>
                <a:gd name="T8" fmla="*/ 0 w 252"/>
                <a:gd name="T9" fmla="*/ 252 h 4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"/>
                <a:gd name="T16" fmla="*/ 0 h 468"/>
                <a:gd name="T17" fmla="*/ 252 w 252"/>
                <a:gd name="T18" fmla="*/ 468 h 4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" h="468">
                  <a:moveTo>
                    <a:pt x="0" y="252"/>
                  </a:moveTo>
                  <a:lnTo>
                    <a:pt x="0" y="468"/>
                  </a:lnTo>
                  <a:lnTo>
                    <a:pt x="252" y="216"/>
                  </a:lnTo>
                  <a:lnTo>
                    <a:pt x="252" y="0"/>
                  </a:lnTo>
                  <a:lnTo>
                    <a:pt x="0" y="252"/>
                  </a:lnTo>
                  <a:close/>
                </a:path>
              </a:pathLst>
            </a:custGeom>
            <a:gradFill rotWithShape="0">
              <a:gsLst>
                <a:gs pos="0">
                  <a:srgbClr val="FF3300"/>
                </a:gs>
                <a:gs pos="100000">
                  <a:srgbClr val="A22000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7519988" y="2587625"/>
            <a:ext cx="957262" cy="3159125"/>
            <a:chOff x="4737" y="1630"/>
            <a:chExt cx="603" cy="1990"/>
          </a:xfrm>
        </p:grpSpPr>
        <p:sp>
          <p:nvSpPr>
            <p:cNvPr id="33846" name="Freeform 47"/>
            <p:cNvSpPr>
              <a:spLocks/>
            </p:cNvSpPr>
            <p:nvPr/>
          </p:nvSpPr>
          <p:spPr bwMode="auto">
            <a:xfrm>
              <a:off x="4737" y="1630"/>
              <a:ext cx="603" cy="1990"/>
            </a:xfrm>
            <a:custGeom>
              <a:avLst/>
              <a:gdLst>
                <a:gd name="T0" fmla="*/ 603 w 603"/>
                <a:gd name="T1" fmla="*/ 0 h 1985"/>
                <a:gd name="T2" fmla="*/ 0 w 603"/>
                <a:gd name="T3" fmla="*/ 607 h 1985"/>
                <a:gd name="T4" fmla="*/ 0 w 603"/>
                <a:gd name="T5" fmla="*/ 1995 h 1985"/>
                <a:gd name="T6" fmla="*/ 603 w 603"/>
                <a:gd name="T7" fmla="*/ 1388 h 1985"/>
                <a:gd name="T8" fmla="*/ 603 w 603"/>
                <a:gd name="T9" fmla="*/ 0 h 19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03"/>
                <a:gd name="T16" fmla="*/ 0 h 1985"/>
                <a:gd name="T17" fmla="*/ 603 w 603"/>
                <a:gd name="T18" fmla="*/ 1985 h 198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03" h="1985">
                  <a:moveTo>
                    <a:pt x="603" y="0"/>
                  </a:moveTo>
                  <a:lnTo>
                    <a:pt x="0" y="603"/>
                  </a:lnTo>
                  <a:lnTo>
                    <a:pt x="0" y="1985"/>
                  </a:lnTo>
                  <a:lnTo>
                    <a:pt x="603" y="1382"/>
                  </a:lnTo>
                  <a:lnTo>
                    <a:pt x="603" y="0"/>
                  </a:lnTo>
                  <a:close/>
                </a:path>
              </a:pathLst>
            </a:custGeom>
            <a:solidFill>
              <a:srgbClr val="99FF99">
                <a:alpha val="50195"/>
              </a:srgbClr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847" name="WordArt 48"/>
            <p:cNvSpPr>
              <a:spLocks noChangeArrowheads="1" noChangeShapeType="1" noTextEdit="1"/>
            </p:cNvSpPr>
            <p:nvPr/>
          </p:nvSpPr>
          <p:spPr bwMode="auto">
            <a:xfrm rot="503265">
              <a:off x="5211" y="1705"/>
              <a:ext cx="81" cy="280"/>
            </a:xfrm>
            <a:prstGeom prst="rect">
              <a:avLst/>
            </a:prstGeom>
          </p:spPr>
          <p:txBody>
            <a:bodyPr wrap="none" fromWordArt="1">
              <a:prstTxWarp prst="textSlantUp">
                <a:avLst>
                  <a:gd name="adj" fmla="val 40991"/>
                </a:avLst>
              </a:prstTxWarp>
            </a:bodyPr>
            <a:lstStyle/>
            <a:p>
              <a:pPr algn="ctr"/>
              <a:r>
                <a:rPr lang="en-US" altLang="zh-CN" sz="3600" kern="10">
                  <a:ln w="9525">
                    <a:solidFill>
                      <a:srgbClr val="000000"/>
                    </a:solidFill>
                    <a:round/>
                    <a:headEnd/>
                    <a:tailEnd/>
                  </a:ln>
                  <a:solidFill>
                    <a:srgbClr val="000000"/>
                  </a:solidFill>
                  <a:latin typeface="宋体"/>
                  <a:ea typeface="宋体"/>
                </a:rPr>
                <a:t>W</a:t>
              </a:r>
              <a:endParaRPr lang="zh-CN" altLang="en-US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rgbClr val="000000"/>
                </a:solidFill>
                <a:latin typeface="宋体"/>
                <a:ea typeface="宋体"/>
              </a:endParaRPr>
            </a:p>
          </p:txBody>
        </p:sp>
      </p:grpSp>
      <p:grpSp>
        <p:nvGrpSpPr>
          <p:cNvPr id="4" name="Group 49"/>
          <p:cNvGrpSpPr>
            <a:grpSpLocks/>
          </p:cNvGrpSpPr>
          <p:nvPr/>
        </p:nvGrpSpPr>
        <p:grpSpPr bwMode="auto">
          <a:xfrm>
            <a:off x="7640638" y="3714750"/>
            <a:ext cx="657225" cy="1558925"/>
            <a:chOff x="4669" y="2402"/>
            <a:chExt cx="414" cy="982"/>
          </a:xfrm>
        </p:grpSpPr>
        <p:sp>
          <p:nvSpPr>
            <p:cNvPr id="33838" name="Line 50"/>
            <p:cNvSpPr>
              <a:spLocks noChangeShapeType="1"/>
            </p:cNvSpPr>
            <p:nvPr/>
          </p:nvSpPr>
          <p:spPr bwMode="auto">
            <a:xfrm>
              <a:off x="4669" y="3180"/>
              <a:ext cx="0" cy="20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839" name="Line 51"/>
            <p:cNvSpPr>
              <a:spLocks noChangeShapeType="1"/>
            </p:cNvSpPr>
            <p:nvPr/>
          </p:nvSpPr>
          <p:spPr bwMode="auto">
            <a:xfrm flipV="1">
              <a:off x="4676" y="2970"/>
              <a:ext cx="407" cy="40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840" name="Line 52"/>
            <p:cNvSpPr>
              <a:spLocks noChangeShapeType="1"/>
            </p:cNvSpPr>
            <p:nvPr/>
          </p:nvSpPr>
          <p:spPr bwMode="auto">
            <a:xfrm flipV="1">
              <a:off x="5076" y="2402"/>
              <a:ext cx="0" cy="57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841" name="Line 53"/>
            <p:cNvSpPr>
              <a:spLocks noChangeShapeType="1"/>
            </p:cNvSpPr>
            <p:nvPr/>
          </p:nvSpPr>
          <p:spPr bwMode="auto">
            <a:xfrm flipV="1">
              <a:off x="4669" y="2773"/>
              <a:ext cx="407" cy="40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842" name="Line 54"/>
            <p:cNvSpPr>
              <a:spLocks noChangeShapeType="1"/>
            </p:cNvSpPr>
            <p:nvPr/>
          </p:nvSpPr>
          <p:spPr bwMode="auto">
            <a:xfrm flipV="1">
              <a:off x="4938" y="2533"/>
              <a:ext cx="0" cy="37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843" name="Line 55"/>
            <p:cNvSpPr>
              <a:spLocks noChangeShapeType="1"/>
            </p:cNvSpPr>
            <p:nvPr/>
          </p:nvSpPr>
          <p:spPr bwMode="auto">
            <a:xfrm flipV="1">
              <a:off x="4938" y="2402"/>
              <a:ext cx="138" cy="13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844" name="Line 56"/>
            <p:cNvSpPr>
              <a:spLocks noChangeShapeType="1"/>
            </p:cNvSpPr>
            <p:nvPr/>
          </p:nvSpPr>
          <p:spPr bwMode="auto">
            <a:xfrm flipV="1">
              <a:off x="4938" y="2547"/>
              <a:ext cx="131" cy="131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845" name="Line 57"/>
            <p:cNvSpPr>
              <a:spLocks noChangeShapeType="1"/>
            </p:cNvSpPr>
            <p:nvPr/>
          </p:nvSpPr>
          <p:spPr bwMode="auto">
            <a:xfrm>
              <a:off x="4822" y="3027"/>
              <a:ext cx="0" cy="21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5" name="Group 58"/>
          <p:cNvGrpSpPr>
            <a:grpSpLocks/>
          </p:cNvGrpSpPr>
          <p:nvPr/>
        </p:nvGrpSpPr>
        <p:grpSpPr bwMode="auto">
          <a:xfrm>
            <a:off x="5029200" y="2459038"/>
            <a:ext cx="3460750" cy="1084262"/>
            <a:chOff x="3168" y="1549"/>
            <a:chExt cx="2180" cy="683"/>
          </a:xfrm>
        </p:grpSpPr>
        <p:sp>
          <p:nvSpPr>
            <p:cNvPr id="33836" name="Freeform 59"/>
            <p:cNvSpPr>
              <a:spLocks/>
            </p:cNvSpPr>
            <p:nvPr/>
          </p:nvSpPr>
          <p:spPr bwMode="auto">
            <a:xfrm>
              <a:off x="3168" y="1620"/>
              <a:ext cx="2180" cy="612"/>
            </a:xfrm>
            <a:custGeom>
              <a:avLst/>
              <a:gdLst>
                <a:gd name="T0" fmla="*/ 0 w 2180"/>
                <a:gd name="T1" fmla="*/ 612 h 612"/>
                <a:gd name="T2" fmla="*/ 1572 w 2180"/>
                <a:gd name="T3" fmla="*/ 612 h 612"/>
                <a:gd name="T4" fmla="*/ 2180 w 2180"/>
                <a:gd name="T5" fmla="*/ 1 h 612"/>
                <a:gd name="T6" fmla="*/ 612 w 2180"/>
                <a:gd name="T7" fmla="*/ 0 h 612"/>
                <a:gd name="T8" fmla="*/ 0 w 2180"/>
                <a:gd name="T9" fmla="*/ 612 h 6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180"/>
                <a:gd name="T16" fmla="*/ 0 h 612"/>
                <a:gd name="T17" fmla="*/ 2180 w 2180"/>
                <a:gd name="T18" fmla="*/ 612 h 6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180" h="612">
                  <a:moveTo>
                    <a:pt x="0" y="612"/>
                  </a:moveTo>
                  <a:lnTo>
                    <a:pt x="1572" y="612"/>
                  </a:lnTo>
                  <a:lnTo>
                    <a:pt x="2180" y="1"/>
                  </a:lnTo>
                  <a:lnTo>
                    <a:pt x="612" y="0"/>
                  </a:lnTo>
                  <a:lnTo>
                    <a:pt x="0" y="612"/>
                  </a:lnTo>
                  <a:close/>
                </a:path>
              </a:pathLst>
            </a:custGeom>
            <a:solidFill>
              <a:srgbClr val="FFCCFF">
                <a:alpha val="50195"/>
              </a:srgbClr>
            </a:solidFill>
            <a:ln w="127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837" name="Text Box 60"/>
            <p:cNvSpPr txBox="1">
              <a:spLocks noChangeArrowheads="1"/>
            </p:cNvSpPr>
            <p:nvPr/>
          </p:nvSpPr>
          <p:spPr bwMode="auto">
            <a:xfrm>
              <a:off x="3722" y="1549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latin typeface="宋体" pitchFamily="2" charset="-122"/>
                </a:rPr>
                <a:t>H</a:t>
              </a:r>
            </a:p>
          </p:txBody>
        </p:sp>
      </p:grpSp>
      <p:sp>
        <p:nvSpPr>
          <p:cNvPr id="33808" name="Line 61"/>
          <p:cNvSpPr>
            <a:spLocks noChangeShapeType="1"/>
          </p:cNvSpPr>
          <p:nvPr/>
        </p:nvSpPr>
        <p:spPr bwMode="auto">
          <a:xfrm>
            <a:off x="7753350" y="4391025"/>
            <a:ext cx="95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" name="Group 62"/>
          <p:cNvGrpSpPr>
            <a:grpSpLocks/>
          </p:cNvGrpSpPr>
          <p:nvPr/>
        </p:nvGrpSpPr>
        <p:grpSpPr bwMode="auto">
          <a:xfrm>
            <a:off x="5000625" y="3462338"/>
            <a:ext cx="2514600" cy="2281237"/>
            <a:chOff x="3150" y="2181"/>
            <a:chExt cx="1584" cy="1437"/>
          </a:xfrm>
        </p:grpSpPr>
        <p:sp>
          <p:nvSpPr>
            <p:cNvPr id="33834" name="Rectangle 63"/>
            <p:cNvSpPr>
              <a:spLocks noChangeArrowheads="1"/>
            </p:cNvSpPr>
            <p:nvPr/>
          </p:nvSpPr>
          <p:spPr bwMode="auto">
            <a:xfrm>
              <a:off x="3168" y="2232"/>
              <a:ext cx="1566" cy="1386"/>
            </a:xfrm>
            <a:prstGeom prst="rect">
              <a:avLst/>
            </a:prstGeom>
            <a:solidFill>
              <a:srgbClr val="FFCC00">
                <a:alpha val="50195"/>
              </a:srgbClr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33835" name="Text Box 64"/>
            <p:cNvSpPr txBox="1">
              <a:spLocks noChangeArrowheads="1"/>
            </p:cNvSpPr>
            <p:nvPr/>
          </p:nvSpPr>
          <p:spPr bwMode="auto">
            <a:xfrm>
              <a:off x="3150" y="2181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>
                  <a:latin typeface="宋体" pitchFamily="2" charset="-122"/>
                </a:rPr>
                <a:t>V</a:t>
              </a:r>
              <a:endParaRPr lang="en-US" altLang="zh-CN" sz="2400" b="1"/>
            </a:p>
          </p:txBody>
        </p:sp>
      </p:grpSp>
      <p:grpSp>
        <p:nvGrpSpPr>
          <p:cNvPr id="7" name="Group 65"/>
          <p:cNvGrpSpPr>
            <a:grpSpLocks/>
          </p:cNvGrpSpPr>
          <p:nvPr/>
        </p:nvGrpSpPr>
        <p:grpSpPr bwMode="auto">
          <a:xfrm>
            <a:off x="5410200" y="4476750"/>
            <a:ext cx="1698625" cy="935038"/>
            <a:chOff x="2683" y="2393"/>
            <a:chExt cx="1070" cy="589"/>
          </a:xfrm>
        </p:grpSpPr>
        <p:sp>
          <p:nvSpPr>
            <p:cNvPr id="33823" name="Line 66"/>
            <p:cNvSpPr>
              <a:spLocks noChangeShapeType="1"/>
            </p:cNvSpPr>
            <p:nvPr/>
          </p:nvSpPr>
          <p:spPr bwMode="auto">
            <a:xfrm>
              <a:off x="2683" y="2400"/>
              <a:ext cx="225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824" name="Line 67"/>
            <p:cNvSpPr>
              <a:spLocks noChangeShapeType="1"/>
            </p:cNvSpPr>
            <p:nvPr/>
          </p:nvSpPr>
          <p:spPr bwMode="auto">
            <a:xfrm>
              <a:off x="2691" y="2400"/>
              <a:ext cx="0" cy="57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825" name="Line 68"/>
            <p:cNvSpPr>
              <a:spLocks noChangeShapeType="1"/>
            </p:cNvSpPr>
            <p:nvPr/>
          </p:nvSpPr>
          <p:spPr bwMode="auto">
            <a:xfrm>
              <a:off x="2683" y="2975"/>
              <a:ext cx="1070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826" name="Line 69"/>
            <p:cNvSpPr>
              <a:spLocks noChangeShapeType="1"/>
            </p:cNvSpPr>
            <p:nvPr/>
          </p:nvSpPr>
          <p:spPr bwMode="auto">
            <a:xfrm flipV="1">
              <a:off x="3745" y="2764"/>
              <a:ext cx="0" cy="21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827" name="Line 70"/>
            <p:cNvSpPr>
              <a:spLocks noChangeShapeType="1"/>
            </p:cNvSpPr>
            <p:nvPr/>
          </p:nvSpPr>
          <p:spPr bwMode="auto">
            <a:xfrm flipV="1">
              <a:off x="3317" y="2400"/>
              <a:ext cx="0" cy="378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828" name="Line 71"/>
            <p:cNvSpPr>
              <a:spLocks noChangeShapeType="1"/>
            </p:cNvSpPr>
            <p:nvPr/>
          </p:nvSpPr>
          <p:spPr bwMode="auto">
            <a:xfrm>
              <a:off x="2691" y="2771"/>
              <a:ext cx="106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829" name="Line 72"/>
            <p:cNvSpPr>
              <a:spLocks noChangeShapeType="1"/>
            </p:cNvSpPr>
            <p:nvPr/>
          </p:nvSpPr>
          <p:spPr bwMode="auto">
            <a:xfrm>
              <a:off x="2894" y="2407"/>
              <a:ext cx="0" cy="15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830" name="Line 73"/>
            <p:cNvSpPr>
              <a:spLocks noChangeShapeType="1"/>
            </p:cNvSpPr>
            <p:nvPr/>
          </p:nvSpPr>
          <p:spPr bwMode="auto">
            <a:xfrm>
              <a:off x="3120" y="2393"/>
              <a:ext cx="0" cy="17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831" name="Line 74"/>
            <p:cNvSpPr>
              <a:spLocks noChangeShapeType="1"/>
            </p:cNvSpPr>
            <p:nvPr/>
          </p:nvSpPr>
          <p:spPr bwMode="auto">
            <a:xfrm>
              <a:off x="2894" y="2553"/>
              <a:ext cx="23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832" name="Line 75"/>
            <p:cNvSpPr>
              <a:spLocks noChangeShapeType="1"/>
            </p:cNvSpPr>
            <p:nvPr/>
          </p:nvSpPr>
          <p:spPr bwMode="auto">
            <a:xfrm>
              <a:off x="3120" y="2400"/>
              <a:ext cx="20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833" name="Line 76"/>
            <p:cNvSpPr>
              <a:spLocks noChangeShapeType="1"/>
            </p:cNvSpPr>
            <p:nvPr/>
          </p:nvSpPr>
          <p:spPr bwMode="auto">
            <a:xfrm>
              <a:off x="3411" y="2771"/>
              <a:ext cx="0" cy="20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8" name="Group 77"/>
          <p:cNvGrpSpPr>
            <a:grpSpLocks/>
          </p:cNvGrpSpPr>
          <p:nvPr/>
        </p:nvGrpSpPr>
        <p:grpSpPr bwMode="auto">
          <a:xfrm>
            <a:off x="5572125" y="2752725"/>
            <a:ext cx="2332038" cy="658813"/>
            <a:chOff x="3546" y="1734"/>
            <a:chExt cx="1469" cy="415"/>
          </a:xfrm>
        </p:grpSpPr>
        <p:sp>
          <p:nvSpPr>
            <p:cNvPr id="33814" name="Line 78"/>
            <p:cNvSpPr>
              <a:spLocks noChangeShapeType="1"/>
            </p:cNvSpPr>
            <p:nvPr/>
          </p:nvSpPr>
          <p:spPr bwMode="auto">
            <a:xfrm>
              <a:off x="3546" y="2147"/>
              <a:ext cx="70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815" name="Line 79"/>
            <p:cNvSpPr>
              <a:spLocks noChangeShapeType="1"/>
            </p:cNvSpPr>
            <p:nvPr/>
          </p:nvSpPr>
          <p:spPr bwMode="auto">
            <a:xfrm flipV="1">
              <a:off x="4239" y="2018"/>
              <a:ext cx="507" cy="13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816" name="Freeform 80"/>
            <p:cNvSpPr>
              <a:spLocks/>
            </p:cNvSpPr>
            <p:nvPr/>
          </p:nvSpPr>
          <p:spPr bwMode="auto">
            <a:xfrm>
              <a:off x="4731" y="1741"/>
              <a:ext cx="284" cy="284"/>
            </a:xfrm>
            <a:custGeom>
              <a:avLst/>
              <a:gdLst>
                <a:gd name="T0" fmla="*/ 0 w 284"/>
                <a:gd name="T1" fmla="*/ 284 h 284"/>
                <a:gd name="T2" fmla="*/ 284 w 284"/>
                <a:gd name="T3" fmla="*/ 0 h 284"/>
                <a:gd name="T4" fmla="*/ 0 60000 65536"/>
                <a:gd name="T5" fmla="*/ 0 60000 65536"/>
                <a:gd name="T6" fmla="*/ 0 w 284"/>
                <a:gd name="T7" fmla="*/ 0 h 284"/>
                <a:gd name="T8" fmla="*/ 284 w 284"/>
                <a:gd name="T9" fmla="*/ 284 h 28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284" h="284">
                  <a:moveTo>
                    <a:pt x="0" y="284"/>
                  </a:moveTo>
                  <a:lnTo>
                    <a:pt x="284" y="0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817" name="Line 81"/>
            <p:cNvSpPr>
              <a:spLocks noChangeShapeType="1"/>
            </p:cNvSpPr>
            <p:nvPr/>
          </p:nvSpPr>
          <p:spPr bwMode="auto">
            <a:xfrm flipV="1">
              <a:off x="3546" y="1741"/>
              <a:ext cx="407" cy="40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818" name="Line 82"/>
            <p:cNvSpPr>
              <a:spLocks noChangeShapeType="1"/>
            </p:cNvSpPr>
            <p:nvPr/>
          </p:nvSpPr>
          <p:spPr bwMode="auto">
            <a:xfrm>
              <a:off x="3953" y="1741"/>
              <a:ext cx="1062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819" name="Line 83"/>
            <p:cNvSpPr>
              <a:spLocks noChangeShapeType="1"/>
            </p:cNvSpPr>
            <p:nvPr/>
          </p:nvSpPr>
          <p:spPr bwMode="auto">
            <a:xfrm>
              <a:off x="3786" y="1894"/>
              <a:ext cx="61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820" name="Line 84"/>
            <p:cNvSpPr>
              <a:spLocks noChangeShapeType="1"/>
            </p:cNvSpPr>
            <p:nvPr/>
          </p:nvSpPr>
          <p:spPr bwMode="auto">
            <a:xfrm flipV="1">
              <a:off x="4404" y="1741"/>
              <a:ext cx="153" cy="15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821" name="Line 85"/>
            <p:cNvSpPr>
              <a:spLocks noChangeShapeType="1"/>
            </p:cNvSpPr>
            <p:nvPr/>
          </p:nvSpPr>
          <p:spPr bwMode="auto">
            <a:xfrm flipV="1">
              <a:off x="3982" y="1734"/>
              <a:ext cx="160" cy="16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3822" name="Freeform 86"/>
            <p:cNvSpPr>
              <a:spLocks/>
            </p:cNvSpPr>
            <p:nvPr/>
          </p:nvSpPr>
          <p:spPr bwMode="auto">
            <a:xfrm>
              <a:off x="4208" y="1734"/>
              <a:ext cx="167" cy="167"/>
            </a:xfrm>
            <a:custGeom>
              <a:avLst/>
              <a:gdLst>
                <a:gd name="T0" fmla="*/ 0 w 167"/>
                <a:gd name="T1" fmla="*/ 167 h 167"/>
                <a:gd name="T2" fmla="*/ 167 w 167"/>
                <a:gd name="T3" fmla="*/ 0 h 167"/>
                <a:gd name="T4" fmla="*/ 0 60000 65536"/>
                <a:gd name="T5" fmla="*/ 0 60000 65536"/>
                <a:gd name="T6" fmla="*/ 0 w 167"/>
                <a:gd name="T7" fmla="*/ 0 h 167"/>
                <a:gd name="T8" fmla="*/ 167 w 167"/>
                <a:gd name="T9" fmla="*/ 167 h 167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67" h="167">
                  <a:moveTo>
                    <a:pt x="0" y="167"/>
                  </a:moveTo>
                  <a:lnTo>
                    <a:pt x="167" y="0"/>
                  </a:lnTo>
                </a:path>
              </a:pathLst>
            </a:cu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60183" name="AutoShape 87"/>
          <p:cNvSpPr>
            <a:spLocks noChangeArrowheads="1"/>
          </p:cNvSpPr>
          <p:nvPr/>
        </p:nvSpPr>
        <p:spPr bwMode="auto">
          <a:xfrm>
            <a:off x="6556375" y="1146175"/>
            <a:ext cx="2359025" cy="965200"/>
          </a:xfrm>
          <a:prstGeom prst="wedgeEllipseCallout">
            <a:avLst>
              <a:gd name="adj1" fmla="val 16014"/>
              <a:gd name="adj2" fmla="val 172370"/>
            </a:avLst>
          </a:prstGeom>
          <a:solidFill>
            <a:srgbClr val="FFCC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latin typeface="黑体" pitchFamily="2" charset="-122"/>
                <a:ea typeface="黑体" pitchFamily="2" charset="-122"/>
              </a:rPr>
              <a:t>向前翻转</a:t>
            </a:r>
            <a:r>
              <a:rPr lang="en-US" altLang="zh-CN" sz="2000" b="1">
                <a:latin typeface="黑体" pitchFamily="2" charset="-122"/>
                <a:ea typeface="黑体" pitchFamily="2" charset="-122"/>
              </a:rPr>
              <a:t>90°</a:t>
            </a:r>
          </a:p>
        </p:txBody>
      </p:sp>
      <p:sp>
        <p:nvSpPr>
          <p:cNvPr id="260184" name="AutoShape 88"/>
          <p:cNvSpPr>
            <a:spLocks noChangeArrowheads="1"/>
          </p:cNvSpPr>
          <p:nvPr/>
        </p:nvSpPr>
        <p:spPr bwMode="auto">
          <a:xfrm>
            <a:off x="3957638" y="2176463"/>
            <a:ext cx="2393950" cy="533400"/>
          </a:xfrm>
          <a:prstGeom prst="wedgeEllipseCallout">
            <a:avLst>
              <a:gd name="adj1" fmla="val 19829"/>
              <a:gd name="adj2" fmla="val 88097"/>
            </a:avLst>
          </a:prstGeom>
          <a:solidFill>
            <a:srgbClr val="FFFF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latin typeface="黑体" pitchFamily="2" charset="-122"/>
                <a:ea typeface="黑体" pitchFamily="2" charset="-122"/>
              </a:rPr>
              <a:t>向上翻转</a:t>
            </a:r>
            <a:r>
              <a:rPr lang="en-US" altLang="zh-CN" sz="2000" b="1">
                <a:latin typeface="黑体" pitchFamily="2" charset="-122"/>
                <a:ea typeface="黑体" pitchFamily="2" charset="-122"/>
              </a:rPr>
              <a:t>90°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0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60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60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60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60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60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60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7" dur="500"/>
                                        <p:tgtEl>
                                          <p:spTgt spid="260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2" dur="500"/>
                                        <p:tgtEl>
                                          <p:spTgt spid="26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7" dur="500"/>
                                        <p:tgtEl>
                                          <p:spTgt spid="26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0123" grpId="0" autoUpdateAnimBg="0"/>
      <p:bldP spid="260124" grpId="0" autoUpdateAnimBg="0"/>
      <p:bldP spid="260125" grpId="0" autoUpdateAnimBg="0"/>
      <p:bldP spid="260126" grpId="0" autoUpdateAnimBg="0"/>
      <p:bldP spid="260127" grpId="0" autoUpdateAnimBg="0"/>
      <p:bldP spid="260128" grpId="0" autoUpdateAnimBg="0"/>
      <p:bldP spid="260129" grpId="0" autoUpdateAnimBg="0"/>
      <p:bldP spid="260130" grpId="0" autoUpdateAnimBg="0"/>
      <p:bldP spid="260183" grpId="0" animBg="1" autoUpdateAnimBg="0"/>
      <p:bldP spid="260184" grpId="0" animBg="1" autoUpdateAnimBg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94A24E-3EF6-48DF-A973-0813B46E7A3B}" type="slidenum">
              <a:rPr lang="en-US" altLang="zh-CN"/>
              <a:pPr>
                <a:defRPr/>
              </a:pPr>
              <a:t>33</a:t>
            </a:fld>
            <a:endParaRPr lang="en-US" altLang="zh-CN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2247900" y="4116388"/>
            <a:ext cx="2441575" cy="1804987"/>
            <a:chOff x="1303" y="2480"/>
            <a:chExt cx="1538" cy="1137"/>
          </a:xfrm>
        </p:grpSpPr>
        <p:grpSp>
          <p:nvGrpSpPr>
            <p:cNvPr id="34858" name="Group 3"/>
            <p:cNvGrpSpPr>
              <a:grpSpLocks/>
            </p:cNvGrpSpPr>
            <p:nvPr/>
          </p:nvGrpSpPr>
          <p:grpSpPr bwMode="auto">
            <a:xfrm>
              <a:off x="1303" y="2480"/>
              <a:ext cx="1538" cy="843"/>
              <a:chOff x="1316" y="2142"/>
              <a:chExt cx="1538" cy="843"/>
            </a:xfrm>
          </p:grpSpPr>
          <p:sp>
            <p:nvSpPr>
              <p:cNvPr id="34860" name="Line 4"/>
              <p:cNvSpPr>
                <a:spLocks noChangeShapeType="1"/>
              </p:cNvSpPr>
              <p:nvPr/>
            </p:nvSpPr>
            <p:spPr bwMode="auto">
              <a:xfrm>
                <a:off x="1603" y="2362"/>
                <a:ext cx="363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861" name="Rectangle 5"/>
              <p:cNvSpPr>
                <a:spLocks noChangeArrowheads="1"/>
              </p:cNvSpPr>
              <p:nvPr/>
            </p:nvSpPr>
            <p:spPr bwMode="auto">
              <a:xfrm>
                <a:off x="1323" y="2739"/>
                <a:ext cx="1531" cy="233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34862" name="Line 6"/>
              <p:cNvSpPr>
                <a:spLocks noChangeShapeType="1"/>
              </p:cNvSpPr>
              <p:nvPr/>
            </p:nvSpPr>
            <p:spPr bwMode="auto">
              <a:xfrm flipV="1">
                <a:off x="1323" y="2142"/>
                <a:ext cx="0" cy="59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863" name="Line 7"/>
              <p:cNvSpPr>
                <a:spLocks noChangeShapeType="1"/>
              </p:cNvSpPr>
              <p:nvPr/>
            </p:nvSpPr>
            <p:spPr bwMode="auto">
              <a:xfrm>
                <a:off x="1316" y="2142"/>
                <a:ext cx="307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864" name="Line 8"/>
              <p:cNvSpPr>
                <a:spLocks noChangeShapeType="1"/>
              </p:cNvSpPr>
              <p:nvPr/>
            </p:nvSpPr>
            <p:spPr bwMode="auto">
              <a:xfrm>
                <a:off x="1609" y="2142"/>
                <a:ext cx="0" cy="23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865" name="Line 9"/>
              <p:cNvSpPr>
                <a:spLocks noChangeShapeType="1"/>
              </p:cNvSpPr>
              <p:nvPr/>
            </p:nvSpPr>
            <p:spPr bwMode="auto">
              <a:xfrm flipH="1">
                <a:off x="1964" y="2147"/>
                <a:ext cx="0" cy="225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866" name="Line 10"/>
              <p:cNvSpPr>
                <a:spLocks noChangeShapeType="1"/>
              </p:cNvSpPr>
              <p:nvPr/>
            </p:nvSpPr>
            <p:spPr bwMode="auto">
              <a:xfrm>
                <a:off x="1962" y="2147"/>
                <a:ext cx="30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867" name="Line 11"/>
              <p:cNvSpPr>
                <a:spLocks noChangeShapeType="1"/>
              </p:cNvSpPr>
              <p:nvPr/>
            </p:nvSpPr>
            <p:spPr bwMode="auto">
              <a:xfrm>
                <a:off x="2245" y="2142"/>
                <a:ext cx="0" cy="59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868" name="Line 12"/>
              <p:cNvSpPr>
                <a:spLocks noChangeShapeType="1"/>
              </p:cNvSpPr>
              <p:nvPr/>
            </p:nvSpPr>
            <p:spPr bwMode="auto">
              <a:xfrm>
                <a:off x="2361" y="2739"/>
                <a:ext cx="0" cy="246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4859" name="Text Box 13"/>
            <p:cNvSpPr txBox="1">
              <a:spLocks noChangeArrowheads="1"/>
            </p:cNvSpPr>
            <p:nvPr/>
          </p:nvSpPr>
          <p:spPr bwMode="auto">
            <a:xfrm>
              <a:off x="1525" y="3290"/>
              <a:ext cx="7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b="1">
                  <a:solidFill>
                    <a:srgbClr val="FF3300"/>
                  </a:solidFill>
                  <a:latin typeface="黑体" pitchFamily="2" charset="-122"/>
                  <a:ea typeface="黑体" pitchFamily="2" charset="-122"/>
                </a:rPr>
                <a:t>前视图</a:t>
              </a:r>
            </a:p>
          </p:txBody>
        </p:sp>
      </p:grpSp>
      <p:grpSp>
        <p:nvGrpSpPr>
          <p:cNvPr id="4" name="Group 14"/>
          <p:cNvGrpSpPr>
            <a:grpSpLocks/>
          </p:cNvGrpSpPr>
          <p:nvPr/>
        </p:nvGrpSpPr>
        <p:grpSpPr bwMode="auto">
          <a:xfrm>
            <a:off x="2259013" y="1597025"/>
            <a:ext cx="2430462" cy="1652588"/>
            <a:chOff x="1310" y="893"/>
            <a:chExt cx="1531" cy="1041"/>
          </a:xfrm>
        </p:grpSpPr>
        <p:grpSp>
          <p:nvGrpSpPr>
            <p:cNvPr id="34848" name="Group 15"/>
            <p:cNvGrpSpPr>
              <a:grpSpLocks/>
            </p:cNvGrpSpPr>
            <p:nvPr/>
          </p:nvGrpSpPr>
          <p:grpSpPr bwMode="auto">
            <a:xfrm>
              <a:off x="1310" y="1212"/>
              <a:ext cx="1531" cy="722"/>
              <a:chOff x="1310" y="1212"/>
              <a:chExt cx="1531" cy="722"/>
            </a:xfrm>
          </p:grpSpPr>
          <p:sp>
            <p:nvSpPr>
              <p:cNvPr id="34850" name="Line 16"/>
              <p:cNvSpPr>
                <a:spLocks noChangeShapeType="1"/>
              </p:cNvSpPr>
              <p:nvPr/>
            </p:nvSpPr>
            <p:spPr bwMode="auto">
              <a:xfrm>
                <a:off x="1310" y="1220"/>
                <a:ext cx="0" cy="714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851" name="Line 17"/>
              <p:cNvSpPr>
                <a:spLocks noChangeShapeType="1"/>
              </p:cNvSpPr>
              <p:nvPr/>
            </p:nvSpPr>
            <p:spPr bwMode="auto">
              <a:xfrm>
                <a:off x="1310" y="1921"/>
                <a:ext cx="105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852" name="Line 18"/>
              <p:cNvSpPr>
                <a:spLocks noChangeShapeType="1"/>
              </p:cNvSpPr>
              <p:nvPr/>
            </p:nvSpPr>
            <p:spPr bwMode="auto">
              <a:xfrm>
                <a:off x="1310" y="1220"/>
                <a:ext cx="1531" cy="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853" name="Line 19"/>
              <p:cNvSpPr>
                <a:spLocks noChangeShapeType="1"/>
              </p:cNvSpPr>
              <p:nvPr/>
            </p:nvSpPr>
            <p:spPr bwMode="auto">
              <a:xfrm>
                <a:off x="2841" y="1212"/>
                <a:ext cx="0" cy="48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854" name="Line 20"/>
              <p:cNvSpPr>
                <a:spLocks noChangeShapeType="1"/>
              </p:cNvSpPr>
              <p:nvPr/>
            </p:nvSpPr>
            <p:spPr bwMode="auto">
              <a:xfrm flipH="1">
                <a:off x="2348" y="1674"/>
                <a:ext cx="493" cy="247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855" name="Rectangle 21"/>
              <p:cNvSpPr>
                <a:spLocks noChangeArrowheads="1"/>
              </p:cNvSpPr>
              <p:nvPr/>
            </p:nvSpPr>
            <p:spPr bwMode="auto">
              <a:xfrm>
                <a:off x="1310" y="1222"/>
                <a:ext cx="922" cy="259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34856" name="Line 22"/>
              <p:cNvSpPr>
                <a:spLocks noChangeShapeType="1"/>
              </p:cNvSpPr>
              <p:nvPr/>
            </p:nvSpPr>
            <p:spPr bwMode="auto">
              <a:xfrm>
                <a:off x="1946" y="1227"/>
                <a:ext cx="0" cy="26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857" name="Line 23"/>
              <p:cNvSpPr>
                <a:spLocks noChangeShapeType="1"/>
              </p:cNvSpPr>
              <p:nvPr/>
            </p:nvSpPr>
            <p:spPr bwMode="auto">
              <a:xfrm>
                <a:off x="1596" y="1221"/>
                <a:ext cx="0" cy="26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4849" name="Text Box 24"/>
            <p:cNvSpPr txBox="1">
              <a:spLocks noChangeArrowheads="1"/>
            </p:cNvSpPr>
            <p:nvPr/>
          </p:nvSpPr>
          <p:spPr bwMode="auto">
            <a:xfrm>
              <a:off x="1608" y="893"/>
              <a:ext cx="106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b="1">
                  <a:solidFill>
                    <a:srgbClr val="FF3300"/>
                  </a:solidFill>
                  <a:ea typeface="黑体" pitchFamily="2" charset="-122"/>
                </a:rPr>
                <a:t>顶视图</a:t>
              </a:r>
            </a:p>
          </p:txBody>
        </p:sp>
      </p:grpSp>
      <p:grpSp>
        <p:nvGrpSpPr>
          <p:cNvPr id="6" name="Group 25"/>
          <p:cNvGrpSpPr>
            <a:grpSpLocks/>
          </p:cNvGrpSpPr>
          <p:nvPr/>
        </p:nvGrpSpPr>
        <p:grpSpPr bwMode="auto">
          <a:xfrm>
            <a:off x="5986463" y="4114800"/>
            <a:ext cx="2355850" cy="1319213"/>
            <a:chOff x="3658" y="2479"/>
            <a:chExt cx="1484" cy="831"/>
          </a:xfrm>
        </p:grpSpPr>
        <p:grpSp>
          <p:nvGrpSpPr>
            <p:cNvPr id="34842" name="Group 26"/>
            <p:cNvGrpSpPr>
              <a:grpSpLocks/>
            </p:cNvGrpSpPr>
            <p:nvPr/>
          </p:nvGrpSpPr>
          <p:grpSpPr bwMode="auto">
            <a:xfrm>
              <a:off x="3658" y="2479"/>
              <a:ext cx="714" cy="831"/>
              <a:chOff x="3658" y="2479"/>
              <a:chExt cx="714" cy="831"/>
            </a:xfrm>
          </p:grpSpPr>
          <p:sp>
            <p:nvSpPr>
              <p:cNvPr id="34844" name="Rectangle 27"/>
              <p:cNvSpPr>
                <a:spLocks noChangeArrowheads="1"/>
              </p:cNvSpPr>
              <p:nvPr/>
            </p:nvSpPr>
            <p:spPr bwMode="auto">
              <a:xfrm rot="5400000">
                <a:off x="3897" y="2835"/>
                <a:ext cx="235" cy="714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34845" name="Rectangle 28"/>
              <p:cNvSpPr>
                <a:spLocks noChangeArrowheads="1"/>
              </p:cNvSpPr>
              <p:nvPr/>
            </p:nvSpPr>
            <p:spPr bwMode="auto">
              <a:xfrm rot="-5400000">
                <a:off x="3943" y="2648"/>
                <a:ext cx="597" cy="260"/>
              </a:xfrm>
              <a:prstGeom prst="rect">
                <a:avLst/>
              </a:prstGeom>
              <a:noFill/>
              <a:ln w="381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zh-CN" altLang="en-US" sz="2400">
                  <a:latin typeface="宋体" pitchFamily="2" charset="-122"/>
                </a:endParaRPr>
              </a:p>
            </p:txBody>
          </p:sp>
          <p:sp>
            <p:nvSpPr>
              <p:cNvPr id="34846" name="Line 29"/>
              <p:cNvSpPr>
                <a:spLocks noChangeShapeType="1"/>
              </p:cNvSpPr>
              <p:nvPr/>
            </p:nvSpPr>
            <p:spPr bwMode="auto">
              <a:xfrm flipV="1">
                <a:off x="3918" y="3077"/>
                <a:ext cx="0" cy="233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34847" name="Line 30"/>
              <p:cNvSpPr>
                <a:spLocks noChangeShapeType="1"/>
              </p:cNvSpPr>
              <p:nvPr/>
            </p:nvSpPr>
            <p:spPr bwMode="auto">
              <a:xfrm>
                <a:off x="4113" y="2693"/>
                <a:ext cx="259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34843" name="Text Box 31"/>
            <p:cNvSpPr txBox="1">
              <a:spLocks noChangeArrowheads="1"/>
            </p:cNvSpPr>
            <p:nvPr/>
          </p:nvSpPr>
          <p:spPr bwMode="auto">
            <a:xfrm>
              <a:off x="4351" y="2794"/>
              <a:ext cx="79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b="1">
                  <a:solidFill>
                    <a:srgbClr val="FF3300"/>
                  </a:solidFill>
                  <a:ea typeface="黑体" pitchFamily="2" charset="-122"/>
                </a:rPr>
                <a:t>右视图</a:t>
              </a:r>
            </a:p>
          </p:txBody>
        </p:sp>
      </p:grp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2259013" y="2755900"/>
            <a:ext cx="2451100" cy="2327275"/>
            <a:chOff x="1310" y="1623"/>
            <a:chExt cx="1544" cy="1466"/>
          </a:xfrm>
        </p:grpSpPr>
        <p:sp>
          <p:nvSpPr>
            <p:cNvPr id="34838" name="Line 33"/>
            <p:cNvSpPr>
              <a:spLocks noChangeShapeType="1"/>
            </p:cNvSpPr>
            <p:nvPr/>
          </p:nvSpPr>
          <p:spPr bwMode="auto">
            <a:xfrm>
              <a:off x="1310" y="1909"/>
              <a:ext cx="0" cy="58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839" name="Line 34"/>
            <p:cNvSpPr>
              <a:spLocks noChangeShapeType="1"/>
            </p:cNvSpPr>
            <p:nvPr/>
          </p:nvSpPr>
          <p:spPr bwMode="auto">
            <a:xfrm flipV="1">
              <a:off x="2841" y="1623"/>
              <a:ext cx="0" cy="146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840" name="Line 35"/>
            <p:cNvSpPr>
              <a:spLocks noChangeShapeType="1"/>
            </p:cNvSpPr>
            <p:nvPr/>
          </p:nvSpPr>
          <p:spPr bwMode="auto">
            <a:xfrm>
              <a:off x="1310" y="2259"/>
              <a:ext cx="1544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841" name="Text Box 36"/>
            <p:cNvSpPr txBox="1">
              <a:spLocks noChangeArrowheads="1"/>
            </p:cNvSpPr>
            <p:nvPr/>
          </p:nvSpPr>
          <p:spPr bwMode="auto">
            <a:xfrm>
              <a:off x="1817" y="1985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/>
                <a:t>长</a:t>
              </a:r>
            </a:p>
          </p:txBody>
        </p:sp>
      </p:grpSp>
      <p:grpSp>
        <p:nvGrpSpPr>
          <p:cNvPr id="9" name="Group 37"/>
          <p:cNvGrpSpPr>
            <a:grpSpLocks/>
          </p:cNvGrpSpPr>
          <p:nvPr/>
        </p:nvGrpSpPr>
        <p:grpSpPr bwMode="auto">
          <a:xfrm>
            <a:off x="3722688" y="4094163"/>
            <a:ext cx="2986087" cy="1381125"/>
            <a:chOff x="2232" y="2466"/>
            <a:chExt cx="1881" cy="870"/>
          </a:xfrm>
        </p:grpSpPr>
        <p:sp>
          <p:nvSpPr>
            <p:cNvPr id="34834" name="Line 38"/>
            <p:cNvSpPr>
              <a:spLocks noChangeShapeType="1"/>
            </p:cNvSpPr>
            <p:nvPr/>
          </p:nvSpPr>
          <p:spPr bwMode="auto">
            <a:xfrm>
              <a:off x="2232" y="2479"/>
              <a:ext cx="188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835" name="Line 39"/>
            <p:cNvSpPr>
              <a:spLocks noChangeShapeType="1"/>
            </p:cNvSpPr>
            <p:nvPr/>
          </p:nvSpPr>
          <p:spPr bwMode="auto">
            <a:xfrm>
              <a:off x="2789" y="3310"/>
              <a:ext cx="96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836" name="Line 40"/>
            <p:cNvSpPr>
              <a:spLocks noChangeShapeType="1"/>
            </p:cNvSpPr>
            <p:nvPr/>
          </p:nvSpPr>
          <p:spPr bwMode="auto">
            <a:xfrm>
              <a:off x="3373" y="2466"/>
              <a:ext cx="0" cy="87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837" name="Text Box 41"/>
            <p:cNvSpPr txBox="1">
              <a:spLocks noChangeArrowheads="1"/>
            </p:cNvSpPr>
            <p:nvPr/>
          </p:nvSpPr>
          <p:spPr bwMode="auto">
            <a:xfrm rot="-5400000">
              <a:off x="3086" y="2735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/>
                <a:t>高</a:t>
              </a:r>
            </a:p>
          </p:txBody>
        </p:sp>
      </p:grpSp>
      <p:grpSp>
        <p:nvGrpSpPr>
          <p:cNvPr id="10" name="Group 42"/>
          <p:cNvGrpSpPr>
            <a:grpSpLocks/>
          </p:cNvGrpSpPr>
          <p:nvPr/>
        </p:nvGrpSpPr>
        <p:grpSpPr bwMode="auto">
          <a:xfrm>
            <a:off x="3865563" y="2087563"/>
            <a:ext cx="3257550" cy="2995612"/>
            <a:chOff x="2322" y="1202"/>
            <a:chExt cx="2052" cy="1887"/>
          </a:xfrm>
        </p:grpSpPr>
        <p:sp>
          <p:nvSpPr>
            <p:cNvPr id="34826" name="Line 43"/>
            <p:cNvSpPr>
              <a:spLocks noChangeShapeType="1"/>
            </p:cNvSpPr>
            <p:nvPr/>
          </p:nvSpPr>
          <p:spPr bwMode="auto">
            <a:xfrm flipV="1">
              <a:off x="3659" y="2155"/>
              <a:ext cx="0" cy="93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827" name="Line 44"/>
            <p:cNvSpPr>
              <a:spLocks noChangeShapeType="1"/>
            </p:cNvSpPr>
            <p:nvPr/>
          </p:nvSpPr>
          <p:spPr bwMode="auto">
            <a:xfrm flipV="1">
              <a:off x="4372" y="2155"/>
              <a:ext cx="0" cy="35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828" name="Line 45"/>
            <p:cNvSpPr>
              <a:spLocks noChangeShapeType="1"/>
            </p:cNvSpPr>
            <p:nvPr/>
          </p:nvSpPr>
          <p:spPr bwMode="auto">
            <a:xfrm>
              <a:off x="3659" y="2220"/>
              <a:ext cx="71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829" name="Line 46"/>
            <p:cNvSpPr>
              <a:spLocks noChangeShapeType="1"/>
            </p:cNvSpPr>
            <p:nvPr/>
          </p:nvSpPr>
          <p:spPr bwMode="auto">
            <a:xfrm>
              <a:off x="2841" y="1220"/>
              <a:ext cx="390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830" name="Line 47"/>
            <p:cNvSpPr>
              <a:spLocks noChangeShapeType="1"/>
            </p:cNvSpPr>
            <p:nvPr/>
          </p:nvSpPr>
          <p:spPr bwMode="auto">
            <a:xfrm>
              <a:off x="2322" y="1921"/>
              <a:ext cx="921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831" name="Line 48"/>
            <p:cNvSpPr>
              <a:spLocks noChangeShapeType="1"/>
            </p:cNvSpPr>
            <p:nvPr/>
          </p:nvSpPr>
          <p:spPr bwMode="auto">
            <a:xfrm>
              <a:off x="3192" y="1202"/>
              <a:ext cx="0" cy="738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4832" name="Text Box 49"/>
            <p:cNvSpPr txBox="1">
              <a:spLocks noChangeArrowheads="1"/>
            </p:cNvSpPr>
            <p:nvPr/>
          </p:nvSpPr>
          <p:spPr bwMode="auto">
            <a:xfrm rot="-5400000">
              <a:off x="2920" y="1453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/>
                <a:t>宽</a:t>
              </a:r>
            </a:p>
          </p:txBody>
        </p:sp>
        <p:sp>
          <p:nvSpPr>
            <p:cNvPr id="34833" name="Text Box 50"/>
            <p:cNvSpPr txBox="1">
              <a:spLocks noChangeArrowheads="1"/>
            </p:cNvSpPr>
            <p:nvPr/>
          </p:nvSpPr>
          <p:spPr bwMode="auto">
            <a:xfrm>
              <a:off x="3860" y="1951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/>
                <a:t>宽</a:t>
              </a:r>
            </a:p>
          </p:txBody>
        </p:sp>
      </p:grpSp>
      <p:sp>
        <p:nvSpPr>
          <p:cNvPr id="34825" name="Text Box 51"/>
          <p:cNvSpPr txBox="1">
            <a:spLocks noChangeArrowheads="1"/>
          </p:cNvSpPr>
          <p:nvPr/>
        </p:nvSpPr>
        <p:spPr bwMode="auto">
          <a:xfrm>
            <a:off x="1241425" y="601663"/>
            <a:ext cx="72675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b="1">
                <a:ea typeface="黑体" pitchFamily="2" charset="-122"/>
              </a:rPr>
              <a:t>展开后的三视图及度量对应关系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5F35760-D34A-4A37-9D75-5E9BA0ADCA29}" type="slidenum">
              <a:rPr lang="en-US" altLang="zh-CN"/>
              <a:pPr>
                <a:defRPr/>
              </a:pPr>
              <a:t>34</a:t>
            </a:fld>
            <a:endParaRPr lang="en-US" altLang="zh-CN"/>
          </a:p>
        </p:txBody>
      </p:sp>
      <p:sp>
        <p:nvSpPr>
          <p:cNvPr id="35843" name="Text Box 2"/>
          <p:cNvSpPr txBox="1">
            <a:spLocks noChangeArrowheads="1"/>
          </p:cNvSpPr>
          <p:nvPr/>
        </p:nvSpPr>
        <p:spPr bwMode="auto">
          <a:xfrm>
            <a:off x="7561263" y="2212975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solidFill>
                  <a:schemeClr val="bg2"/>
                </a:solidFill>
              </a:rPr>
              <a:t>左视</a:t>
            </a:r>
          </a:p>
        </p:txBody>
      </p:sp>
      <p:grpSp>
        <p:nvGrpSpPr>
          <p:cNvPr id="35844" name="Group 3"/>
          <p:cNvGrpSpPr>
            <a:grpSpLocks/>
          </p:cNvGrpSpPr>
          <p:nvPr/>
        </p:nvGrpSpPr>
        <p:grpSpPr bwMode="auto">
          <a:xfrm>
            <a:off x="739775" y="3211513"/>
            <a:ext cx="1751013" cy="1042987"/>
            <a:chOff x="1316" y="2142"/>
            <a:chExt cx="1538" cy="843"/>
          </a:xfrm>
        </p:grpSpPr>
        <p:sp>
          <p:nvSpPr>
            <p:cNvPr id="35923" name="Line 4"/>
            <p:cNvSpPr>
              <a:spLocks noChangeShapeType="1"/>
            </p:cNvSpPr>
            <p:nvPr/>
          </p:nvSpPr>
          <p:spPr bwMode="auto">
            <a:xfrm>
              <a:off x="1603" y="2362"/>
              <a:ext cx="36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24" name="Rectangle 5"/>
            <p:cNvSpPr>
              <a:spLocks noChangeArrowheads="1"/>
            </p:cNvSpPr>
            <p:nvPr/>
          </p:nvSpPr>
          <p:spPr bwMode="auto">
            <a:xfrm>
              <a:off x="1323" y="2739"/>
              <a:ext cx="1531" cy="233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35925" name="Line 6"/>
            <p:cNvSpPr>
              <a:spLocks noChangeShapeType="1"/>
            </p:cNvSpPr>
            <p:nvPr/>
          </p:nvSpPr>
          <p:spPr bwMode="auto">
            <a:xfrm flipV="1">
              <a:off x="1323" y="2142"/>
              <a:ext cx="0" cy="59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26" name="Line 7"/>
            <p:cNvSpPr>
              <a:spLocks noChangeShapeType="1"/>
            </p:cNvSpPr>
            <p:nvPr/>
          </p:nvSpPr>
          <p:spPr bwMode="auto">
            <a:xfrm>
              <a:off x="1316" y="2142"/>
              <a:ext cx="30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27" name="Line 8"/>
            <p:cNvSpPr>
              <a:spLocks noChangeShapeType="1"/>
            </p:cNvSpPr>
            <p:nvPr/>
          </p:nvSpPr>
          <p:spPr bwMode="auto">
            <a:xfrm>
              <a:off x="1609" y="2142"/>
              <a:ext cx="0" cy="23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28" name="Line 9"/>
            <p:cNvSpPr>
              <a:spLocks noChangeShapeType="1"/>
            </p:cNvSpPr>
            <p:nvPr/>
          </p:nvSpPr>
          <p:spPr bwMode="auto">
            <a:xfrm flipH="1">
              <a:off x="1964" y="2147"/>
              <a:ext cx="0" cy="22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29" name="Line 10"/>
            <p:cNvSpPr>
              <a:spLocks noChangeShapeType="1"/>
            </p:cNvSpPr>
            <p:nvPr/>
          </p:nvSpPr>
          <p:spPr bwMode="auto">
            <a:xfrm>
              <a:off x="1962" y="2147"/>
              <a:ext cx="30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30" name="Line 11"/>
            <p:cNvSpPr>
              <a:spLocks noChangeShapeType="1"/>
            </p:cNvSpPr>
            <p:nvPr/>
          </p:nvSpPr>
          <p:spPr bwMode="auto">
            <a:xfrm>
              <a:off x="2245" y="2142"/>
              <a:ext cx="0" cy="59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31" name="Line 12"/>
            <p:cNvSpPr>
              <a:spLocks noChangeShapeType="1"/>
            </p:cNvSpPr>
            <p:nvPr/>
          </p:nvSpPr>
          <p:spPr bwMode="auto">
            <a:xfrm>
              <a:off x="2361" y="2739"/>
              <a:ext cx="0" cy="24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5845" name="Group 13"/>
          <p:cNvGrpSpPr>
            <a:grpSpLocks/>
          </p:cNvGrpSpPr>
          <p:nvPr/>
        </p:nvGrpSpPr>
        <p:grpSpPr bwMode="auto">
          <a:xfrm>
            <a:off x="747713" y="1500188"/>
            <a:ext cx="1743075" cy="892175"/>
            <a:chOff x="3273" y="1204"/>
            <a:chExt cx="1098" cy="562"/>
          </a:xfrm>
        </p:grpSpPr>
        <p:sp>
          <p:nvSpPr>
            <p:cNvPr id="35915" name="Line 14"/>
            <p:cNvSpPr>
              <a:spLocks noChangeShapeType="1"/>
            </p:cNvSpPr>
            <p:nvPr/>
          </p:nvSpPr>
          <p:spPr bwMode="auto">
            <a:xfrm>
              <a:off x="3273" y="1210"/>
              <a:ext cx="0" cy="55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16" name="Line 15"/>
            <p:cNvSpPr>
              <a:spLocks noChangeShapeType="1"/>
            </p:cNvSpPr>
            <p:nvPr/>
          </p:nvSpPr>
          <p:spPr bwMode="auto">
            <a:xfrm>
              <a:off x="3273" y="1756"/>
              <a:ext cx="75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17" name="Line 16"/>
            <p:cNvSpPr>
              <a:spLocks noChangeShapeType="1"/>
            </p:cNvSpPr>
            <p:nvPr/>
          </p:nvSpPr>
          <p:spPr bwMode="auto">
            <a:xfrm>
              <a:off x="3273" y="1206"/>
              <a:ext cx="109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18" name="Line 17"/>
            <p:cNvSpPr>
              <a:spLocks noChangeShapeType="1"/>
            </p:cNvSpPr>
            <p:nvPr/>
          </p:nvSpPr>
          <p:spPr bwMode="auto">
            <a:xfrm>
              <a:off x="4371" y="1204"/>
              <a:ext cx="0" cy="37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19" name="Line 18"/>
            <p:cNvSpPr>
              <a:spLocks noChangeShapeType="1"/>
            </p:cNvSpPr>
            <p:nvPr/>
          </p:nvSpPr>
          <p:spPr bwMode="auto">
            <a:xfrm flipH="1">
              <a:off x="4017" y="1564"/>
              <a:ext cx="354" cy="1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20" name="Rectangle 19"/>
            <p:cNvSpPr>
              <a:spLocks noChangeArrowheads="1"/>
            </p:cNvSpPr>
            <p:nvPr/>
          </p:nvSpPr>
          <p:spPr bwMode="auto">
            <a:xfrm>
              <a:off x="3273" y="1206"/>
              <a:ext cx="661" cy="20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35921" name="Line 20"/>
            <p:cNvSpPr>
              <a:spLocks noChangeShapeType="1"/>
            </p:cNvSpPr>
            <p:nvPr/>
          </p:nvSpPr>
          <p:spPr bwMode="auto">
            <a:xfrm>
              <a:off x="3729" y="1206"/>
              <a:ext cx="0" cy="2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22" name="Line 21"/>
            <p:cNvSpPr>
              <a:spLocks noChangeShapeType="1"/>
            </p:cNvSpPr>
            <p:nvPr/>
          </p:nvSpPr>
          <p:spPr bwMode="auto">
            <a:xfrm>
              <a:off x="3478" y="1206"/>
              <a:ext cx="0" cy="2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5846" name="Group 22"/>
          <p:cNvGrpSpPr>
            <a:grpSpLocks/>
          </p:cNvGrpSpPr>
          <p:nvPr/>
        </p:nvGrpSpPr>
        <p:grpSpPr bwMode="auto">
          <a:xfrm>
            <a:off x="3192463" y="3219450"/>
            <a:ext cx="812800" cy="1027113"/>
            <a:chOff x="2011" y="2028"/>
            <a:chExt cx="512" cy="647"/>
          </a:xfrm>
        </p:grpSpPr>
        <p:sp>
          <p:nvSpPr>
            <p:cNvPr id="35911" name="Rectangle 23"/>
            <p:cNvSpPr>
              <a:spLocks noChangeArrowheads="1"/>
            </p:cNvSpPr>
            <p:nvPr/>
          </p:nvSpPr>
          <p:spPr bwMode="auto">
            <a:xfrm rot="5400000">
              <a:off x="2175" y="2327"/>
              <a:ext cx="183" cy="51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35912" name="Rectangle 24"/>
            <p:cNvSpPr>
              <a:spLocks noChangeArrowheads="1"/>
            </p:cNvSpPr>
            <p:nvPr/>
          </p:nvSpPr>
          <p:spPr bwMode="auto">
            <a:xfrm rot="-5400000">
              <a:off x="2197" y="2168"/>
              <a:ext cx="465" cy="186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35913" name="Line 25"/>
            <p:cNvSpPr>
              <a:spLocks noChangeShapeType="1"/>
            </p:cNvSpPr>
            <p:nvPr/>
          </p:nvSpPr>
          <p:spPr bwMode="auto">
            <a:xfrm flipV="1">
              <a:off x="2197" y="2494"/>
              <a:ext cx="0" cy="18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14" name="Line 26"/>
            <p:cNvSpPr>
              <a:spLocks noChangeShapeType="1"/>
            </p:cNvSpPr>
            <p:nvPr/>
          </p:nvSpPr>
          <p:spPr bwMode="auto">
            <a:xfrm>
              <a:off x="2337" y="2195"/>
              <a:ext cx="18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5847" name="Group 27"/>
          <p:cNvGrpSpPr>
            <a:grpSpLocks/>
          </p:cNvGrpSpPr>
          <p:nvPr/>
        </p:nvGrpSpPr>
        <p:grpSpPr bwMode="auto">
          <a:xfrm>
            <a:off x="5221288" y="1554163"/>
            <a:ext cx="1751012" cy="1042987"/>
            <a:chOff x="1316" y="2142"/>
            <a:chExt cx="1538" cy="843"/>
          </a:xfrm>
        </p:grpSpPr>
        <p:sp>
          <p:nvSpPr>
            <p:cNvPr id="35902" name="Line 28"/>
            <p:cNvSpPr>
              <a:spLocks noChangeShapeType="1"/>
            </p:cNvSpPr>
            <p:nvPr/>
          </p:nvSpPr>
          <p:spPr bwMode="auto">
            <a:xfrm>
              <a:off x="1603" y="2362"/>
              <a:ext cx="36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03" name="Rectangle 29"/>
            <p:cNvSpPr>
              <a:spLocks noChangeArrowheads="1"/>
            </p:cNvSpPr>
            <p:nvPr/>
          </p:nvSpPr>
          <p:spPr bwMode="auto">
            <a:xfrm>
              <a:off x="1323" y="2739"/>
              <a:ext cx="1531" cy="233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35904" name="Line 30"/>
            <p:cNvSpPr>
              <a:spLocks noChangeShapeType="1"/>
            </p:cNvSpPr>
            <p:nvPr/>
          </p:nvSpPr>
          <p:spPr bwMode="auto">
            <a:xfrm flipV="1">
              <a:off x="1323" y="2142"/>
              <a:ext cx="0" cy="59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05" name="Line 31"/>
            <p:cNvSpPr>
              <a:spLocks noChangeShapeType="1"/>
            </p:cNvSpPr>
            <p:nvPr/>
          </p:nvSpPr>
          <p:spPr bwMode="auto">
            <a:xfrm>
              <a:off x="1316" y="2142"/>
              <a:ext cx="30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06" name="Line 32"/>
            <p:cNvSpPr>
              <a:spLocks noChangeShapeType="1"/>
            </p:cNvSpPr>
            <p:nvPr/>
          </p:nvSpPr>
          <p:spPr bwMode="auto">
            <a:xfrm>
              <a:off x="1609" y="2142"/>
              <a:ext cx="0" cy="23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07" name="Line 33"/>
            <p:cNvSpPr>
              <a:spLocks noChangeShapeType="1"/>
            </p:cNvSpPr>
            <p:nvPr/>
          </p:nvSpPr>
          <p:spPr bwMode="auto">
            <a:xfrm flipH="1">
              <a:off x="1964" y="2147"/>
              <a:ext cx="0" cy="22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08" name="Line 34"/>
            <p:cNvSpPr>
              <a:spLocks noChangeShapeType="1"/>
            </p:cNvSpPr>
            <p:nvPr/>
          </p:nvSpPr>
          <p:spPr bwMode="auto">
            <a:xfrm>
              <a:off x="1962" y="2147"/>
              <a:ext cx="30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09" name="Line 35"/>
            <p:cNvSpPr>
              <a:spLocks noChangeShapeType="1"/>
            </p:cNvSpPr>
            <p:nvPr/>
          </p:nvSpPr>
          <p:spPr bwMode="auto">
            <a:xfrm>
              <a:off x="2245" y="2142"/>
              <a:ext cx="0" cy="59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10" name="Line 36"/>
            <p:cNvSpPr>
              <a:spLocks noChangeShapeType="1"/>
            </p:cNvSpPr>
            <p:nvPr/>
          </p:nvSpPr>
          <p:spPr bwMode="auto">
            <a:xfrm>
              <a:off x="2361" y="2739"/>
              <a:ext cx="0" cy="24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5848" name="Group 37"/>
          <p:cNvGrpSpPr>
            <a:grpSpLocks/>
          </p:cNvGrpSpPr>
          <p:nvPr/>
        </p:nvGrpSpPr>
        <p:grpSpPr bwMode="auto">
          <a:xfrm>
            <a:off x="5221288" y="3406775"/>
            <a:ext cx="1743075" cy="892175"/>
            <a:chOff x="582" y="1199"/>
            <a:chExt cx="1098" cy="562"/>
          </a:xfrm>
        </p:grpSpPr>
        <p:sp>
          <p:nvSpPr>
            <p:cNvPr id="35894" name="Line 38"/>
            <p:cNvSpPr>
              <a:spLocks noChangeShapeType="1"/>
            </p:cNvSpPr>
            <p:nvPr/>
          </p:nvSpPr>
          <p:spPr bwMode="auto">
            <a:xfrm>
              <a:off x="582" y="1205"/>
              <a:ext cx="0" cy="55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895" name="Line 39"/>
            <p:cNvSpPr>
              <a:spLocks noChangeShapeType="1"/>
            </p:cNvSpPr>
            <p:nvPr/>
          </p:nvSpPr>
          <p:spPr bwMode="auto">
            <a:xfrm>
              <a:off x="582" y="1751"/>
              <a:ext cx="75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896" name="Line 40"/>
            <p:cNvSpPr>
              <a:spLocks noChangeShapeType="1"/>
            </p:cNvSpPr>
            <p:nvPr/>
          </p:nvSpPr>
          <p:spPr bwMode="auto">
            <a:xfrm>
              <a:off x="582" y="1205"/>
              <a:ext cx="109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897" name="Line 41"/>
            <p:cNvSpPr>
              <a:spLocks noChangeShapeType="1"/>
            </p:cNvSpPr>
            <p:nvPr/>
          </p:nvSpPr>
          <p:spPr bwMode="auto">
            <a:xfrm>
              <a:off x="1680" y="1199"/>
              <a:ext cx="0" cy="37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898" name="Line 42"/>
            <p:cNvSpPr>
              <a:spLocks noChangeShapeType="1"/>
            </p:cNvSpPr>
            <p:nvPr/>
          </p:nvSpPr>
          <p:spPr bwMode="auto">
            <a:xfrm flipH="1">
              <a:off x="1326" y="1559"/>
              <a:ext cx="354" cy="1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899" name="Rectangle 43"/>
            <p:cNvSpPr>
              <a:spLocks noChangeArrowheads="1"/>
            </p:cNvSpPr>
            <p:nvPr/>
          </p:nvSpPr>
          <p:spPr bwMode="auto">
            <a:xfrm>
              <a:off x="582" y="1208"/>
              <a:ext cx="661" cy="20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35900" name="Line 44"/>
            <p:cNvSpPr>
              <a:spLocks noChangeShapeType="1"/>
            </p:cNvSpPr>
            <p:nvPr/>
          </p:nvSpPr>
          <p:spPr bwMode="auto">
            <a:xfrm>
              <a:off x="1038" y="1218"/>
              <a:ext cx="0" cy="2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5901" name="Line 45"/>
            <p:cNvSpPr>
              <a:spLocks noChangeShapeType="1"/>
            </p:cNvSpPr>
            <p:nvPr/>
          </p:nvSpPr>
          <p:spPr bwMode="auto">
            <a:xfrm>
              <a:off x="787" y="1213"/>
              <a:ext cx="0" cy="2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5849" name="Line 47"/>
          <p:cNvSpPr>
            <a:spLocks noChangeShapeType="1"/>
          </p:cNvSpPr>
          <p:nvPr/>
        </p:nvSpPr>
        <p:spPr bwMode="auto">
          <a:xfrm flipH="1">
            <a:off x="7645400" y="1820863"/>
            <a:ext cx="29527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5850" name="Rectangle 48"/>
          <p:cNvSpPr>
            <a:spLocks noChangeArrowheads="1"/>
          </p:cNvSpPr>
          <p:nvPr/>
        </p:nvSpPr>
        <p:spPr bwMode="auto">
          <a:xfrm rot="16200000" flipH="1">
            <a:off x="7906544" y="2029619"/>
            <a:ext cx="290512" cy="8128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35851" name="Rectangle 49"/>
          <p:cNvSpPr>
            <a:spLocks noChangeArrowheads="1"/>
          </p:cNvSpPr>
          <p:nvPr/>
        </p:nvSpPr>
        <p:spPr bwMode="auto">
          <a:xfrm rot="5400000" flipH="1">
            <a:off x="7423944" y="1769269"/>
            <a:ext cx="738187" cy="295275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35852" name="Line 50"/>
          <p:cNvSpPr>
            <a:spLocks noChangeShapeType="1"/>
          </p:cNvSpPr>
          <p:nvPr/>
        </p:nvSpPr>
        <p:spPr bwMode="auto">
          <a:xfrm flipH="1" flipV="1">
            <a:off x="8162925" y="2295525"/>
            <a:ext cx="0" cy="287338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5853" name="Line 51"/>
          <p:cNvSpPr>
            <a:spLocks noChangeShapeType="1"/>
          </p:cNvSpPr>
          <p:nvPr/>
        </p:nvSpPr>
        <p:spPr bwMode="auto">
          <a:xfrm>
            <a:off x="7669213" y="2290763"/>
            <a:ext cx="258762" cy="0"/>
          </a:xfrm>
          <a:prstGeom prst="line">
            <a:avLst/>
          </a:prstGeom>
          <a:noFill/>
          <a:ln w="5715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5854" name="Text Box 53"/>
          <p:cNvSpPr txBox="1">
            <a:spLocks noChangeArrowheads="1"/>
          </p:cNvSpPr>
          <p:nvPr/>
        </p:nvSpPr>
        <p:spPr bwMode="auto">
          <a:xfrm>
            <a:off x="309563" y="266700"/>
            <a:ext cx="69024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>
                <a:latin typeface="黑体" pitchFamily="2" charset="-122"/>
                <a:ea typeface="黑体" pitchFamily="2" charset="-122"/>
              </a:rPr>
              <a:t>⒊ 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第三角画法与第一角画法的比较</a:t>
            </a:r>
          </a:p>
        </p:txBody>
      </p:sp>
      <p:sp>
        <p:nvSpPr>
          <p:cNvPr id="262198" name="Text Box 54"/>
          <p:cNvSpPr txBox="1">
            <a:spLocks noChangeArrowheads="1"/>
          </p:cNvSpPr>
          <p:nvPr/>
        </p:nvSpPr>
        <p:spPr bwMode="auto">
          <a:xfrm>
            <a:off x="963613" y="4860925"/>
            <a:ext cx="56927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>
                <a:latin typeface="黑体" pitchFamily="2" charset="-122"/>
                <a:ea typeface="黑体" pitchFamily="2" charset="-122"/>
              </a:rPr>
              <a:t>⑴ 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视图的名称和位置关系不同</a:t>
            </a:r>
          </a:p>
        </p:txBody>
      </p:sp>
      <p:sp>
        <p:nvSpPr>
          <p:cNvPr id="262199" name="Text Box 55"/>
          <p:cNvSpPr txBox="1">
            <a:spLocks noChangeArrowheads="1"/>
          </p:cNvSpPr>
          <p:nvPr/>
        </p:nvSpPr>
        <p:spPr bwMode="auto">
          <a:xfrm>
            <a:off x="939800" y="5499100"/>
            <a:ext cx="5284788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>
                <a:latin typeface="黑体" pitchFamily="2" charset="-122"/>
                <a:ea typeface="黑体" pitchFamily="2" charset="-122"/>
              </a:rPr>
              <a:t>⑵ 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反映机件的部位有所不同</a:t>
            </a:r>
          </a:p>
        </p:txBody>
      </p:sp>
      <p:grpSp>
        <p:nvGrpSpPr>
          <p:cNvPr id="7" name="Group 56"/>
          <p:cNvGrpSpPr>
            <a:grpSpLocks/>
          </p:cNvGrpSpPr>
          <p:nvPr/>
        </p:nvGrpSpPr>
        <p:grpSpPr bwMode="auto">
          <a:xfrm>
            <a:off x="5568950" y="1755775"/>
            <a:ext cx="3128963" cy="2943225"/>
            <a:chOff x="3508" y="1106"/>
            <a:chExt cx="1971" cy="1854"/>
          </a:xfrm>
        </p:grpSpPr>
        <p:sp>
          <p:nvSpPr>
            <p:cNvPr id="35890" name="Text Box 57"/>
            <p:cNvSpPr txBox="1">
              <a:spLocks noChangeArrowheads="1"/>
            </p:cNvSpPr>
            <p:nvPr/>
          </p:nvSpPr>
          <p:spPr bwMode="auto">
            <a:xfrm>
              <a:off x="3516" y="2672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>
                  <a:solidFill>
                    <a:srgbClr val="FF3300"/>
                  </a:solidFill>
                </a:rPr>
                <a:t>前</a:t>
              </a:r>
            </a:p>
          </p:txBody>
        </p:sp>
        <p:sp>
          <p:nvSpPr>
            <p:cNvPr id="35891" name="Text Box 58"/>
            <p:cNvSpPr txBox="1">
              <a:spLocks noChangeArrowheads="1"/>
            </p:cNvSpPr>
            <p:nvPr/>
          </p:nvSpPr>
          <p:spPr bwMode="auto">
            <a:xfrm>
              <a:off x="5169" y="1106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>
                  <a:solidFill>
                    <a:srgbClr val="FF3300"/>
                  </a:solidFill>
                </a:rPr>
                <a:t>前</a:t>
              </a:r>
            </a:p>
          </p:txBody>
        </p:sp>
        <p:sp>
          <p:nvSpPr>
            <p:cNvPr id="35892" name="Text Box 59"/>
            <p:cNvSpPr txBox="1">
              <a:spLocks noChangeArrowheads="1"/>
            </p:cNvSpPr>
            <p:nvPr/>
          </p:nvSpPr>
          <p:spPr bwMode="auto">
            <a:xfrm>
              <a:off x="3508" y="1879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>
                  <a:solidFill>
                    <a:srgbClr val="FF3300"/>
                  </a:solidFill>
                </a:rPr>
                <a:t>后</a:t>
              </a:r>
            </a:p>
          </p:txBody>
        </p:sp>
        <p:sp>
          <p:nvSpPr>
            <p:cNvPr id="35893" name="Text Box 60"/>
            <p:cNvSpPr txBox="1">
              <a:spLocks noChangeArrowheads="1"/>
            </p:cNvSpPr>
            <p:nvPr/>
          </p:nvSpPr>
          <p:spPr bwMode="auto">
            <a:xfrm>
              <a:off x="4500" y="1118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>
                  <a:solidFill>
                    <a:srgbClr val="FF3300"/>
                  </a:solidFill>
                </a:rPr>
                <a:t>后</a:t>
              </a:r>
            </a:p>
          </p:txBody>
        </p:sp>
      </p:grpSp>
      <p:grpSp>
        <p:nvGrpSpPr>
          <p:cNvPr id="8" name="Group 61"/>
          <p:cNvGrpSpPr>
            <a:grpSpLocks/>
          </p:cNvGrpSpPr>
          <p:nvPr/>
        </p:nvGrpSpPr>
        <p:grpSpPr bwMode="auto">
          <a:xfrm>
            <a:off x="1079500" y="1030288"/>
            <a:ext cx="3348038" cy="2762250"/>
            <a:chOff x="680" y="649"/>
            <a:chExt cx="2109" cy="1740"/>
          </a:xfrm>
        </p:grpSpPr>
        <p:sp>
          <p:nvSpPr>
            <p:cNvPr id="35886" name="Text Box 62"/>
            <p:cNvSpPr txBox="1">
              <a:spLocks noChangeArrowheads="1"/>
            </p:cNvSpPr>
            <p:nvPr/>
          </p:nvSpPr>
          <p:spPr bwMode="auto">
            <a:xfrm>
              <a:off x="680" y="1457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>
                  <a:solidFill>
                    <a:srgbClr val="FF3300"/>
                  </a:solidFill>
                </a:rPr>
                <a:t>前</a:t>
              </a:r>
            </a:p>
          </p:txBody>
        </p:sp>
        <p:sp>
          <p:nvSpPr>
            <p:cNvPr id="35887" name="Text Box 63"/>
            <p:cNvSpPr txBox="1">
              <a:spLocks noChangeArrowheads="1"/>
            </p:cNvSpPr>
            <p:nvPr/>
          </p:nvSpPr>
          <p:spPr bwMode="auto">
            <a:xfrm>
              <a:off x="1921" y="2101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>
                  <a:solidFill>
                    <a:srgbClr val="FF3300"/>
                  </a:solidFill>
                </a:rPr>
                <a:t>前</a:t>
              </a:r>
            </a:p>
          </p:txBody>
        </p:sp>
        <p:sp>
          <p:nvSpPr>
            <p:cNvPr id="35888" name="Text Box 64"/>
            <p:cNvSpPr txBox="1">
              <a:spLocks noChangeArrowheads="1"/>
            </p:cNvSpPr>
            <p:nvPr/>
          </p:nvSpPr>
          <p:spPr bwMode="auto">
            <a:xfrm>
              <a:off x="2479" y="2088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>
                  <a:solidFill>
                    <a:srgbClr val="FF3300"/>
                  </a:solidFill>
                </a:rPr>
                <a:t>后</a:t>
              </a:r>
            </a:p>
          </p:txBody>
        </p:sp>
        <p:sp>
          <p:nvSpPr>
            <p:cNvPr id="35889" name="Text Box 65"/>
            <p:cNvSpPr txBox="1">
              <a:spLocks noChangeArrowheads="1"/>
            </p:cNvSpPr>
            <p:nvPr/>
          </p:nvSpPr>
          <p:spPr bwMode="auto">
            <a:xfrm>
              <a:off x="704" y="649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>
                  <a:solidFill>
                    <a:srgbClr val="FF3300"/>
                  </a:solidFill>
                </a:rPr>
                <a:t>后</a:t>
              </a:r>
            </a:p>
          </p:txBody>
        </p:sp>
      </p:grpSp>
      <p:grpSp>
        <p:nvGrpSpPr>
          <p:cNvPr id="9" name="Group 66"/>
          <p:cNvGrpSpPr>
            <a:grpSpLocks/>
          </p:cNvGrpSpPr>
          <p:nvPr/>
        </p:nvGrpSpPr>
        <p:grpSpPr bwMode="auto">
          <a:xfrm>
            <a:off x="1038225" y="1084263"/>
            <a:ext cx="7116763" cy="3568700"/>
            <a:chOff x="654" y="683"/>
            <a:chExt cx="4483" cy="2248"/>
          </a:xfrm>
        </p:grpSpPr>
        <p:sp>
          <p:nvSpPr>
            <p:cNvPr id="35878" name="Text Box 67"/>
            <p:cNvSpPr txBox="1">
              <a:spLocks noChangeArrowheads="1"/>
            </p:cNvSpPr>
            <p:nvPr/>
          </p:nvSpPr>
          <p:spPr bwMode="auto">
            <a:xfrm>
              <a:off x="2258" y="1737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/>
                <a:t>上</a:t>
              </a:r>
            </a:p>
          </p:txBody>
        </p:sp>
        <p:sp>
          <p:nvSpPr>
            <p:cNvPr id="35879" name="Text Box 68"/>
            <p:cNvSpPr txBox="1">
              <a:spLocks noChangeArrowheads="1"/>
            </p:cNvSpPr>
            <p:nvPr/>
          </p:nvSpPr>
          <p:spPr bwMode="auto">
            <a:xfrm>
              <a:off x="654" y="1730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/>
                <a:t>上</a:t>
              </a:r>
            </a:p>
          </p:txBody>
        </p:sp>
        <p:sp>
          <p:nvSpPr>
            <p:cNvPr id="35880" name="Text Box 69"/>
            <p:cNvSpPr txBox="1">
              <a:spLocks noChangeArrowheads="1"/>
            </p:cNvSpPr>
            <p:nvPr/>
          </p:nvSpPr>
          <p:spPr bwMode="auto">
            <a:xfrm>
              <a:off x="4746" y="697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/>
                <a:t>上</a:t>
              </a:r>
            </a:p>
          </p:txBody>
        </p:sp>
        <p:sp>
          <p:nvSpPr>
            <p:cNvPr id="35881" name="Text Box 70"/>
            <p:cNvSpPr txBox="1">
              <a:spLocks noChangeArrowheads="1"/>
            </p:cNvSpPr>
            <p:nvPr/>
          </p:nvSpPr>
          <p:spPr bwMode="auto">
            <a:xfrm>
              <a:off x="3442" y="683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/>
                <a:t>上</a:t>
              </a:r>
            </a:p>
          </p:txBody>
        </p:sp>
        <p:sp>
          <p:nvSpPr>
            <p:cNvPr id="35882" name="Text Box 71"/>
            <p:cNvSpPr txBox="1">
              <a:spLocks noChangeArrowheads="1"/>
            </p:cNvSpPr>
            <p:nvPr/>
          </p:nvSpPr>
          <p:spPr bwMode="auto">
            <a:xfrm>
              <a:off x="4827" y="1595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/>
                <a:t>下</a:t>
              </a:r>
            </a:p>
          </p:txBody>
        </p:sp>
        <p:sp>
          <p:nvSpPr>
            <p:cNvPr id="35883" name="Text Box 72"/>
            <p:cNvSpPr txBox="1">
              <a:spLocks noChangeArrowheads="1"/>
            </p:cNvSpPr>
            <p:nvPr/>
          </p:nvSpPr>
          <p:spPr bwMode="auto">
            <a:xfrm>
              <a:off x="667" y="2625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/>
                <a:t>下</a:t>
              </a:r>
            </a:p>
          </p:txBody>
        </p:sp>
        <p:sp>
          <p:nvSpPr>
            <p:cNvPr id="35884" name="Text Box 73"/>
            <p:cNvSpPr txBox="1">
              <a:spLocks noChangeArrowheads="1"/>
            </p:cNvSpPr>
            <p:nvPr/>
          </p:nvSpPr>
          <p:spPr bwMode="auto">
            <a:xfrm>
              <a:off x="2242" y="2643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/>
                <a:t>下</a:t>
              </a:r>
            </a:p>
          </p:txBody>
        </p:sp>
        <p:sp>
          <p:nvSpPr>
            <p:cNvPr id="35885" name="Text Box 74"/>
            <p:cNvSpPr txBox="1">
              <a:spLocks noChangeArrowheads="1"/>
            </p:cNvSpPr>
            <p:nvPr/>
          </p:nvSpPr>
          <p:spPr bwMode="auto">
            <a:xfrm>
              <a:off x="3468" y="1585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/>
                <a:t>下</a:t>
              </a:r>
            </a:p>
          </p:txBody>
        </p:sp>
      </p:grpSp>
      <p:grpSp>
        <p:nvGrpSpPr>
          <p:cNvPr id="10" name="Group 75"/>
          <p:cNvGrpSpPr>
            <a:grpSpLocks/>
          </p:cNvGrpSpPr>
          <p:nvPr/>
        </p:nvGrpSpPr>
        <p:grpSpPr bwMode="auto">
          <a:xfrm>
            <a:off x="268288" y="1593850"/>
            <a:ext cx="7183437" cy="2317750"/>
            <a:chOff x="169" y="1004"/>
            <a:chExt cx="4525" cy="1460"/>
          </a:xfrm>
        </p:grpSpPr>
        <p:sp>
          <p:nvSpPr>
            <p:cNvPr id="35870" name="Text Box 76"/>
            <p:cNvSpPr txBox="1">
              <a:spLocks noChangeArrowheads="1"/>
            </p:cNvSpPr>
            <p:nvPr/>
          </p:nvSpPr>
          <p:spPr bwMode="auto">
            <a:xfrm>
              <a:off x="169" y="2140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/>
                <a:t>左</a:t>
              </a:r>
            </a:p>
          </p:txBody>
        </p:sp>
        <p:sp>
          <p:nvSpPr>
            <p:cNvPr id="35871" name="Text Box 77"/>
            <p:cNvSpPr txBox="1">
              <a:spLocks noChangeArrowheads="1"/>
            </p:cNvSpPr>
            <p:nvPr/>
          </p:nvSpPr>
          <p:spPr bwMode="auto">
            <a:xfrm>
              <a:off x="174" y="1016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/>
                <a:t>左</a:t>
              </a:r>
            </a:p>
          </p:txBody>
        </p:sp>
        <p:sp>
          <p:nvSpPr>
            <p:cNvPr id="35872" name="Text Box 78"/>
            <p:cNvSpPr txBox="1">
              <a:spLocks noChangeArrowheads="1"/>
            </p:cNvSpPr>
            <p:nvPr/>
          </p:nvSpPr>
          <p:spPr bwMode="auto">
            <a:xfrm>
              <a:off x="2995" y="2176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/>
                <a:t>左</a:t>
              </a:r>
            </a:p>
          </p:txBody>
        </p:sp>
        <p:sp>
          <p:nvSpPr>
            <p:cNvPr id="35873" name="Text Box 79"/>
            <p:cNvSpPr txBox="1">
              <a:spLocks noChangeArrowheads="1"/>
            </p:cNvSpPr>
            <p:nvPr/>
          </p:nvSpPr>
          <p:spPr bwMode="auto">
            <a:xfrm>
              <a:off x="2975" y="1143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/>
                <a:t>左</a:t>
              </a:r>
            </a:p>
          </p:txBody>
        </p:sp>
        <p:sp>
          <p:nvSpPr>
            <p:cNvPr id="35874" name="Text Box 80"/>
            <p:cNvSpPr txBox="1">
              <a:spLocks noChangeArrowheads="1"/>
            </p:cNvSpPr>
            <p:nvPr/>
          </p:nvSpPr>
          <p:spPr bwMode="auto">
            <a:xfrm>
              <a:off x="1285" y="2140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/>
                <a:t>右</a:t>
              </a:r>
            </a:p>
          </p:txBody>
        </p:sp>
        <p:sp>
          <p:nvSpPr>
            <p:cNvPr id="35875" name="Text Box 81"/>
            <p:cNvSpPr txBox="1">
              <a:spLocks noChangeArrowheads="1"/>
            </p:cNvSpPr>
            <p:nvPr/>
          </p:nvSpPr>
          <p:spPr bwMode="auto">
            <a:xfrm>
              <a:off x="1549" y="1004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/>
                <a:t>右</a:t>
              </a:r>
            </a:p>
          </p:txBody>
        </p:sp>
        <p:sp>
          <p:nvSpPr>
            <p:cNvPr id="35876" name="Text Box 82"/>
            <p:cNvSpPr txBox="1">
              <a:spLocks noChangeArrowheads="1"/>
            </p:cNvSpPr>
            <p:nvPr/>
          </p:nvSpPr>
          <p:spPr bwMode="auto">
            <a:xfrm>
              <a:off x="4384" y="2150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/>
                <a:t>右</a:t>
              </a:r>
            </a:p>
          </p:txBody>
        </p:sp>
        <p:sp>
          <p:nvSpPr>
            <p:cNvPr id="35877" name="Text Box 83"/>
            <p:cNvSpPr txBox="1">
              <a:spLocks noChangeArrowheads="1"/>
            </p:cNvSpPr>
            <p:nvPr/>
          </p:nvSpPr>
          <p:spPr bwMode="auto">
            <a:xfrm>
              <a:off x="4013" y="1104"/>
              <a:ext cx="31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/>
                <a:t>右</a:t>
              </a:r>
            </a:p>
          </p:txBody>
        </p:sp>
      </p:grpSp>
      <p:sp>
        <p:nvSpPr>
          <p:cNvPr id="35861" name="Rectangle 84"/>
          <p:cNvSpPr>
            <a:spLocks noChangeArrowheads="1"/>
          </p:cNvSpPr>
          <p:nvPr/>
        </p:nvSpPr>
        <p:spPr bwMode="auto">
          <a:xfrm>
            <a:off x="268288" y="1009650"/>
            <a:ext cx="4138612" cy="3646488"/>
          </a:xfrm>
          <a:prstGeom prst="rect">
            <a:avLst/>
          </a:prstGeom>
          <a:noFill/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35862" name="Rectangle 85"/>
          <p:cNvSpPr>
            <a:spLocks noChangeArrowheads="1"/>
          </p:cNvSpPr>
          <p:nvPr/>
        </p:nvSpPr>
        <p:spPr bwMode="auto">
          <a:xfrm>
            <a:off x="4716463" y="1009650"/>
            <a:ext cx="3954462" cy="3687763"/>
          </a:xfrm>
          <a:prstGeom prst="rect">
            <a:avLst/>
          </a:prstGeom>
          <a:noFill/>
          <a:ln w="12700">
            <a:solidFill>
              <a:schemeClr val="tx1"/>
            </a:solidFill>
            <a:prstDash val="lgDashDotDot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35863" name="Text Box 86"/>
          <p:cNvSpPr txBox="1">
            <a:spLocks noChangeArrowheads="1"/>
          </p:cNvSpPr>
          <p:nvPr/>
        </p:nvSpPr>
        <p:spPr bwMode="auto">
          <a:xfrm>
            <a:off x="6896100" y="4179888"/>
            <a:ext cx="1698625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/>
              <a:t>第一角画法</a:t>
            </a:r>
          </a:p>
        </p:txBody>
      </p:sp>
      <p:sp>
        <p:nvSpPr>
          <p:cNvPr id="35864" name="Text Box 87"/>
          <p:cNvSpPr txBox="1">
            <a:spLocks noChangeArrowheads="1"/>
          </p:cNvSpPr>
          <p:nvPr/>
        </p:nvSpPr>
        <p:spPr bwMode="auto">
          <a:xfrm>
            <a:off x="2622550" y="1076325"/>
            <a:ext cx="1692275" cy="45720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/>
              <a:t>第三角画法</a:t>
            </a:r>
          </a:p>
        </p:txBody>
      </p:sp>
      <p:sp>
        <p:nvSpPr>
          <p:cNvPr id="35865" name="Text Box 88"/>
          <p:cNvSpPr txBox="1">
            <a:spLocks noChangeArrowheads="1"/>
          </p:cNvSpPr>
          <p:nvPr/>
        </p:nvSpPr>
        <p:spPr bwMode="auto">
          <a:xfrm>
            <a:off x="990600" y="1882775"/>
            <a:ext cx="812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solidFill>
                  <a:schemeClr val="bg2"/>
                </a:solidFill>
              </a:rPr>
              <a:t>顶视</a:t>
            </a:r>
          </a:p>
        </p:txBody>
      </p:sp>
      <p:sp>
        <p:nvSpPr>
          <p:cNvPr id="35866" name="Text Box 89"/>
          <p:cNvSpPr txBox="1">
            <a:spLocks noChangeArrowheads="1"/>
          </p:cNvSpPr>
          <p:nvPr/>
        </p:nvSpPr>
        <p:spPr bwMode="auto">
          <a:xfrm>
            <a:off x="915988" y="3517900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solidFill>
                  <a:schemeClr val="bg2"/>
                </a:solidFill>
              </a:rPr>
              <a:t>前视</a:t>
            </a:r>
          </a:p>
        </p:txBody>
      </p:sp>
      <p:sp>
        <p:nvSpPr>
          <p:cNvPr id="35867" name="Text Box 90"/>
          <p:cNvSpPr txBox="1">
            <a:spLocks noChangeArrowheads="1"/>
          </p:cNvSpPr>
          <p:nvPr/>
        </p:nvSpPr>
        <p:spPr bwMode="auto">
          <a:xfrm>
            <a:off x="3359150" y="3881438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solidFill>
                  <a:schemeClr val="bg2"/>
                </a:solidFill>
              </a:rPr>
              <a:t>右视</a:t>
            </a:r>
          </a:p>
        </p:txBody>
      </p:sp>
      <p:sp>
        <p:nvSpPr>
          <p:cNvPr id="35868" name="Text Box 91"/>
          <p:cNvSpPr txBox="1">
            <a:spLocks noChangeArrowheads="1"/>
          </p:cNvSpPr>
          <p:nvPr/>
        </p:nvSpPr>
        <p:spPr bwMode="auto">
          <a:xfrm>
            <a:off x="5438775" y="1841500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solidFill>
                  <a:schemeClr val="bg2"/>
                </a:solidFill>
              </a:rPr>
              <a:t>主视</a:t>
            </a:r>
          </a:p>
        </p:txBody>
      </p:sp>
      <p:sp>
        <p:nvSpPr>
          <p:cNvPr id="35869" name="Text Box 92"/>
          <p:cNvSpPr txBox="1">
            <a:spLocks noChangeArrowheads="1"/>
          </p:cNvSpPr>
          <p:nvPr/>
        </p:nvSpPr>
        <p:spPr bwMode="auto">
          <a:xfrm>
            <a:off x="5481638" y="3819525"/>
            <a:ext cx="6953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000" b="1">
                <a:solidFill>
                  <a:schemeClr val="bg2"/>
                </a:solidFill>
              </a:rPr>
              <a:t>俯视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2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2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98" grpId="0" autoUpdateAnimBg="0"/>
      <p:bldP spid="262199" grpId="0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6D6B19A-D2D6-4712-8856-87076C711A40}" type="slidenum">
              <a:rPr lang="en-US" altLang="zh-CN"/>
              <a:pPr>
                <a:defRPr/>
              </a:pPr>
              <a:t>35</a:t>
            </a:fld>
            <a:endParaRPr lang="en-US" altLang="zh-CN"/>
          </a:p>
        </p:txBody>
      </p:sp>
      <p:grpSp>
        <p:nvGrpSpPr>
          <p:cNvPr id="2" name="Group 93"/>
          <p:cNvGrpSpPr>
            <a:grpSpLocks/>
          </p:cNvGrpSpPr>
          <p:nvPr/>
        </p:nvGrpSpPr>
        <p:grpSpPr bwMode="auto">
          <a:xfrm>
            <a:off x="6219825" y="4217988"/>
            <a:ext cx="1751013" cy="596900"/>
            <a:chOff x="3805" y="2544"/>
            <a:chExt cx="1103" cy="376"/>
          </a:xfrm>
        </p:grpSpPr>
        <p:sp>
          <p:nvSpPr>
            <p:cNvPr id="36949" name="Line 94"/>
            <p:cNvSpPr>
              <a:spLocks noChangeShapeType="1"/>
            </p:cNvSpPr>
            <p:nvPr/>
          </p:nvSpPr>
          <p:spPr bwMode="auto">
            <a:xfrm>
              <a:off x="3805" y="2544"/>
              <a:ext cx="0" cy="37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50" name="Line 95"/>
            <p:cNvSpPr>
              <a:spLocks noChangeShapeType="1"/>
            </p:cNvSpPr>
            <p:nvPr/>
          </p:nvSpPr>
          <p:spPr bwMode="auto">
            <a:xfrm>
              <a:off x="4908" y="2557"/>
              <a:ext cx="0" cy="36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51" name="Line 96"/>
            <p:cNvSpPr>
              <a:spLocks noChangeShapeType="1"/>
            </p:cNvSpPr>
            <p:nvPr/>
          </p:nvSpPr>
          <p:spPr bwMode="auto">
            <a:xfrm>
              <a:off x="3805" y="2881"/>
              <a:ext cx="1103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52" name="Text Box 97"/>
            <p:cNvSpPr txBox="1">
              <a:spLocks noChangeArrowheads="1"/>
            </p:cNvSpPr>
            <p:nvPr/>
          </p:nvSpPr>
          <p:spPr bwMode="auto">
            <a:xfrm>
              <a:off x="4183" y="2608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>
                  <a:solidFill>
                    <a:srgbClr val="FF0000"/>
                  </a:solidFill>
                </a:rPr>
                <a:t>长</a:t>
              </a:r>
            </a:p>
          </p:txBody>
        </p:sp>
      </p:grpSp>
      <p:grpSp>
        <p:nvGrpSpPr>
          <p:cNvPr id="3" name="Group 98"/>
          <p:cNvGrpSpPr>
            <a:grpSpLocks/>
          </p:cNvGrpSpPr>
          <p:nvPr/>
        </p:nvGrpSpPr>
        <p:grpSpPr bwMode="auto">
          <a:xfrm>
            <a:off x="2416175" y="2244725"/>
            <a:ext cx="1754188" cy="4057650"/>
            <a:chOff x="1409" y="1301"/>
            <a:chExt cx="1105" cy="2556"/>
          </a:xfrm>
        </p:grpSpPr>
        <p:sp>
          <p:nvSpPr>
            <p:cNvPr id="36945" name="Line 99"/>
            <p:cNvSpPr>
              <a:spLocks noChangeShapeType="1"/>
            </p:cNvSpPr>
            <p:nvPr/>
          </p:nvSpPr>
          <p:spPr bwMode="auto">
            <a:xfrm>
              <a:off x="1409" y="1495"/>
              <a:ext cx="0" cy="2362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46" name="Line 100"/>
            <p:cNvSpPr>
              <a:spLocks noChangeShapeType="1"/>
            </p:cNvSpPr>
            <p:nvPr/>
          </p:nvSpPr>
          <p:spPr bwMode="auto">
            <a:xfrm>
              <a:off x="2513" y="1301"/>
              <a:ext cx="0" cy="255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47" name="Line 101"/>
            <p:cNvSpPr>
              <a:spLocks noChangeShapeType="1"/>
            </p:cNvSpPr>
            <p:nvPr/>
          </p:nvSpPr>
          <p:spPr bwMode="auto">
            <a:xfrm>
              <a:off x="1411" y="3818"/>
              <a:ext cx="1103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48" name="Text Box 102"/>
            <p:cNvSpPr txBox="1">
              <a:spLocks noChangeArrowheads="1"/>
            </p:cNvSpPr>
            <p:nvPr/>
          </p:nvSpPr>
          <p:spPr bwMode="auto">
            <a:xfrm>
              <a:off x="1789" y="3545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>
                  <a:solidFill>
                    <a:srgbClr val="FF0000"/>
                  </a:solidFill>
                </a:rPr>
                <a:t>长</a:t>
              </a:r>
            </a:p>
          </p:txBody>
        </p:sp>
      </p:grpSp>
      <p:grpSp>
        <p:nvGrpSpPr>
          <p:cNvPr id="4" name="Group 103"/>
          <p:cNvGrpSpPr>
            <a:grpSpLocks/>
          </p:cNvGrpSpPr>
          <p:nvPr/>
        </p:nvGrpSpPr>
        <p:grpSpPr bwMode="auto">
          <a:xfrm>
            <a:off x="1165225" y="3192463"/>
            <a:ext cx="7456488" cy="1069975"/>
            <a:chOff x="621" y="1898"/>
            <a:chExt cx="4697" cy="674"/>
          </a:xfrm>
        </p:grpSpPr>
        <p:sp>
          <p:nvSpPr>
            <p:cNvPr id="36941" name="Line 104"/>
            <p:cNvSpPr>
              <a:spLocks noChangeShapeType="1"/>
            </p:cNvSpPr>
            <p:nvPr/>
          </p:nvSpPr>
          <p:spPr bwMode="auto">
            <a:xfrm>
              <a:off x="933" y="2570"/>
              <a:ext cx="438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42" name="Line 105"/>
            <p:cNvSpPr>
              <a:spLocks noChangeShapeType="1"/>
            </p:cNvSpPr>
            <p:nvPr/>
          </p:nvSpPr>
          <p:spPr bwMode="auto">
            <a:xfrm>
              <a:off x="621" y="1922"/>
              <a:ext cx="4683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43" name="Line 106"/>
            <p:cNvSpPr>
              <a:spLocks noChangeShapeType="1"/>
            </p:cNvSpPr>
            <p:nvPr/>
          </p:nvSpPr>
          <p:spPr bwMode="auto">
            <a:xfrm>
              <a:off x="5254" y="1898"/>
              <a:ext cx="0" cy="674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44" name="Text Box 107"/>
            <p:cNvSpPr txBox="1">
              <a:spLocks noChangeArrowheads="1"/>
            </p:cNvSpPr>
            <p:nvPr/>
          </p:nvSpPr>
          <p:spPr bwMode="auto">
            <a:xfrm rot="-5400000">
              <a:off x="4967" y="2102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>
                  <a:solidFill>
                    <a:srgbClr val="FF0000"/>
                  </a:solidFill>
                </a:rPr>
                <a:t>高</a:t>
              </a:r>
            </a:p>
          </p:txBody>
        </p:sp>
      </p:grpSp>
      <p:sp>
        <p:nvSpPr>
          <p:cNvPr id="36870" name="Text Box 108"/>
          <p:cNvSpPr txBox="1">
            <a:spLocks noChangeArrowheads="1"/>
          </p:cNvSpPr>
          <p:nvPr/>
        </p:nvSpPr>
        <p:spPr bwMode="auto">
          <a:xfrm>
            <a:off x="519113" y="220663"/>
            <a:ext cx="7650162" cy="106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>
                <a:latin typeface="黑体" pitchFamily="2" charset="-122"/>
                <a:ea typeface="黑体" pitchFamily="2" charset="-122"/>
              </a:rPr>
              <a:t>⒋ 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第三角画法中六个基本视图的配置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latin typeface="黑体" pitchFamily="2" charset="-122"/>
                <a:ea typeface="黑体" pitchFamily="2" charset="-122"/>
              </a:rPr>
              <a:t>   及尺寸对应关系</a:t>
            </a:r>
          </a:p>
        </p:txBody>
      </p:sp>
      <p:grpSp>
        <p:nvGrpSpPr>
          <p:cNvPr id="36871" name="Group 109"/>
          <p:cNvGrpSpPr>
            <a:grpSpLocks/>
          </p:cNvGrpSpPr>
          <p:nvPr/>
        </p:nvGrpSpPr>
        <p:grpSpPr bwMode="auto">
          <a:xfrm>
            <a:off x="2408238" y="3217863"/>
            <a:ext cx="1751012" cy="1042987"/>
            <a:chOff x="1316" y="2142"/>
            <a:chExt cx="1538" cy="843"/>
          </a:xfrm>
        </p:grpSpPr>
        <p:sp>
          <p:nvSpPr>
            <p:cNvPr id="36932" name="Line 110"/>
            <p:cNvSpPr>
              <a:spLocks noChangeShapeType="1"/>
            </p:cNvSpPr>
            <p:nvPr/>
          </p:nvSpPr>
          <p:spPr bwMode="auto">
            <a:xfrm>
              <a:off x="1603" y="2362"/>
              <a:ext cx="363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33" name="Rectangle 111"/>
            <p:cNvSpPr>
              <a:spLocks noChangeArrowheads="1"/>
            </p:cNvSpPr>
            <p:nvPr/>
          </p:nvSpPr>
          <p:spPr bwMode="auto">
            <a:xfrm>
              <a:off x="1323" y="2739"/>
              <a:ext cx="1531" cy="233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36934" name="Line 112"/>
            <p:cNvSpPr>
              <a:spLocks noChangeShapeType="1"/>
            </p:cNvSpPr>
            <p:nvPr/>
          </p:nvSpPr>
          <p:spPr bwMode="auto">
            <a:xfrm flipV="1">
              <a:off x="1323" y="2142"/>
              <a:ext cx="0" cy="59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35" name="Line 113"/>
            <p:cNvSpPr>
              <a:spLocks noChangeShapeType="1"/>
            </p:cNvSpPr>
            <p:nvPr/>
          </p:nvSpPr>
          <p:spPr bwMode="auto">
            <a:xfrm>
              <a:off x="1316" y="2142"/>
              <a:ext cx="307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36" name="Line 114"/>
            <p:cNvSpPr>
              <a:spLocks noChangeShapeType="1"/>
            </p:cNvSpPr>
            <p:nvPr/>
          </p:nvSpPr>
          <p:spPr bwMode="auto">
            <a:xfrm>
              <a:off x="1609" y="2142"/>
              <a:ext cx="0" cy="233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37" name="Line 115"/>
            <p:cNvSpPr>
              <a:spLocks noChangeShapeType="1"/>
            </p:cNvSpPr>
            <p:nvPr/>
          </p:nvSpPr>
          <p:spPr bwMode="auto">
            <a:xfrm flipH="1">
              <a:off x="1964" y="2147"/>
              <a:ext cx="0" cy="225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38" name="Line 116"/>
            <p:cNvSpPr>
              <a:spLocks noChangeShapeType="1"/>
            </p:cNvSpPr>
            <p:nvPr/>
          </p:nvSpPr>
          <p:spPr bwMode="auto">
            <a:xfrm>
              <a:off x="1962" y="2147"/>
              <a:ext cx="301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39" name="Line 117"/>
            <p:cNvSpPr>
              <a:spLocks noChangeShapeType="1"/>
            </p:cNvSpPr>
            <p:nvPr/>
          </p:nvSpPr>
          <p:spPr bwMode="auto">
            <a:xfrm>
              <a:off x="2245" y="2142"/>
              <a:ext cx="0" cy="597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40" name="Line 118"/>
            <p:cNvSpPr>
              <a:spLocks noChangeShapeType="1"/>
            </p:cNvSpPr>
            <p:nvPr/>
          </p:nvSpPr>
          <p:spPr bwMode="auto">
            <a:xfrm>
              <a:off x="2361" y="2739"/>
              <a:ext cx="0" cy="24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6872" name="Group 119"/>
          <p:cNvGrpSpPr>
            <a:grpSpLocks/>
          </p:cNvGrpSpPr>
          <p:nvPr/>
        </p:nvGrpSpPr>
        <p:grpSpPr bwMode="auto">
          <a:xfrm>
            <a:off x="2416175" y="1671638"/>
            <a:ext cx="1743075" cy="892175"/>
            <a:chOff x="3273" y="1204"/>
            <a:chExt cx="1098" cy="562"/>
          </a:xfrm>
        </p:grpSpPr>
        <p:sp>
          <p:nvSpPr>
            <p:cNvPr id="36924" name="Line 120"/>
            <p:cNvSpPr>
              <a:spLocks noChangeShapeType="1"/>
            </p:cNvSpPr>
            <p:nvPr/>
          </p:nvSpPr>
          <p:spPr bwMode="auto">
            <a:xfrm>
              <a:off x="3273" y="1210"/>
              <a:ext cx="0" cy="556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25" name="Line 121"/>
            <p:cNvSpPr>
              <a:spLocks noChangeShapeType="1"/>
            </p:cNvSpPr>
            <p:nvPr/>
          </p:nvSpPr>
          <p:spPr bwMode="auto">
            <a:xfrm>
              <a:off x="3273" y="1756"/>
              <a:ext cx="754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26" name="Line 122"/>
            <p:cNvSpPr>
              <a:spLocks noChangeShapeType="1"/>
            </p:cNvSpPr>
            <p:nvPr/>
          </p:nvSpPr>
          <p:spPr bwMode="auto">
            <a:xfrm>
              <a:off x="3273" y="1206"/>
              <a:ext cx="1098" cy="0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27" name="Line 123"/>
            <p:cNvSpPr>
              <a:spLocks noChangeShapeType="1"/>
            </p:cNvSpPr>
            <p:nvPr/>
          </p:nvSpPr>
          <p:spPr bwMode="auto">
            <a:xfrm>
              <a:off x="4371" y="1204"/>
              <a:ext cx="0" cy="374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28" name="Line 124"/>
            <p:cNvSpPr>
              <a:spLocks noChangeShapeType="1"/>
            </p:cNvSpPr>
            <p:nvPr/>
          </p:nvSpPr>
          <p:spPr bwMode="auto">
            <a:xfrm flipH="1">
              <a:off x="4017" y="1564"/>
              <a:ext cx="354" cy="19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29" name="Rectangle 125"/>
            <p:cNvSpPr>
              <a:spLocks noChangeArrowheads="1"/>
            </p:cNvSpPr>
            <p:nvPr/>
          </p:nvSpPr>
          <p:spPr bwMode="auto">
            <a:xfrm>
              <a:off x="3273" y="1206"/>
              <a:ext cx="661" cy="20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36930" name="Line 126"/>
            <p:cNvSpPr>
              <a:spLocks noChangeShapeType="1"/>
            </p:cNvSpPr>
            <p:nvPr/>
          </p:nvSpPr>
          <p:spPr bwMode="auto">
            <a:xfrm>
              <a:off x="3729" y="1206"/>
              <a:ext cx="0" cy="2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31" name="Line 127"/>
            <p:cNvSpPr>
              <a:spLocks noChangeShapeType="1"/>
            </p:cNvSpPr>
            <p:nvPr/>
          </p:nvSpPr>
          <p:spPr bwMode="auto">
            <a:xfrm>
              <a:off x="3478" y="1206"/>
              <a:ext cx="0" cy="202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36873" name="Group 128"/>
          <p:cNvGrpSpPr>
            <a:grpSpLocks/>
          </p:cNvGrpSpPr>
          <p:nvPr/>
        </p:nvGrpSpPr>
        <p:grpSpPr bwMode="auto">
          <a:xfrm>
            <a:off x="4883150" y="3225800"/>
            <a:ext cx="812800" cy="1027113"/>
            <a:chOff x="2963" y="1864"/>
            <a:chExt cx="512" cy="647"/>
          </a:xfrm>
        </p:grpSpPr>
        <p:sp>
          <p:nvSpPr>
            <p:cNvPr id="36920" name="Rectangle 129"/>
            <p:cNvSpPr>
              <a:spLocks noChangeArrowheads="1"/>
            </p:cNvSpPr>
            <p:nvPr/>
          </p:nvSpPr>
          <p:spPr bwMode="auto">
            <a:xfrm rot="5400000">
              <a:off x="3127" y="2163"/>
              <a:ext cx="183" cy="512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36921" name="Rectangle 130"/>
            <p:cNvSpPr>
              <a:spLocks noChangeArrowheads="1"/>
            </p:cNvSpPr>
            <p:nvPr/>
          </p:nvSpPr>
          <p:spPr bwMode="auto">
            <a:xfrm rot="-5400000">
              <a:off x="3149" y="2004"/>
              <a:ext cx="466" cy="186"/>
            </a:xfrm>
            <a:prstGeom prst="rect">
              <a:avLst/>
            </a:prstGeom>
            <a:noFill/>
            <a:ln w="38100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zh-CN" altLang="en-US" sz="2400">
                <a:latin typeface="宋体" pitchFamily="2" charset="-122"/>
              </a:endParaRPr>
            </a:p>
          </p:txBody>
        </p:sp>
        <p:sp>
          <p:nvSpPr>
            <p:cNvPr id="36922" name="Line 131"/>
            <p:cNvSpPr>
              <a:spLocks noChangeShapeType="1"/>
            </p:cNvSpPr>
            <p:nvPr/>
          </p:nvSpPr>
          <p:spPr bwMode="auto">
            <a:xfrm flipV="1">
              <a:off x="3149" y="2330"/>
              <a:ext cx="0" cy="181"/>
            </a:xfrm>
            <a:prstGeom prst="line">
              <a:avLst/>
            </a:prstGeom>
            <a:noFill/>
            <a:ln w="381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23" name="Line 132"/>
            <p:cNvSpPr>
              <a:spLocks noChangeShapeType="1"/>
            </p:cNvSpPr>
            <p:nvPr/>
          </p:nvSpPr>
          <p:spPr bwMode="auto">
            <a:xfrm>
              <a:off x="3289" y="2031"/>
              <a:ext cx="186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36874" name="Line 133"/>
          <p:cNvSpPr>
            <a:spLocks noChangeShapeType="1"/>
          </p:cNvSpPr>
          <p:nvPr/>
        </p:nvSpPr>
        <p:spPr bwMode="auto">
          <a:xfrm flipV="1">
            <a:off x="2406650" y="4851400"/>
            <a:ext cx="0" cy="88265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6875" name="Line 134"/>
          <p:cNvSpPr>
            <a:spLocks noChangeShapeType="1"/>
          </p:cNvSpPr>
          <p:nvPr/>
        </p:nvSpPr>
        <p:spPr bwMode="auto">
          <a:xfrm flipV="1">
            <a:off x="2424113" y="4849813"/>
            <a:ext cx="11969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6876" name="Line 135"/>
          <p:cNvSpPr>
            <a:spLocks noChangeShapeType="1"/>
          </p:cNvSpPr>
          <p:nvPr/>
        </p:nvSpPr>
        <p:spPr bwMode="auto">
          <a:xfrm flipV="1">
            <a:off x="2424113" y="5722938"/>
            <a:ext cx="1743075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6877" name="Line 136"/>
          <p:cNvSpPr>
            <a:spLocks noChangeShapeType="1"/>
          </p:cNvSpPr>
          <p:nvPr/>
        </p:nvSpPr>
        <p:spPr bwMode="auto">
          <a:xfrm flipV="1">
            <a:off x="4167188" y="5149850"/>
            <a:ext cx="0" cy="59372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6878" name="Line 137"/>
          <p:cNvSpPr>
            <a:spLocks noChangeShapeType="1"/>
          </p:cNvSpPr>
          <p:nvPr/>
        </p:nvSpPr>
        <p:spPr bwMode="auto">
          <a:xfrm flipH="1" flipV="1">
            <a:off x="3605213" y="4849813"/>
            <a:ext cx="561975" cy="3048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6879" name="Rectangle 138"/>
          <p:cNvSpPr>
            <a:spLocks noChangeArrowheads="1"/>
          </p:cNvSpPr>
          <p:nvPr/>
        </p:nvSpPr>
        <p:spPr bwMode="auto">
          <a:xfrm flipV="1">
            <a:off x="2424113" y="5402263"/>
            <a:ext cx="1049337" cy="320675"/>
          </a:xfrm>
          <a:prstGeom prst="rect">
            <a:avLst/>
          </a:prstGeom>
          <a:noFill/>
          <a:ln w="19050">
            <a:solidFill>
              <a:srgbClr val="000000"/>
            </a:solidFill>
            <a:prstDash val="lg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36880" name="Line 139"/>
          <p:cNvSpPr>
            <a:spLocks noChangeShapeType="1"/>
          </p:cNvSpPr>
          <p:nvPr/>
        </p:nvSpPr>
        <p:spPr bwMode="auto">
          <a:xfrm flipV="1">
            <a:off x="3148013" y="5402263"/>
            <a:ext cx="0" cy="320675"/>
          </a:xfrm>
          <a:prstGeom prst="line">
            <a:avLst/>
          </a:prstGeom>
          <a:noFill/>
          <a:ln w="19050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6881" name="Line 140"/>
          <p:cNvSpPr>
            <a:spLocks noChangeShapeType="1"/>
          </p:cNvSpPr>
          <p:nvPr/>
        </p:nvSpPr>
        <p:spPr bwMode="auto">
          <a:xfrm flipV="1">
            <a:off x="2749550" y="5402263"/>
            <a:ext cx="0" cy="320675"/>
          </a:xfrm>
          <a:prstGeom prst="line">
            <a:avLst/>
          </a:prstGeom>
          <a:noFill/>
          <a:ln w="19050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6882" name="Rectangle 142"/>
          <p:cNvSpPr>
            <a:spLocks noChangeArrowheads="1"/>
          </p:cNvSpPr>
          <p:nvPr/>
        </p:nvSpPr>
        <p:spPr bwMode="auto">
          <a:xfrm rot="16200000" flipH="1">
            <a:off x="1137443" y="3698082"/>
            <a:ext cx="290513" cy="812800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36883" name="Rectangle 143"/>
          <p:cNvSpPr>
            <a:spLocks noChangeArrowheads="1"/>
          </p:cNvSpPr>
          <p:nvPr/>
        </p:nvSpPr>
        <p:spPr bwMode="auto">
          <a:xfrm rot="5400000" flipH="1">
            <a:off x="654844" y="3437731"/>
            <a:ext cx="738188" cy="295275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36884" name="Line 144"/>
          <p:cNvSpPr>
            <a:spLocks noChangeShapeType="1"/>
          </p:cNvSpPr>
          <p:nvPr/>
        </p:nvSpPr>
        <p:spPr bwMode="auto">
          <a:xfrm flipH="1" flipV="1">
            <a:off x="1393825" y="3963988"/>
            <a:ext cx="0" cy="287337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6885" name="Line 145"/>
          <p:cNvSpPr>
            <a:spLocks noChangeShapeType="1"/>
          </p:cNvSpPr>
          <p:nvPr/>
        </p:nvSpPr>
        <p:spPr bwMode="auto">
          <a:xfrm flipH="1">
            <a:off x="876300" y="3489325"/>
            <a:ext cx="295275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6886" name="Line 146"/>
          <p:cNvSpPr>
            <a:spLocks noChangeShapeType="1"/>
          </p:cNvSpPr>
          <p:nvPr/>
        </p:nvSpPr>
        <p:spPr bwMode="auto">
          <a:xfrm>
            <a:off x="900113" y="3959225"/>
            <a:ext cx="258762" cy="0"/>
          </a:xfrm>
          <a:prstGeom prst="line">
            <a:avLst/>
          </a:prstGeom>
          <a:noFill/>
          <a:ln w="57150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6887" name="Line 147"/>
          <p:cNvSpPr>
            <a:spLocks noChangeShapeType="1"/>
          </p:cNvSpPr>
          <p:nvPr/>
        </p:nvSpPr>
        <p:spPr bwMode="auto">
          <a:xfrm>
            <a:off x="869950" y="3849688"/>
            <a:ext cx="296863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prstDash val="dash"/>
                <a:round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6888" name="Line 148"/>
          <p:cNvSpPr>
            <a:spLocks noChangeShapeType="1"/>
          </p:cNvSpPr>
          <p:nvPr/>
        </p:nvSpPr>
        <p:spPr bwMode="auto">
          <a:xfrm flipH="1">
            <a:off x="7231063" y="3482975"/>
            <a:ext cx="41275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6889" name="Rectangle 149"/>
          <p:cNvSpPr>
            <a:spLocks noChangeArrowheads="1"/>
          </p:cNvSpPr>
          <p:nvPr/>
        </p:nvSpPr>
        <p:spPr bwMode="auto">
          <a:xfrm flipH="1">
            <a:off x="6219825" y="3949700"/>
            <a:ext cx="1743075" cy="288925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36890" name="Line 150"/>
          <p:cNvSpPr>
            <a:spLocks noChangeShapeType="1"/>
          </p:cNvSpPr>
          <p:nvPr/>
        </p:nvSpPr>
        <p:spPr bwMode="auto">
          <a:xfrm flipH="1" flipV="1">
            <a:off x="7962900" y="3230563"/>
            <a:ext cx="0" cy="71913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6891" name="Line 151"/>
          <p:cNvSpPr>
            <a:spLocks noChangeShapeType="1"/>
          </p:cNvSpPr>
          <p:nvPr/>
        </p:nvSpPr>
        <p:spPr bwMode="auto">
          <a:xfrm flipH="1">
            <a:off x="7637463" y="3230563"/>
            <a:ext cx="0" cy="269875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6892" name="Line 152"/>
          <p:cNvSpPr>
            <a:spLocks noChangeShapeType="1"/>
          </p:cNvSpPr>
          <p:nvPr/>
        </p:nvSpPr>
        <p:spPr bwMode="auto">
          <a:xfrm>
            <a:off x="7232650" y="3217863"/>
            <a:ext cx="0" cy="27781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6893" name="Line 153"/>
          <p:cNvSpPr>
            <a:spLocks noChangeShapeType="1"/>
          </p:cNvSpPr>
          <p:nvPr/>
        </p:nvSpPr>
        <p:spPr bwMode="auto">
          <a:xfrm flipH="1">
            <a:off x="6900863" y="3225800"/>
            <a:ext cx="342900" cy="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6894" name="Line 154"/>
          <p:cNvSpPr>
            <a:spLocks noChangeShapeType="1"/>
          </p:cNvSpPr>
          <p:nvPr/>
        </p:nvSpPr>
        <p:spPr bwMode="auto">
          <a:xfrm flipH="1">
            <a:off x="6913563" y="3211513"/>
            <a:ext cx="0" cy="738187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6895" name="Line 155"/>
          <p:cNvSpPr>
            <a:spLocks noChangeShapeType="1"/>
          </p:cNvSpPr>
          <p:nvPr/>
        </p:nvSpPr>
        <p:spPr bwMode="auto">
          <a:xfrm flipH="1">
            <a:off x="6781800" y="3949700"/>
            <a:ext cx="0" cy="304800"/>
          </a:xfrm>
          <a:prstGeom prst="line">
            <a:avLst/>
          </a:prstGeom>
          <a:noFill/>
          <a:ln w="19050">
            <a:solidFill>
              <a:srgbClr val="0000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6896" name="Freeform 156"/>
          <p:cNvSpPr>
            <a:spLocks/>
          </p:cNvSpPr>
          <p:nvPr/>
        </p:nvSpPr>
        <p:spPr bwMode="auto">
          <a:xfrm>
            <a:off x="6935788" y="3946525"/>
            <a:ext cx="1033462" cy="6350"/>
          </a:xfrm>
          <a:custGeom>
            <a:avLst/>
            <a:gdLst>
              <a:gd name="T0" fmla="*/ 0 w 651"/>
              <a:gd name="T1" fmla="*/ 10080625 h 4"/>
              <a:gd name="T2" fmla="*/ 1640620131 w 651"/>
              <a:gd name="T3" fmla="*/ 0 h 4"/>
              <a:gd name="T4" fmla="*/ 0 60000 65536"/>
              <a:gd name="T5" fmla="*/ 0 60000 65536"/>
              <a:gd name="T6" fmla="*/ 0 w 651"/>
              <a:gd name="T7" fmla="*/ 0 h 4"/>
              <a:gd name="T8" fmla="*/ 651 w 651"/>
              <a:gd name="T9" fmla="*/ 4 h 4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T6" t="T7" r="T8" b="T9"/>
            <a:pathLst>
              <a:path w="651" h="4">
                <a:moveTo>
                  <a:pt x="0" y="4"/>
                </a:moveTo>
                <a:lnTo>
                  <a:pt x="651" y="0"/>
                </a:lnTo>
              </a:path>
            </a:pathLst>
          </a:custGeom>
          <a:noFill/>
          <a:ln w="57150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36897" name="Line 157"/>
          <p:cNvSpPr>
            <a:spLocks noChangeShapeType="1"/>
          </p:cNvSpPr>
          <p:nvPr/>
        </p:nvSpPr>
        <p:spPr bwMode="auto">
          <a:xfrm>
            <a:off x="6953250" y="3881438"/>
            <a:ext cx="1036638" cy="0"/>
          </a:xfrm>
          <a:prstGeom prst="line">
            <a:avLst/>
          </a:prstGeom>
          <a:noFill/>
          <a:ln w="19050">
            <a:solidFill>
              <a:srgbClr val="FFFFFF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36898" name="Text Box 158"/>
          <p:cNvSpPr txBox="1">
            <a:spLocks noChangeArrowheads="1"/>
          </p:cNvSpPr>
          <p:nvPr/>
        </p:nvSpPr>
        <p:spPr bwMode="auto">
          <a:xfrm>
            <a:off x="863600" y="4179888"/>
            <a:ext cx="800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/>
              <a:t>左视</a:t>
            </a:r>
          </a:p>
        </p:txBody>
      </p:sp>
      <p:sp>
        <p:nvSpPr>
          <p:cNvPr id="36899" name="Text Box 159"/>
          <p:cNvSpPr txBox="1">
            <a:spLocks noChangeArrowheads="1"/>
          </p:cNvSpPr>
          <p:nvPr/>
        </p:nvSpPr>
        <p:spPr bwMode="auto">
          <a:xfrm>
            <a:off x="4873625" y="4167188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/>
              <a:t>右视</a:t>
            </a:r>
          </a:p>
        </p:txBody>
      </p:sp>
      <p:sp>
        <p:nvSpPr>
          <p:cNvPr id="36900" name="Text Box 160"/>
          <p:cNvSpPr txBox="1">
            <a:spLocks noChangeArrowheads="1"/>
          </p:cNvSpPr>
          <p:nvPr/>
        </p:nvSpPr>
        <p:spPr bwMode="auto">
          <a:xfrm>
            <a:off x="2590800" y="3422650"/>
            <a:ext cx="800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/>
              <a:t>前视</a:t>
            </a:r>
          </a:p>
        </p:txBody>
      </p:sp>
      <p:sp>
        <p:nvSpPr>
          <p:cNvPr id="36901" name="Text Box 161"/>
          <p:cNvSpPr txBox="1">
            <a:spLocks noChangeArrowheads="1"/>
          </p:cNvSpPr>
          <p:nvPr/>
        </p:nvSpPr>
        <p:spPr bwMode="auto">
          <a:xfrm>
            <a:off x="2603500" y="1998663"/>
            <a:ext cx="9001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/>
              <a:t>顶视</a:t>
            </a:r>
          </a:p>
        </p:txBody>
      </p:sp>
      <p:sp>
        <p:nvSpPr>
          <p:cNvPr id="36902" name="Text Box 162"/>
          <p:cNvSpPr txBox="1">
            <a:spLocks noChangeArrowheads="1"/>
          </p:cNvSpPr>
          <p:nvPr/>
        </p:nvSpPr>
        <p:spPr bwMode="auto">
          <a:xfrm>
            <a:off x="2681288" y="4818063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/>
              <a:t>底视</a:t>
            </a:r>
          </a:p>
        </p:txBody>
      </p:sp>
      <p:sp>
        <p:nvSpPr>
          <p:cNvPr id="36903" name="Text Box 163"/>
          <p:cNvSpPr txBox="1">
            <a:spLocks noChangeArrowheads="1"/>
          </p:cNvSpPr>
          <p:nvPr/>
        </p:nvSpPr>
        <p:spPr bwMode="auto">
          <a:xfrm>
            <a:off x="7045325" y="3486150"/>
            <a:ext cx="793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/>
              <a:t>后视</a:t>
            </a:r>
          </a:p>
        </p:txBody>
      </p:sp>
      <p:grpSp>
        <p:nvGrpSpPr>
          <p:cNvPr id="8" name="Group 164"/>
          <p:cNvGrpSpPr>
            <a:grpSpLocks/>
          </p:cNvGrpSpPr>
          <p:nvPr/>
        </p:nvGrpSpPr>
        <p:grpSpPr bwMode="auto">
          <a:xfrm>
            <a:off x="879475" y="1674813"/>
            <a:ext cx="4827588" cy="4044950"/>
            <a:chOff x="441" y="942"/>
            <a:chExt cx="3041" cy="2548"/>
          </a:xfrm>
        </p:grpSpPr>
        <p:sp>
          <p:nvSpPr>
            <p:cNvPr id="36906" name="Line 165"/>
            <p:cNvSpPr>
              <a:spLocks noChangeShapeType="1"/>
            </p:cNvSpPr>
            <p:nvPr/>
          </p:nvSpPr>
          <p:spPr bwMode="auto">
            <a:xfrm flipV="1">
              <a:off x="955" y="1898"/>
              <a:ext cx="0" cy="506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07" name="Line 166"/>
            <p:cNvSpPr>
              <a:spLocks noChangeShapeType="1"/>
            </p:cNvSpPr>
            <p:nvPr/>
          </p:nvSpPr>
          <p:spPr bwMode="auto">
            <a:xfrm flipV="1">
              <a:off x="2966" y="1911"/>
              <a:ext cx="0" cy="46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08" name="Line 167"/>
            <p:cNvSpPr>
              <a:spLocks noChangeShapeType="1"/>
            </p:cNvSpPr>
            <p:nvPr/>
          </p:nvSpPr>
          <p:spPr bwMode="auto">
            <a:xfrm>
              <a:off x="2138" y="2944"/>
              <a:ext cx="363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09" name="Arc 168"/>
            <p:cNvSpPr>
              <a:spLocks/>
            </p:cNvSpPr>
            <p:nvPr/>
          </p:nvSpPr>
          <p:spPr bwMode="auto">
            <a:xfrm flipH="1" flipV="1">
              <a:off x="953" y="2564"/>
              <a:ext cx="459" cy="37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10" name="Arc 169"/>
            <p:cNvSpPr>
              <a:spLocks/>
            </p:cNvSpPr>
            <p:nvPr/>
          </p:nvSpPr>
          <p:spPr bwMode="auto">
            <a:xfrm flipH="1" flipV="1">
              <a:off x="441" y="2564"/>
              <a:ext cx="989" cy="924"/>
            </a:xfrm>
            <a:custGeom>
              <a:avLst/>
              <a:gdLst>
                <a:gd name="T0" fmla="*/ 0 w 21600"/>
                <a:gd name="T1" fmla="*/ 0 h 21600"/>
                <a:gd name="T2" fmla="*/ 2 w 21600"/>
                <a:gd name="T3" fmla="*/ 2 h 21600"/>
                <a:gd name="T4" fmla="*/ 0 w 21600"/>
                <a:gd name="T5" fmla="*/ 2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11" name="Arc 170"/>
            <p:cNvSpPr>
              <a:spLocks/>
            </p:cNvSpPr>
            <p:nvPr/>
          </p:nvSpPr>
          <p:spPr bwMode="auto">
            <a:xfrm flipV="1">
              <a:off x="2521" y="2550"/>
              <a:ext cx="961" cy="940"/>
            </a:xfrm>
            <a:custGeom>
              <a:avLst/>
              <a:gdLst>
                <a:gd name="T0" fmla="*/ 0 w 21600"/>
                <a:gd name="T1" fmla="*/ 0 h 21600"/>
                <a:gd name="T2" fmla="*/ 2 w 21600"/>
                <a:gd name="T3" fmla="*/ 2 h 21600"/>
                <a:gd name="T4" fmla="*/ 0 w 21600"/>
                <a:gd name="T5" fmla="*/ 2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12" name="Arc 171"/>
            <p:cNvSpPr>
              <a:spLocks/>
            </p:cNvSpPr>
            <p:nvPr/>
          </p:nvSpPr>
          <p:spPr bwMode="auto">
            <a:xfrm>
              <a:off x="2512" y="1497"/>
              <a:ext cx="451" cy="41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13" name="Arc 172"/>
            <p:cNvSpPr>
              <a:spLocks/>
            </p:cNvSpPr>
            <p:nvPr/>
          </p:nvSpPr>
          <p:spPr bwMode="auto">
            <a:xfrm>
              <a:off x="2506" y="942"/>
              <a:ext cx="967" cy="968"/>
            </a:xfrm>
            <a:custGeom>
              <a:avLst/>
              <a:gdLst>
                <a:gd name="T0" fmla="*/ 0 w 21600"/>
                <a:gd name="T1" fmla="*/ 0 h 21600"/>
                <a:gd name="T2" fmla="*/ 2 w 21600"/>
                <a:gd name="T3" fmla="*/ 2 h 21600"/>
                <a:gd name="T4" fmla="*/ 0 w 21600"/>
                <a:gd name="T5" fmla="*/ 2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14" name="Arc 173"/>
            <p:cNvSpPr>
              <a:spLocks/>
            </p:cNvSpPr>
            <p:nvPr/>
          </p:nvSpPr>
          <p:spPr bwMode="auto">
            <a:xfrm flipH="1">
              <a:off x="957" y="1488"/>
              <a:ext cx="458" cy="429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15" name="Arc 174"/>
            <p:cNvSpPr>
              <a:spLocks/>
            </p:cNvSpPr>
            <p:nvPr/>
          </p:nvSpPr>
          <p:spPr bwMode="auto">
            <a:xfrm flipH="1">
              <a:off x="441" y="942"/>
              <a:ext cx="974" cy="968"/>
            </a:xfrm>
            <a:custGeom>
              <a:avLst/>
              <a:gdLst>
                <a:gd name="T0" fmla="*/ 0 w 21600"/>
                <a:gd name="T1" fmla="*/ 0 h 21600"/>
                <a:gd name="T2" fmla="*/ 2 w 21600"/>
                <a:gd name="T3" fmla="*/ 2 h 21600"/>
                <a:gd name="T4" fmla="*/ 0 w 21600"/>
                <a:gd name="T5" fmla="*/ 2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16" name="Arc 175"/>
            <p:cNvSpPr>
              <a:spLocks/>
            </p:cNvSpPr>
            <p:nvPr/>
          </p:nvSpPr>
          <p:spPr bwMode="auto">
            <a:xfrm flipV="1">
              <a:off x="2502" y="2550"/>
              <a:ext cx="459" cy="39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17" name="Line 176"/>
            <p:cNvSpPr>
              <a:spLocks noChangeShapeType="1"/>
            </p:cNvSpPr>
            <p:nvPr/>
          </p:nvSpPr>
          <p:spPr bwMode="auto">
            <a:xfrm>
              <a:off x="2182" y="1496"/>
              <a:ext cx="325" cy="0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18" name="Line 177"/>
            <p:cNvSpPr>
              <a:spLocks noChangeShapeType="1"/>
            </p:cNvSpPr>
            <p:nvPr/>
          </p:nvSpPr>
          <p:spPr bwMode="auto">
            <a:xfrm flipV="1">
              <a:off x="2825" y="1236"/>
              <a:ext cx="415" cy="415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6919" name="Text Box 178"/>
            <p:cNvSpPr txBox="1">
              <a:spLocks noChangeArrowheads="1"/>
            </p:cNvSpPr>
            <p:nvPr/>
          </p:nvSpPr>
          <p:spPr bwMode="auto">
            <a:xfrm rot="-2867531">
              <a:off x="2796" y="1225"/>
              <a:ext cx="3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400" b="1">
                  <a:solidFill>
                    <a:srgbClr val="FF0000"/>
                  </a:solidFill>
                </a:rPr>
                <a:t>宽</a:t>
              </a:r>
            </a:p>
          </p:txBody>
        </p:sp>
      </p:grpSp>
      <p:sp>
        <p:nvSpPr>
          <p:cNvPr id="36905" name="Line 179"/>
          <p:cNvSpPr>
            <a:spLocks noChangeShapeType="1"/>
          </p:cNvSpPr>
          <p:nvPr/>
        </p:nvSpPr>
        <p:spPr bwMode="auto">
          <a:xfrm>
            <a:off x="7637463" y="3230563"/>
            <a:ext cx="32543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379ACB-2B71-4DEB-9CEB-F8AF2ACFE3F3}" type="slidenum">
              <a:rPr lang="en-US" altLang="zh-CN"/>
              <a:pPr>
                <a:defRPr/>
              </a:pPr>
              <a:t>36</a:t>
            </a:fld>
            <a:endParaRPr lang="en-US" altLang="zh-CN"/>
          </a:p>
        </p:txBody>
      </p:sp>
      <p:sp>
        <p:nvSpPr>
          <p:cNvPr id="37891" name="AutoShape 2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actionButtonBlank">
            <a:avLst/>
          </a:prstGeom>
          <a:solidFill>
            <a:srgbClr val="CC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sm" len="lg"/>
              </a14:hiddenLine>
            </a:ext>
          </a:extLst>
        </p:spPr>
        <p:txBody>
          <a:bodyPr anchor="ctr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zh-CN" altLang="en-US" sz="2400">
              <a:latin typeface="宋体" pitchFamily="2" charset="-122"/>
            </a:endParaRPr>
          </a:p>
        </p:txBody>
      </p:sp>
      <p:sp>
        <p:nvSpPr>
          <p:cNvPr id="266243" name="Text Box 3"/>
          <p:cNvSpPr txBox="1">
            <a:spLocks noChangeArrowheads="1"/>
          </p:cNvSpPr>
          <p:nvPr/>
        </p:nvSpPr>
        <p:spPr bwMode="auto">
          <a:xfrm>
            <a:off x="544516" y="1751899"/>
            <a:ext cx="8175625" cy="308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800" b="1" i="1" dirty="0"/>
              <a:t>      A scientist can discover a new star ,</a:t>
            </a: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800" b="1" i="1" dirty="0"/>
              <a:t>     but he cannot make one. </a:t>
            </a: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800" b="1" i="1" dirty="0"/>
              <a:t>     He would  have to ask an engineer to do it for him.  </a:t>
            </a:r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endParaRPr kumimoji="0" lang="en-US" altLang="zh-CN" sz="2800" b="1" i="1" dirty="0"/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endParaRPr kumimoji="0" lang="en-US" altLang="zh-CN" sz="2800" b="1" i="1" dirty="0"/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800" b="1" i="1" dirty="0"/>
              <a:t>     Gordon L. </a:t>
            </a:r>
            <a:r>
              <a:rPr kumimoji="0" lang="en-US" altLang="zh-CN" sz="2800" b="1" i="1" dirty="0" err="1"/>
              <a:t>Glegg</a:t>
            </a:r>
            <a:r>
              <a:rPr kumimoji="0" lang="en-US" altLang="zh-CN" sz="2800" b="1" i="1" dirty="0"/>
              <a:t>,  The Design of Design.</a:t>
            </a:r>
            <a:endParaRPr kumimoji="0" lang="en-US" altLang="zh-CN" sz="2800" b="1" dirty="0"/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800" b="1" dirty="0"/>
              <a:t>                                                 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43" grpId="0"/>
    </p:bldLst>
  </p:timing>
</p:sld>
</file>

<file path=ppt/theme/theme1.xml><?xml version="1.0" encoding="utf-8"?>
<a:theme xmlns:a="http://schemas.openxmlformats.org/drawingml/2006/main" name="场景型模板">
  <a:themeElements>
    <a:clrScheme name="场景型模板 1">
      <a:dk1>
        <a:srgbClr val="333333"/>
      </a:dk1>
      <a:lt1>
        <a:srgbClr val="A9BDA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D1DBD1"/>
      </a:accent3>
      <a:accent4>
        <a:srgbClr val="2A2A2A"/>
      </a:accent4>
      <a:accent5>
        <a:srgbClr val="EED8D8"/>
      </a:accent5>
      <a:accent6>
        <a:srgbClr val="A2CCA2"/>
      </a:accent6>
      <a:hlink>
        <a:srgbClr val="BDD7E5"/>
      </a:hlink>
      <a:folHlink>
        <a:srgbClr val="D2AAD2"/>
      </a:folHlink>
    </a:clrScheme>
    <a:fontScheme name="场景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sm" len="lg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itchFamily="2" charset="-122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noFill/>
          <a:prstDash val="solid"/>
          <a:round/>
          <a:headEnd type="none" w="med" len="med"/>
          <a:tailEnd type="none" w="sm" len="lg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宋体" pitchFamily="2" charset="-122"/>
            <a:ea typeface="宋体" pitchFamily="2" charset="-122"/>
          </a:defRPr>
        </a:defPPr>
      </a:lstStyle>
    </a:lnDef>
  </a:objectDefaults>
  <a:extraClrSchemeLst>
    <a:extraClrScheme>
      <a:clrScheme name="场景型模板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11324</TotalTime>
  <Words>1761</Words>
  <Application>Microsoft Office PowerPoint</Application>
  <PresentationFormat>全屏显示(4:3)</PresentationFormat>
  <Paragraphs>491</Paragraphs>
  <Slides>36</Slides>
  <Notes>0</Notes>
  <HiddenSlides>0</HiddenSlides>
  <MMClips>0</MMClips>
  <ScaleCrop>false</ScaleCrop>
  <HeadingPairs>
    <vt:vector size="6" baseType="variant"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38" baseType="lpstr">
      <vt:lpstr>场景型模板</vt:lpstr>
      <vt:lpstr>位图图像</vt:lpstr>
      <vt:lpstr>第十一讲  机件的表达方法 （2）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ENGINEERING GRAPHICS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第九讲            1999.11.24</dc:title>
  <dc:creator>TSINGHUA UNIVERSITY</dc:creator>
  <cp:lastModifiedBy>Li Tiemin</cp:lastModifiedBy>
  <cp:revision>308</cp:revision>
  <cp:lastPrinted>2000-12-11T02:33:58Z</cp:lastPrinted>
  <dcterms:created xsi:type="dcterms:W3CDTF">1999-11-23T23:15:47Z</dcterms:created>
  <dcterms:modified xsi:type="dcterms:W3CDTF">2023-12-03T09:49:31Z</dcterms:modified>
</cp:coreProperties>
</file>