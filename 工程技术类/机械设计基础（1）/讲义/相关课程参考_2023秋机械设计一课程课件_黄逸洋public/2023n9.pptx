
<file path=[Content_Types].xml><?xml version="1.0" encoding="utf-8"?>
<Types xmlns="http://schemas.openxmlformats.org/package/2006/content-types">
  <Default Extension="png" ContentType="image/png"/>
  <Default Extension="bin" ContentType="application/vnd.openxmlformats-officedocument.oleObject"/>
  <Default Extension="wmf" ContentType="image/x-w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1"/>
  </p:sldMasterIdLst>
  <p:notesMasterIdLst>
    <p:notesMasterId r:id="rId30"/>
  </p:notesMasterIdLst>
  <p:handoutMasterIdLst>
    <p:handoutMasterId r:id="rId31"/>
  </p:handoutMasterIdLst>
  <p:sldIdLst>
    <p:sldId id="256" r:id="rId2"/>
    <p:sldId id="261" r:id="rId3"/>
    <p:sldId id="296" r:id="rId4"/>
    <p:sldId id="277" r:id="rId5"/>
    <p:sldId id="275" r:id="rId6"/>
    <p:sldId id="276" r:id="rId7"/>
    <p:sldId id="279" r:id="rId8"/>
    <p:sldId id="294" r:id="rId9"/>
    <p:sldId id="278" r:id="rId10"/>
    <p:sldId id="282" r:id="rId11"/>
    <p:sldId id="262" r:id="rId12"/>
    <p:sldId id="284" r:id="rId13"/>
    <p:sldId id="263" r:id="rId14"/>
    <p:sldId id="264" r:id="rId15"/>
    <p:sldId id="283" r:id="rId16"/>
    <p:sldId id="289" r:id="rId17"/>
    <p:sldId id="265" r:id="rId18"/>
    <p:sldId id="266" r:id="rId19"/>
    <p:sldId id="293" r:id="rId20"/>
    <p:sldId id="258" r:id="rId21"/>
    <p:sldId id="290" r:id="rId22"/>
    <p:sldId id="286" r:id="rId23"/>
    <p:sldId id="287" r:id="rId24"/>
    <p:sldId id="288" r:id="rId25"/>
    <p:sldId id="285" r:id="rId26"/>
    <p:sldId id="259" r:id="rId27"/>
    <p:sldId id="260" r:id="rId28"/>
    <p:sldId id="295" r:id="rId29"/>
  </p:sldIdLst>
  <p:sldSz cx="9144000" cy="6858000" type="screen4x3"/>
  <p:notesSz cx="6858000" cy="9144000"/>
  <p:defaultTextStyle>
    <a:defPPr>
      <a:defRPr lang="zh-CN"/>
    </a:defPPr>
    <a:lvl1pPr algn="l" rtl="0" fontAlgn="base">
      <a:spcBef>
        <a:spcPct val="0"/>
      </a:spcBef>
      <a:spcAft>
        <a:spcPct val="0"/>
      </a:spcAft>
      <a:defRPr sz="2000" b="1" kern="1200">
        <a:solidFill>
          <a:schemeClr val="tx1"/>
        </a:solidFill>
        <a:latin typeface="Times New Roman" pitchFamily="18" charset="0"/>
        <a:ea typeface="宋体" pitchFamily="2" charset="-122"/>
        <a:cs typeface="+mn-cs"/>
      </a:defRPr>
    </a:lvl1pPr>
    <a:lvl2pPr marL="457200" algn="l" rtl="0" fontAlgn="base">
      <a:spcBef>
        <a:spcPct val="0"/>
      </a:spcBef>
      <a:spcAft>
        <a:spcPct val="0"/>
      </a:spcAft>
      <a:defRPr sz="2000" b="1" kern="1200">
        <a:solidFill>
          <a:schemeClr val="tx1"/>
        </a:solidFill>
        <a:latin typeface="Times New Roman" pitchFamily="18" charset="0"/>
        <a:ea typeface="宋体" pitchFamily="2" charset="-122"/>
        <a:cs typeface="+mn-cs"/>
      </a:defRPr>
    </a:lvl2pPr>
    <a:lvl3pPr marL="914400" algn="l" rtl="0" fontAlgn="base">
      <a:spcBef>
        <a:spcPct val="0"/>
      </a:spcBef>
      <a:spcAft>
        <a:spcPct val="0"/>
      </a:spcAft>
      <a:defRPr sz="2000" b="1" kern="1200">
        <a:solidFill>
          <a:schemeClr val="tx1"/>
        </a:solidFill>
        <a:latin typeface="Times New Roman" pitchFamily="18" charset="0"/>
        <a:ea typeface="宋体" pitchFamily="2" charset="-122"/>
        <a:cs typeface="+mn-cs"/>
      </a:defRPr>
    </a:lvl3pPr>
    <a:lvl4pPr marL="1371600" algn="l" rtl="0" fontAlgn="base">
      <a:spcBef>
        <a:spcPct val="0"/>
      </a:spcBef>
      <a:spcAft>
        <a:spcPct val="0"/>
      </a:spcAft>
      <a:defRPr sz="2000" b="1" kern="1200">
        <a:solidFill>
          <a:schemeClr val="tx1"/>
        </a:solidFill>
        <a:latin typeface="Times New Roman" pitchFamily="18" charset="0"/>
        <a:ea typeface="宋体" pitchFamily="2" charset="-122"/>
        <a:cs typeface="+mn-cs"/>
      </a:defRPr>
    </a:lvl4pPr>
    <a:lvl5pPr marL="1828800" algn="l" rtl="0" fontAlgn="base">
      <a:spcBef>
        <a:spcPct val="0"/>
      </a:spcBef>
      <a:spcAft>
        <a:spcPct val="0"/>
      </a:spcAft>
      <a:defRPr sz="2000" b="1" kern="1200">
        <a:solidFill>
          <a:schemeClr val="tx1"/>
        </a:solidFill>
        <a:latin typeface="Times New Roman" pitchFamily="18" charset="0"/>
        <a:ea typeface="宋体" pitchFamily="2" charset="-122"/>
        <a:cs typeface="+mn-cs"/>
      </a:defRPr>
    </a:lvl5pPr>
    <a:lvl6pPr marL="2286000" algn="l" defTabSz="914400" rtl="0" eaLnBrk="1" latinLnBrk="0" hangingPunct="1">
      <a:defRPr sz="2000" b="1" kern="1200">
        <a:solidFill>
          <a:schemeClr val="tx1"/>
        </a:solidFill>
        <a:latin typeface="Times New Roman" pitchFamily="18" charset="0"/>
        <a:ea typeface="宋体" pitchFamily="2" charset="-122"/>
        <a:cs typeface="+mn-cs"/>
      </a:defRPr>
    </a:lvl6pPr>
    <a:lvl7pPr marL="2743200" algn="l" defTabSz="914400" rtl="0" eaLnBrk="1" latinLnBrk="0" hangingPunct="1">
      <a:defRPr sz="2000" b="1" kern="1200">
        <a:solidFill>
          <a:schemeClr val="tx1"/>
        </a:solidFill>
        <a:latin typeface="Times New Roman" pitchFamily="18" charset="0"/>
        <a:ea typeface="宋体" pitchFamily="2" charset="-122"/>
        <a:cs typeface="+mn-cs"/>
      </a:defRPr>
    </a:lvl7pPr>
    <a:lvl8pPr marL="3200400" algn="l" defTabSz="914400" rtl="0" eaLnBrk="1" latinLnBrk="0" hangingPunct="1">
      <a:defRPr sz="2000" b="1" kern="1200">
        <a:solidFill>
          <a:schemeClr val="tx1"/>
        </a:solidFill>
        <a:latin typeface="Times New Roman" pitchFamily="18" charset="0"/>
        <a:ea typeface="宋体" pitchFamily="2" charset="-122"/>
        <a:cs typeface="+mn-cs"/>
      </a:defRPr>
    </a:lvl8pPr>
    <a:lvl9pPr marL="3657600" algn="l" defTabSz="914400" rtl="0" eaLnBrk="1" latinLnBrk="0" hangingPunct="1">
      <a:defRPr sz="2000" b="1" kern="1200">
        <a:solidFill>
          <a:schemeClr val="tx1"/>
        </a:solidFill>
        <a:latin typeface="Times New Roman" pitchFamily="18" charset="0"/>
        <a:ea typeface="宋体" pitchFamily="2" charset="-122"/>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chemeClr val="tx1"/>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EDD3D3"/>
    <a:srgbClr val="FF6600"/>
    <a:srgbClr val="9900FF"/>
    <a:srgbClr val="9999FF"/>
    <a:srgbClr val="000000"/>
    <a:srgbClr val="FF0000"/>
    <a:srgbClr val="660066"/>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9" autoAdjust="0"/>
    <p:restoredTop sz="94625" autoAdjust="0"/>
  </p:normalViewPr>
  <p:slideViewPr>
    <p:cSldViewPr snapToGrid="0">
      <p:cViewPr varScale="1">
        <p:scale>
          <a:sx n="83" d="100"/>
          <a:sy n="83" d="100"/>
        </p:scale>
        <p:origin x="-1426" y="-58"/>
      </p:cViewPr>
      <p:guideLst>
        <p:guide orient="horz" pos="768"/>
        <p:guide orient="horz" pos="3371"/>
        <p:guide pos="3816"/>
        <p:guide pos="231"/>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snapToGrid="0">
      <p:cViewPr varScale="1">
        <p:scale>
          <a:sx n="40" d="100"/>
          <a:sy n="40" d="100"/>
        </p:scale>
        <p:origin x="-1488" y="-96"/>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openxmlformats.org/officeDocument/2006/relationships/tableStyles" Target="tableStyles.xml"/><Relationship Id="rId8" Type="http://schemas.openxmlformats.org/officeDocument/2006/relationships/slide" Target="slides/slide7.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png"/></Relationships>
</file>

<file path=ppt/drawings/_rels/vmlDrawing2.v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image" Target="../media/image5.png"/></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0.wmf"/></Relationships>
</file>

<file path=ppt/drawings/_rels/vmlDrawing4.v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image" Target="../media/image13.png"/></Relationships>
</file>

<file path=ppt/drawings/_rels/vmlDrawing5.vml.rels><?xml version="1.0" encoding="UTF-8" standalone="yes"?>
<Relationships xmlns="http://schemas.openxmlformats.org/package/2006/relationships"><Relationship Id="rId8" Type="http://schemas.openxmlformats.org/officeDocument/2006/relationships/image" Target="../media/image23.wmf"/><Relationship Id="rId3" Type="http://schemas.openxmlformats.org/officeDocument/2006/relationships/image" Target="../media/image18.wmf"/><Relationship Id="rId7" Type="http://schemas.openxmlformats.org/officeDocument/2006/relationships/image" Target="../media/image22.wmf"/><Relationship Id="rId2" Type="http://schemas.openxmlformats.org/officeDocument/2006/relationships/image" Target="../media/image17.wmf"/><Relationship Id="rId1" Type="http://schemas.openxmlformats.org/officeDocument/2006/relationships/image" Target="../media/image16.wmf"/><Relationship Id="rId6" Type="http://schemas.openxmlformats.org/officeDocument/2006/relationships/image" Target="../media/image21.wmf"/><Relationship Id="rId5" Type="http://schemas.openxmlformats.org/officeDocument/2006/relationships/image" Target="../media/image20.wmf"/><Relationship Id="rId4" Type="http://schemas.openxmlformats.org/officeDocument/2006/relationships/image" Target="../media/image19.wmf"/></Relationships>
</file>

<file path=ppt/drawings/_rels/vmlDrawing6.vml.rels><?xml version="1.0" encoding="UTF-8" standalone="yes"?>
<Relationships xmlns="http://schemas.openxmlformats.org/package/2006/relationships"><Relationship Id="rId3" Type="http://schemas.openxmlformats.org/officeDocument/2006/relationships/image" Target="../media/image26.wmf"/><Relationship Id="rId2" Type="http://schemas.openxmlformats.org/officeDocument/2006/relationships/image" Target="../media/image25.wmf"/><Relationship Id="rId1" Type="http://schemas.openxmlformats.org/officeDocument/2006/relationships/image" Target="../media/image24.wmf"/><Relationship Id="rId4" Type="http://schemas.openxmlformats.org/officeDocument/2006/relationships/image" Target="../media/image27.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32.png"/></Relationships>
</file>

<file path=ppt/drawings/_rels/vmlDrawing8.vml.rels><?xml version="1.0" encoding="UTF-8" standalone="yes"?>
<Relationships xmlns="http://schemas.openxmlformats.org/package/2006/relationships"><Relationship Id="rId1" Type="http://schemas.openxmlformats.org/officeDocument/2006/relationships/image" Target="../media/image33.png"/></Relationships>
</file>

<file path=ppt/drawings/_rels/vmlDrawing9.vml.rels><?xml version="1.0" encoding="UTF-8" standalone="yes"?>
<Relationships xmlns="http://schemas.openxmlformats.org/package/2006/relationships"><Relationship Id="rId1" Type="http://schemas.openxmlformats.org/officeDocument/2006/relationships/image" Target="../media/image34.png"/></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4578"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kumimoji="1" sz="1200" b="0"/>
            </a:lvl1pPr>
          </a:lstStyle>
          <a:p>
            <a:pPr>
              <a:defRPr/>
            </a:pPr>
            <a:endParaRPr lang="en-US" altLang="zh-CN"/>
          </a:p>
        </p:txBody>
      </p:sp>
      <p:sp>
        <p:nvSpPr>
          <p:cNvPr id="24579" name="Rectangle 3"/>
          <p:cNvSpPr>
            <a:spLocks noGrp="1" noChangeArrowheads="1"/>
          </p:cNvSpPr>
          <p:nvPr>
            <p:ph type="dt" sz="quarter"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kumimoji="1" sz="1200" b="0"/>
            </a:lvl1pPr>
          </a:lstStyle>
          <a:p>
            <a:pPr>
              <a:defRPr/>
            </a:pPr>
            <a:endParaRPr lang="en-US" altLang="zh-CN"/>
          </a:p>
        </p:txBody>
      </p:sp>
      <p:sp>
        <p:nvSpPr>
          <p:cNvPr id="24580" name="Rectangle 4"/>
          <p:cNvSpPr>
            <a:spLocks noGrp="1" noChangeArrowheads="1"/>
          </p:cNvSpPr>
          <p:nvPr>
            <p:ph type="ftr" sz="quarter" idx="2"/>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kumimoji="1" sz="1200" b="0"/>
            </a:lvl1pPr>
          </a:lstStyle>
          <a:p>
            <a:pPr>
              <a:defRPr/>
            </a:pPr>
            <a:endParaRPr lang="en-US" altLang="zh-CN"/>
          </a:p>
        </p:txBody>
      </p:sp>
      <p:sp>
        <p:nvSpPr>
          <p:cNvPr id="24581" name="Rectangle 5"/>
          <p:cNvSpPr>
            <a:spLocks noGrp="1" noChangeArrowheads="1"/>
          </p:cNvSpPr>
          <p:nvPr>
            <p:ph type="sldNum" sz="quarter" idx="3"/>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kumimoji="1" sz="1200" b="0"/>
            </a:lvl1pPr>
          </a:lstStyle>
          <a:p>
            <a:pPr>
              <a:defRPr/>
            </a:pPr>
            <a:fld id="{B5F11D39-4DB3-4033-860F-15F1BE45889A}" type="slidenum">
              <a:rPr lang="en-US" altLang="zh-CN"/>
              <a:pPr>
                <a:defRPr/>
              </a:pPr>
              <a:t>‹#›</a:t>
            </a:fld>
            <a:endParaRPr lang="en-US" altLang="zh-CN"/>
          </a:p>
        </p:txBody>
      </p:sp>
    </p:spTree>
    <p:extLst>
      <p:ext uri="{BB962C8B-B14F-4D97-AF65-F5344CB8AC3E}">
        <p14:creationId xmlns:p14="http://schemas.microsoft.com/office/powerpoint/2010/main" val="388397873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3970" name="Rectangle 2"/>
          <p:cNvSpPr>
            <a:spLocks noGrp="1" noChangeArrowheads="1"/>
          </p:cNvSpPr>
          <p:nvPr>
            <p:ph type="hdr" sz="quarter"/>
          </p:nvPr>
        </p:nvSpPr>
        <p:spPr bwMode="auto">
          <a:xfrm>
            <a:off x="0" y="90488"/>
            <a:ext cx="2971800" cy="274637"/>
          </a:xfrm>
          <a:prstGeom prst="rect">
            <a:avLst/>
          </a:prstGeom>
          <a:noFill/>
          <a:ln w="9525">
            <a:noFill/>
            <a:miter lim="800000"/>
            <a:headEnd/>
            <a:tailEnd type="none" w="sm" len="lg"/>
          </a:ln>
          <a:effectLst/>
        </p:spPr>
        <p:txBody>
          <a:bodyPr vert="horz" wrap="square" lIns="91440" tIns="45720" rIns="91440" bIns="45720" numCol="1" anchor="ctr" anchorCtr="0" compatLnSpc="1">
            <a:prstTxWarp prst="textNoShape">
              <a:avLst/>
            </a:prstTxWarp>
            <a:spAutoFit/>
          </a:bodyPr>
          <a:lstStyle>
            <a:lvl1pPr>
              <a:defRPr sz="1200" b="0"/>
            </a:lvl1pPr>
          </a:lstStyle>
          <a:p>
            <a:pPr>
              <a:defRPr/>
            </a:pPr>
            <a:endParaRPr lang="en-US" altLang="zh-CN"/>
          </a:p>
        </p:txBody>
      </p:sp>
      <p:sp>
        <p:nvSpPr>
          <p:cNvPr id="83971" name="Rectangle 3"/>
          <p:cNvSpPr>
            <a:spLocks noGrp="1" noChangeArrowheads="1"/>
          </p:cNvSpPr>
          <p:nvPr>
            <p:ph type="dt" idx="1"/>
          </p:nvPr>
        </p:nvSpPr>
        <p:spPr bwMode="auto">
          <a:xfrm>
            <a:off x="3886200" y="90488"/>
            <a:ext cx="2971800" cy="274637"/>
          </a:xfrm>
          <a:prstGeom prst="rect">
            <a:avLst/>
          </a:prstGeom>
          <a:noFill/>
          <a:ln w="9525">
            <a:noFill/>
            <a:miter lim="800000"/>
            <a:headEnd/>
            <a:tailEnd type="none" w="sm" len="lg"/>
          </a:ln>
          <a:effectLst/>
        </p:spPr>
        <p:txBody>
          <a:bodyPr vert="horz" wrap="square" lIns="91440" tIns="45720" rIns="91440" bIns="45720" numCol="1" anchor="ctr" anchorCtr="0" compatLnSpc="1">
            <a:prstTxWarp prst="textNoShape">
              <a:avLst/>
            </a:prstTxWarp>
            <a:spAutoFit/>
          </a:bodyPr>
          <a:lstStyle>
            <a:lvl1pPr algn="r">
              <a:defRPr sz="1200" b="0"/>
            </a:lvl1pPr>
          </a:lstStyle>
          <a:p>
            <a:pPr>
              <a:defRPr/>
            </a:pPr>
            <a:endParaRPr lang="en-US" altLang="zh-CN"/>
          </a:p>
        </p:txBody>
      </p:sp>
      <p:sp>
        <p:nvSpPr>
          <p:cNvPr id="31748"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3973" name="Rectangle 5"/>
          <p:cNvSpPr>
            <a:spLocks noGrp="1" noChangeArrowheads="1"/>
          </p:cNvSpPr>
          <p:nvPr>
            <p:ph type="body" sz="quarter" idx="3"/>
          </p:nvPr>
        </p:nvSpPr>
        <p:spPr bwMode="auto">
          <a:xfrm>
            <a:off x="914400" y="5786438"/>
            <a:ext cx="5029200" cy="1227137"/>
          </a:xfrm>
          <a:prstGeom prst="rect">
            <a:avLst/>
          </a:prstGeom>
          <a:noFill/>
          <a:ln w="9525">
            <a:noFill/>
            <a:miter lim="800000"/>
            <a:headEnd/>
            <a:tailEnd type="none" w="sm" len="lg"/>
          </a:ln>
          <a:effectLst/>
        </p:spPr>
        <p:txBody>
          <a:bodyPr vert="horz" wrap="square" lIns="91440" tIns="45720" rIns="91440" bIns="45720" numCol="1" anchor="ctr" anchorCtr="0" compatLnSpc="1">
            <a:prstTxWarp prst="textNoShape">
              <a:avLst/>
            </a:prstTxWarp>
            <a:spAutoFit/>
          </a:bodyPr>
          <a:lstStyle/>
          <a:p>
            <a:pPr lvl="0"/>
            <a:r>
              <a:rPr lang="zh-CN" altLang="en-US" noProof="0" smtClean="0"/>
              <a:t>单击此处编辑母版文本样式</a:t>
            </a:r>
          </a:p>
          <a:p>
            <a:pPr lvl="1"/>
            <a:r>
              <a:rPr lang="zh-CN" altLang="en-US" noProof="0" smtClean="0"/>
              <a:t>第二级</a:t>
            </a:r>
          </a:p>
          <a:p>
            <a:pPr lvl="2"/>
            <a:r>
              <a:rPr lang="zh-CN" altLang="en-US" noProof="0" smtClean="0"/>
              <a:t>第三级</a:t>
            </a:r>
          </a:p>
          <a:p>
            <a:pPr lvl="3"/>
            <a:r>
              <a:rPr lang="zh-CN" altLang="en-US" noProof="0" smtClean="0"/>
              <a:t>第四级</a:t>
            </a:r>
          </a:p>
          <a:p>
            <a:pPr lvl="4"/>
            <a:r>
              <a:rPr lang="zh-CN" altLang="en-US" noProof="0" smtClean="0"/>
              <a:t>第五级</a:t>
            </a:r>
          </a:p>
        </p:txBody>
      </p:sp>
      <p:sp>
        <p:nvSpPr>
          <p:cNvPr id="83974" name="Rectangle 6"/>
          <p:cNvSpPr>
            <a:spLocks noGrp="1" noChangeArrowheads="1"/>
          </p:cNvSpPr>
          <p:nvPr>
            <p:ph type="ftr" sz="quarter" idx="4"/>
          </p:nvPr>
        </p:nvSpPr>
        <p:spPr bwMode="auto">
          <a:xfrm>
            <a:off x="0" y="8869363"/>
            <a:ext cx="2971800" cy="274637"/>
          </a:xfrm>
          <a:prstGeom prst="rect">
            <a:avLst/>
          </a:prstGeom>
          <a:noFill/>
          <a:ln w="9525">
            <a:noFill/>
            <a:miter lim="800000"/>
            <a:headEnd/>
            <a:tailEnd type="none" w="sm" len="lg"/>
          </a:ln>
          <a:effectLst/>
        </p:spPr>
        <p:txBody>
          <a:bodyPr vert="horz" wrap="square" lIns="91440" tIns="45720" rIns="91440" bIns="45720" numCol="1" anchor="b" anchorCtr="0" compatLnSpc="1">
            <a:prstTxWarp prst="textNoShape">
              <a:avLst/>
            </a:prstTxWarp>
            <a:spAutoFit/>
          </a:bodyPr>
          <a:lstStyle>
            <a:lvl1pPr>
              <a:defRPr sz="1200" b="0"/>
            </a:lvl1pPr>
          </a:lstStyle>
          <a:p>
            <a:pPr>
              <a:defRPr/>
            </a:pPr>
            <a:endParaRPr lang="en-US" altLang="zh-CN"/>
          </a:p>
        </p:txBody>
      </p:sp>
      <p:sp>
        <p:nvSpPr>
          <p:cNvPr id="83975" name="Rectangle 7"/>
          <p:cNvSpPr>
            <a:spLocks noGrp="1" noChangeArrowheads="1"/>
          </p:cNvSpPr>
          <p:nvPr>
            <p:ph type="sldNum" sz="quarter" idx="5"/>
          </p:nvPr>
        </p:nvSpPr>
        <p:spPr bwMode="auto">
          <a:xfrm>
            <a:off x="3886200" y="8869363"/>
            <a:ext cx="2971800" cy="274637"/>
          </a:xfrm>
          <a:prstGeom prst="rect">
            <a:avLst/>
          </a:prstGeom>
          <a:noFill/>
          <a:ln w="9525">
            <a:noFill/>
            <a:miter lim="800000"/>
            <a:headEnd/>
            <a:tailEnd type="none" w="sm" len="lg"/>
          </a:ln>
          <a:effectLst/>
        </p:spPr>
        <p:txBody>
          <a:bodyPr vert="horz" wrap="square" lIns="91440" tIns="45720" rIns="91440" bIns="45720" numCol="1" anchor="b" anchorCtr="0" compatLnSpc="1">
            <a:prstTxWarp prst="textNoShape">
              <a:avLst/>
            </a:prstTxWarp>
            <a:spAutoFit/>
          </a:bodyPr>
          <a:lstStyle>
            <a:lvl1pPr algn="r">
              <a:defRPr sz="1200" b="0"/>
            </a:lvl1pPr>
          </a:lstStyle>
          <a:p>
            <a:pPr>
              <a:defRPr/>
            </a:pPr>
            <a:fld id="{B8DCDD17-DB97-49AC-A48A-7220F2150839}" type="slidenum">
              <a:rPr lang="en-US" altLang="zh-CN"/>
              <a:pPr>
                <a:defRPr/>
              </a:pPr>
              <a:t>‹#›</a:t>
            </a:fld>
            <a:endParaRPr lang="en-US" altLang="zh-CN"/>
          </a:p>
        </p:txBody>
      </p:sp>
    </p:spTree>
    <p:extLst>
      <p:ext uri="{BB962C8B-B14F-4D97-AF65-F5344CB8AC3E}">
        <p14:creationId xmlns:p14="http://schemas.microsoft.com/office/powerpoint/2010/main" val="2266431404"/>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1pPr>
    <a:lvl2pPr marL="4572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2pPr>
    <a:lvl3pPr marL="9144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3pPr>
    <a:lvl4pPr marL="13716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4pPr>
    <a:lvl5pPr marL="18288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4" name="Freeform 2"/>
          <p:cNvSpPr>
            <a:spLocks/>
          </p:cNvSpPr>
          <p:nvPr/>
        </p:nvSpPr>
        <p:spPr bwMode="gray">
          <a:xfrm>
            <a:off x="690563" y="3340100"/>
            <a:ext cx="7653337" cy="485775"/>
          </a:xfrm>
          <a:custGeom>
            <a:avLst/>
            <a:gdLst>
              <a:gd name="T0" fmla="*/ 2147483647 w 4128"/>
              <a:gd name="T1" fmla="*/ 2147483647 h 479"/>
              <a:gd name="T2" fmla="*/ 2147483647 w 4128"/>
              <a:gd name="T3" fmla="*/ 2147483647 h 479"/>
              <a:gd name="T4" fmla="*/ 2147483647 w 4128"/>
              <a:gd name="T5" fmla="*/ 2147483647 h 479"/>
              <a:gd name="T6" fmla="*/ 0 w 4128"/>
              <a:gd name="T7" fmla="*/ 2147483647 h 479"/>
              <a:gd name="T8" fmla="*/ 2147483647 w 4128"/>
              <a:gd name="T9" fmla="*/ 2147483647 h 47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128" h="479">
                <a:moveTo>
                  <a:pt x="163" y="200"/>
                </a:moveTo>
                <a:cubicBezTo>
                  <a:pt x="163" y="200"/>
                  <a:pt x="2054" y="0"/>
                  <a:pt x="4128" y="200"/>
                </a:cubicBezTo>
                <a:cubicBezTo>
                  <a:pt x="4128" y="200"/>
                  <a:pt x="4128" y="314"/>
                  <a:pt x="4128" y="429"/>
                </a:cubicBezTo>
                <a:cubicBezTo>
                  <a:pt x="2371" y="200"/>
                  <a:pt x="688" y="479"/>
                  <a:pt x="0" y="441"/>
                </a:cubicBezTo>
                <a:lnTo>
                  <a:pt x="163" y="200"/>
                </a:lnTo>
                <a:close/>
              </a:path>
            </a:pathLst>
          </a:custGeom>
          <a:solidFill>
            <a:schemeClr val="hlink">
              <a:alpha val="50195"/>
            </a:schemeClr>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zh-CN" altLang="en-US"/>
          </a:p>
        </p:txBody>
      </p:sp>
      <p:sp>
        <p:nvSpPr>
          <p:cNvPr id="4099" name="Rectangle 3"/>
          <p:cNvSpPr>
            <a:spLocks noGrp="1" noChangeArrowheads="1"/>
          </p:cNvSpPr>
          <p:nvPr>
            <p:ph type="ctrTitle"/>
          </p:nvPr>
        </p:nvSpPr>
        <p:spPr>
          <a:xfrm>
            <a:off x="685800" y="2286000"/>
            <a:ext cx="7772400" cy="1143000"/>
          </a:xfrm>
        </p:spPr>
        <p:txBody>
          <a:bodyPr/>
          <a:lstStyle>
            <a:lvl1pPr>
              <a:defRPr/>
            </a:lvl1pPr>
          </a:lstStyle>
          <a:p>
            <a:r>
              <a:rPr lang="zh-CN" altLang="en-US"/>
              <a:t>单击此处编辑母版标题样式</a:t>
            </a:r>
            <a:endParaRPr lang="zh-CN" altLang="zh-CN"/>
          </a:p>
        </p:txBody>
      </p:sp>
      <p:sp>
        <p:nvSpPr>
          <p:cNvPr id="4100" name="Rectangle 4"/>
          <p:cNvSpPr>
            <a:spLocks noGrp="1" noChangeArrowheads="1"/>
          </p:cNvSpPr>
          <p:nvPr>
            <p:ph type="subTitle" idx="1"/>
          </p:nvPr>
        </p:nvSpPr>
        <p:spPr>
          <a:xfrm>
            <a:off x="1371600" y="3886200"/>
            <a:ext cx="6400800" cy="1752600"/>
          </a:xfrm>
        </p:spPr>
        <p:txBody>
          <a:bodyPr/>
          <a:lstStyle>
            <a:lvl1pPr marL="0" indent="0" algn="ctr">
              <a:buFont typeface="Monotype Sorts" pitchFamily="2" charset="2"/>
              <a:buNone/>
              <a:defRPr/>
            </a:lvl1pPr>
          </a:lstStyle>
          <a:p>
            <a:r>
              <a:rPr lang="zh-CN" altLang="en-US"/>
              <a:t>单击此处编辑母版副标题样式</a:t>
            </a:r>
          </a:p>
        </p:txBody>
      </p:sp>
      <p:sp>
        <p:nvSpPr>
          <p:cNvPr id="5" name="Rectangle 5"/>
          <p:cNvSpPr>
            <a:spLocks noGrp="1" noChangeArrowheads="1"/>
          </p:cNvSpPr>
          <p:nvPr>
            <p:ph type="dt" sz="half" idx="10"/>
          </p:nvPr>
        </p:nvSpPr>
        <p:spPr/>
        <p:txBody>
          <a:bodyPr/>
          <a:lstStyle>
            <a:lvl1pPr>
              <a:defRPr>
                <a:solidFill>
                  <a:srgbClr val="578963"/>
                </a:solidFill>
              </a:defRPr>
            </a:lvl1pPr>
          </a:lstStyle>
          <a:p>
            <a:pPr>
              <a:defRPr/>
            </a:pPr>
            <a:endParaRPr lang="en-US" altLang="zh-CN"/>
          </a:p>
        </p:txBody>
      </p:sp>
      <p:sp>
        <p:nvSpPr>
          <p:cNvPr id="6" name="Rectangle 6"/>
          <p:cNvSpPr>
            <a:spLocks noGrp="1" noChangeArrowheads="1"/>
          </p:cNvSpPr>
          <p:nvPr>
            <p:ph type="ftr" sz="quarter" idx="11"/>
          </p:nvPr>
        </p:nvSpPr>
        <p:spPr/>
        <p:txBody>
          <a:bodyPr/>
          <a:lstStyle>
            <a:lvl1pPr>
              <a:defRPr>
                <a:solidFill>
                  <a:srgbClr val="578963"/>
                </a:solidFill>
              </a:defRPr>
            </a:lvl1pPr>
          </a:lstStyle>
          <a:p>
            <a:pPr>
              <a:defRPr/>
            </a:pPr>
            <a:endParaRPr lang="en-US" altLang="zh-CN"/>
          </a:p>
        </p:txBody>
      </p:sp>
      <p:sp>
        <p:nvSpPr>
          <p:cNvPr id="7" name="Rectangle 7"/>
          <p:cNvSpPr>
            <a:spLocks noGrp="1" noChangeArrowheads="1"/>
          </p:cNvSpPr>
          <p:nvPr>
            <p:ph type="sldNum" sz="quarter" idx="12"/>
          </p:nvPr>
        </p:nvSpPr>
        <p:spPr/>
        <p:txBody>
          <a:bodyPr/>
          <a:lstStyle>
            <a:lvl1pPr>
              <a:defRPr>
                <a:solidFill>
                  <a:srgbClr val="578963"/>
                </a:solidFill>
              </a:defRPr>
            </a:lvl1pPr>
          </a:lstStyle>
          <a:p>
            <a:pPr>
              <a:defRPr/>
            </a:pPr>
            <a:fld id="{9E1BFCFC-D4DA-4A3E-87B9-788D3DAC7A76}" type="slidenum">
              <a:rPr lang="en-US" altLang="zh-CN"/>
              <a:pPr>
                <a:defRPr/>
              </a:pPr>
              <a:t>‹#›</a:t>
            </a:fld>
            <a:endParaRPr lang="en-US" altLang="zh-CN"/>
          </a:p>
        </p:txBody>
      </p:sp>
    </p:spTree>
    <p:extLst>
      <p:ext uri="{BB962C8B-B14F-4D97-AF65-F5344CB8AC3E}">
        <p14:creationId xmlns:p14="http://schemas.microsoft.com/office/powerpoint/2010/main" val="34121850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99EB5F7B-06F4-46FF-90C4-03EFC96CB7C2}" type="slidenum">
              <a:rPr lang="en-US" altLang="zh-CN"/>
              <a:pPr>
                <a:defRPr/>
              </a:pPr>
              <a:t>‹#›</a:t>
            </a:fld>
            <a:endParaRPr lang="en-US" altLang="zh-CN"/>
          </a:p>
        </p:txBody>
      </p:sp>
    </p:spTree>
    <p:extLst>
      <p:ext uri="{BB962C8B-B14F-4D97-AF65-F5344CB8AC3E}">
        <p14:creationId xmlns:p14="http://schemas.microsoft.com/office/powerpoint/2010/main" val="40278455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9AB3FDCB-886E-4371-A4E4-03B0BB89B51A}" type="slidenum">
              <a:rPr lang="en-US" altLang="zh-CN"/>
              <a:pPr>
                <a:defRPr/>
              </a:pPr>
              <a:t>‹#›</a:t>
            </a:fld>
            <a:endParaRPr lang="en-US" altLang="zh-CN"/>
          </a:p>
        </p:txBody>
      </p:sp>
    </p:spTree>
    <p:extLst>
      <p:ext uri="{BB962C8B-B14F-4D97-AF65-F5344CB8AC3E}">
        <p14:creationId xmlns:p14="http://schemas.microsoft.com/office/powerpoint/2010/main" val="31718028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0106A0E9-9BEF-4D73-9703-2138E89B7B49}" type="slidenum">
              <a:rPr lang="en-US" altLang="zh-CN"/>
              <a:pPr>
                <a:defRPr/>
              </a:pPr>
              <a:t>‹#›</a:t>
            </a:fld>
            <a:endParaRPr lang="en-US" altLang="zh-CN"/>
          </a:p>
        </p:txBody>
      </p:sp>
    </p:spTree>
    <p:extLst>
      <p:ext uri="{BB962C8B-B14F-4D97-AF65-F5344CB8AC3E}">
        <p14:creationId xmlns:p14="http://schemas.microsoft.com/office/powerpoint/2010/main" val="15763859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8"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9" name="Rectangle 6"/>
          <p:cNvSpPr>
            <a:spLocks noGrp="1" noChangeArrowheads="1"/>
          </p:cNvSpPr>
          <p:nvPr>
            <p:ph type="sldNum" sz="quarter" idx="12"/>
          </p:nvPr>
        </p:nvSpPr>
        <p:spPr>
          <a:ln/>
        </p:spPr>
        <p:txBody>
          <a:bodyPr/>
          <a:lstStyle>
            <a:lvl1pPr>
              <a:defRPr/>
            </a:lvl1pPr>
          </a:lstStyle>
          <a:p>
            <a:pPr>
              <a:defRPr/>
            </a:pPr>
            <a:fld id="{8422B5C2-0671-476E-9937-DC8B65CCFE7E}" type="slidenum">
              <a:rPr lang="en-US" altLang="zh-CN"/>
              <a:pPr>
                <a:defRPr/>
              </a:pPr>
              <a:t>‹#›</a:t>
            </a:fld>
            <a:endParaRPr lang="en-US" altLang="zh-CN"/>
          </a:p>
        </p:txBody>
      </p:sp>
    </p:spTree>
    <p:extLst>
      <p:ext uri="{BB962C8B-B14F-4D97-AF65-F5344CB8AC3E}">
        <p14:creationId xmlns:p14="http://schemas.microsoft.com/office/powerpoint/2010/main" val="21700143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4"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6"/>
          <p:cNvSpPr>
            <a:spLocks noGrp="1" noChangeArrowheads="1"/>
          </p:cNvSpPr>
          <p:nvPr>
            <p:ph type="sldNum" sz="quarter" idx="12"/>
          </p:nvPr>
        </p:nvSpPr>
        <p:spPr>
          <a:ln/>
        </p:spPr>
        <p:txBody>
          <a:bodyPr/>
          <a:lstStyle>
            <a:lvl1pPr>
              <a:defRPr/>
            </a:lvl1pPr>
          </a:lstStyle>
          <a:p>
            <a:pPr>
              <a:defRPr/>
            </a:pPr>
            <a:fld id="{087AFD74-30EC-429A-A00D-B6154953FA82}" type="slidenum">
              <a:rPr lang="en-US" altLang="zh-CN"/>
              <a:pPr>
                <a:defRPr/>
              </a:pPr>
              <a:t>‹#›</a:t>
            </a:fld>
            <a:endParaRPr lang="en-US" altLang="zh-CN"/>
          </a:p>
        </p:txBody>
      </p:sp>
    </p:spTree>
    <p:extLst>
      <p:ext uri="{BB962C8B-B14F-4D97-AF65-F5344CB8AC3E}">
        <p14:creationId xmlns:p14="http://schemas.microsoft.com/office/powerpoint/2010/main" val="40054978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3"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4" name="Rectangle 6"/>
          <p:cNvSpPr>
            <a:spLocks noGrp="1" noChangeArrowheads="1"/>
          </p:cNvSpPr>
          <p:nvPr>
            <p:ph type="sldNum" sz="quarter" idx="12"/>
          </p:nvPr>
        </p:nvSpPr>
        <p:spPr>
          <a:ln/>
        </p:spPr>
        <p:txBody>
          <a:bodyPr/>
          <a:lstStyle>
            <a:lvl1pPr>
              <a:defRPr/>
            </a:lvl1pPr>
          </a:lstStyle>
          <a:p>
            <a:pPr>
              <a:defRPr/>
            </a:pPr>
            <a:fld id="{2BB55014-A5E2-4833-A532-FBB25D119C42}" type="slidenum">
              <a:rPr lang="en-US" altLang="zh-CN"/>
              <a:pPr>
                <a:defRPr/>
              </a:pPr>
              <a:t>‹#›</a:t>
            </a:fld>
            <a:endParaRPr lang="en-US" altLang="zh-CN"/>
          </a:p>
        </p:txBody>
      </p:sp>
    </p:spTree>
    <p:extLst>
      <p:ext uri="{BB962C8B-B14F-4D97-AF65-F5344CB8AC3E}">
        <p14:creationId xmlns:p14="http://schemas.microsoft.com/office/powerpoint/2010/main" val="35081456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F493A26E-179E-4D57-AC23-982C9492F924}" type="slidenum">
              <a:rPr lang="en-US" altLang="zh-CN"/>
              <a:pPr>
                <a:defRPr/>
              </a:pPr>
              <a:t>‹#›</a:t>
            </a:fld>
            <a:endParaRPr lang="en-US" altLang="zh-CN"/>
          </a:p>
        </p:txBody>
      </p:sp>
    </p:spTree>
    <p:extLst>
      <p:ext uri="{BB962C8B-B14F-4D97-AF65-F5344CB8AC3E}">
        <p14:creationId xmlns:p14="http://schemas.microsoft.com/office/powerpoint/2010/main" val="16767265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DA91A667-89FC-4CD4-846F-4FAB960328AC}" type="slidenum">
              <a:rPr lang="en-US" altLang="zh-CN"/>
              <a:pPr>
                <a:defRPr/>
              </a:pPr>
              <a:t>‹#›</a:t>
            </a:fld>
            <a:endParaRPr lang="en-US" altLang="zh-CN"/>
          </a:p>
        </p:txBody>
      </p:sp>
    </p:spTree>
    <p:extLst>
      <p:ext uri="{BB962C8B-B14F-4D97-AF65-F5344CB8AC3E}">
        <p14:creationId xmlns:p14="http://schemas.microsoft.com/office/powerpoint/2010/main" val="2928668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5BD444EA-14B7-4B64-BA22-B1D5A02DED1E}" type="slidenum">
              <a:rPr lang="en-US" altLang="zh-CN"/>
              <a:pPr>
                <a:defRPr/>
              </a:pPr>
              <a:t>‹#›</a:t>
            </a:fld>
            <a:endParaRPr lang="en-US" altLang="zh-CN"/>
          </a:p>
        </p:txBody>
      </p:sp>
    </p:spTree>
    <p:extLst>
      <p:ext uri="{BB962C8B-B14F-4D97-AF65-F5344CB8AC3E}">
        <p14:creationId xmlns:p14="http://schemas.microsoft.com/office/powerpoint/2010/main" val="421928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15100" y="457200"/>
            <a:ext cx="1943100" cy="5638800"/>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685800" y="457200"/>
            <a:ext cx="5676900" cy="5638800"/>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D57FAFB6-93CF-454C-B054-3DF9E5D6AE13}" type="slidenum">
              <a:rPr lang="en-US" altLang="zh-CN"/>
              <a:pPr>
                <a:defRPr/>
              </a:pPr>
              <a:t>‹#›</a:t>
            </a:fld>
            <a:endParaRPr lang="en-US" altLang="zh-CN"/>
          </a:p>
        </p:txBody>
      </p:sp>
    </p:spTree>
    <p:extLst>
      <p:ext uri="{BB962C8B-B14F-4D97-AF65-F5344CB8AC3E}">
        <p14:creationId xmlns:p14="http://schemas.microsoft.com/office/powerpoint/2010/main" val="40122236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85800" y="4572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zh-CN" altLang="en-US" smtClean="0"/>
              <a:t>单击此处编辑母版标题样式</a:t>
            </a:r>
          </a:p>
        </p:txBody>
      </p:sp>
      <p:sp>
        <p:nvSpPr>
          <p:cNvPr id="1027" name="Rectangle 3"/>
          <p:cNvSpPr>
            <a:spLocks noGrp="1" noChangeArrowheads="1"/>
          </p:cNvSpPr>
          <p:nvPr>
            <p:ph type="body" idx="1"/>
          </p:nvPr>
        </p:nvSpPr>
        <p:spPr bwMode="auto">
          <a:xfrm>
            <a:off x="685800" y="1981200"/>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p>
        </p:txBody>
      </p:sp>
      <p:sp>
        <p:nvSpPr>
          <p:cNvPr id="3076" name="Rectangle 4"/>
          <p:cNvSpPr>
            <a:spLocks noGrp="1" noChangeArrowheads="1"/>
          </p:cNvSpPr>
          <p:nvPr>
            <p:ph type="dt" sz="half" idx="2"/>
          </p:nvPr>
        </p:nvSpPr>
        <p:spPr bwMode="auto">
          <a:xfrm>
            <a:off x="685800" y="6248400"/>
            <a:ext cx="1905000" cy="457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spcBef>
                <a:spcPct val="50000"/>
              </a:spcBef>
              <a:defRPr kumimoji="1" sz="1400" b="0">
                <a:solidFill>
                  <a:schemeClr val="bg2"/>
                </a:solidFill>
              </a:defRPr>
            </a:lvl1pPr>
          </a:lstStyle>
          <a:p>
            <a:pPr>
              <a:defRPr/>
            </a:pPr>
            <a:endParaRPr lang="en-US" altLang="zh-CN"/>
          </a:p>
        </p:txBody>
      </p:sp>
      <p:sp>
        <p:nvSpPr>
          <p:cNvPr id="3077" name="Rectangle 5"/>
          <p:cNvSpPr>
            <a:spLocks noGrp="1" noChangeArrowheads="1"/>
          </p:cNvSpPr>
          <p:nvPr>
            <p:ph type="ftr" sz="quarter" idx="3"/>
          </p:nvPr>
        </p:nvSpPr>
        <p:spPr bwMode="auto">
          <a:xfrm>
            <a:off x="3124200" y="6248400"/>
            <a:ext cx="2895600" cy="457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lgn="ctr">
              <a:spcBef>
                <a:spcPct val="50000"/>
              </a:spcBef>
              <a:defRPr kumimoji="1" sz="1400" b="0">
                <a:solidFill>
                  <a:schemeClr val="bg2"/>
                </a:solidFill>
              </a:defRPr>
            </a:lvl1pPr>
          </a:lstStyle>
          <a:p>
            <a:pPr>
              <a:defRPr/>
            </a:pPr>
            <a:endParaRPr lang="en-US" altLang="zh-CN"/>
          </a:p>
        </p:txBody>
      </p:sp>
      <p:sp>
        <p:nvSpPr>
          <p:cNvPr id="3078" name="Rectangle 6"/>
          <p:cNvSpPr>
            <a:spLocks noGrp="1" noChangeArrowheads="1"/>
          </p:cNvSpPr>
          <p:nvPr>
            <p:ph type="sldNum" sz="quarter" idx="4"/>
          </p:nvPr>
        </p:nvSpPr>
        <p:spPr bwMode="auto">
          <a:xfrm>
            <a:off x="6553200" y="6248400"/>
            <a:ext cx="1905000" cy="457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lgn="r">
              <a:spcBef>
                <a:spcPct val="50000"/>
              </a:spcBef>
              <a:defRPr kumimoji="1" sz="1400" b="0">
                <a:solidFill>
                  <a:schemeClr val="bg2"/>
                </a:solidFill>
              </a:defRPr>
            </a:lvl1pPr>
          </a:lstStyle>
          <a:p>
            <a:pPr>
              <a:defRPr/>
            </a:pPr>
            <a:fld id="{D3EC8C54-BF75-4ED6-A2B5-19201F6BD31D}"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sldLayoutIdLst>
    <p:sldLayoutId id="2147483732"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Lst>
  <p:hf hdr="0" ftr="0" dt="0"/>
  <p:txStyles>
    <p:titleStyle>
      <a:lvl1pPr algn="l" rtl="0" eaLnBrk="0" fontAlgn="base" hangingPunct="0">
        <a:spcBef>
          <a:spcPct val="0"/>
        </a:spcBef>
        <a:spcAft>
          <a:spcPct val="0"/>
        </a:spcAft>
        <a:defRPr kumimoji="1" sz="4400">
          <a:solidFill>
            <a:schemeClr val="tx2"/>
          </a:solidFill>
          <a:latin typeface="+mj-lt"/>
          <a:ea typeface="+mj-ea"/>
          <a:cs typeface="+mj-cs"/>
        </a:defRPr>
      </a:lvl1pPr>
      <a:lvl2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2pPr>
      <a:lvl3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3pPr>
      <a:lvl4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4pPr>
      <a:lvl5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5pPr>
      <a:lvl6pPr marL="457200" algn="l" rtl="0" fontAlgn="base">
        <a:spcBef>
          <a:spcPct val="0"/>
        </a:spcBef>
        <a:spcAft>
          <a:spcPct val="0"/>
        </a:spcAft>
        <a:defRPr kumimoji="1" sz="4400">
          <a:solidFill>
            <a:schemeClr val="tx2"/>
          </a:solidFill>
          <a:latin typeface="Times New Roman" pitchFamily="18" charset="0"/>
          <a:ea typeface="宋体" pitchFamily="2" charset="-122"/>
        </a:defRPr>
      </a:lvl6pPr>
      <a:lvl7pPr marL="914400" algn="l" rtl="0" fontAlgn="base">
        <a:spcBef>
          <a:spcPct val="0"/>
        </a:spcBef>
        <a:spcAft>
          <a:spcPct val="0"/>
        </a:spcAft>
        <a:defRPr kumimoji="1" sz="4400">
          <a:solidFill>
            <a:schemeClr val="tx2"/>
          </a:solidFill>
          <a:latin typeface="Times New Roman" pitchFamily="18" charset="0"/>
          <a:ea typeface="宋体" pitchFamily="2" charset="-122"/>
        </a:defRPr>
      </a:lvl7pPr>
      <a:lvl8pPr marL="1371600" algn="l" rtl="0" fontAlgn="base">
        <a:spcBef>
          <a:spcPct val="0"/>
        </a:spcBef>
        <a:spcAft>
          <a:spcPct val="0"/>
        </a:spcAft>
        <a:defRPr kumimoji="1" sz="4400">
          <a:solidFill>
            <a:schemeClr val="tx2"/>
          </a:solidFill>
          <a:latin typeface="Times New Roman" pitchFamily="18" charset="0"/>
          <a:ea typeface="宋体" pitchFamily="2" charset="-122"/>
        </a:defRPr>
      </a:lvl8pPr>
      <a:lvl9pPr marL="1828800" algn="l" rtl="0" fontAlgn="base">
        <a:spcBef>
          <a:spcPct val="0"/>
        </a:spcBef>
        <a:spcAft>
          <a:spcPct val="0"/>
        </a:spcAft>
        <a:defRPr kumimoji="1" sz="4400">
          <a:solidFill>
            <a:schemeClr val="tx2"/>
          </a:solidFill>
          <a:latin typeface="Times New Roman" pitchFamily="18" charset="0"/>
          <a:ea typeface="宋体" pitchFamily="2" charset="-122"/>
        </a:defRPr>
      </a:lvl9pPr>
    </p:titleStyle>
    <p:bodyStyle>
      <a:lvl1pPr marL="342900" indent="-342900" algn="l" rtl="0" eaLnBrk="0" fontAlgn="base" hangingPunct="0">
        <a:spcBef>
          <a:spcPct val="20000"/>
        </a:spcBef>
        <a:spcAft>
          <a:spcPct val="0"/>
        </a:spcAft>
        <a:buClr>
          <a:schemeClr val="bg2"/>
        </a:buClr>
        <a:buFont typeface="Monotype Sorts" pitchFamily="2" charset="2"/>
        <a:buChar char="§"/>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bg2"/>
        </a:buClr>
        <a:buSzPct val="50000"/>
        <a:buFont typeface="Monotype Sorts" pitchFamily="2" charset="2"/>
        <a:buChar char="l"/>
        <a:defRPr kumimoji="1" sz="2800">
          <a:solidFill>
            <a:schemeClr val="tx1"/>
          </a:solidFill>
          <a:latin typeface="+mn-lt"/>
          <a:ea typeface="+mn-ea"/>
        </a:defRPr>
      </a:lvl2pPr>
      <a:lvl3pPr marL="1143000" indent="-228600" algn="l" rtl="0" eaLnBrk="0" fontAlgn="base" hangingPunct="0">
        <a:spcBef>
          <a:spcPct val="20000"/>
        </a:spcBef>
        <a:spcAft>
          <a:spcPct val="0"/>
        </a:spcAft>
        <a:buChar char="•"/>
        <a:defRPr kumimoji="1" sz="2400">
          <a:solidFill>
            <a:schemeClr val="tx1"/>
          </a:solidFill>
          <a:latin typeface="+mn-lt"/>
          <a:ea typeface="+mn-ea"/>
        </a:defRPr>
      </a:lvl3pPr>
      <a:lvl4pPr marL="1600200" indent="-228600" algn="l" rtl="0" eaLnBrk="0" fontAlgn="base" hangingPunct="0">
        <a:spcBef>
          <a:spcPct val="20000"/>
        </a:spcBef>
        <a:spcAft>
          <a:spcPct val="0"/>
        </a:spcAft>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har char="»"/>
        <a:defRPr kumimoji="1" sz="200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slide" Target="slide16.xml"/><Relationship Id="rId2" Type="http://schemas.openxmlformats.org/officeDocument/2006/relationships/slideLayout" Target="../slideLayouts/slideLayout7.xml"/><Relationship Id="rId1" Type="http://schemas.openxmlformats.org/officeDocument/2006/relationships/vmlDrawing" Target="../drawings/vmlDrawing1.vml"/><Relationship Id="rId5" Type="http://schemas.openxmlformats.org/officeDocument/2006/relationships/image" Target="../media/image1.png"/><Relationship Id="rId4" Type="http://schemas.openxmlformats.org/officeDocument/2006/relationships/oleObject" Target="../embeddings/oleObject1.bin"/></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oleObject" Target="../embeddings/oleObject2.bin"/><Relationship Id="rId7" Type="http://schemas.openxmlformats.org/officeDocument/2006/relationships/oleObject" Target="../embeddings/oleObject3.bin"/><Relationship Id="rId2" Type="http://schemas.openxmlformats.org/officeDocument/2006/relationships/slideLayout" Target="../slideLayouts/slideLayout7.xml"/><Relationship Id="rId1" Type="http://schemas.openxmlformats.org/officeDocument/2006/relationships/vmlDrawing" Target="../drawings/vmlDrawing2.vml"/><Relationship Id="rId6" Type="http://schemas.openxmlformats.org/officeDocument/2006/relationships/image" Target="../media/image9.png"/><Relationship Id="rId5" Type="http://schemas.openxmlformats.org/officeDocument/2006/relationships/image" Target="../media/image8.png"/><Relationship Id="rId10" Type="http://schemas.openxmlformats.org/officeDocument/2006/relationships/image" Target="../media/image7.png"/><Relationship Id="rId4" Type="http://schemas.openxmlformats.org/officeDocument/2006/relationships/image" Target="../media/image5.png"/><Relationship Id="rId9" Type="http://schemas.openxmlformats.org/officeDocument/2006/relationships/oleObject" Target="../embeddings/oleObject4.bin"/></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slideLayout" Target="../slideLayouts/slideLayout7.xml"/><Relationship Id="rId1" Type="http://schemas.openxmlformats.org/officeDocument/2006/relationships/vmlDrawing" Target="../drawings/vmlDrawing3.vml"/><Relationship Id="rId5" Type="http://schemas.openxmlformats.org/officeDocument/2006/relationships/image" Target="../media/image10.wmf"/><Relationship Id="rId4" Type="http://schemas.openxmlformats.org/officeDocument/2006/relationships/oleObject" Target="../embeddings/oleObject5.bin"/></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oleObject" Target="../embeddings/oleObject6.bin"/><Relationship Id="rId7" Type="http://schemas.openxmlformats.org/officeDocument/2006/relationships/oleObject" Target="../embeddings/oleObject8.bin"/><Relationship Id="rId2" Type="http://schemas.openxmlformats.org/officeDocument/2006/relationships/slideLayout" Target="../slideLayouts/slideLayout7.xml"/><Relationship Id="rId1" Type="http://schemas.openxmlformats.org/officeDocument/2006/relationships/vmlDrawing" Target="../drawings/vmlDrawing4.vml"/><Relationship Id="rId6" Type="http://schemas.openxmlformats.org/officeDocument/2006/relationships/image" Target="../media/image14.png"/><Relationship Id="rId5" Type="http://schemas.openxmlformats.org/officeDocument/2006/relationships/oleObject" Target="../embeddings/oleObject7.bin"/><Relationship Id="rId4" Type="http://schemas.openxmlformats.org/officeDocument/2006/relationships/image" Target="../media/image1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8" Type="http://schemas.openxmlformats.org/officeDocument/2006/relationships/image" Target="../media/image18.wmf"/><Relationship Id="rId13" Type="http://schemas.openxmlformats.org/officeDocument/2006/relationships/oleObject" Target="../embeddings/oleObject14.bin"/><Relationship Id="rId18" Type="http://schemas.openxmlformats.org/officeDocument/2006/relationships/oleObject" Target="../embeddings/oleObject17.bin"/><Relationship Id="rId3" Type="http://schemas.openxmlformats.org/officeDocument/2006/relationships/oleObject" Target="../embeddings/oleObject9.bin"/><Relationship Id="rId7" Type="http://schemas.openxmlformats.org/officeDocument/2006/relationships/oleObject" Target="../embeddings/oleObject11.bin"/><Relationship Id="rId12" Type="http://schemas.openxmlformats.org/officeDocument/2006/relationships/image" Target="../media/image20.wmf"/><Relationship Id="rId17" Type="http://schemas.openxmlformats.org/officeDocument/2006/relationships/image" Target="../media/image22.wmf"/><Relationship Id="rId2" Type="http://schemas.openxmlformats.org/officeDocument/2006/relationships/slideLayout" Target="../slideLayouts/slideLayout7.xml"/><Relationship Id="rId16" Type="http://schemas.openxmlformats.org/officeDocument/2006/relationships/oleObject" Target="../embeddings/oleObject16.bin"/><Relationship Id="rId1" Type="http://schemas.openxmlformats.org/officeDocument/2006/relationships/vmlDrawing" Target="../drawings/vmlDrawing5.vml"/><Relationship Id="rId6" Type="http://schemas.openxmlformats.org/officeDocument/2006/relationships/image" Target="../media/image17.wmf"/><Relationship Id="rId11" Type="http://schemas.openxmlformats.org/officeDocument/2006/relationships/oleObject" Target="../embeddings/oleObject13.bin"/><Relationship Id="rId5" Type="http://schemas.openxmlformats.org/officeDocument/2006/relationships/oleObject" Target="../embeddings/oleObject10.bin"/><Relationship Id="rId15" Type="http://schemas.openxmlformats.org/officeDocument/2006/relationships/image" Target="../media/image21.wmf"/><Relationship Id="rId10" Type="http://schemas.openxmlformats.org/officeDocument/2006/relationships/image" Target="../media/image19.wmf"/><Relationship Id="rId19" Type="http://schemas.openxmlformats.org/officeDocument/2006/relationships/image" Target="../media/image23.wmf"/><Relationship Id="rId4" Type="http://schemas.openxmlformats.org/officeDocument/2006/relationships/image" Target="../media/image16.wmf"/><Relationship Id="rId9" Type="http://schemas.openxmlformats.org/officeDocument/2006/relationships/oleObject" Target="../embeddings/oleObject12.bin"/><Relationship Id="rId14" Type="http://schemas.openxmlformats.org/officeDocument/2006/relationships/oleObject" Target="../embeddings/oleObject15.bin"/></Relationships>
</file>

<file path=ppt/slides/_rels/slide15.xml.rels><?xml version="1.0" encoding="UTF-8" standalone="yes"?>
<Relationships xmlns="http://schemas.openxmlformats.org/package/2006/relationships"><Relationship Id="rId8" Type="http://schemas.openxmlformats.org/officeDocument/2006/relationships/image" Target="../media/image26.wmf"/><Relationship Id="rId3" Type="http://schemas.openxmlformats.org/officeDocument/2006/relationships/oleObject" Target="../embeddings/oleObject18.bin"/><Relationship Id="rId7" Type="http://schemas.openxmlformats.org/officeDocument/2006/relationships/oleObject" Target="../embeddings/oleObject20.bin"/><Relationship Id="rId2" Type="http://schemas.openxmlformats.org/officeDocument/2006/relationships/slideLayout" Target="../slideLayouts/slideLayout7.xml"/><Relationship Id="rId1" Type="http://schemas.openxmlformats.org/officeDocument/2006/relationships/vmlDrawing" Target="../drawings/vmlDrawing6.vml"/><Relationship Id="rId6" Type="http://schemas.openxmlformats.org/officeDocument/2006/relationships/image" Target="../media/image25.wmf"/><Relationship Id="rId5" Type="http://schemas.openxmlformats.org/officeDocument/2006/relationships/oleObject" Target="../embeddings/oleObject19.bin"/><Relationship Id="rId10" Type="http://schemas.openxmlformats.org/officeDocument/2006/relationships/image" Target="../media/image27.wmf"/><Relationship Id="rId4" Type="http://schemas.openxmlformats.org/officeDocument/2006/relationships/image" Target="../media/image24.wmf"/><Relationship Id="rId9" Type="http://schemas.openxmlformats.org/officeDocument/2006/relationships/oleObject" Target="../embeddings/oleObject21.bin"/></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oleObject" Target="../embeddings/oleObject22.bin"/><Relationship Id="rId2" Type="http://schemas.openxmlformats.org/officeDocument/2006/relationships/slideLayout" Target="../slideLayouts/slideLayout7.xml"/><Relationship Id="rId1" Type="http://schemas.openxmlformats.org/officeDocument/2006/relationships/vmlDrawing" Target="../drawings/vmlDrawing7.vml"/><Relationship Id="rId4" Type="http://schemas.openxmlformats.org/officeDocument/2006/relationships/image" Target="../media/image32.png"/></Relationships>
</file>

<file path=ppt/slides/_rels/slide23.xml.rels><?xml version="1.0" encoding="UTF-8" standalone="yes"?>
<Relationships xmlns="http://schemas.openxmlformats.org/package/2006/relationships"><Relationship Id="rId3" Type="http://schemas.openxmlformats.org/officeDocument/2006/relationships/oleObject" Target="../embeddings/oleObject23.bin"/><Relationship Id="rId2" Type="http://schemas.openxmlformats.org/officeDocument/2006/relationships/slideLayout" Target="../slideLayouts/slideLayout7.xml"/><Relationship Id="rId1" Type="http://schemas.openxmlformats.org/officeDocument/2006/relationships/vmlDrawing" Target="../drawings/vmlDrawing8.vml"/><Relationship Id="rId4" Type="http://schemas.openxmlformats.org/officeDocument/2006/relationships/image" Target="../media/image33.png"/></Relationships>
</file>

<file path=ppt/slides/_rels/slide24.xml.rels><?xml version="1.0" encoding="UTF-8" standalone="yes"?>
<Relationships xmlns="http://schemas.openxmlformats.org/package/2006/relationships"><Relationship Id="rId3" Type="http://schemas.openxmlformats.org/officeDocument/2006/relationships/oleObject" Target="../embeddings/oleObject24.bin"/><Relationship Id="rId2" Type="http://schemas.openxmlformats.org/officeDocument/2006/relationships/slideLayout" Target="../slideLayouts/slideLayout7.xml"/><Relationship Id="rId1" Type="http://schemas.openxmlformats.org/officeDocument/2006/relationships/vmlDrawing" Target="../drawings/vmlDrawing9.vml"/><Relationship Id="rId4" Type="http://schemas.openxmlformats.org/officeDocument/2006/relationships/image" Target="../media/image34.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074"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50000"/>
              </a:spcBef>
              <a:buClrTx/>
              <a:buFontTx/>
              <a:buNone/>
            </a:pPr>
            <a:fld id="{3C6D40A1-05BC-4461-BC6B-3FBABDA71E20}" type="slidenum">
              <a:rPr lang="en-US" altLang="zh-CN" sz="1400" smtClean="0">
                <a:solidFill>
                  <a:schemeClr val="bg2"/>
                </a:solidFill>
              </a:rPr>
              <a:pPr eaLnBrk="1" hangingPunct="1">
                <a:spcBef>
                  <a:spcPct val="50000"/>
                </a:spcBef>
                <a:buClrTx/>
                <a:buFontTx/>
                <a:buNone/>
              </a:pPr>
              <a:t>1</a:t>
            </a:fld>
            <a:endParaRPr lang="en-US" altLang="zh-CN" sz="1400" dirty="0" smtClean="0">
              <a:solidFill>
                <a:schemeClr val="bg2"/>
              </a:solidFill>
            </a:endParaRPr>
          </a:p>
        </p:txBody>
      </p:sp>
      <p:sp>
        <p:nvSpPr>
          <p:cNvPr id="3075" name="Rectangle 3"/>
          <p:cNvSpPr>
            <a:spLocks noGrp="1" noChangeArrowheads="1"/>
          </p:cNvSpPr>
          <p:nvPr>
            <p:ph type="body" idx="1"/>
          </p:nvPr>
        </p:nvSpPr>
        <p:spPr>
          <a:xfrm>
            <a:off x="411163" y="1211263"/>
            <a:ext cx="4343400" cy="2303462"/>
          </a:xfrm>
        </p:spPr>
        <p:txBody>
          <a:bodyPr/>
          <a:lstStyle/>
          <a:p>
            <a:pPr eaLnBrk="1" hangingPunct="1">
              <a:spcBef>
                <a:spcPct val="0"/>
              </a:spcBef>
              <a:buClr>
                <a:schemeClr val="tx1"/>
              </a:buClr>
              <a:buFontTx/>
              <a:buNone/>
            </a:pPr>
            <a:r>
              <a:rPr lang="zh-CN" altLang="en-US" b="1" dirty="0" smtClean="0">
                <a:solidFill>
                  <a:srgbClr val="000000"/>
                </a:solidFill>
                <a:latin typeface="黑体" pitchFamily="2" charset="-122"/>
                <a:ea typeface="黑体" pitchFamily="2" charset="-122"/>
              </a:rPr>
              <a:t>本讲内容：</a:t>
            </a:r>
          </a:p>
          <a:p>
            <a:pPr eaLnBrk="1" hangingPunct="1">
              <a:spcBef>
                <a:spcPct val="0"/>
              </a:spcBef>
              <a:buClr>
                <a:schemeClr val="tx1"/>
              </a:buClr>
              <a:buFontTx/>
              <a:buChar char="•"/>
            </a:pPr>
            <a:r>
              <a:rPr lang="zh-CN" altLang="en-US" sz="2800" b="1" dirty="0" smtClean="0">
                <a:solidFill>
                  <a:srgbClr val="000000"/>
                </a:solidFill>
                <a:latin typeface="黑体" pitchFamily="2" charset="-122"/>
                <a:ea typeface="黑体" pitchFamily="2" charset="-122"/>
              </a:rPr>
              <a:t>轴测图</a:t>
            </a:r>
          </a:p>
        </p:txBody>
      </p:sp>
      <p:sp>
        <p:nvSpPr>
          <p:cNvPr id="3076" name="Text Box 4"/>
          <p:cNvSpPr txBox="1">
            <a:spLocks noChangeArrowheads="1"/>
          </p:cNvSpPr>
          <p:nvPr/>
        </p:nvSpPr>
        <p:spPr bwMode="auto">
          <a:xfrm>
            <a:off x="5346700" y="1190625"/>
            <a:ext cx="3171825"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r>
              <a:rPr lang="zh-CN" altLang="en-US">
                <a:solidFill>
                  <a:srgbClr val="000000"/>
                </a:solidFill>
                <a:latin typeface="黑体" pitchFamily="2" charset="-122"/>
                <a:ea typeface="黑体" pitchFamily="2" charset="-122"/>
              </a:rPr>
              <a:t>复习：</a:t>
            </a:r>
          </a:p>
          <a:p>
            <a:pPr eaLnBrk="1" hangingPunct="1">
              <a:spcBef>
                <a:spcPct val="0"/>
              </a:spcBef>
              <a:buClrTx/>
              <a:buFontTx/>
              <a:buNone/>
            </a:pPr>
            <a:r>
              <a:rPr lang="zh-CN" altLang="en-US" sz="2800">
                <a:solidFill>
                  <a:srgbClr val="000000"/>
                </a:solidFill>
                <a:latin typeface="黑体" pitchFamily="2" charset="-122"/>
                <a:ea typeface="黑体" pitchFamily="2" charset="-122"/>
              </a:rPr>
              <a:t>  （</a:t>
            </a:r>
            <a:r>
              <a:rPr lang="en-US" altLang="zh-CN" sz="2800">
                <a:solidFill>
                  <a:srgbClr val="000000"/>
                </a:solidFill>
                <a:latin typeface="黑体" pitchFamily="2" charset="-122"/>
                <a:cs typeface="Times New Roman" pitchFamily="18" charset="0"/>
              </a:rPr>
              <a:t>P.198-208</a:t>
            </a:r>
            <a:r>
              <a:rPr lang="zh-CN" altLang="en-US" sz="2800">
                <a:solidFill>
                  <a:srgbClr val="000000"/>
                </a:solidFill>
                <a:latin typeface="黑体" pitchFamily="2" charset="-122"/>
                <a:cs typeface="Times New Roman" pitchFamily="18" charset="0"/>
              </a:rPr>
              <a:t>）</a:t>
            </a:r>
            <a:endParaRPr lang="zh-CN" altLang="en-US" sz="2800">
              <a:solidFill>
                <a:srgbClr val="000000"/>
              </a:solidFill>
              <a:latin typeface="黑体" pitchFamily="2" charset="-122"/>
              <a:ea typeface="黑体" pitchFamily="2" charset="-122"/>
            </a:endParaRPr>
          </a:p>
        </p:txBody>
      </p:sp>
      <p:sp>
        <p:nvSpPr>
          <p:cNvPr id="3077" name="Text Box 5"/>
          <p:cNvSpPr txBox="1">
            <a:spLocks noChangeArrowheads="1"/>
          </p:cNvSpPr>
          <p:nvPr/>
        </p:nvSpPr>
        <p:spPr bwMode="auto">
          <a:xfrm>
            <a:off x="5366984" y="3160881"/>
            <a:ext cx="3607681" cy="23083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square">
            <a:spAutoFit/>
          </a:bodyP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r>
              <a:rPr lang="zh-CN" altLang="en-US">
                <a:solidFill>
                  <a:srgbClr val="000000"/>
                </a:solidFill>
                <a:latin typeface="黑体" pitchFamily="2" charset="-122"/>
                <a:ea typeface="黑体" pitchFamily="2" charset="-122"/>
              </a:rPr>
              <a:t>作业</a:t>
            </a:r>
            <a:r>
              <a:rPr lang="zh-CN" altLang="en-US" smtClean="0">
                <a:solidFill>
                  <a:srgbClr val="000000"/>
                </a:solidFill>
                <a:latin typeface="黑体" pitchFamily="2" charset="-122"/>
                <a:ea typeface="黑体" pitchFamily="2" charset="-122"/>
              </a:rPr>
              <a:t>： </a:t>
            </a:r>
            <a:endParaRPr lang="zh-CN" altLang="en-US" dirty="0">
              <a:solidFill>
                <a:srgbClr val="000000"/>
              </a:solidFill>
              <a:latin typeface="黑体" pitchFamily="2" charset="-122"/>
              <a:ea typeface="黑体" pitchFamily="2" charset="-122"/>
            </a:endParaRPr>
          </a:p>
          <a:p>
            <a:pPr eaLnBrk="1" hangingPunct="1">
              <a:spcBef>
                <a:spcPct val="0"/>
              </a:spcBef>
              <a:buClrTx/>
              <a:buFontTx/>
              <a:buNone/>
            </a:pPr>
            <a:r>
              <a:rPr lang="zh-CN" altLang="en-US" sz="2800" dirty="0">
                <a:solidFill>
                  <a:srgbClr val="000000"/>
                </a:solidFill>
                <a:latin typeface="黑体" pitchFamily="2" charset="-122"/>
                <a:ea typeface="黑体" pitchFamily="2" charset="-122"/>
              </a:rPr>
              <a:t>  </a:t>
            </a:r>
            <a:r>
              <a:rPr lang="en-US" altLang="zh-CN" sz="2800" dirty="0">
                <a:solidFill>
                  <a:srgbClr val="000000"/>
                </a:solidFill>
                <a:latin typeface="黑体" pitchFamily="2" charset="-122"/>
                <a:ea typeface="黑体" pitchFamily="2" charset="-122"/>
              </a:rPr>
              <a:t>P.39 </a:t>
            </a:r>
            <a:r>
              <a:rPr lang="zh-CN" altLang="en-US" sz="2800" dirty="0">
                <a:solidFill>
                  <a:srgbClr val="000000"/>
                </a:solidFill>
                <a:latin typeface="黑体" pitchFamily="2" charset="-122"/>
                <a:ea typeface="黑体" pitchFamily="2" charset="-122"/>
              </a:rPr>
              <a:t>：</a:t>
            </a:r>
            <a:r>
              <a:rPr lang="en-US" altLang="zh-CN" sz="2800" dirty="0">
                <a:solidFill>
                  <a:srgbClr val="000000"/>
                </a:solidFill>
                <a:latin typeface="黑体" pitchFamily="2" charset="-122"/>
                <a:ea typeface="黑体" pitchFamily="2" charset="-122"/>
              </a:rPr>
              <a:t>1,3,6</a:t>
            </a:r>
          </a:p>
          <a:p>
            <a:pPr eaLnBrk="1" hangingPunct="1">
              <a:spcBef>
                <a:spcPct val="0"/>
              </a:spcBef>
              <a:buClrTx/>
              <a:buFontTx/>
              <a:buNone/>
            </a:pPr>
            <a:r>
              <a:rPr lang="en-US" altLang="zh-CN" sz="2800" dirty="0">
                <a:solidFill>
                  <a:srgbClr val="000000"/>
                </a:solidFill>
                <a:latin typeface="黑体" pitchFamily="2" charset="-122"/>
                <a:ea typeface="黑体" pitchFamily="2" charset="-122"/>
              </a:rPr>
              <a:t>  P.40 </a:t>
            </a:r>
            <a:r>
              <a:rPr lang="zh-CN" altLang="en-US" sz="2800" dirty="0">
                <a:solidFill>
                  <a:srgbClr val="000000"/>
                </a:solidFill>
                <a:latin typeface="黑体" pitchFamily="2" charset="-122"/>
                <a:ea typeface="黑体" pitchFamily="2" charset="-122"/>
              </a:rPr>
              <a:t>：</a:t>
            </a:r>
            <a:r>
              <a:rPr lang="en-US" altLang="zh-CN" sz="2800" dirty="0" smtClean="0">
                <a:solidFill>
                  <a:srgbClr val="000000"/>
                </a:solidFill>
                <a:latin typeface="黑体" pitchFamily="2" charset="-122"/>
                <a:ea typeface="黑体" pitchFamily="2" charset="-122"/>
              </a:rPr>
              <a:t>7,8,9</a:t>
            </a:r>
            <a:r>
              <a:rPr lang="en-US" altLang="zh-CN" sz="2800" dirty="0">
                <a:solidFill>
                  <a:srgbClr val="000000"/>
                </a:solidFill>
                <a:latin typeface="黑体" pitchFamily="2" charset="-122"/>
                <a:ea typeface="黑体" pitchFamily="2" charset="-122"/>
              </a:rPr>
              <a:t>,</a:t>
            </a:r>
            <a:r>
              <a:rPr lang="en-US" altLang="zh-CN" sz="2800" dirty="0" smtClean="0">
                <a:solidFill>
                  <a:srgbClr val="000000"/>
                </a:solidFill>
                <a:latin typeface="黑体" pitchFamily="2" charset="-122"/>
                <a:ea typeface="黑体" pitchFamily="2" charset="-122"/>
              </a:rPr>
              <a:t>10</a:t>
            </a:r>
            <a:endParaRPr lang="en-US" altLang="zh-CN" sz="2800" dirty="0">
              <a:solidFill>
                <a:srgbClr val="000000"/>
              </a:solidFill>
              <a:latin typeface="黑体" pitchFamily="2" charset="-122"/>
              <a:ea typeface="黑体" pitchFamily="2" charset="-122"/>
            </a:endParaRPr>
          </a:p>
          <a:p>
            <a:pPr eaLnBrk="1" hangingPunct="1">
              <a:spcBef>
                <a:spcPct val="0"/>
              </a:spcBef>
              <a:buClrTx/>
              <a:buFontTx/>
              <a:buNone/>
            </a:pPr>
            <a:r>
              <a:rPr lang="en-US" altLang="zh-CN" sz="2800" dirty="0">
                <a:solidFill>
                  <a:srgbClr val="000000"/>
                </a:solidFill>
                <a:latin typeface="黑体" pitchFamily="2" charset="-122"/>
                <a:ea typeface="黑体" pitchFamily="2" charset="-122"/>
              </a:rPr>
              <a:t>  P.30 </a:t>
            </a:r>
            <a:r>
              <a:rPr lang="zh-CN" altLang="en-US" sz="2800" dirty="0">
                <a:solidFill>
                  <a:srgbClr val="000000"/>
                </a:solidFill>
                <a:latin typeface="黑体" pitchFamily="2" charset="-122"/>
                <a:ea typeface="黑体" pitchFamily="2" charset="-122"/>
              </a:rPr>
              <a:t>：</a:t>
            </a:r>
            <a:r>
              <a:rPr lang="en-US" altLang="zh-CN" sz="2800" dirty="0">
                <a:solidFill>
                  <a:srgbClr val="000000"/>
                </a:solidFill>
                <a:latin typeface="黑体" pitchFamily="2" charset="-122"/>
                <a:ea typeface="黑体" pitchFamily="2" charset="-122"/>
              </a:rPr>
              <a:t>1,2</a:t>
            </a:r>
          </a:p>
          <a:p>
            <a:pPr eaLnBrk="1" hangingPunct="1">
              <a:spcBef>
                <a:spcPct val="0"/>
              </a:spcBef>
              <a:buClrTx/>
              <a:buFontTx/>
              <a:buNone/>
            </a:pPr>
            <a:r>
              <a:rPr lang="en-US" altLang="zh-CN" sz="2800" dirty="0">
                <a:solidFill>
                  <a:srgbClr val="000000"/>
                </a:solidFill>
                <a:latin typeface="黑体" pitchFamily="2" charset="-122"/>
                <a:ea typeface="黑体" pitchFamily="2" charset="-122"/>
              </a:rPr>
              <a:t>  P.31 </a:t>
            </a:r>
            <a:r>
              <a:rPr lang="zh-CN" altLang="en-US" sz="2800" dirty="0">
                <a:solidFill>
                  <a:srgbClr val="000000"/>
                </a:solidFill>
                <a:latin typeface="黑体" pitchFamily="2" charset="-122"/>
                <a:ea typeface="黑体" pitchFamily="2" charset="-122"/>
              </a:rPr>
              <a:t>：</a:t>
            </a:r>
            <a:r>
              <a:rPr lang="en-US" altLang="zh-CN" sz="2800" dirty="0">
                <a:solidFill>
                  <a:srgbClr val="000000"/>
                </a:solidFill>
                <a:latin typeface="黑体" pitchFamily="2" charset="-122"/>
                <a:ea typeface="黑体" pitchFamily="2" charset="-122"/>
              </a:rPr>
              <a:t>3,4</a:t>
            </a:r>
          </a:p>
        </p:txBody>
      </p:sp>
      <p:sp>
        <p:nvSpPr>
          <p:cNvPr id="3078" name="Text Box 6"/>
          <p:cNvSpPr txBox="1">
            <a:spLocks noChangeArrowheads="1"/>
          </p:cNvSpPr>
          <p:nvPr/>
        </p:nvSpPr>
        <p:spPr bwMode="auto">
          <a:xfrm>
            <a:off x="420335" y="3211681"/>
            <a:ext cx="3979862" cy="144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r>
              <a:rPr lang="zh-CN" altLang="en-US" dirty="0">
                <a:solidFill>
                  <a:srgbClr val="000000"/>
                </a:solidFill>
                <a:latin typeface="黑体" pitchFamily="2" charset="-122"/>
                <a:ea typeface="黑体" pitchFamily="2" charset="-122"/>
              </a:rPr>
              <a:t>下讲</a:t>
            </a:r>
            <a:r>
              <a:rPr lang="zh-CN" altLang="en-US" dirty="0" smtClean="0">
                <a:solidFill>
                  <a:srgbClr val="000000"/>
                </a:solidFill>
                <a:latin typeface="黑体" pitchFamily="2" charset="-122"/>
                <a:ea typeface="黑体" pitchFamily="2" charset="-122"/>
              </a:rPr>
              <a:t>内容：</a:t>
            </a:r>
            <a:endParaRPr lang="zh-CN" altLang="en-US" dirty="0">
              <a:solidFill>
                <a:srgbClr val="000000"/>
              </a:solidFill>
              <a:latin typeface="黑体" pitchFamily="2" charset="-122"/>
              <a:ea typeface="黑体" pitchFamily="2" charset="-122"/>
            </a:endParaRPr>
          </a:p>
          <a:p>
            <a:pPr eaLnBrk="1" hangingPunct="1">
              <a:spcBef>
                <a:spcPct val="0"/>
              </a:spcBef>
              <a:buClrTx/>
              <a:buFontTx/>
              <a:buNone/>
            </a:pPr>
            <a:r>
              <a:rPr lang="zh-CN" altLang="en-US" sz="2800" dirty="0">
                <a:solidFill>
                  <a:srgbClr val="000000"/>
                </a:solidFill>
                <a:latin typeface="黑体" pitchFamily="2" charset="-122"/>
                <a:ea typeface="黑体" pitchFamily="2" charset="-122"/>
              </a:rPr>
              <a:t> </a:t>
            </a:r>
            <a:r>
              <a:rPr lang="en-US" altLang="zh-CN" sz="2800" dirty="0">
                <a:solidFill>
                  <a:srgbClr val="000000"/>
                </a:solidFill>
                <a:latin typeface="黑体" pitchFamily="2" charset="-122"/>
                <a:ea typeface="黑体" pitchFamily="2" charset="-122"/>
              </a:rPr>
              <a:t>(P.215-227)</a:t>
            </a:r>
          </a:p>
          <a:p>
            <a:pPr>
              <a:spcBef>
                <a:spcPct val="0"/>
              </a:spcBef>
              <a:buClrTx/>
              <a:buFontTx/>
              <a:buChar char="•"/>
            </a:pPr>
            <a:r>
              <a:rPr lang="en-US" altLang="zh-CN" sz="2800" dirty="0">
                <a:solidFill>
                  <a:srgbClr val="000000"/>
                </a:solidFill>
                <a:latin typeface="黑体" pitchFamily="2" charset="-122"/>
                <a:ea typeface="黑体" pitchFamily="2" charset="-122"/>
              </a:rPr>
              <a:t> </a:t>
            </a:r>
            <a:r>
              <a:rPr lang="zh-CN" altLang="en-US" sz="2800" dirty="0">
                <a:solidFill>
                  <a:srgbClr val="000000"/>
                </a:solidFill>
                <a:latin typeface="黑体" pitchFamily="2" charset="-122"/>
                <a:ea typeface="黑体" pitchFamily="2" charset="-122"/>
              </a:rPr>
              <a:t>机件的表达方法</a:t>
            </a:r>
            <a:r>
              <a:rPr lang="en-US" altLang="zh-CN" sz="2800" dirty="0" smtClean="0">
                <a:solidFill>
                  <a:srgbClr val="000000"/>
                </a:solidFill>
                <a:latin typeface="黑体" pitchFamily="2" charset="-122"/>
                <a:ea typeface="黑体" pitchFamily="2" charset="-122"/>
              </a:rPr>
              <a:t>1</a:t>
            </a:r>
            <a:endParaRPr lang="en-US" altLang="zh-CN" sz="2800" dirty="0">
              <a:solidFill>
                <a:srgbClr val="000000"/>
              </a:solidFill>
              <a:latin typeface="黑体" pitchFamily="2" charset="-122"/>
              <a:ea typeface="黑体" pitchFamily="2" charset="-122"/>
            </a:endParaRPr>
          </a:p>
        </p:txBody>
      </p:sp>
      <p:sp>
        <p:nvSpPr>
          <p:cNvPr id="2058" name="Rectangle 10"/>
          <p:cNvSpPr>
            <a:spLocks noChangeArrowheads="1"/>
          </p:cNvSpPr>
          <p:nvPr/>
        </p:nvSpPr>
        <p:spPr bwMode="auto">
          <a:xfrm>
            <a:off x="0" y="134938"/>
            <a:ext cx="9144000" cy="906462"/>
          </a:xfrm>
          <a:prstGeom prst="rect">
            <a:avLst/>
          </a:prstGeom>
          <a:noFill/>
          <a:ln w="9525">
            <a:noFill/>
            <a:miter lim="800000"/>
            <a:headEnd/>
            <a:tailEnd/>
          </a:ln>
          <a:effectLst/>
        </p:spPr>
        <p:txBody>
          <a:bodyPr anchor="b"/>
          <a:lstStyle/>
          <a:p>
            <a:pPr>
              <a:defRPr/>
            </a:pPr>
            <a:r>
              <a:rPr kumimoji="1" lang="en-US" altLang="zh-CN" sz="6000" dirty="0">
                <a:solidFill>
                  <a:srgbClr val="FF0000"/>
                </a:solidFill>
                <a:latin typeface="隶书" pitchFamily="49" charset="-122"/>
                <a:ea typeface="隶书" pitchFamily="49" charset="-122"/>
              </a:rPr>
              <a:t> </a:t>
            </a:r>
            <a:r>
              <a:rPr kumimoji="1" lang="zh-CN" altLang="en-US" sz="6000" dirty="0" smtClean="0">
                <a:solidFill>
                  <a:srgbClr val="FF0000"/>
                </a:solidFill>
                <a:effectLst>
                  <a:outerShdw blurRad="38100" dist="38100" dir="2700000" algn="tl">
                    <a:srgbClr val="C0C0C0"/>
                  </a:outerShdw>
                </a:effectLst>
                <a:ea typeface="隶书" pitchFamily="49" charset="-122"/>
              </a:rPr>
              <a:t>第九讲</a:t>
            </a:r>
            <a:r>
              <a:rPr kumimoji="1" lang="zh-CN" altLang="en-US" sz="6000" dirty="0" smtClean="0">
                <a:solidFill>
                  <a:srgbClr val="FF0000"/>
                </a:solidFill>
              </a:rPr>
              <a:t>          </a:t>
            </a:r>
            <a:endParaRPr kumimoji="1" lang="zh-CN" altLang="en-US" sz="6000" b="0" dirty="0">
              <a:solidFill>
                <a:schemeClr val="tx2"/>
              </a:solidFill>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50000"/>
              </a:spcBef>
              <a:buClrTx/>
              <a:buFontTx/>
              <a:buNone/>
            </a:pPr>
            <a:fld id="{5E08F959-D6F7-46AF-BCA4-E3071393AE30}" type="slidenum">
              <a:rPr lang="en-US" altLang="zh-CN" sz="1400" smtClean="0">
                <a:solidFill>
                  <a:schemeClr val="bg2"/>
                </a:solidFill>
              </a:rPr>
              <a:pPr eaLnBrk="1" hangingPunct="1">
                <a:spcBef>
                  <a:spcPct val="50000"/>
                </a:spcBef>
                <a:buClrTx/>
                <a:buFontTx/>
                <a:buNone/>
              </a:pPr>
              <a:t>2</a:t>
            </a:fld>
            <a:endParaRPr lang="en-US" altLang="zh-CN" sz="1400" smtClean="0">
              <a:solidFill>
                <a:schemeClr val="bg2"/>
              </a:solidFill>
            </a:endParaRPr>
          </a:p>
        </p:txBody>
      </p:sp>
      <p:sp>
        <p:nvSpPr>
          <p:cNvPr id="4099" name="Text Box 2"/>
          <p:cNvSpPr txBox="1">
            <a:spLocks noChangeArrowheads="1"/>
          </p:cNvSpPr>
          <p:nvPr/>
        </p:nvSpPr>
        <p:spPr bwMode="auto">
          <a:xfrm>
            <a:off x="269875" y="309563"/>
            <a:ext cx="7885113"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r>
              <a:rPr lang="zh-CN" altLang="en-US" sz="4000">
                <a:solidFill>
                  <a:srgbClr val="FF0000"/>
                </a:solidFill>
                <a:latin typeface="黑体" pitchFamily="2" charset="-122"/>
                <a:ea typeface="黑体" pitchFamily="2" charset="-122"/>
              </a:rPr>
              <a:t>第</a:t>
            </a:r>
            <a:r>
              <a:rPr lang="en-US" altLang="zh-CN" sz="4000">
                <a:solidFill>
                  <a:srgbClr val="FF0000"/>
                </a:solidFill>
                <a:latin typeface="黑体" pitchFamily="2" charset="-122"/>
                <a:ea typeface="黑体" pitchFamily="2" charset="-122"/>
              </a:rPr>
              <a:t>11</a:t>
            </a:r>
            <a:r>
              <a:rPr lang="zh-CN" altLang="en-US" sz="4000">
                <a:solidFill>
                  <a:srgbClr val="FF0000"/>
                </a:solidFill>
                <a:latin typeface="黑体" pitchFamily="2" charset="-122"/>
                <a:ea typeface="黑体" pitchFamily="2" charset="-122"/>
              </a:rPr>
              <a:t>章  轴测图</a:t>
            </a:r>
          </a:p>
        </p:txBody>
      </p:sp>
      <p:sp>
        <p:nvSpPr>
          <p:cNvPr id="4100" name="Text Box 3"/>
          <p:cNvSpPr txBox="1">
            <a:spLocks noChangeArrowheads="1"/>
          </p:cNvSpPr>
          <p:nvPr/>
        </p:nvSpPr>
        <p:spPr bwMode="auto">
          <a:xfrm>
            <a:off x="261938" y="1484313"/>
            <a:ext cx="8448675"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r>
              <a:rPr lang="zh-CN" altLang="en-US" sz="3600">
                <a:solidFill>
                  <a:srgbClr val="000000"/>
                </a:solidFill>
                <a:latin typeface="黑体" pitchFamily="2" charset="-122"/>
                <a:ea typeface="黑体" pitchFamily="2" charset="-122"/>
              </a:rPr>
              <a:t>一</a:t>
            </a:r>
            <a:r>
              <a:rPr lang="en-US" altLang="zh-CN" sz="3600">
                <a:solidFill>
                  <a:srgbClr val="000000"/>
                </a:solidFill>
                <a:latin typeface="黑体" pitchFamily="2" charset="-122"/>
                <a:ea typeface="黑体" pitchFamily="2" charset="-122"/>
              </a:rPr>
              <a:t>.  </a:t>
            </a:r>
            <a:r>
              <a:rPr lang="zh-CN" altLang="en-US" sz="3600">
                <a:solidFill>
                  <a:srgbClr val="000000"/>
                </a:solidFill>
                <a:latin typeface="黑体" pitchFamily="2" charset="-122"/>
                <a:ea typeface="黑体" pitchFamily="2" charset="-122"/>
              </a:rPr>
              <a:t>概述</a:t>
            </a:r>
          </a:p>
        </p:txBody>
      </p:sp>
      <p:sp>
        <p:nvSpPr>
          <p:cNvPr id="4101" name="Text Box 4"/>
          <p:cNvSpPr txBox="1">
            <a:spLocks noChangeArrowheads="1"/>
          </p:cNvSpPr>
          <p:nvPr/>
        </p:nvSpPr>
        <p:spPr bwMode="auto">
          <a:xfrm>
            <a:off x="1770063" y="2262188"/>
            <a:ext cx="5695950" cy="2528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r>
              <a:rPr lang="en-US" altLang="zh-CN">
                <a:solidFill>
                  <a:srgbClr val="000000"/>
                </a:solidFill>
                <a:latin typeface="黑体" pitchFamily="2" charset="-122"/>
                <a:ea typeface="黑体" pitchFamily="2" charset="-122"/>
              </a:rPr>
              <a:t>1. </a:t>
            </a:r>
            <a:r>
              <a:rPr lang="zh-CN" altLang="en-US">
                <a:solidFill>
                  <a:srgbClr val="000000"/>
                </a:solidFill>
                <a:latin typeface="黑体" pitchFamily="2" charset="-122"/>
                <a:ea typeface="黑体" pitchFamily="2" charset="-122"/>
              </a:rPr>
              <a:t>为什么要学习轴测图？</a:t>
            </a:r>
          </a:p>
          <a:p>
            <a:pPr eaLnBrk="1" hangingPunct="1">
              <a:spcBef>
                <a:spcPct val="0"/>
              </a:spcBef>
              <a:buClrTx/>
              <a:buFontTx/>
              <a:buNone/>
            </a:pPr>
            <a:r>
              <a:rPr lang="en-US" altLang="zh-CN">
                <a:solidFill>
                  <a:srgbClr val="000000"/>
                </a:solidFill>
                <a:latin typeface="黑体" pitchFamily="2" charset="-122"/>
                <a:ea typeface="黑体" pitchFamily="2" charset="-122"/>
              </a:rPr>
              <a:t>2. </a:t>
            </a:r>
            <a:r>
              <a:rPr lang="zh-CN" altLang="en-US">
                <a:solidFill>
                  <a:srgbClr val="000000"/>
                </a:solidFill>
                <a:latin typeface="黑体" pitchFamily="2" charset="-122"/>
                <a:ea typeface="黑体" pitchFamily="2" charset="-122"/>
              </a:rPr>
              <a:t>轴测图是如何形成的？</a:t>
            </a:r>
          </a:p>
          <a:p>
            <a:pPr eaLnBrk="1" hangingPunct="1">
              <a:spcBef>
                <a:spcPct val="0"/>
              </a:spcBef>
              <a:buClrTx/>
              <a:buFontTx/>
              <a:buNone/>
            </a:pPr>
            <a:r>
              <a:rPr lang="en-US" altLang="zh-CN">
                <a:solidFill>
                  <a:srgbClr val="000000"/>
                </a:solidFill>
                <a:latin typeface="黑体" pitchFamily="2" charset="-122"/>
                <a:ea typeface="黑体" pitchFamily="2" charset="-122"/>
              </a:rPr>
              <a:t>3. </a:t>
            </a:r>
            <a:r>
              <a:rPr lang="zh-CN" altLang="en-US">
                <a:solidFill>
                  <a:srgbClr val="000000"/>
                </a:solidFill>
                <a:latin typeface="黑体" pitchFamily="2" charset="-122"/>
                <a:ea typeface="黑体" pitchFamily="2" charset="-122"/>
              </a:rPr>
              <a:t>为什么叫轴测图？</a:t>
            </a:r>
          </a:p>
          <a:p>
            <a:pPr eaLnBrk="1" hangingPunct="1">
              <a:spcBef>
                <a:spcPct val="0"/>
              </a:spcBef>
              <a:buClrTx/>
              <a:buFontTx/>
              <a:buNone/>
            </a:pPr>
            <a:r>
              <a:rPr lang="en-US" altLang="zh-CN">
                <a:solidFill>
                  <a:srgbClr val="000000"/>
                </a:solidFill>
                <a:latin typeface="黑体" pitchFamily="2" charset="-122"/>
                <a:ea typeface="黑体" pitchFamily="2" charset="-122"/>
              </a:rPr>
              <a:t>4. </a:t>
            </a:r>
            <a:r>
              <a:rPr lang="zh-CN" altLang="en-US">
                <a:solidFill>
                  <a:srgbClr val="000000"/>
                </a:solidFill>
                <a:latin typeface="黑体" pitchFamily="2" charset="-122"/>
                <a:ea typeface="黑体" pitchFamily="2" charset="-122"/>
              </a:rPr>
              <a:t>轴测图的基本特性。</a:t>
            </a:r>
          </a:p>
          <a:p>
            <a:pPr eaLnBrk="1" hangingPunct="1">
              <a:spcBef>
                <a:spcPct val="0"/>
              </a:spcBef>
              <a:buClrTx/>
              <a:buFontTx/>
              <a:buNone/>
            </a:pPr>
            <a:r>
              <a:rPr lang="en-US" altLang="zh-CN">
                <a:solidFill>
                  <a:srgbClr val="000000"/>
                </a:solidFill>
                <a:latin typeface="黑体" pitchFamily="2" charset="-122"/>
                <a:ea typeface="黑体" pitchFamily="2" charset="-122"/>
              </a:rPr>
              <a:t>5. </a:t>
            </a:r>
            <a:r>
              <a:rPr lang="zh-CN" altLang="en-US">
                <a:solidFill>
                  <a:srgbClr val="000000"/>
                </a:solidFill>
                <a:latin typeface="黑体" pitchFamily="2" charset="-122"/>
                <a:ea typeface="黑体" pitchFamily="2" charset="-122"/>
              </a:rPr>
              <a:t>轴测图的基本参数。</a:t>
            </a:r>
            <a:endParaRPr lang="zh-CN" altLang="en-US" sz="2800">
              <a:solidFill>
                <a:srgbClr val="000000"/>
              </a:solidFill>
              <a:latin typeface="黑体" pitchFamily="2" charset="-122"/>
              <a:ea typeface="黑体" pitchFamily="2" charset="-122"/>
            </a:endParaRPr>
          </a:p>
        </p:txBody>
      </p:sp>
      <p:graphicFrame>
        <p:nvGraphicFramePr>
          <p:cNvPr id="4102" name="Object 49">
            <a:hlinkClick r:id="rId3" action="ppaction://hlinksldjump"/>
          </p:cNvPr>
          <p:cNvGraphicFramePr>
            <a:graphicFrameLocks noChangeAspect="1"/>
          </p:cNvGraphicFramePr>
          <p:nvPr/>
        </p:nvGraphicFramePr>
        <p:xfrm>
          <a:off x="2938463" y="4932363"/>
          <a:ext cx="2055812" cy="1298575"/>
        </p:xfrm>
        <a:graphic>
          <a:graphicData uri="http://schemas.openxmlformats.org/presentationml/2006/ole">
            <mc:AlternateContent xmlns:mc="http://schemas.openxmlformats.org/markup-compatibility/2006">
              <mc:Choice xmlns:v="urn:schemas-microsoft-com:vml" Requires="v">
                <p:oleObj spid="_x0000_s4123" name="Image" r:id="rId4" imgW="11098413" imgH="7009524" progId="Photoshop.Image.6">
                  <p:embed/>
                </p:oleObj>
              </mc:Choice>
              <mc:Fallback>
                <p:oleObj name="Image" r:id="rId4" imgW="11098413" imgH="7009524" progId="Photoshop.Image.6">
                  <p:embed/>
                  <p:pic>
                    <p:nvPicPr>
                      <p:cNvPr id="0" name="Object 4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38463" y="4932363"/>
                        <a:ext cx="2055812" cy="1298575"/>
                      </a:xfrm>
                      <a:prstGeom prst="rect">
                        <a:avLst/>
                      </a:prstGeom>
                      <a:noFill/>
                      <a:ln>
                        <a:noFill/>
                      </a:ln>
                      <a:effectLst/>
                      <a:extLst>
                        <a:ext uri="{909E8E84-426E-40DD-AFC4-6F175D3DCCD1}">
                          <a14:hiddenFill xmlns:a14="http://schemas.microsoft.com/office/drawing/2010/main">
                            <a:solidFill>
                              <a:srgbClr val="FF6600"/>
                            </a:solidFill>
                          </a14:hiddenFill>
                        </a:ext>
                        <a:ext uri="{91240B29-F687-4F45-9708-019B960494DF}">
                          <a14:hiddenLine xmlns:a14="http://schemas.microsoft.com/office/drawing/2010/main" w="9525">
                            <a:solidFill>
                              <a:srgbClr val="FF0000"/>
                            </a:solidFill>
                            <a:miter lim="800000"/>
                            <a:headEnd/>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50000"/>
              </a:spcBef>
              <a:buClrTx/>
              <a:buFontTx/>
              <a:buNone/>
            </a:pPr>
            <a:fld id="{921FBA2A-1AA2-48BF-BF71-15B620883704}" type="slidenum">
              <a:rPr lang="en-US" altLang="zh-CN" sz="1400" smtClean="0">
                <a:solidFill>
                  <a:schemeClr val="bg2"/>
                </a:solidFill>
              </a:rPr>
              <a:pPr eaLnBrk="1" hangingPunct="1">
                <a:spcBef>
                  <a:spcPct val="50000"/>
                </a:spcBef>
                <a:buClrTx/>
                <a:buFontTx/>
                <a:buNone/>
              </a:pPr>
              <a:t>3</a:t>
            </a:fld>
            <a:endParaRPr lang="en-US" altLang="zh-CN" sz="1400" smtClean="0">
              <a:solidFill>
                <a:schemeClr val="bg2"/>
              </a:solidFill>
            </a:endParaRPr>
          </a:p>
        </p:txBody>
      </p:sp>
      <p:pic>
        <p:nvPicPr>
          <p:cNvPr id="218115" name="Picture 3" descr="MicroMachin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422275"/>
            <a:ext cx="8578850" cy="6069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8116" name="Picture 4" descr="3D_Whol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78413" y="2592388"/>
            <a:ext cx="3927475" cy="4064000"/>
          </a:xfrm>
          <a:prstGeom prst="rect">
            <a:avLst/>
          </a:prstGeom>
          <a:noFill/>
          <a:ln w="28575">
            <a:solidFill>
              <a:srgbClr val="FF3300"/>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9" presetClass="entr" presetSubtype="0" fill="hold" nodeType="afterEffect">
                                  <p:stCondLst>
                                    <p:cond delay="0"/>
                                  </p:stCondLst>
                                  <p:childTnLst>
                                    <p:set>
                                      <p:cBhvr>
                                        <p:cTn id="6" dur="1" fill="hold">
                                          <p:stCondLst>
                                            <p:cond delay="0"/>
                                          </p:stCondLst>
                                        </p:cTn>
                                        <p:tgtEl>
                                          <p:spTgt spid="218115"/>
                                        </p:tgtEl>
                                        <p:attrNameLst>
                                          <p:attrName>style.visibility</p:attrName>
                                        </p:attrNameLst>
                                      </p:cBhvr>
                                      <p:to>
                                        <p:strVal val="visible"/>
                                      </p:to>
                                    </p:set>
                                    <p:animEffect transition="in" filter="dissolve">
                                      <p:cBhvr>
                                        <p:cTn id="7" dur="1000"/>
                                        <p:tgtEl>
                                          <p:spTgt spid="21811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3" presetClass="entr" presetSubtype="528" fill="hold" nodeType="clickEffect">
                                  <p:stCondLst>
                                    <p:cond delay="0"/>
                                  </p:stCondLst>
                                  <p:childTnLst>
                                    <p:set>
                                      <p:cBhvr>
                                        <p:cTn id="11" dur="1" fill="hold">
                                          <p:stCondLst>
                                            <p:cond delay="0"/>
                                          </p:stCondLst>
                                        </p:cTn>
                                        <p:tgtEl>
                                          <p:spTgt spid="218116"/>
                                        </p:tgtEl>
                                        <p:attrNameLst>
                                          <p:attrName>style.visibility</p:attrName>
                                        </p:attrNameLst>
                                      </p:cBhvr>
                                      <p:to>
                                        <p:strVal val="visible"/>
                                      </p:to>
                                    </p:set>
                                    <p:anim calcmode="lin" valueType="num">
                                      <p:cBhvr>
                                        <p:cTn id="12" dur="500" fill="hold"/>
                                        <p:tgtEl>
                                          <p:spTgt spid="218116"/>
                                        </p:tgtEl>
                                        <p:attrNameLst>
                                          <p:attrName>ppt_w</p:attrName>
                                        </p:attrNameLst>
                                      </p:cBhvr>
                                      <p:tavLst>
                                        <p:tav tm="0">
                                          <p:val>
                                            <p:fltVal val="0"/>
                                          </p:val>
                                        </p:tav>
                                        <p:tav tm="100000">
                                          <p:val>
                                            <p:strVal val="#ppt_w"/>
                                          </p:val>
                                        </p:tav>
                                      </p:tavLst>
                                    </p:anim>
                                    <p:anim calcmode="lin" valueType="num">
                                      <p:cBhvr>
                                        <p:cTn id="13" dur="500" fill="hold"/>
                                        <p:tgtEl>
                                          <p:spTgt spid="218116"/>
                                        </p:tgtEl>
                                        <p:attrNameLst>
                                          <p:attrName>ppt_h</p:attrName>
                                        </p:attrNameLst>
                                      </p:cBhvr>
                                      <p:tavLst>
                                        <p:tav tm="0">
                                          <p:val>
                                            <p:fltVal val="0"/>
                                          </p:val>
                                        </p:tav>
                                        <p:tav tm="100000">
                                          <p:val>
                                            <p:strVal val="#ppt_h"/>
                                          </p:val>
                                        </p:tav>
                                      </p:tavLst>
                                    </p:anim>
                                    <p:anim calcmode="lin" valueType="num">
                                      <p:cBhvr>
                                        <p:cTn id="14" dur="500" fill="hold"/>
                                        <p:tgtEl>
                                          <p:spTgt spid="218116"/>
                                        </p:tgtEl>
                                        <p:attrNameLst>
                                          <p:attrName>ppt_x</p:attrName>
                                        </p:attrNameLst>
                                      </p:cBhvr>
                                      <p:tavLst>
                                        <p:tav tm="0">
                                          <p:val>
                                            <p:fltVal val="0.5"/>
                                          </p:val>
                                        </p:tav>
                                        <p:tav tm="100000">
                                          <p:val>
                                            <p:strVal val="#ppt_x"/>
                                          </p:val>
                                        </p:tav>
                                      </p:tavLst>
                                    </p:anim>
                                    <p:anim calcmode="lin" valueType="num">
                                      <p:cBhvr>
                                        <p:cTn id="15" dur="500" fill="hold"/>
                                        <p:tgtEl>
                                          <p:spTgt spid="218116"/>
                                        </p:tgtEl>
                                        <p:attrNameLst>
                                          <p:attrName>ppt_y</p:attrName>
                                        </p:attrNameLst>
                                      </p:cBhvr>
                                      <p:tavLst>
                                        <p:tav tm="0">
                                          <p:val>
                                            <p:fltVal val="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50000"/>
              </a:spcBef>
              <a:buClrTx/>
              <a:buFontTx/>
              <a:buNone/>
            </a:pPr>
            <a:fld id="{F32FCDE3-ED4D-492C-B704-03ED1E59F299}" type="slidenum">
              <a:rPr lang="en-US" altLang="zh-CN" sz="1400" smtClean="0">
                <a:solidFill>
                  <a:schemeClr val="bg2"/>
                </a:solidFill>
              </a:rPr>
              <a:pPr eaLnBrk="1" hangingPunct="1">
                <a:spcBef>
                  <a:spcPct val="50000"/>
                </a:spcBef>
                <a:buClrTx/>
                <a:buFontTx/>
                <a:buNone/>
              </a:pPr>
              <a:t>4</a:t>
            </a:fld>
            <a:endParaRPr lang="en-US" altLang="zh-CN" sz="1400" smtClean="0">
              <a:solidFill>
                <a:schemeClr val="bg2"/>
              </a:solidFill>
            </a:endParaRPr>
          </a:p>
        </p:txBody>
      </p:sp>
      <p:pic>
        <p:nvPicPr>
          <p:cNvPr id="6147" name="Picture 2" descr="DN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41475" y="319088"/>
            <a:ext cx="5519738" cy="6029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50000"/>
              </a:spcBef>
              <a:buClrTx/>
              <a:buFontTx/>
              <a:buNone/>
            </a:pPr>
            <a:fld id="{BEFF7ED9-E543-430C-9FE8-423BD8099070}" type="slidenum">
              <a:rPr lang="en-US" altLang="zh-CN" sz="1400" smtClean="0">
                <a:solidFill>
                  <a:schemeClr val="bg2"/>
                </a:solidFill>
              </a:rPr>
              <a:pPr eaLnBrk="1" hangingPunct="1">
                <a:spcBef>
                  <a:spcPct val="50000"/>
                </a:spcBef>
                <a:buClrTx/>
                <a:buFontTx/>
                <a:buNone/>
              </a:pPr>
              <a:t>5</a:t>
            </a:fld>
            <a:endParaRPr lang="en-US" altLang="zh-CN" sz="1400" smtClean="0">
              <a:solidFill>
                <a:schemeClr val="bg2"/>
              </a:solidFill>
            </a:endParaRPr>
          </a:p>
        </p:txBody>
      </p:sp>
      <p:graphicFrame>
        <p:nvGraphicFramePr>
          <p:cNvPr id="193541" name="Object 5"/>
          <p:cNvGraphicFramePr>
            <a:graphicFrameLocks noChangeAspect="1"/>
          </p:cNvGraphicFramePr>
          <p:nvPr/>
        </p:nvGraphicFramePr>
        <p:xfrm>
          <a:off x="5745163" y="3263900"/>
          <a:ext cx="3398837" cy="2670175"/>
        </p:xfrm>
        <a:graphic>
          <a:graphicData uri="http://schemas.openxmlformats.org/presentationml/2006/ole">
            <mc:AlternateContent xmlns:mc="http://schemas.openxmlformats.org/markup-compatibility/2006">
              <mc:Choice xmlns:v="urn:schemas-microsoft-com:vml" Requires="v">
                <p:oleObj spid="_x0000_s7236" name="Image" r:id="rId3" imgW="5511111" imgH="4330159" progId="Photoshop.Image.6">
                  <p:embed/>
                </p:oleObj>
              </mc:Choice>
              <mc:Fallback>
                <p:oleObj name="Image" r:id="rId3" imgW="5511111" imgH="4330159" progId="Photoshop.Image.6">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45163" y="3263900"/>
                        <a:ext cx="3398837" cy="2670175"/>
                      </a:xfrm>
                      <a:prstGeom prst="rect">
                        <a:avLst/>
                      </a:prstGeom>
                      <a:noFill/>
                      <a:ln>
                        <a:noFill/>
                      </a:ln>
                      <a:effectLst/>
                      <a:extLst>
                        <a:ext uri="{909E8E84-426E-40DD-AFC4-6F175D3DCCD1}">
                          <a14:hiddenFill xmlns:a14="http://schemas.microsoft.com/office/drawing/2010/main">
                            <a:solidFill>
                              <a:srgbClr val="FF6600"/>
                            </a:solidFill>
                          </a14:hiddenFill>
                        </a:ext>
                        <a:ext uri="{91240B29-F687-4F45-9708-019B960494DF}">
                          <a14:hiddenLine xmlns:a14="http://schemas.microsoft.com/office/drawing/2010/main" w="9525">
                            <a:solidFill>
                              <a:srgbClr val="FF0000"/>
                            </a:solidFill>
                            <a:miter lim="800000"/>
                            <a:headEnd/>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pic>
        <p:nvPicPr>
          <p:cNvPr id="193542" name="Picture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3756025"/>
            <a:ext cx="2638425" cy="2271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sm" len="lg"/>
              </a14:hiddenLine>
            </a:ext>
          </a:extLst>
        </p:spPr>
      </p:pic>
      <p:pic>
        <p:nvPicPr>
          <p:cNvPr id="193543" name="Picture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767013" y="3863975"/>
            <a:ext cx="2979737" cy="2005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sm" len="lg"/>
              </a14:hiddenLine>
            </a:ext>
          </a:extLst>
        </p:spPr>
      </p:pic>
      <p:graphicFrame>
        <p:nvGraphicFramePr>
          <p:cNvPr id="7174" name="Object 10"/>
          <p:cNvGraphicFramePr>
            <a:graphicFrameLocks noChangeAspect="1"/>
          </p:cNvGraphicFramePr>
          <p:nvPr/>
        </p:nvGraphicFramePr>
        <p:xfrm>
          <a:off x="1976438" y="571500"/>
          <a:ext cx="2930525" cy="2463800"/>
        </p:xfrm>
        <a:graphic>
          <a:graphicData uri="http://schemas.openxmlformats.org/presentationml/2006/ole">
            <mc:AlternateContent xmlns:mc="http://schemas.openxmlformats.org/markup-compatibility/2006">
              <mc:Choice xmlns:v="urn:schemas-microsoft-com:vml" Requires="v">
                <p:oleObj spid="_x0000_s7237" name="Image" r:id="rId7" imgW="3669841" imgH="3085714" progId="Photoshop.Image.6">
                  <p:embed/>
                </p:oleObj>
              </mc:Choice>
              <mc:Fallback>
                <p:oleObj name="Image" r:id="rId7" imgW="3669841" imgH="3085714" progId="Photoshop.Image.6">
                  <p:embed/>
                  <p:pic>
                    <p:nvPicPr>
                      <p:cNvPr id="0" name="Object 1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976438" y="571500"/>
                        <a:ext cx="2930525" cy="2463800"/>
                      </a:xfrm>
                      <a:prstGeom prst="rect">
                        <a:avLst/>
                      </a:prstGeom>
                      <a:noFill/>
                      <a:ln>
                        <a:noFill/>
                      </a:ln>
                      <a:effectLst/>
                      <a:extLst>
                        <a:ext uri="{909E8E84-426E-40DD-AFC4-6F175D3DCCD1}">
                          <a14:hiddenFill xmlns:a14="http://schemas.microsoft.com/office/drawing/2010/main">
                            <a:solidFill>
                              <a:srgbClr val="FF6600"/>
                            </a:solidFill>
                          </a14:hiddenFill>
                        </a:ext>
                        <a:ext uri="{91240B29-F687-4F45-9708-019B960494DF}">
                          <a14:hiddenLine xmlns:a14="http://schemas.microsoft.com/office/drawing/2010/main" w="9525">
                            <a:solidFill>
                              <a:srgbClr val="FF0000"/>
                            </a:solidFill>
                            <a:miter lim="800000"/>
                            <a:headEnd/>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7175" name="Object 12"/>
          <p:cNvGraphicFramePr>
            <a:graphicFrameLocks noChangeAspect="1"/>
          </p:cNvGraphicFramePr>
          <p:nvPr/>
        </p:nvGraphicFramePr>
        <p:xfrm>
          <a:off x="5219700" y="561975"/>
          <a:ext cx="1997075" cy="2413000"/>
        </p:xfrm>
        <a:graphic>
          <a:graphicData uri="http://schemas.openxmlformats.org/presentationml/2006/ole">
            <mc:AlternateContent xmlns:mc="http://schemas.openxmlformats.org/markup-compatibility/2006">
              <mc:Choice xmlns:v="urn:schemas-microsoft-com:vml" Requires="v">
                <p:oleObj spid="_x0000_s7238" name="Image" r:id="rId9" imgW="2552381" imgH="3085714" progId="Photoshop.Image.6">
                  <p:embed/>
                </p:oleObj>
              </mc:Choice>
              <mc:Fallback>
                <p:oleObj name="Image" r:id="rId9" imgW="2552381" imgH="3085714" progId="Photoshop.Image.6">
                  <p:embed/>
                  <p:pic>
                    <p:nvPicPr>
                      <p:cNvPr id="0" name="Object 12"/>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219700" y="561975"/>
                        <a:ext cx="1997075" cy="2413000"/>
                      </a:xfrm>
                      <a:prstGeom prst="rect">
                        <a:avLst/>
                      </a:prstGeom>
                      <a:noFill/>
                      <a:ln>
                        <a:noFill/>
                      </a:ln>
                      <a:effectLst/>
                      <a:extLst>
                        <a:ext uri="{909E8E84-426E-40DD-AFC4-6F175D3DCCD1}">
                          <a14:hiddenFill xmlns:a14="http://schemas.microsoft.com/office/drawing/2010/main">
                            <a:solidFill>
                              <a:srgbClr val="FF6600"/>
                            </a:solidFill>
                          </a14:hiddenFill>
                        </a:ext>
                        <a:ext uri="{91240B29-F687-4F45-9708-019B960494DF}">
                          <a14:hiddenLine xmlns:a14="http://schemas.microsoft.com/office/drawing/2010/main" w="9525">
                            <a:solidFill>
                              <a:srgbClr val="FF0000"/>
                            </a:solidFill>
                            <a:miter lim="800000"/>
                            <a:headEnd/>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193542"/>
                                        </p:tgtEl>
                                        <p:attrNameLst>
                                          <p:attrName>style.visibility</p:attrName>
                                        </p:attrNameLst>
                                      </p:cBhvr>
                                      <p:to>
                                        <p:strVal val="visible"/>
                                      </p:to>
                                    </p:set>
                                    <p:anim calcmode="lin" valueType="num">
                                      <p:cBhvr additive="base">
                                        <p:cTn id="7" dur="1000" fill="hold"/>
                                        <p:tgtEl>
                                          <p:spTgt spid="193542"/>
                                        </p:tgtEl>
                                        <p:attrNameLst>
                                          <p:attrName>ppt_x</p:attrName>
                                        </p:attrNameLst>
                                      </p:cBhvr>
                                      <p:tavLst>
                                        <p:tav tm="0">
                                          <p:val>
                                            <p:strVal val="0-#ppt_w/2"/>
                                          </p:val>
                                        </p:tav>
                                        <p:tav tm="100000">
                                          <p:val>
                                            <p:strVal val="#ppt_x"/>
                                          </p:val>
                                        </p:tav>
                                      </p:tavLst>
                                    </p:anim>
                                    <p:anim calcmode="lin" valueType="num">
                                      <p:cBhvr additive="base">
                                        <p:cTn id="8" dur="1000" fill="hold"/>
                                        <p:tgtEl>
                                          <p:spTgt spid="193542"/>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193543"/>
                                        </p:tgtEl>
                                        <p:attrNameLst>
                                          <p:attrName>style.visibility</p:attrName>
                                        </p:attrNameLst>
                                      </p:cBhvr>
                                      <p:to>
                                        <p:strVal val="visible"/>
                                      </p:to>
                                    </p:set>
                                    <p:anim calcmode="lin" valueType="num">
                                      <p:cBhvr additive="base">
                                        <p:cTn id="13" dur="1000" fill="hold"/>
                                        <p:tgtEl>
                                          <p:spTgt spid="193543"/>
                                        </p:tgtEl>
                                        <p:attrNameLst>
                                          <p:attrName>ppt_x</p:attrName>
                                        </p:attrNameLst>
                                      </p:cBhvr>
                                      <p:tavLst>
                                        <p:tav tm="0">
                                          <p:val>
                                            <p:strVal val="#ppt_x"/>
                                          </p:val>
                                        </p:tav>
                                        <p:tav tm="100000">
                                          <p:val>
                                            <p:strVal val="#ppt_x"/>
                                          </p:val>
                                        </p:tav>
                                      </p:tavLst>
                                    </p:anim>
                                    <p:anim calcmode="lin" valueType="num">
                                      <p:cBhvr additive="base">
                                        <p:cTn id="14" dur="1000" fill="hold"/>
                                        <p:tgtEl>
                                          <p:spTgt spid="193543"/>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2" fill="hold" nodeType="clickEffect">
                                  <p:stCondLst>
                                    <p:cond delay="0"/>
                                  </p:stCondLst>
                                  <p:childTnLst>
                                    <p:set>
                                      <p:cBhvr>
                                        <p:cTn id="18" dur="1" fill="hold">
                                          <p:stCondLst>
                                            <p:cond delay="0"/>
                                          </p:stCondLst>
                                        </p:cTn>
                                        <p:tgtEl>
                                          <p:spTgt spid="193541"/>
                                        </p:tgtEl>
                                        <p:attrNameLst>
                                          <p:attrName>style.visibility</p:attrName>
                                        </p:attrNameLst>
                                      </p:cBhvr>
                                      <p:to>
                                        <p:strVal val="visible"/>
                                      </p:to>
                                    </p:set>
                                    <p:anim calcmode="lin" valueType="num">
                                      <p:cBhvr additive="base">
                                        <p:cTn id="19" dur="1000" fill="hold"/>
                                        <p:tgtEl>
                                          <p:spTgt spid="193541"/>
                                        </p:tgtEl>
                                        <p:attrNameLst>
                                          <p:attrName>ppt_x</p:attrName>
                                        </p:attrNameLst>
                                      </p:cBhvr>
                                      <p:tavLst>
                                        <p:tav tm="0">
                                          <p:val>
                                            <p:strVal val="1+#ppt_w/2"/>
                                          </p:val>
                                        </p:tav>
                                        <p:tav tm="100000">
                                          <p:val>
                                            <p:strVal val="#ppt_x"/>
                                          </p:val>
                                        </p:tav>
                                      </p:tavLst>
                                    </p:anim>
                                    <p:anim calcmode="lin" valueType="num">
                                      <p:cBhvr additive="base">
                                        <p:cTn id="20" dur="1000" fill="hold"/>
                                        <p:tgtEl>
                                          <p:spTgt spid="19354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50000"/>
              </a:spcBef>
              <a:buClrTx/>
              <a:buFontTx/>
              <a:buNone/>
            </a:pPr>
            <a:fld id="{5C556AEE-A13D-461B-977C-0245BCF43429}" type="slidenum">
              <a:rPr lang="en-US" altLang="zh-CN" sz="1400" smtClean="0">
                <a:solidFill>
                  <a:schemeClr val="bg2"/>
                </a:solidFill>
              </a:rPr>
              <a:pPr eaLnBrk="1" hangingPunct="1">
                <a:spcBef>
                  <a:spcPct val="50000"/>
                </a:spcBef>
                <a:buClrTx/>
                <a:buFontTx/>
                <a:buNone/>
              </a:pPr>
              <a:t>6</a:t>
            </a:fld>
            <a:endParaRPr lang="en-US" altLang="zh-CN" sz="1400" smtClean="0">
              <a:solidFill>
                <a:schemeClr val="bg2"/>
              </a:solidFill>
            </a:endParaRPr>
          </a:p>
        </p:txBody>
      </p:sp>
      <p:pic>
        <p:nvPicPr>
          <p:cNvPr id="819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6475" y="0"/>
            <a:ext cx="4556125" cy="6499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sm" len="lg"/>
              </a14:hiddenLine>
            </a:ext>
          </a:extLst>
        </p:spPr>
      </p:pic>
      <p:sp>
        <p:nvSpPr>
          <p:cNvPr id="8196" name="Line 4"/>
          <p:cNvSpPr>
            <a:spLocks noChangeShapeType="1"/>
          </p:cNvSpPr>
          <p:nvPr/>
        </p:nvSpPr>
        <p:spPr bwMode="auto">
          <a:xfrm flipH="1">
            <a:off x="6746940" y="6469380"/>
            <a:ext cx="762000" cy="19050"/>
          </a:xfrm>
          <a:prstGeom prst="line">
            <a:avLst/>
          </a:prstGeom>
          <a:noFill/>
          <a:ln w="12700">
            <a:solidFill>
              <a:schemeClr val="tx2"/>
            </a:solidFill>
            <a:round/>
            <a:headE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8197" name="Line 5"/>
          <p:cNvSpPr>
            <a:spLocks noChangeShapeType="1"/>
          </p:cNvSpPr>
          <p:nvPr/>
        </p:nvSpPr>
        <p:spPr bwMode="auto">
          <a:xfrm flipH="1" flipV="1">
            <a:off x="7518464" y="5672455"/>
            <a:ext cx="1587" cy="798513"/>
          </a:xfrm>
          <a:prstGeom prst="line">
            <a:avLst/>
          </a:prstGeom>
          <a:noFill/>
          <a:ln w="12700">
            <a:solidFill>
              <a:schemeClr val="tx2"/>
            </a:solidFill>
            <a:round/>
            <a:headE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8198" name="Text Box 7"/>
          <p:cNvSpPr txBox="1">
            <a:spLocks noChangeArrowheads="1"/>
          </p:cNvSpPr>
          <p:nvPr/>
        </p:nvSpPr>
        <p:spPr bwMode="auto">
          <a:xfrm>
            <a:off x="7408356" y="5231257"/>
            <a:ext cx="565150"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nchor="ctr">
            <a:spAutoFit/>
          </a:bodyP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r>
              <a:rPr lang="en-US" altLang="zh-CN" sz="3600" dirty="0">
                <a:solidFill>
                  <a:srgbClr val="000000"/>
                </a:solidFill>
                <a:latin typeface="黑体" pitchFamily="2" charset="-122"/>
                <a:ea typeface="黑体" pitchFamily="2" charset="-122"/>
              </a:rPr>
              <a:t> </a:t>
            </a:r>
            <a:r>
              <a:rPr lang="en-US" altLang="zh-CN" sz="1400" b="0" i="1" dirty="0">
                <a:solidFill>
                  <a:srgbClr val="000000"/>
                </a:solidFill>
                <a:ea typeface="黑体" pitchFamily="2" charset="-122"/>
              </a:rPr>
              <a:t>z</a:t>
            </a:r>
          </a:p>
        </p:txBody>
      </p:sp>
      <p:sp>
        <p:nvSpPr>
          <p:cNvPr id="8199" name="Text Box 8"/>
          <p:cNvSpPr txBox="1">
            <a:spLocks noChangeArrowheads="1"/>
          </p:cNvSpPr>
          <p:nvPr/>
        </p:nvSpPr>
        <p:spPr bwMode="auto">
          <a:xfrm>
            <a:off x="6281420" y="5965952"/>
            <a:ext cx="601663"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r>
              <a:rPr lang="en-US" altLang="zh-CN" sz="3600" dirty="0">
                <a:solidFill>
                  <a:srgbClr val="000000"/>
                </a:solidFill>
                <a:latin typeface="黑体" pitchFamily="2" charset="-122"/>
                <a:ea typeface="黑体" pitchFamily="2" charset="-122"/>
              </a:rPr>
              <a:t> </a:t>
            </a:r>
            <a:r>
              <a:rPr lang="en-US" altLang="zh-CN" sz="1400" b="0" i="1" dirty="0">
                <a:solidFill>
                  <a:srgbClr val="000000"/>
                </a:solidFill>
                <a:ea typeface="黑体" pitchFamily="2" charset="-122"/>
              </a:rPr>
              <a:t>x</a:t>
            </a:r>
          </a:p>
        </p:txBody>
      </p:sp>
      <p:sp>
        <p:nvSpPr>
          <p:cNvPr id="8200" name="Text Box 9"/>
          <p:cNvSpPr txBox="1">
            <a:spLocks noChangeArrowheads="1"/>
          </p:cNvSpPr>
          <p:nvPr/>
        </p:nvSpPr>
        <p:spPr bwMode="auto">
          <a:xfrm>
            <a:off x="1036638" y="6399213"/>
            <a:ext cx="4489450" cy="234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nchor="ctr">
            <a:spAutoFit/>
          </a:bodyP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r>
              <a:rPr lang="en-US" altLang="zh-CN" sz="1400" b="0" i="1">
                <a:solidFill>
                  <a:srgbClr val="000000"/>
                </a:solidFill>
                <a:ea typeface="黑体" pitchFamily="2" charset="-122"/>
              </a:rPr>
              <a:t>     90                60                   45                  30                 0</a:t>
            </a:r>
          </a:p>
        </p:txBody>
      </p:sp>
      <p:sp>
        <p:nvSpPr>
          <p:cNvPr id="8201" name="Text Box 10"/>
          <p:cNvSpPr txBox="1">
            <a:spLocks noChangeArrowheads="1"/>
          </p:cNvSpPr>
          <p:nvPr/>
        </p:nvSpPr>
        <p:spPr bwMode="auto">
          <a:xfrm>
            <a:off x="5680075" y="250825"/>
            <a:ext cx="344488" cy="5978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nchor="ctr">
            <a:spAutoFit/>
          </a:bodyP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r>
              <a:rPr lang="en-US" altLang="zh-CN" sz="1400" b="0" i="1">
                <a:solidFill>
                  <a:srgbClr val="000000"/>
                </a:solidFill>
                <a:ea typeface="黑体" pitchFamily="2" charset="-122"/>
              </a:rPr>
              <a:t>90</a:t>
            </a:r>
          </a:p>
          <a:p>
            <a:pPr eaLnBrk="1" hangingPunct="1">
              <a:spcBef>
                <a:spcPct val="0"/>
              </a:spcBef>
              <a:buClrTx/>
              <a:buFontTx/>
              <a:buNone/>
            </a:pPr>
            <a:endParaRPr lang="en-US" altLang="zh-CN" sz="1400" b="0" i="1">
              <a:solidFill>
                <a:srgbClr val="000000"/>
              </a:solidFill>
              <a:ea typeface="黑体" pitchFamily="2" charset="-122"/>
            </a:endParaRPr>
          </a:p>
          <a:p>
            <a:pPr eaLnBrk="1" hangingPunct="1">
              <a:spcBef>
                <a:spcPct val="0"/>
              </a:spcBef>
              <a:buClrTx/>
              <a:buFontTx/>
              <a:buNone/>
            </a:pPr>
            <a:endParaRPr lang="en-US" altLang="zh-CN" sz="1400" b="0" i="1">
              <a:solidFill>
                <a:srgbClr val="000000"/>
              </a:solidFill>
              <a:ea typeface="黑体" pitchFamily="2" charset="-122"/>
            </a:endParaRPr>
          </a:p>
          <a:p>
            <a:pPr eaLnBrk="1" hangingPunct="1">
              <a:spcBef>
                <a:spcPct val="0"/>
              </a:spcBef>
              <a:buClrTx/>
              <a:buFontTx/>
              <a:buNone/>
            </a:pPr>
            <a:endParaRPr lang="en-US" altLang="zh-CN" sz="1400" b="0" i="1">
              <a:solidFill>
                <a:srgbClr val="000000"/>
              </a:solidFill>
              <a:ea typeface="黑体" pitchFamily="2" charset="-122"/>
            </a:endParaRPr>
          </a:p>
          <a:p>
            <a:pPr eaLnBrk="1" hangingPunct="1">
              <a:spcBef>
                <a:spcPct val="0"/>
              </a:spcBef>
              <a:buClrTx/>
              <a:buFontTx/>
              <a:buNone/>
            </a:pPr>
            <a:endParaRPr lang="en-US" altLang="zh-CN" sz="1400" b="0" i="1">
              <a:solidFill>
                <a:srgbClr val="000000"/>
              </a:solidFill>
              <a:ea typeface="黑体" pitchFamily="2" charset="-122"/>
            </a:endParaRPr>
          </a:p>
          <a:p>
            <a:pPr eaLnBrk="1" hangingPunct="1">
              <a:spcBef>
                <a:spcPct val="0"/>
              </a:spcBef>
              <a:buClrTx/>
              <a:buFontTx/>
              <a:buNone/>
            </a:pPr>
            <a:r>
              <a:rPr lang="en-US" altLang="zh-CN" sz="1400" b="0" i="1">
                <a:solidFill>
                  <a:srgbClr val="000000"/>
                </a:solidFill>
                <a:ea typeface="黑体" pitchFamily="2" charset="-122"/>
              </a:rPr>
              <a:t>60</a:t>
            </a:r>
          </a:p>
          <a:p>
            <a:pPr eaLnBrk="1" hangingPunct="1">
              <a:spcBef>
                <a:spcPct val="0"/>
              </a:spcBef>
              <a:buClrTx/>
              <a:buFontTx/>
              <a:buNone/>
            </a:pPr>
            <a:endParaRPr lang="en-US" altLang="zh-CN" sz="1400" b="0" i="1">
              <a:solidFill>
                <a:srgbClr val="000000"/>
              </a:solidFill>
              <a:ea typeface="黑体" pitchFamily="2" charset="-122"/>
            </a:endParaRPr>
          </a:p>
          <a:p>
            <a:pPr eaLnBrk="1" hangingPunct="1">
              <a:spcBef>
                <a:spcPct val="0"/>
              </a:spcBef>
              <a:buClrTx/>
              <a:buFontTx/>
              <a:buNone/>
            </a:pPr>
            <a:endParaRPr lang="en-US" altLang="zh-CN" sz="1400" b="0" i="1">
              <a:solidFill>
                <a:srgbClr val="000000"/>
              </a:solidFill>
              <a:ea typeface="黑体" pitchFamily="2" charset="-122"/>
            </a:endParaRPr>
          </a:p>
          <a:p>
            <a:pPr eaLnBrk="1" hangingPunct="1">
              <a:spcBef>
                <a:spcPct val="0"/>
              </a:spcBef>
              <a:buClrTx/>
              <a:buFontTx/>
              <a:buNone/>
            </a:pPr>
            <a:endParaRPr lang="en-US" altLang="zh-CN" sz="1400" b="0" i="1">
              <a:solidFill>
                <a:srgbClr val="000000"/>
              </a:solidFill>
              <a:ea typeface="黑体" pitchFamily="2" charset="-122"/>
            </a:endParaRPr>
          </a:p>
          <a:p>
            <a:pPr eaLnBrk="1" hangingPunct="1">
              <a:spcBef>
                <a:spcPct val="0"/>
              </a:spcBef>
              <a:buClrTx/>
              <a:buFontTx/>
              <a:buNone/>
            </a:pPr>
            <a:endParaRPr lang="en-US" altLang="zh-CN" sz="1400" b="0" i="1">
              <a:solidFill>
                <a:srgbClr val="000000"/>
              </a:solidFill>
              <a:ea typeface="黑体" pitchFamily="2" charset="-122"/>
            </a:endParaRPr>
          </a:p>
          <a:p>
            <a:pPr eaLnBrk="1" hangingPunct="1">
              <a:spcBef>
                <a:spcPct val="0"/>
              </a:spcBef>
              <a:buClrTx/>
              <a:buFontTx/>
              <a:buNone/>
            </a:pPr>
            <a:endParaRPr lang="en-US" altLang="zh-CN" sz="1400" b="0" i="1">
              <a:solidFill>
                <a:srgbClr val="000000"/>
              </a:solidFill>
              <a:ea typeface="黑体" pitchFamily="2" charset="-122"/>
            </a:endParaRPr>
          </a:p>
          <a:p>
            <a:pPr eaLnBrk="1" hangingPunct="1">
              <a:spcBef>
                <a:spcPct val="0"/>
              </a:spcBef>
              <a:buClrTx/>
              <a:buFontTx/>
              <a:buNone/>
            </a:pPr>
            <a:r>
              <a:rPr lang="en-US" altLang="zh-CN" sz="1400" b="0" i="1">
                <a:solidFill>
                  <a:srgbClr val="000000"/>
                </a:solidFill>
                <a:ea typeface="黑体" pitchFamily="2" charset="-122"/>
              </a:rPr>
              <a:t>45</a:t>
            </a:r>
          </a:p>
          <a:p>
            <a:pPr eaLnBrk="1" hangingPunct="1">
              <a:spcBef>
                <a:spcPct val="0"/>
              </a:spcBef>
              <a:buClrTx/>
              <a:buFontTx/>
              <a:buNone/>
            </a:pPr>
            <a:endParaRPr lang="en-US" altLang="zh-CN" sz="1400" b="0" i="1">
              <a:solidFill>
                <a:srgbClr val="000000"/>
              </a:solidFill>
              <a:ea typeface="黑体" pitchFamily="2" charset="-122"/>
            </a:endParaRPr>
          </a:p>
          <a:p>
            <a:pPr eaLnBrk="1" hangingPunct="1">
              <a:spcBef>
                <a:spcPct val="0"/>
              </a:spcBef>
              <a:buClrTx/>
              <a:buFontTx/>
              <a:buNone/>
            </a:pPr>
            <a:endParaRPr lang="en-US" altLang="zh-CN" sz="1400" b="0" i="1">
              <a:solidFill>
                <a:srgbClr val="000000"/>
              </a:solidFill>
              <a:ea typeface="黑体" pitchFamily="2" charset="-122"/>
            </a:endParaRPr>
          </a:p>
          <a:p>
            <a:pPr eaLnBrk="1" hangingPunct="1">
              <a:spcBef>
                <a:spcPct val="0"/>
              </a:spcBef>
              <a:buClrTx/>
              <a:buFontTx/>
              <a:buNone/>
            </a:pPr>
            <a:endParaRPr lang="en-US" altLang="zh-CN" sz="1400" b="0" i="1">
              <a:solidFill>
                <a:srgbClr val="000000"/>
              </a:solidFill>
              <a:ea typeface="黑体" pitchFamily="2" charset="-122"/>
            </a:endParaRPr>
          </a:p>
          <a:p>
            <a:pPr eaLnBrk="1" hangingPunct="1">
              <a:spcBef>
                <a:spcPct val="0"/>
              </a:spcBef>
              <a:buClrTx/>
              <a:buFontTx/>
              <a:buNone/>
            </a:pPr>
            <a:endParaRPr lang="en-US" altLang="zh-CN" sz="1400" b="0" i="1">
              <a:solidFill>
                <a:srgbClr val="000000"/>
              </a:solidFill>
              <a:ea typeface="黑体" pitchFamily="2" charset="-122"/>
            </a:endParaRPr>
          </a:p>
          <a:p>
            <a:pPr eaLnBrk="1" hangingPunct="1">
              <a:spcBef>
                <a:spcPct val="0"/>
              </a:spcBef>
              <a:buClrTx/>
              <a:buFontTx/>
              <a:buNone/>
            </a:pPr>
            <a:endParaRPr lang="en-US" altLang="zh-CN" sz="1400" b="0" i="1">
              <a:solidFill>
                <a:srgbClr val="000000"/>
              </a:solidFill>
              <a:ea typeface="黑体" pitchFamily="2" charset="-122"/>
            </a:endParaRPr>
          </a:p>
          <a:p>
            <a:pPr eaLnBrk="1" hangingPunct="1">
              <a:spcBef>
                <a:spcPct val="0"/>
              </a:spcBef>
              <a:buClrTx/>
              <a:buFontTx/>
              <a:buNone/>
            </a:pPr>
            <a:endParaRPr lang="en-US" altLang="zh-CN" sz="1400" b="0" i="1">
              <a:solidFill>
                <a:srgbClr val="000000"/>
              </a:solidFill>
              <a:ea typeface="黑体" pitchFamily="2" charset="-122"/>
            </a:endParaRPr>
          </a:p>
          <a:p>
            <a:pPr eaLnBrk="1" hangingPunct="1">
              <a:spcBef>
                <a:spcPct val="0"/>
              </a:spcBef>
              <a:buClrTx/>
              <a:buFontTx/>
              <a:buNone/>
            </a:pPr>
            <a:endParaRPr lang="en-US" altLang="zh-CN" sz="1400" b="0" i="1">
              <a:solidFill>
                <a:srgbClr val="000000"/>
              </a:solidFill>
              <a:ea typeface="黑体" pitchFamily="2" charset="-122"/>
            </a:endParaRPr>
          </a:p>
          <a:p>
            <a:pPr eaLnBrk="1" hangingPunct="1">
              <a:spcBef>
                <a:spcPct val="0"/>
              </a:spcBef>
              <a:buClrTx/>
              <a:buFontTx/>
              <a:buNone/>
            </a:pPr>
            <a:endParaRPr lang="en-US" altLang="zh-CN" sz="1400" b="0" i="1">
              <a:solidFill>
                <a:srgbClr val="000000"/>
              </a:solidFill>
              <a:ea typeface="黑体" pitchFamily="2" charset="-122"/>
            </a:endParaRPr>
          </a:p>
          <a:p>
            <a:pPr eaLnBrk="1" hangingPunct="1">
              <a:spcBef>
                <a:spcPct val="0"/>
              </a:spcBef>
              <a:buClrTx/>
              <a:buFontTx/>
              <a:buNone/>
            </a:pPr>
            <a:endParaRPr lang="en-US" altLang="zh-CN" sz="1400" b="0" i="1">
              <a:solidFill>
                <a:srgbClr val="000000"/>
              </a:solidFill>
              <a:ea typeface="黑体" pitchFamily="2" charset="-122"/>
            </a:endParaRPr>
          </a:p>
          <a:p>
            <a:pPr eaLnBrk="1" hangingPunct="1">
              <a:spcBef>
                <a:spcPct val="0"/>
              </a:spcBef>
              <a:buClrTx/>
              <a:buFontTx/>
              <a:buNone/>
            </a:pPr>
            <a:endParaRPr lang="en-US" altLang="zh-CN" sz="1400" b="0" i="1">
              <a:solidFill>
                <a:srgbClr val="000000"/>
              </a:solidFill>
              <a:ea typeface="黑体" pitchFamily="2" charset="-122"/>
            </a:endParaRPr>
          </a:p>
          <a:p>
            <a:pPr eaLnBrk="1" hangingPunct="1">
              <a:spcBef>
                <a:spcPct val="0"/>
              </a:spcBef>
              <a:buClrTx/>
              <a:buFontTx/>
              <a:buNone/>
            </a:pPr>
            <a:endParaRPr lang="en-US" altLang="zh-CN" sz="1400" b="0" i="1">
              <a:solidFill>
                <a:srgbClr val="000000"/>
              </a:solidFill>
              <a:ea typeface="黑体" pitchFamily="2" charset="-122"/>
            </a:endParaRPr>
          </a:p>
          <a:p>
            <a:pPr eaLnBrk="1" hangingPunct="1">
              <a:spcBef>
                <a:spcPct val="0"/>
              </a:spcBef>
              <a:buClrTx/>
              <a:buFontTx/>
              <a:buNone/>
            </a:pPr>
            <a:r>
              <a:rPr lang="en-US" altLang="zh-CN" sz="1400" b="0" i="1">
                <a:solidFill>
                  <a:srgbClr val="000000"/>
                </a:solidFill>
                <a:ea typeface="黑体" pitchFamily="2" charset="-122"/>
              </a:rPr>
              <a:t>30</a:t>
            </a:r>
          </a:p>
          <a:p>
            <a:pPr eaLnBrk="1" hangingPunct="1">
              <a:spcBef>
                <a:spcPct val="0"/>
              </a:spcBef>
              <a:buClrTx/>
              <a:buFontTx/>
              <a:buNone/>
            </a:pPr>
            <a:endParaRPr lang="en-US" altLang="zh-CN" sz="1400" b="0" i="1">
              <a:solidFill>
                <a:srgbClr val="000000"/>
              </a:solidFill>
              <a:ea typeface="黑体" pitchFamily="2" charset="-122"/>
            </a:endParaRPr>
          </a:p>
          <a:p>
            <a:pPr eaLnBrk="1" hangingPunct="1">
              <a:spcBef>
                <a:spcPct val="0"/>
              </a:spcBef>
              <a:buClrTx/>
              <a:buFontTx/>
              <a:buNone/>
            </a:pPr>
            <a:endParaRPr lang="en-US" altLang="zh-CN" sz="1400" b="0" i="1">
              <a:solidFill>
                <a:srgbClr val="000000"/>
              </a:solidFill>
              <a:ea typeface="黑体" pitchFamily="2" charset="-122"/>
            </a:endParaRPr>
          </a:p>
          <a:p>
            <a:pPr eaLnBrk="1" hangingPunct="1">
              <a:spcBef>
                <a:spcPct val="0"/>
              </a:spcBef>
              <a:buClrTx/>
              <a:buFontTx/>
              <a:buNone/>
            </a:pPr>
            <a:endParaRPr lang="en-US" altLang="zh-CN" sz="1400" b="0" i="1">
              <a:solidFill>
                <a:srgbClr val="000000"/>
              </a:solidFill>
              <a:ea typeface="黑体" pitchFamily="2" charset="-122"/>
            </a:endParaRPr>
          </a:p>
          <a:p>
            <a:pPr eaLnBrk="1" hangingPunct="1">
              <a:spcBef>
                <a:spcPct val="0"/>
              </a:spcBef>
              <a:buClrTx/>
              <a:buFontTx/>
              <a:buNone/>
            </a:pPr>
            <a:r>
              <a:rPr lang="en-US" altLang="zh-CN" sz="1400" b="0" i="1">
                <a:solidFill>
                  <a:srgbClr val="000000"/>
                </a:solidFill>
                <a:ea typeface="黑体" pitchFamily="2" charset="-122"/>
              </a:rPr>
              <a:t> 0</a:t>
            </a:r>
            <a:endParaRPr lang="en-US" altLang="zh-CN" sz="2000"/>
          </a:p>
        </p:txBody>
      </p:sp>
      <p:graphicFrame>
        <p:nvGraphicFramePr>
          <p:cNvPr id="8202" name="Object 11"/>
          <p:cNvGraphicFramePr>
            <a:graphicFrameLocks noChangeAspect="1"/>
          </p:cNvGraphicFramePr>
          <p:nvPr/>
        </p:nvGraphicFramePr>
        <p:xfrm>
          <a:off x="5667375" y="3935413"/>
          <a:ext cx="515938" cy="212725"/>
        </p:xfrm>
        <a:graphic>
          <a:graphicData uri="http://schemas.openxmlformats.org/presentationml/2006/ole">
            <mc:AlternateContent xmlns:mc="http://schemas.openxmlformats.org/markup-compatibility/2006">
              <mc:Choice xmlns:v="urn:schemas-microsoft-com:vml" Requires="v">
                <p:oleObj spid="_x0000_s8223" name="公式" r:id="rId4" imgW="431425" imgH="177646" progId="Equation.3">
                  <p:embed/>
                </p:oleObj>
              </mc:Choice>
              <mc:Fallback>
                <p:oleObj name="公式" r:id="rId4" imgW="431425" imgH="177646" progId="Equation.3">
                  <p:embed/>
                  <p:pic>
                    <p:nvPicPr>
                      <p:cNvPr id="0" name="Object 1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667375" y="3935413"/>
                        <a:ext cx="515938" cy="2127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50000"/>
              </a:spcBef>
              <a:buClrTx/>
              <a:buFontTx/>
              <a:buNone/>
            </a:pPr>
            <a:fld id="{1452444A-272F-4DCA-BDAB-4AF11662AE49}" type="slidenum">
              <a:rPr lang="en-US" altLang="zh-CN" sz="1400" smtClean="0">
                <a:solidFill>
                  <a:schemeClr val="bg2"/>
                </a:solidFill>
              </a:rPr>
              <a:pPr eaLnBrk="1" hangingPunct="1">
                <a:spcBef>
                  <a:spcPct val="50000"/>
                </a:spcBef>
                <a:buClrTx/>
                <a:buFontTx/>
                <a:buNone/>
              </a:pPr>
              <a:t>7</a:t>
            </a:fld>
            <a:endParaRPr lang="en-US" altLang="zh-CN" sz="1400" smtClean="0">
              <a:solidFill>
                <a:schemeClr val="bg2"/>
              </a:solidFill>
            </a:endParaRPr>
          </a:p>
        </p:txBody>
      </p:sp>
      <p:grpSp>
        <p:nvGrpSpPr>
          <p:cNvPr id="2" name="Group 11"/>
          <p:cNvGrpSpPr>
            <a:grpSpLocks/>
          </p:cNvGrpSpPr>
          <p:nvPr/>
        </p:nvGrpSpPr>
        <p:grpSpPr bwMode="auto">
          <a:xfrm>
            <a:off x="1947863" y="1717675"/>
            <a:ext cx="2238375" cy="2936875"/>
            <a:chOff x="2117" y="899"/>
            <a:chExt cx="1410" cy="1850"/>
          </a:xfrm>
        </p:grpSpPr>
        <p:sp>
          <p:nvSpPr>
            <p:cNvPr id="9252" name="Line 12"/>
            <p:cNvSpPr>
              <a:spLocks noChangeShapeType="1"/>
            </p:cNvSpPr>
            <p:nvPr/>
          </p:nvSpPr>
          <p:spPr bwMode="auto">
            <a:xfrm flipH="1">
              <a:off x="2296" y="2145"/>
              <a:ext cx="998" cy="0"/>
            </a:xfrm>
            <a:prstGeom prst="line">
              <a:avLst/>
            </a:prstGeom>
            <a:noFill/>
            <a:ln w="9525">
              <a:solidFill>
                <a:srgbClr val="A50021"/>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253" name="Line 13"/>
            <p:cNvSpPr>
              <a:spLocks noChangeShapeType="1"/>
            </p:cNvSpPr>
            <p:nvPr/>
          </p:nvSpPr>
          <p:spPr bwMode="auto">
            <a:xfrm flipH="1">
              <a:off x="2890" y="2145"/>
              <a:ext cx="404" cy="400"/>
            </a:xfrm>
            <a:prstGeom prst="line">
              <a:avLst/>
            </a:prstGeom>
            <a:noFill/>
            <a:ln w="9525">
              <a:solidFill>
                <a:srgbClr val="A50021"/>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254" name="Text Box 14"/>
            <p:cNvSpPr txBox="1">
              <a:spLocks noChangeArrowheads="1"/>
            </p:cNvSpPr>
            <p:nvPr/>
          </p:nvSpPr>
          <p:spPr bwMode="auto">
            <a:xfrm>
              <a:off x="2117" y="1909"/>
              <a:ext cx="23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r>
                <a:rPr lang="en-US" altLang="zh-CN" sz="2000">
                  <a:solidFill>
                    <a:srgbClr val="A50021"/>
                  </a:solidFill>
                </a:rPr>
                <a:t>X</a:t>
              </a:r>
            </a:p>
          </p:txBody>
        </p:sp>
        <p:sp>
          <p:nvSpPr>
            <p:cNvPr id="9255" name="Text Box 15"/>
            <p:cNvSpPr txBox="1">
              <a:spLocks noChangeArrowheads="1"/>
            </p:cNvSpPr>
            <p:nvPr/>
          </p:nvSpPr>
          <p:spPr bwMode="auto">
            <a:xfrm>
              <a:off x="2771" y="2499"/>
              <a:ext cx="23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r>
                <a:rPr lang="en-US" altLang="zh-CN" sz="2000">
                  <a:solidFill>
                    <a:srgbClr val="A50021"/>
                  </a:solidFill>
                </a:rPr>
                <a:t>Y</a:t>
              </a:r>
            </a:p>
          </p:txBody>
        </p:sp>
        <p:sp>
          <p:nvSpPr>
            <p:cNvPr id="9256" name="Text Box 16"/>
            <p:cNvSpPr txBox="1">
              <a:spLocks noChangeArrowheads="1"/>
            </p:cNvSpPr>
            <p:nvPr/>
          </p:nvSpPr>
          <p:spPr bwMode="auto">
            <a:xfrm>
              <a:off x="3163" y="899"/>
              <a:ext cx="223"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r>
                <a:rPr lang="en-US" altLang="zh-CN" sz="2000">
                  <a:solidFill>
                    <a:srgbClr val="A50021"/>
                  </a:solidFill>
                </a:rPr>
                <a:t>Z</a:t>
              </a:r>
            </a:p>
          </p:txBody>
        </p:sp>
        <p:sp>
          <p:nvSpPr>
            <p:cNvPr id="9257" name="Text Box 17"/>
            <p:cNvSpPr txBox="1">
              <a:spLocks noChangeArrowheads="1"/>
            </p:cNvSpPr>
            <p:nvPr/>
          </p:nvSpPr>
          <p:spPr bwMode="auto">
            <a:xfrm>
              <a:off x="3287" y="2033"/>
              <a:ext cx="24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r>
                <a:rPr lang="en-US" altLang="zh-CN" sz="2000">
                  <a:solidFill>
                    <a:srgbClr val="A50021"/>
                  </a:solidFill>
                </a:rPr>
                <a:t>O</a:t>
              </a:r>
            </a:p>
          </p:txBody>
        </p:sp>
        <p:sp>
          <p:nvSpPr>
            <p:cNvPr id="9258" name="Line 18"/>
            <p:cNvSpPr>
              <a:spLocks noChangeShapeType="1"/>
            </p:cNvSpPr>
            <p:nvPr/>
          </p:nvSpPr>
          <p:spPr bwMode="auto">
            <a:xfrm flipV="1">
              <a:off x="3288" y="1104"/>
              <a:ext cx="0" cy="1044"/>
            </a:xfrm>
            <a:prstGeom prst="line">
              <a:avLst/>
            </a:prstGeom>
            <a:noFill/>
            <a:ln w="9525">
              <a:solidFill>
                <a:srgbClr val="A50021"/>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198675" name="AutoShape 19"/>
          <p:cNvSpPr>
            <a:spLocks noChangeArrowheads="1"/>
          </p:cNvSpPr>
          <p:nvPr/>
        </p:nvSpPr>
        <p:spPr bwMode="auto">
          <a:xfrm>
            <a:off x="2554288" y="2833688"/>
            <a:ext cx="1263650" cy="1162050"/>
          </a:xfrm>
          <a:prstGeom prst="cube">
            <a:avLst>
              <a:gd name="adj" fmla="val 25000"/>
            </a:avLst>
          </a:prstGeom>
          <a:solidFill>
            <a:srgbClr val="CCFFCC"/>
          </a:solidFill>
          <a:ln w="28575">
            <a:solidFill>
              <a:srgbClr val="009999"/>
            </a:solidFill>
            <a:miter lim="800000"/>
            <a:headEnd/>
            <a:tailEnd/>
          </a:ln>
        </p:spPr>
        <p:txBody>
          <a:bodyPr wrap="none" anchor="ct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endParaRPr kumimoji="0" lang="zh-CN" altLang="en-US" sz="2000"/>
          </a:p>
        </p:txBody>
      </p:sp>
      <p:sp>
        <p:nvSpPr>
          <p:cNvPr id="198676" name="Rectangle 20"/>
          <p:cNvSpPr>
            <a:spLocks noChangeArrowheads="1"/>
          </p:cNvSpPr>
          <p:nvPr/>
        </p:nvSpPr>
        <p:spPr bwMode="auto">
          <a:xfrm>
            <a:off x="4357688" y="2503488"/>
            <a:ext cx="2528887" cy="2921000"/>
          </a:xfrm>
          <a:prstGeom prst="rect">
            <a:avLst/>
          </a:prstGeom>
          <a:solidFill>
            <a:srgbClr val="FFFFCC"/>
          </a:solidFill>
          <a:ln w="19050">
            <a:solidFill>
              <a:srgbClr val="666699"/>
            </a:solidFill>
            <a:miter lim="800000"/>
            <a:headEnd/>
            <a:tailEnd/>
          </a:ln>
          <a:effectLst>
            <a:outerShdw dist="35921" dir="2700000" algn="ctr" rotWithShape="0">
              <a:srgbClr val="808080"/>
            </a:outerShdw>
          </a:effectLst>
        </p:spPr>
        <p:txBody>
          <a:bodyPr wrap="none" anchor="ct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eaLnBrk="1" hangingPunct="1">
              <a:spcBef>
                <a:spcPct val="0"/>
              </a:spcBef>
              <a:buClrTx/>
              <a:buFontTx/>
              <a:buNone/>
            </a:pPr>
            <a:endParaRPr lang="zh-CN" altLang="zh-CN" sz="2800"/>
          </a:p>
        </p:txBody>
      </p:sp>
      <p:sp>
        <p:nvSpPr>
          <p:cNvPr id="198677" name="Line 21"/>
          <p:cNvSpPr>
            <a:spLocks noChangeShapeType="1"/>
          </p:cNvSpPr>
          <p:nvPr/>
        </p:nvSpPr>
        <p:spPr bwMode="auto">
          <a:xfrm>
            <a:off x="3816350" y="2840038"/>
            <a:ext cx="2273300" cy="685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8678" name="Line 22"/>
          <p:cNvSpPr>
            <a:spLocks noChangeShapeType="1"/>
          </p:cNvSpPr>
          <p:nvPr/>
        </p:nvSpPr>
        <p:spPr bwMode="auto">
          <a:xfrm>
            <a:off x="2846388" y="2832100"/>
            <a:ext cx="2295525" cy="6985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8679" name="Line 23"/>
          <p:cNvSpPr>
            <a:spLocks noChangeShapeType="1"/>
          </p:cNvSpPr>
          <p:nvPr/>
        </p:nvSpPr>
        <p:spPr bwMode="auto">
          <a:xfrm>
            <a:off x="3521075" y="3125788"/>
            <a:ext cx="2727325" cy="863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8680" name="Line 24"/>
          <p:cNvSpPr>
            <a:spLocks noChangeShapeType="1"/>
          </p:cNvSpPr>
          <p:nvPr/>
        </p:nvSpPr>
        <p:spPr bwMode="auto">
          <a:xfrm>
            <a:off x="2549525" y="3130550"/>
            <a:ext cx="2711450" cy="87153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8681" name="Line 25"/>
          <p:cNvSpPr>
            <a:spLocks noChangeShapeType="1"/>
          </p:cNvSpPr>
          <p:nvPr/>
        </p:nvSpPr>
        <p:spPr bwMode="auto">
          <a:xfrm>
            <a:off x="3527425" y="3994150"/>
            <a:ext cx="2719388" cy="9080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8682" name="Line 26"/>
          <p:cNvSpPr>
            <a:spLocks noChangeShapeType="1"/>
          </p:cNvSpPr>
          <p:nvPr/>
        </p:nvSpPr>
        <p:spPr bwMode="auto">
          <a:xfrm>
            <a:off x="2557463" y="4000500"/>
            <a:ext cx="2725737" cy="9207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8683" name="Line 27"/>
          <p:cNvSpPr>
            <a:spLocks noChangeShapeType="1"/>
          </p:cNvSpPr>
          <p:nvPr/>
        </p:nvSpPr>
        <p:spPr bwMode="auto">
          <a:xfrm>
            <a:off x="5118100" y="3522663"/>
            <a:ext cx="160338" cy="49371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8684" name="Line 28"/>
          <p:cNvSpPr>
            <a:spLocks noChangeShapeType="1"/>
          </p:cNvSpPr>
          <p:nvPr/>
        </p:nvSpPr>
        <p:spPr bwMode="auto">
          <a:xfrm>
            <a:off x="5270500" y="3989388"/>
            <a:ext cx="0" cy="91916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8685" name="Line 29"/>
          <p:cNvSpPr>
            <a:spLocks noChangeShapeType="1"/>
          </p:cNvSpPr>
          <p:nvPr/>
        </p:nvSpPr>
        <p:spPr bwMode="auto">
          <a:xfrm>
            <a:off x="5243513" y="4905375"/>
            <a:ext cx="995362" cy="317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8686" name="Line 30"/>
          <p:cNvSpPr>
            <a:spLocks noChangeShapeType="1"/>
          </p:cNvSpPr>
          <p:nvPr/>
        </p:nvSpPr>
        <p:spPr bwMode="auto">
          <a:xfrm>
            <a:off x="5246688" y="3995738"/>
            <a:ext cx="98425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8687" name="Line 31"/>
          <p:cNvSpPr>
            <a:spLocks noChangeShapeType="1"/>
          </p:cNvSpPr>
          <p:nvPr/>
        </p:nvSpPr>
        <p:spPr bwMode="auto">
          <a:xfrm flipV="1">
            <a:off x="5129213" y="3532188"/>
            <a:ext cx="954087" cy="635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8688" name="Line 32"/>
          <p:cNvSpPr>
            <a:spLocks noChangeShapeType="1"/>
          </p:cNvSpPr>
          <p:nvPr/>
        </p:nvSpPr>
        <p:spPr bwMode="auto">
          <a:xfrm>
            <a:off x="6065838" y="3530600"/>
            <a:ext cx="173037" cy="468313"/>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8689" name="Line 33"/>
          <p:cNvSpPr>
            <a:spLocks noChangeShapeType="1"/>
          </p:cNvSpPr>
          <p:nvPr/>
        </p:nvSpPr>
        <p:spPr bwMode="auto">
          <a:xfrm>
            <a:off x="6064250" y="4400550"/>
            <a:ext cx="168275" cy="520700"/>
          </a:xfrm>
          <a:prstGeom prst="line">
            <a:avLst/>
          </a:prstGeom>
          <a:noFill/>
          <a:ln w="12700">
            <a:solidFill>
              <a:schemeClr val="tx1"/>
            </a:solidFill>
            <a:prstDash val="lg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8690" name="Line 34"/>
          <p:cNvSpPr>
            <a:spLocks noChangeShapeType="1"/>
          </p:cNvSpPr>
          <p:nvPr/>
        </p:nvSpPr>
        <p:spPr bwMode="auto">
          <a:xfrm>
            <a:off x="6232525" y="3990975"/>
            <a:ext cx="0" cy="92392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8691" name="Line 35"/>
          <p:cNvSpPr>
            <a:spLocks noChangeShapeType="1"/>
          </p:cNvSpPr>
          <p:nvPr/>
        </p:nvSpPr>
        <p:spPr bwMode="auto">
          <a:xfrm flipV="1">
            <a:off x="6075363" y="2695575"/>
            <a:ext cx="0" cy="1738313"/>
          </a:xfrm>
          <a:prstGeom prst="line">
            <a:avLst/>
          </a:prstGeom>
          <a:noFill/>
          <a:ln w="9525">
            <a:solidFill>
              <a:srgbClr val="A50021"/>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8692" name="Text Box 36"/>
          <p:cNvSpPr txBox="1">
            <a:spLocks noChangeArrowheads="1"/>
          </p:cNvSpPr>
          <p:nvPr/>
        </p:nvSpPr>
        <p:spPr bwMode="auto">
          <a:xfrm>
            <a:off x="5716588" y="2630488"/>
            <a:ext cx="3540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r>
              <a:rPr lang="en-US" altLang="zh-CN" sz="2000">
                <a:solidFill>
                  <a:srgbClr val="A50021"/>
                </a:solidFill>
              </a:rPr>
              <a:t>Z</a:t>
            </a:r>
            <a:endParaRPr lang="en-US" altLang="zh-CN" sz="2800">
              <a:solidFill>
                <a:srgbClr val="A50021"/>
              </a:solidFill>
            </a:endParaRPr>
          </a:p>
        </p:txBody>
      </p:sp>
      <p:sp>
        <p:nvSpPr>
          <p:cNvPr id="198693" name="Line 37"/>
          <p:cNvSpPr>
            <a:spLocks noChangeShapeType="1"/>
          </p:cNvSpPr>
          <p:nvPr/>
        </p:nvSpPr>
        <p:spPr bwMode="auto">
          <a:xfrm>
            <a:off x="6061075" y="4402138"/>
            <a:ext cx="325438" cy="971550"/>
          </a:xfrm>
          <a:prstGeom prst="line">
            <a:avLst/>
          </a:prstGeom>
          <a:noFill/>
          <a:ln w="9525">
            <a:solidFill>
              <a:srgbClr val="A50021"/>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8694" name="Text Box 38"/>
          <p:cNvSpPr txBox="1">
            <a:spLocks noChangeArrowheads="1"/>
          </p:cNvSpPr>
          <p:nvPr/>
        </p:nvSpPr>
        <p:spPr bwMode="auto">
          <a:xfrm>
            <a:off x="6310313" y="5057775"/>
            <a:ext cx="3683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r>
              <a:rPr lang="en-US" altLang="zh-CN" sz="2000">
                <a:solidFill>
                  <a:srgbClr val="A50021"/>
                </a:solidFill>
              </a:rPr>
              <a:t>Y</a:t>
            </a:r>
          </a:p>
        </p:txBody>
      </p:sp>
      <p:sp>
        <p:nvSpPr>
          <p:cNvPr id="198695" name="Text Box 39"/>
          <p:cNvSpPr txBox="1">
            <a:spLocks noChangeArrowheads="1"/>
          </p:cNvSpPr>
          <p:nvPr/>
        </p:nvSpPr>
        <p:spPr bwMode="auto">
          <a:xfrm>
            <a:off x="5770563" y="4368800"/>
            <a:ext cx="3810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r>
              <a:rPr lang="en-US" altLang="zh-CN" sz="2000">
                <a:solidFill>
                  <a:srgbClr val="A50021"/>
                </a:solidFill>
              </a:rPr>
              <a:t>O</a:t>
            </a:r>
          </a:p>
        </p:txBody>
      </p:sp>
      <p:sp>
        <p:nvSpPr>
          <p:cNvPr id="198696" name="Line 40"/>
          <p:cNvSpPr>
            <a:spLocks noChangeShapeType="1"/>
          </p:cNvSpPr>
          <p:nvPr/>
        </p:nvSpPr>
        <p:spPr bwMode="auto">
          <a:xfrm flipH="1" flipV="1">
            <a:off x="5092700" y="4405313"/>
            <a:ext cx="995363" cy="12700"/>
          </a:xfrm>
          <a:prstGeom prst="line">
            <a:avLst/>
          </a:prstGeom>
          <a:noFill/>
          <a:ln w="9525">
            <a:solidFill>
              <a:srgbClr val="A50021"/>
            </a:solidFill>
            <a:prstDash val="lg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8697" name="Line 41"/>
          <p:cNvSpPr>
            <a:spLocks noChangeShapeType="1"/>
          </p:cNvSpPr>
          <p:nvPr/>
        </p:nvSpPr>
        <p:spPr bwMode="auto">
          <a:xfrm flipH="1">
            <a:off x="4803775" y="4395788"/>
            <a:ext cx="279400" cy="6350"/>
          </a:xfrm>
          <a:prstGeom prst="line">
            <a:avLst/>
          </a:prstGeom>
          <a:noFill/>
          <a:ln w="9525">
            <a:solidFill>
              <a:srgbClr val="A50021"/>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8698" name="Text Box 42"/>
          <p:cNvSpPr txBox="1">
            <a:spLocks noChangeArrowheads="1"/>
          </p:cNvSpPr>
          <p:nvPr/>
        </p:nvSpPr>
        <p:spPr bwMode="auto">
          <a:xfrm>
            <a:off x="4556125" y="4075113"/>
            <a:ext cx="3683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r>
              <a:rPr lang="en-US" altLang="zh-CN" sz="2000">
                <a:solidFill>
                  <a:srgbClr val="A50021"/>
                </a:solidFill>
              </a:rPr>
              <a:t>X</a:t>
            </a:r>
          </a:p>
        </p:txBody>
      </p:sp>
      <p:sp>
        <p:nvSpPr>
          <p:cNvPr id="198699" name="Line 43"/>
          <p:cNvSpPr>
            <a:spLocks noChangeShapeType="1"/>
          </p:cNvSpPr>
          <p:nvPr/>
        </p:nvSpPr>
        <p:spPr bwMode="auto">
          <a:xfrm>
            <a:off x="3836988" y="2141538"/>
            <a:ext cx="2251075" cy="5905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8700" name="Line 44"/>
          <p:cNvSpPr>
            <a:spLocks noChangeShapeType="1"/>
          </p:cNvSpPr>
          <p:nvPr/>
        </p:nvSpPr>
        <p:spPr bwMode="auto">
          <a:xfrm>
            <a:off x="3221038" y="4298950"/>
            <a:ext cx="3151187" cy="107156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8703" name="Line 47"/>
          <p:cNvSpPr>
            <a:spLocks noChangeShapeType="1"/>
          </p:cNvSpPr>
          <p:nvPr/>
        </p:nvSpPr>
        <p:spPr bwMode="auto">
          <a:xfrm>
            <a:off x="3824288" y="3698875"/>
            <a:ext cx="2239962" cy="711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8704" name="Line 48"/>
          <p:cNvSpPr>
            <a:spLocks noChangeShapeType="1"/>
          </p:cNvSpPr>
          <p:nvPr/>
        </p:nvSpPr>
        <p:spPr bwMode="auto">
          <a:xfrm>
            <a:off x="5114925" y="3546475"/>
            <a:ext cx="0" cy="85725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8705" name="Line 49"/>
          <p:cNvSpPr>
            <a:spLocks noChangeShapeType="1"/>
          </p:cNvSpPr>
          <p:nvPr/>
        </p:nvSpPr>
        <p:spPr bwMode="auto">
          <a:xfrm>
            <a:off x="5108575" y="4387850"/>
            <a:ext cx="142875" cy="512763"/>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8706" name="Line 50"/>
          <p:cNvSpPr>
            <a:spLocks noChangeShapeType="1"/>
          </p:cNvSpPr>
          <p:nvPr/>
        </p:nvSpPr>
        <p:spPr bwMode="auto">
          <a:xfrm>
            <a:off x="6070600" y="3524250"/>
            <a:ext cx="0" cy="893763"/>
          </a:xfrm>
          <a:prstGeom prst="line">
            <a:avLst/>
          </a:prstGeom>
          <a:noFill/>
          <a:ln w="12700">
            <a:solidFill>
              <a:schemeClr val="tx1"/>
            </a:solidFill>
            <a:prstDash val="lg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8707" name="Line 51"/>
          <p:cNvSpPr>
            <a:spLocks noChangeShapeType="1"/>
          </p:cNvSpPr>
          <p:nvPr/>
        </p:nvSpPr>
        <p:spPr bwMode="auto">
          <a:xfrm>
            <a:off x="5091113" y="4406900"/>
            <a:ext cx="992187" cy="3175"/>
          </a:xfrm>
          <a:prstGeom prst="line">
            <a:avLst/>
          </a:prstGeom>
          <a:noFill/>
          <a:ln w="12700">
            <a:solidFill>
              <a:schemeClr val="tx1"/>
            </a:solidFill>
            <a:prstDash val="lg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8810" name="Text Box 154"/>
          <p:cNvSpPr txBox="1">
            <a:spLocks noChangeArrowheads="1"/>
          </p:cNvSpPr>
          <p:nvPr/>
        </p:nvSpPr>
        <p:spPr bwMode="auto">
          <a:xfrm>
            <a:off x="995363" y="407988"/>
            <a:ext cx="7021512" cy="701675"/>
          </a:xfrm>
          <a:prstGeom prst="rect">
            <a:avLst/>
          </a:prstGeom>
          <a:noFill/>
          <a:ln w="9525">
            <a:noFill/>
            <a:miter lim="800000"/>
            <a:headEnd/>
            <a:tailEnd/>
          </a:ln>
        </p:spPr>
        <p:txBody>
          <a:bodyPr>
            <a:spAutoFit/>
          </a:bodyPr>
          <a:lstStyle/>
          <a:p>
            <a:pPr>
              <a:defRPr/>
            </a:pPr>
            <a:r>
              <a:rPr kumimoji="1" lang="zh-CN" altLang="en-US" sz="4000">
                <a:solidFill>
                  <a:srgbClr val="A50021"/>
                </a:solidFill>
                <a:effectLst>
                  <a:outerShdw blurRad="38100" dist="38100" dir="2700000" algn="tl">
                    <a:srgbClr val="C0C0C0"/>
                  </a:outerShdw>
                </a:effectLst>
                <a:latin typeface="隶书" pitchFamily="49" charset="-122"/>
                <a:ea typeface="隶书" pitchFamily="49" charset="-122"/>
              </a:rPr>
              <a:t>还有其它的方法吗？</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 presetClass="entr" presetSubtype="10" fill="hold" grpId="0" nodeType="afterEffect">
                                  <p:stCondLst>
                                    <p:cond delay="0"/>
                                  </p:stCondLst>
                                  <p:childTnLst>
                                    <p:set>
                                      <p:cBhvr>
                                        <p:cTn id="6" dur="1" fill="hold">
                                          <p:stCondLst>
                                            <p:cond delay="0"/>
                                          </p:stCondLst>
                                        </p:cTn>
                                        <p:tgtEl>
                                          <p:spTgt spid="198810"/>
                                        </p:tgtEl>
                                        <p:attrNameLst>
                                          <p:attrName>style.visibility</p:attrName>
                                        </p:attrNameLst>
                                      </p:cBhvr>
                                      <p:to>
                                        <p:strVal val="visible"/>
                                      </p:to>
                                    </p:set>
                                    <p:animEffect transition="in" filter="checkerboard(across)">
                                      <p:cBhvr>
                                        <p:cTn id="7" dur="500"/>
                                        <p:tgtEl>
                                          <p:spTgt spid="19881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32"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ox(out)">
                                      <p:cBhvr>
                                        <p:cTn id="12" dur="500"/>
                                        <p:tgtEl>
                                          <p:spTgt spid="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3" fill="hold" grpId="0" nodeType="clickEffect">
                                  <p:stCondLst>
                                    <p:cond delay="0"/>
                                  </p:stCondLst>
                                  <p:childTnLst>
                                    <p:set>
                                      <p:cBhvr>
                                        <p:cTn id="16" dur="1" fill="hold">
                                          <p:stCondLst>
                                            <p:cond delay="0"/>
                                          </p:stCondLst>
                                        </p:cTn>
                                        <p:tgtEl>
                                          <p:spTgt spid="198675"/>
                                        </p:tgtEl>
                                        <p:attrNameLst>
                                          <p:attrName>style.visibility</p:attrName>
                                        </p:attrNameLst>
                                      </p:cBhvr>
                                      <p:to>
                                        <p:strVal val="visible"/>
                                      </p:to>
                                    </p:set>
                                    <p:anim calcmode="lin" valueType="num">
                                      <p:cBhvr additive="base">
                                        <p:cTn id="17" dur="500" fill="hold"/>
                                        <p:tgtEl>
                                          <p:spTgt spid="198675"/>
                                        </p:tgtEl>
                                        <p:attrNameLst>
                                          <p:attrName>ppt_x</p:attrName>
                                        </p:attrNameLst>
                                      </p:cBhvr>
                                      <p:tavLst>
                                        <p:tav tm="0">
                                          <p:val>
                                            <p:strVal val="1+#ppt_w/2"/>
                                          </p:val>
                                        </p:tav>
                                        <p:tav tm="100000">
                                          <p:val>
                                            <p:strVal val="#ppt_x"/>
                                          </p:val>
                                        </p:tav>
                                      </p:tavLst>
                                    </p:anim>
                                    <p:anim calcmode="lin" valueType="num">
                                      <p:cBhvr additive="base">
                                        <p:cTn id="18" dur="500" fill="hold"/>
                                        <p:tgtEl>
                                          <p:spTgt spid="198675"/>
                                        </p:tgtEl>
                                        <p:attrNameLst>
                                          <p:attrName>ppt_y</p:attrName>
                                        </p:attrNameLst>
                                      </p:cBhvr>
                                      <p:tavLst>
                                        <p:tav tm="0">
                                          <p:val>
                                            <p:strVal val="0-#ppt_h/2"/>
                                          </p:val>
                                        </p:tav>
                                        <p:tav tm="100000">
                                          <p:val>
                                            <p:strVal val="#ppt_y"/>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4" presetClass="entr" presetSubtype="32" fill="hold" grpId="0" nodeType="clickEffect">
                                  <p:stCondLst>
                                    <p:cond delay="0"/>
                                  </p:stCondLst>
                                  <p:childTnLst>
                                    <p:set>
                                      <p:cBhvr>
                                        <p:cTn id="22" dur="1" fill="hold">
                                          <p:stCondLst>
                                            <p:cond delay="0"/>
                                          </p:stCondLst>
                                        </p:cTn>
                                        <p:tgtEl>
                                          <p:spTgt spid="198676"/>
                                        </p:tgtEl>
                                        <p:attrNameLst>
                                          <p:attrName>style.visibility</p:attrName>
                                        </p:attrNameLst>
                                      </p:cBhvr>
                                      <p:to>
                                        <p:strVal val="visible"/>
                                      </p:to>
                                    </p:set>
                                    <p:animEffect transition="in" filter="box(out)">
                                      <p:cBhvr>
                                        <p:cTn id="23" dur="500"/>
                                        <p:tgtEl>
                                          <p:spTgt spid="198676"/>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198677"/>
                                        </p:tgtEl>
                                        <p:attrNameLst>
                                          <p:attrName>style.visibility</p:attrName>
                                        </p:attrNameLst>
                                      </p:cBhvr>
                                      <p:to>
                                        <p:strVal val="visible"/>
                                      </p:to>
                                    </p:set>
                                    <p:animEffect transition="in" filter="wipe(left)">
                                      <p:cBhvr>
                                        <p:cTn id="28" dur="500"/>
                                        <p:tgtEl>
                                          <p:spTgt spid="198677"/>
                                        </p:tgtEl>
                                      </p:cBhvr>
                                    </p:animEffect>
                                  </p:childTnLst>
                                </p:cTn>
                              </p:par>
                            </p:childTnLst>
                          </p:cTn>
                        </p:par>
                        <p:par>
                          <p:cTn id="29" fill="hold" nodeType="afterGroup">
                            <p:stCondLst>
                              <p:cond delay="500"/>
                            </p:stCondLst>
                            <p:childTnLst>
                              <p:par>
                                <p:cTn id="30" presetID="22" presetClass="entr" presetSubtype="8" fill="hold" grpId="0" nodeType="afterEffect">
                                  <p:stCondLst>
                                    <p:cond delay="0"/>
                                  </p:stCondLst>
                                  <p:childTnLst>
                                    <p:set>
                                      <p:cBhvr>
                                        <p:cTn id="31" dur="1" fill="hold">
                                          <p:stCondLst>
                                            <p:cond delay="0"/>
                                          </p:stCondLst>
                                        </p:cTn>
                                        <p:tgtEl>
                                          <p:spTgt spid="198678"/>
                                        </p:tgtEl>
                                        <p:attrNameLst>
                                          <p:attrName>style.visibility</p:attrName>
                                        </p:attrNameLst>
                                      </p:cBhvr>
                                      <p:to>
                                        <p:strVal val="visible"/>
                                      </p:to>
                                    </p:set>
                                    <p:animEffect transition="in" filter="wipe(left)">
                                      <p:cBhvr>
                                        <p:cTn id="32" dur="500"/>
                                        <p:tgtEl>
                                          <p:spTgt spid="198678"/>
                                        </p:tgtEl>
                                      </p:cBhvr>
                                    </p:animEffect>
                                  </p:childTnLst>
                                </p:cTn>
                              </p:par>
                            </p:childTnLst>
                          </p:cTn>
                        </p:par>
                        <p:par>
                          <p:cTn id="33" fill="hold" nodeType="afterGroup">
                            <p:stCondLst>
                              <p:cond delay="1000"/>
                            </p:stCondLst>
                            <p:childTnLst>
                              <p:par>
                                <p:cTn id="34" presetID="22" presetClass="entr" presetSubtype="8" fill="hold" grpId="0" nodeType="afterEffect">
                                  <p:stCondLst>
                                    <p:cond delay="0"/>
                                  </p:stCondLst>
                                  <p:childTnLst>
                                    <p:set>
                                      <p:cBhvr>
                                        <p:cTn id="35" dur="1" fill="hold">
                                          <p:stCondLst>
                                            <p:cond delay="0"/>
                                          </p:stCondLst>
                                        </p:cTn>
                                        <p:tgtEl>
                                          <p:spTgt spid="198679"/>
                                        </p:tgtEl>
                                        <p:attrNameLst>
                                          <p:attrName>style.visibility</p:attrName>
                                        </p:attrNameLst>
                                      </p:cBhvr>
                                      <p:to>
                                        <p:strVal val="visible"/>
                                      </p:to>
                                    </p:set>
                                    <p:animEffect transition="in" filter="wipe(left)">
                                      <p:cBhvr>
                                        <p:cTn id="36" dur="500"/>
                                        <p:tgtEl>
                                          <p:spTgt spid="198679"/>
                                        </p:tgtEl>
                                      </p:cBhvr>
                                    </p:animEffect>
                                  </p:childTnLst>
                                </p:cTn>
                              </p:par>
                            </p:childTnLst>
                          </p:cTn>
                        </p:par>
                        <p:par>
                          <p:cTn id="37" fill="hold" nodeType="afterGroup">
                            <p:stCondLst>
                              <p:cond delay="1500"/>
                            </p:stCondLst>
                            <p:childTnLst>
                              <p:par>
                                <p:cTn id="38" presetID="22" presetClass="entr" presetSubtype="8" fill="hold" grpId="0" nodeType="afterEffect">
                                  <p:stCondLst>
                                    <p:cond delay="0"/>
                                  </p:stCondLst>
                                  <p:childTnLst>
                                    <p:set>
                                      <p:cBhvr>
                                        <p:cTn id="39" dur="1" fill="hold">
                                          <p:stCondLst>
                                            <p:cond delay="0"/>
                                          </p:stCondLst>
                                        </p:cTn>
                                        <p:tgtEl>
                                          <p:spTgt spid="198680"/>
                                        </p:tgtEl>
                                        <p:attrNameLst>
                                          <p:attrName>style.visibility</p:attrName>
                                        </p:attrNameLst>
                                      </p:cBhvr>
                                      <p:to>
                                        <p:strVal val="visible"/>
                                      </p:to>
                                    </p:set>
                                    <p:animEffect transition="in" filter="wipe(left)">
                                      <p:cBhvr>
                                        <p:cTn id="40" dur="500"/>
                                        <p:tgtEl>
                                          <p:spTgt spid="198680"/>
                                        </p:tgtEl>
                                      </p:cBhvr>
                                    </p:animEffect>
                                  </p:childTnLst>
                                </p:cTn>
                              </p:par>
                            </p:childTnLst>
                          </p:cTn>
                        </p:par>
                        <p:par>
                          <p:cTn id="41" fill="hold" nodeType="afterGroup">
                            <p:stCondLst>
                              <p:cond delay="2000"/>
                            </p:stCondLst>
                            <p:childTnLst>
                              <p:par>
                                <p:cTn id="42" presetID="22" presetClass="entr" presetSubtype="8" fill="hold" grpId="0" nodeType="afterEffect">
                                  <p:stCondLst>
                                    <p:cond delay="0"/>
                                  </p:stCondLst>
                                  <p:childTnLst>
                                    <p:set>
                                      <p:cBhvr>
                                        <p:cTn id="43" dur="1" fill="hold">
                                          <p:stCondLst>
                                            <p:cond delay="0"/>
                                          </p:stCondLst>
                                        </p:cTn>
                                        <p:tgtEl>
                                          <p:spTgt spid="198681"/>
                                        </p:tgtEl>
                                        <p:attrNameLst>
                                          <p:attrName>style.visibility</p:attrName>
                                        </p:attrNameLst>
                                      </p:cBhvr>
                                      <p:to>
                                        <p:strVal val="visible"/>
                                      </p:to>
                                    </p:set>
                                    <p:animEffect transition="in" filter="wipe(left)">
                                      <p:cBhvr>
                                        <p:cTn id="44" dur="500"/>
                                        <p:tgtEl>
                                          <p:spTgt spid="198681"/>
                                        </p:tgtEl>
                                      </p:cBhvr>
                                    </p:animEffect>
                                  </p:childTnLst>
                                </p:cTn>
                              </p:par>
                            </p:childTnLst>
                          </p:cTn>
                        </p:par>
                        <p:par>
                          <p:cTn id="45" fill="hold" nodeType="afterGroup">
                            <p:stCondLst>
                              <p:cond delay="2500"/>
                            </p:stCondLst>
                            <p:childTnLst>
                              <p:par>
                                <p:cTn id="46" presetID="22" presetClass="entr" presetSubtype="8" fill="hold" grpId="0" nodeType="afterEffect">
                                  <p:stCondLst>
                                    <p:cond delay="0"/>
                                  </p:stCondLst>
                                  <p:childTnLst>
                                    <p:set>
                                      <p:cBhvr>
                                        <p:cTn id="47" dur="1" fill="hold">
                                          <p:stCondLst>
                                            <p:cond delay="0"/>
                                          </p:stCondLst>
                                        </p:cTn>
                                        <p:tgtEl>
                                          <p:spTgt spid="198703"/>
                                        </p:tgtEl>
                                        <p:attrNameLst>
                                          <p:attrName>style.visibility</p:attrName>
                                        </p:attrNameLst>
                                      </p:cBhvr>
                                      <p:to>
                                        <p:strVal val="visible"/>
                                      </p:to>
                                    </p:set>
                                    <p:animEffect transition="in" filter="wipe(left)">
                                      <p:cBhvr>
                                        <p:cTn id="48" dur="500"/>
                                        <p:tgtEl>
                                          <p:spTgt spid="198703"/>
                                        </p:tgtEl>
                                      </p:cBhvr>
                                    </p:animEffect>
                                  </p:childTnLst>
                                </p:cTn>
                              </p:par>
                            </p:childTnLst>
                          </p:cTn>
                        </p:par>
                        <p:par>
                          <p:cTn id="49" fill="hold" nodeType="afterGroup">
                            <p:stCondLst>
                              <p:cond delay="3000"/>
                            </p:stCondLst>
                            <p:childTnLst>
                              <p:par>
                                <p:cTn id="50" presetID="22" presetClass="entr" presetSubtype="8" fill="hold" grpId="0" nodeType="afterEffect">
                                  <p:stCondLst>
                                    <p:cond delay="0"/>
                                  </p:stCondLst>
                                  <p:childTnLst>
                                    <p:set>
                                      <p:cBhvr>
                                        <p:cTn id="51" dur="1" fill="hold">
                                          <p:stCondLst>
                                            <p:cond delay="0"/>
                                          </p:stCondLst>
                                        </p:cTn>
                                        <p:tgtEl>
                                          <p:spTgt spid="198682"/>
                                        </p:tgtEl>
                                        <p:attrNameLst>
                                          <p:attrName>style.visibility</p:attrName>
                                        </p:attrNameLst>
                                      </p:cBhvr>
                                      <p:to>
                                        <p:strVal val="visible"/>
                                      </p:to>
                                    </p:set>
                                    <p:animEffect transition="in" filter="wipe(left)">
                                      <p:cBhvr>
                                        <p:cTn id="52" dur="500"/>
                                        <p:tgtEl>
                                          <p:spTgt spid="198682"/>
                                        </p:tgtEl>
                                      </p:cBhvr>
                                    </p:animEffect>
                                  </p:childTnLst>
                                </p:cTn>
                              </p:par>
                            </p:childTnLst>
                          </p:cTn>
                        </p:par>
                        <p:par>
                          <p:cTn id="53" fill="hold" nodeType="afterGroup">
                            <p:stCondLst>
                              <p:cond delay="3500"/>
                            </p:stCondLst>
                            <p:childTnLst>
                              <p:par>
                                <p:cTn id="54" presetID="1" presetClass="entr" presetSubtype="0" fill="hold" grpId="0" nodeType="afterEffect">
                                  <p:stCondLst>
                                    <p:cond delay="0"/>
                                  </p:stCondLst>
                                  <p:childTnLst>
                                    <p:set>
                                      <p:cBhvr>
                                        <p:cTn id="55" dur="1" fill="hold">
                                          <p:stCondLst>
                                            <p:cond delay="499"/>
                                          </p:stCondLst>
                                        </p:cTn>
                                        <p:tgtEl>
                                          <p:spTgt spid="198687"/>
                                        </p:tgtEl>
                                        <p:attrNameLst>
                                          <p:attrName>style.visibility</p:attrName>
                                        </p:attrNameLst>
                                      </p:cBhvr>
                                      <p:to>
                                        <p:strVal val="visible"/>
                                      </p:to>
                                    </p:set>
                                  </p:childTnLst>
                                </p:cTn>
                              </p:par>
                            </p:childTnLst>
                          </p:cTn>
                        </p:par>
                        <p:par>
                          <p:cTn id="56" fill="hold" nodeType="afterGroup">
                            <p:stCondLst>
                              <p:cond delay="4000"/>
                            </p:stCondLst>
                            <p:childTnLst>
                              <p:par>
                                <p:cTn id="57" presetID="1" presetClass="entr" presetSubtype="0" fill="hold" grpId="0" nodeType="afterEffect">
                                  <p:stCondLst>
                                    <p:cond delay="0"/>
                                  </p:stCondLst>
                                  <p:childTnLst>
                                    <p:set>
                                      <p:cBhvr>
                                        <p:cTn id="58" dur="1" fill="hold">
                                          <p:stCondLst>
                                            <p:cond delay="499"/>
                                          </p:stCondLst>
                                        </p:cTn>
                                        <p:tgtEl>
                                          <p:spTgt spid="198686"/>
                                        </p:tgtEl>
                                        <p:attrNameLst>
                                          <p:attrName>style.visibility</p:attrName>
                                        </p:attrNameLst>
                                      </p:cBhvr>
                                      <p:to>
                                        <p:strVal val="visible"/>
                                      </p:to>
                                    </p:set>
                                  </p:childTnLst>
                                </p:cTn>
                              </p:par>
                            </p:childTnLst>
                          </p:cTn>
                        </p:par>
                        <p:par>
                          <p:cTn id="59" fill="hold" nodeType="afterGroup">
                            <p:stCondLst>
                              <p:cond delay="4500"/>
                            </p:stCondLst>
                            <p:childTnLst>
                              <p:par>
                                <p:cTn id="60" presetID="1" presetClass="entr" presetSubtype="0" fill="hold" grpId="0" nodeType="afterEffect">
                                  <p:stCondLst>
                                    <p:cond delay="0"/>
                                  </p:stCondLst>
                                  <p:childTnLst>
                                    <p:set>
                                      <p:cBhvr>
                                        <p:cTn id="61" dur="1" fill="hold">
                                          <p:stCondLst>
                                            <p:cond delay="499"/>
                                          </p:stCondLst>
                                        </p:cTn>
                                        <p:tgtEl>
                                          <p:spTgt spid="198683"/>
                                        </p:tgtEl>
                                        <p:attrNameLst>
                                          <p:attrName>style.visibility</p:attrName>
                                        </p:attrNameLst>
                                      </p:cBhvr>
                                      <p:to>
                                        <p:strVal val="visible"/>
                                      </p:to>
                                    </p:set>
                                  </p:childTnLst>
                                </p:cTn>
                              </p:par>
                            </p:childTnLst>
                          </p:cTn>
                        </p:par>
                        <p:par>
                          <p:cTn id="62" fill="hold" nodeType="afterGroup">
                            <p:stCondLst>
                              <p:cond delay="5000"/>
                            </p:stCondLst>
                            <p:childTnLst>
                              <p:par>
                                <p:cTn id="63" presetID="1" presetClass="entr" presetSubtype="0" fill="hold" grpId="0" nodeType="afterEffect">
                                  <p:stCondLst>
                                    <p:cond delay="0"/>
                                  </p:stCondLst>
                                  <p:childTnLst>
                                    <p:set>
                                      <p:cBhvr>
                                        <p:cTn id="64" dur="1" fill="hold">
                                          <p:stCondLst>
                                            <p:cond delay="499"/>
                                          </p:stCondLst>
                                        </p:cTn>
                                        <p:tgtEl>
                                          <p:spTgt spid="198688"/>
                                        </p:tgtEl>
                                        <p:attrNameLst>
                                          <p:attrName>style.visibility</p:attrName>
                                        </p:attrNameLst>
                                      </p:cBhvr>
                                      <p:to>
                                        <p:strVal val="visible"/>
                                      </p:to>
                                    </p:set>
                                  </p:childTnLst>
                                </p:cTn>
                              </p:par>
                            </p:childTnLst>
                          </p:cTn>
                        </p:par>
                        <p:par>
                          <p:cTn id="65" fill="hold" nodeType="afterGroup">
                            <p:stCondLst>
                              <p:cond delay="5500"/>
                            </p:stCondLst>
                            <p:childTnLst>
                              <p:par>
                                <p:cTn id="66" presetID="1" presetClass="entr" presetSubtype="0" fill="hold" grpId="0" nodeType="afterEffect">
                                  <p:stCondLst>
                                    <p:cond delay="0"/>
                                  </p:stCondLst>
                                  <p:childTnLst>
                                    <p:set>
                                      <p:cBhvr>
                                        <p:cTn id="67" dur="1" fill="hold">
                                          <p:stCondLst>
                                            <p:cond delay="499"/>
                                          </p:stCondLst>
                                        </p:cTn>
                                        <p:tgtEl>
                                          <p:spTgt spid="198705"/>
                                        </p:tgtEl>
                                        <p:attrNameLst>
                                          <p:attrName>style.visibility</p:attrName>
                                        </p:attrNameLst>
                                      </p:cBhvr>
                                      <p:to>
                                        <p:strVal val="visible"/>
                                      </p:to>
                                    </p:set>
                                  </p:childTnLst>
                                </p:cTn>
                              </p:par>
                            </p:childTnLst>
                          </p:cTn>
                        </p:par>
                        <p:par>
                          <p:cTn id="68" fill="hold" nodeType="afterGroup">
                            <p:stCondLst>
                              <p:cond delay="6000"/>
                            </p:stCondLst>
                            <p:childTnLst>
                              <p:par>
                                <p:cTn id="69" presetID="1" presetClass="entr" presetSubtype="0" fill="hold" grpId="0" nodeType="afterEffect">
                                  <p:stCondLst>
                                    <p:cond delay="0"/>
                                  </p:stCondLst>
                                  <p:childTnLst>
                                    <p:set>
                                      <p:cBhvr>
                                        <p:cTn id="70" dur="1" fill="hold">
                                          <p:stCondLst>
                                            <p:cond delay="499"/>
                                          </p:stCondLst>
                                        </p:cTn>
                                        <p:tgtEl>
                                          <p:spTgt spid="198689"/>
                                        </p:tgtEl>
                                        <p:attrNameLst>
                                          <p:attrName>style.visibility</p:attrName>
                                        </p:attrNameLst>
                                      </p:cBhvr>
                                      <p:to>
                                        <p:strVal val="visible"/>
                                      </p:to>
                                    </p:set>
                                  </p:childTnLst>
                                </p:cTn>
                              </p:par>
                            </p:childTnLst>
                          </p:cTn>
                        </p:par>
                        <p:par>
                          <p:cTn id="71" fill="hold" nodeType="afterGroup">
                            <p:stCondLst>
                              <p:cond delay="6500"/>
                            </p:stCondLst>
                            <p:childTnLst>
                              <p:par>
                                <p:cTn id="72" presetID="1" presetClass="entr" presetSubtype="0" fill="hold" grpId="0" nodeType="afterEffect">
                                  <p:stCondLst>
                                    <p:cond delay="0"/>
                                  </p:stCondLst>
                                  <p:childTnLst>
                                    <p:set>
                                      <p:cBhvr>
                                        <p:cTn id="73" dur="1" fill="hold">
                                          <p:stCondLst>
                                            <p:cond delay="499"/>
                                          </p:stCondLst>
                                        </p:cTn>
                                        <p:tgtEl>
                                          <p:spTgt spid="198684"/>
                                        </p:tgtEl>
                                        <p:attrNameLst>
                                          <p:attrName>style.visibility</p:attrName>
                                        </p:attrNameLst>
                                      </p:cBhvr>
                                      <p:to>
                                        <p:strVal val="visible"/>
                                      </p:to>
                                    </p:set>
                                  </p:childTnLst>
                                </p:cTn>
                              </p:par>
                            </p:childTnLst>
                          </p:cTn>
                        </p:par>
                        <p:par>
                          <p:cTn id="74" fill="hold" nodeType="afterGroup">
                            <p:stCondLst>
                              <p:cond delay="7000"/>
                            </p:stCondLst>
                            <p:childTnLst>
                              <p:par>
                                <p:cTn id="75" presetID="1" presetClass="entr" presetSubtype="0" fill="hold" grpId="0" nodeType="afterEffect">
                                  <p:stCondLst>
                                    <p:cond delay="0"/>
                                  </p:stCondLst>
                                  <p:childTnLst>
                                    <p:set>
                                      <p:cBhvr>
                                        <p:cTn id="76" dur="1" fill="hold">
                                          <p:stCondLst>
                                            <p:cond delay="499"/>
                                          </p:stCondLst>
                                        </p:cTn>
                                        <p:tgtEl>
                                          <p:spTgt spid="198685"/>
                                        </p:tgtEl>
                                        <p:attrNameLst>
                                          <p:attrName>style.visibility</p:attrName>
                                        </p:attrNameLst>
                                      </p:cBhvr>
                                      <p:to>
                                        <p:strVal val="visible"/>
                                      </p:to>
                                    </p:set>
                                  </p:childTnLst>
                                </p:cTn>
                              </p:par>
                            </p:childTnLst>
                          </p:cTn>
                        </p:par>
                        <p:par>
                          <p:cTn id="77" fill="hold" nodeType="afterGroup">
                            <p:stCondLst>
                              <p:cond delay="7500"/>
                            </p:stCondLst>
                            <p:childTnLst>
                              <p:par>
                                <p:cTn id="78" presetID="1" presetClass="entr" presetSubtype="0" fill="hold" grpId="0" nodeType="afterEffect">
                                  <p:stCondLst>
                                    <p:cond delay="0"/>
                                  </p:stCondLst>
                                  <p:childTnLst>
                                    <p:set>
                                      <p:cBhvr>
                                        <p:cTn id="79" dur="1" fill="hold">
                                          <p:stCondLst>
                                            <p:cond delay="499"/>
                                          </p:stCondLst>
                                        </p:cTn>
                                        <p:tgtEl>
                                          <p:spTgt spid="198707"/>
                                        </p:tgtEl>
                                        <p:attrNameLst>
                                          <p:attrName>style.visibility</p:attrName>
                                        </p:attrNameLst>
                                      </p:cBhvr>
                                      <p:to>
                                        <p:strVal val="visible"/>
                                      </p:to>
                                    </p:set>
                                  </p:childTnLst>
                                </p:cTn>
                              </p:par>
                            </p:childTnLst>
                          </p:cTn>
                        </p:par>
                        <p:par>
                          <p:cTn id="80" fill="hold" nodeType="afterGroup">
                            <p:stCondLst>
                              <p:cond delay="8000"/>
                            </p:stCondLst>
                            <p:childTnLst>
                              <p:par>
                                <p:cTn id="81" presetID="1" presetClass="entr" presetSubtype="0" fill="hold" grpId="0" nodeType="afterEffect">
                                  <p:stCondLst>
                                    <p:cond delay="0"/>
                                  </p:stCondLst>
                                  <p:childTnLst>
                                    <p:set>
                                      <p:cBhvr>
                                        <p:cTn id="82" dur="1" fill="hold">
                                          <p:stCondLst>
                                            <p:cond delay="499"/>
                                          </p:stCondLst>
                                        </p:cTn>
                                        <p:tgtEl>
                                          <p:spTgt spid="198690"/>
                                        </p:tgtEl>
                                        <p:attrNameLst>
                                          <p:attrName>style.visibility</p:attrName>
                                        </p:attrNameLst>
                                      </p:cBhvr>
                                      <p:to>
                                        <p:strVal val="visible"/>
                                      </p:to>
                                    </p:set>
                                  </p:childTnLst>
                                </p:cTn>
                              </p:par>
                            </p:childTnLst>
                          </p:cTn>
                        </p:par>
                        <p:par>
                          <p:cTn id="83" fill="hold" nodeType="afterGroup">
                            <p:stCondLst>
                              <p:cond delay="8500"/>
                            </p:stCondLst>
                            <p:childTnLst>
                              <p:par>
                                <p:cTn id="84" presetID="1" presetClass="entr" presetSubtype="0" fill="hold" grpId="0" nodeType="afterEffect">
                                  <p:stCondLst>
                                    <p:cond delay="0"/>
                                  </p:stCondLst>
                                  <p:childTnLst>
                                    <p:set>
                                      <p:cBhvr>
                                        <p:cTn id="85" dur="1" fill="hold">
                                          <p:stCondLst>
                                            <p:cond delay="499"/>
                                          </p:stCondLst>
                                        </p:cTn>
                                        <p:tgtEl>
                                          <p:spTgt spid="198704"/>
                                        </p:tgtEl>
                                        <p:attrNameLst>
                                          <p:attrName>style.visibility</p:attrName>
                                        </p:attrNameLst>
                                      </p:cBhvr>
                                      <p:to>
                                        <p:strVal val="visible"/>
                                      </p:to>
                                    </p:set>
                                  </p:childTnLst>
                                </p:cTn>
                              </p:par>
                            </p:childTnLst>
                          </p:cTn>
                        </p:par>
                        <p:par>
                          <p:cTn id="86" fill="hold" nodeType="afterGroup">
                            <p:stCondLst>
                              <p:cond delay="9000"/>
                            </p:stCondLst>
                            <p:childTnLst>
                              <p:par>
                                <p:cTn id="87" presetID="1" presetClass="entr" presetSubtype="0" fill="hold" grpId="0" nodeType="afterEffect">
                                  <p:stCondLst>
                                    <p:cond delay="0"/>
                                  </p:stCondLst>
                                  <p:childTnLst>
                                    <p:set>
                                      <p:cBhvr>
                                        <p:cTn id="88" dur="1" fill="hold">
                                          <p:stCondLst>
                                            <p:cond delay="499"/>
                                          </p:stCondLst>
                                        </p:cTn>
                                        <p:tgtEl>
                                          <p:spTgt spid="198706"/>
                                        </p:tgtEl>
                                        <p:attrNameLst>
                                          <p:attrName>style.visibility</p:attrName>
                                        </p:attrNameLst>
                                      </p:cBhvr>
                                      <p:to>
                                        <p:strVal val="visible"/>
                                      </p:to>
                                    </p:set>
                                  </p:childTnLst>
                                </p:cTn>
                              </p:par>
                            </p:childTnLst>
                          </p:cTn>
                        </p:par>
                      </p:childTnLst>
                    </p:cTn>
                  </p:par>
                  <p:par>
                    <p:cTn id="89" fill="hold" nodeType="clickPar">
                      <p:stCondLst>
                        <p:cond delay="indefinite"/>
                      </p:stCondLst>
                      <p:childTnLst>
                        <p:par>
                          <p:cTn id="90" fill="hold" nodeType="withGroup">
                            <p:stCondLst>
                              <p:cond delay="0"/>
                            </p:stCondLst>
                            <p:childTnLst>
                              <p:par>
                                <p:cTn id="91" presetID="22" presetClass="entr" presetSubtype="8" fill="hold" grpId="0" nodeType="clickEffect">
                                  <p:stCondLst>
                                    <p:cond delay="0"/>
                                  </p:stCondLst>
                                  <p:childTnLst>
                                    <p:set>
                                      <p:cBhvr>
                                        <p:cTn id="92" dur="1" fill="hold">
                                          <p:stCondLst>
                                            <p:cond delay="0"/>
                                          </p:stCondLst>
                                        </p:cTn>
                                        <p:tgtEl>
                                          <p:spTgt spid="198699"/>
                                        </p:tgtEl>
                                        <p:attrNameLst>
                                          <p:attrName>style.visibility</p:attrName>
                                        </p:attrNameLst>
                                      </p:cBhvr>
                                      <p:to>
                                        <p:strVal val="visible"/>
                                      </p:to>
                                    </p:set>
                                    <p:animEffect transition="in" filter="wipe(left)">
                                      <p:cBhvr>
                                        <p:cTn id="93" dur="500"/>
                                        <p:tgtEl>
                                          <p:spTgt spid="198699"/>
                                        </p:tgtEl>
                                      </p:cBhvr>
                                    </p:animEffect>
                                  </p:childTnLst>
                                </p:cTn>
                              </p:par>
                            </p:childTnLst>
                          </p:cTn>
                        </p:par>
                        <p:par>
                          <p:cTn id="94" fill="hold" nodeType="afterGroup">
                            <p:stCondLst>
                              <p:cond delay="500"/>
                            </p:stCondLst>
                            <p:childTnLst>
                              <p:par>
                                <p:cTn id="95" presetID="22" presetClass="entr" presetSubtype="8" fill="hold" grpId="0" nodeType="afterEffect">
                                  <p:stCondLst>
                                    <p:cond delay="0"/>
                                  </p:stCondLst>
                                  <p:childTnLst>
                                    <p:set>
                                      <p:cBhvr>
                                        <p:cTn id="96" dur="1" fill="hold">
                                          <p:stCondLst>
                                            <p:cond delay="0"/>
                                          </p:stCondLst>
                                        </p:cTn>
                                        <p:tgtEl>
                                          <p:spTgt spid="198700"/>
                                        </p:tgtEl>
                                        <p:attrNameLst>
                                          <p:attrName>style.visibility</p:attrName>
                                        </p:attrNameLst>
                                      </p:cBhvr>
                                      <p:to>
                                        <p:strVal val="visible"/>
                                      </p:to>
                                    </p:set>
                                    <p:animEffect transition="in" filter="wipe(left)">
                                      <p:cBhvr>
                                        <p:cTn id="97" dur="500"/>
                                        <p:tgtEl>
                                          <p:spTgt spid="198700"/>
                                        </p:tgtEl>
                                      </p:cBhvr>
                                    </p:animEffect>
                                  </p:childTnLst>
                                </p:cTn>
                              </p:par>
                            </p:childTnLst>
                          </p:cTn>
                        </p:par>
                        <p:par>
                          <p:cTn id="98" fill="hold" nodeType="afterGroup">
                            <p:stCondLst>
                              <p:cond delay="1000"/>
                            </p:stCondLst>
                            <p:childTnLst>
                              <p:par>
                                <p:cTn id="99" presetID="1" presetClass="entr" presetSubtype="0" fill="hold" grpId="0" nodeType="afterEffect">
                                  <p:stCondLst>
                                    <p:cond delay="0"/>
                                  </p:stCondLst>
                                  <p:childTnLst>
                                    <p:set>
                                      <p:cBhvr>
                                        <p:cTn id="100" dur="1" fill="hold">
                                          <p:stCondLst>
                                            <p:cond delay="499"/>
                                          </p:stCondLst>
                                        </p:cTn>
                                        <p:tgtEl>
                                          <p:spTgt spid="198691"/>
                                        </p:tgtEl>
                                        <p:attrNameLst>
                                          <p:attrName>style.visibility</p:attrName>
                                        </p:attrNameLst>
                                      </p:cBhvr>
                                      <p:to>
                                        <p:strVal val="visible"/>
                                      </p:to>
                                    </p:set>
                                  </p:childTnLst>
                                </p:cTn>
                              </p:par>
                            </p:childTnLst>
                          </p:cTn>
                        </p:par>
                        <p:par>
                          <p:cTn id="101" fill="hold" nodeType="afterGroup">
                            <p:stCondLst>
                              <p:cond delay="1500"/>
                            </p:stCondLst>
                            <p:childTnLst>
                              <p:par>
                                <p:cTn id="102" presetID="1" presetClass="entr" presetSubtype="0" fill="hold" grpId="0" nodeType="afterEffect">
                                  <p:stCondLst>
                                    <p:cond delay="0"/>
                                  </p:stCondLst>
                                  <p:childTnLst>
                                    <p:set>
                                      <p:cBhvr>
                                        <p:cTn id="103" dur="1" fill="hold">
                                          <p:stCondLst>
                                            <p:cond delay="499"/>
                                          </p:stCondLst>
                                        </p:cTn>
                                        <p:tgtEl>
                                          <p:spTgt spid="198692"/>
                                        </p:tgtEl>
                                        <p:attrNameLst>
                                          <p:attrName>style.visibility</p:attrName>
                                        </p:attrNameLst>
                                      </p:cBhvr>
                                      <p:to>
                                        <p:strVal val="visible"/>
                                      </p:to>
                                    </p:set>
                                  </p:childTnLst>
                                </p:cTn>
                              </p:par>
                            </p:childTnLst>
                          </p:cTn>
                        </p:par>
                        <p:par>
                          <p:cTn id="104" fill="hold" nodeType="afterGroup">
                            <p:stCondLst>
                              <p:cond delay="2000"/>
                            </p:stCondLst>
                            <p:childTnLst>
                              <p:par>
                                <p:cTn id="105" presetID="1" presetClass="entr" presetSubtype="0" fill="hold" grpId="0" nodeType="afterEffect">
                                  <p:stCondLst>
                                    <p:cond delay="0"/>
                                  </p:stCondLst>
                                  <p:childTnLst>
                                    <p:set>
                                      <p:cBhvr>
                                        <p:cTn id="106" dur="1" fill="hold">
                                          <p:stCondLst>
                                            <p:cond delay="499"/>
                                          </p:stCondLst>
                                        </p:cTn>
                                        <p:tgtEl>
                                          <p:spTgt spid="198695"/>
                                        </p:tgtEl>
                                        <p:attrNameLst>
                                          <p:attrName>style.visibility</p:attrName>
                                        </p:attrNameLst>
                                      </p:cBhvr>
                                      <p:to>
                                        <p:strVal val="visible"/>
                                      </p:to>
                                    </p:set>
                                  </p:childTnLst>
                                </p:cTn>
                              </p:par>
                            </p:childTnLst>
                          </p:cTn>
                        </p:par>
                        <p:par>
                          <p:cTn id="107" fill="hold" nodeType="afterGroup">
                            <p:stCondLst>
                              <p:cond delay="2500"/>
                            </p:stCondLst>
                            <p:childTnLst>
                              <p:par>
                                <p:cTn id="108" presetID="1" presetClass="entr" presetSubtype="0" fill="hold" grpId="0" nodeType="afterEffect">
                                  <p:stCondLst>
                                    <p:cond delay="0"/>
                                  </p:stCondLst>
                                  <p:childTnLst>
                                    <p:set>
                                      <p:cBhvr>
                                        <p:cTn id="109" dur="1" fill="hold">
                                          <p:stCondLst>
                                            <p:cond delay="499"/>
                                          </p:stCondLst>
                                        </p:cTn>
                                        <p:tgtEl>
                                          <p:spTgt spid="198693"/>
                                        </p:tgtEl>
                                        <p:attrNameLst>
                                          <p:attrName>style.visibility</p:attrName>
                                        </p:attrNameLst>
                                      </p:cBhvr>
                                      <p:to>
                                        <p:strVal val="visible"/>
                                      </p:to>
                                    </p:set>
                                  </p:childTnLst>
                                </p:cTn>
                              </p:par>
                            </p:childTnLst>
                          </p:cTn>
                        </p:par>
                        <p:par>
                          <p:cTn id="110" fill="hold" nodeType="afterGroup">
                            <p:stCondLst>
                              <p:cond delay="3000"/>
                            </p:stCondLst>
                            <p:childTnLst>
                              <p:par>
                                <p:cTn id="111" presetID="1" presetClass="entr" presetSubtype="0" fill="hold" grpId="0" nodeType="afterEffect">
                                  <p:stCondLst>
                                    <p:cond delay="0"/>
                                  </p:stCondLst>
                                  <p:childTnLst>
                                    <p:set>
                                      <p:cBhvr>
                                        <p:cTn id="112" dur="1" fill="hold">
                                          <p:stCondLst>
                                            <p:cond delay="499"/>
                                          </p:stCondLst>
                                        </p:cTn>
                                        <p:tgtEl>
                                          <p:spTgt spid="198694"/>
                                        </p:tgtEl>
                                        <p:attrNameLst>
                                          <p:attrName>style.visibility</p:attrName>
                                        </p:attrNameLst>
                                      </p:cBhvr>
                                      <p:to>
                                        <p:strVal val="visible"/>
                                      </p:to>
                                    </p:set>
                                  </p:childTnLst>
                                </p:cTn>
                              </p:par>
                            </p:childTnLst>
                          </p:cTn>
                        </p:par>
                        <p:par>
                          <p:cTn id="113" fill="hold" nodeType="afterGroup">
                            <p:stCondLst>
                              <p:cond delay="3500"/>
                            </p:stCondLst>
                            <p:childTnLst>
                              <p:par>
                                <p:cTn id="114" presetID="1" presetClass="entr" presetSubtype="0" fill="hold" grpId="0" nodeType="afterEffect">
                                  <p:stCondLst>
                                    <p:cond delay="0"/>
                                  </p:stCondLst>
                                  <p:childTnLst>
                                    <p:set>
                                      <p:cBhvr>
                                        <p:cTn id="115" dur="1" fill="hold">
                                          <p:stCondLst>
                                            <p:cond delay="499"/>
                                          </p:stCondLst>
                                        </p:cTn>
                                        <p:tgtEl>
                                          <p:spTgt spid="198696"/>
                                        </p:tgtEl>
                                        <p:attrNameLst>
                                          <p:attrName>style.visibility</p:attrName>
                                        </p:attrNameLst>
                                      </p:cBhvr>
                                      <p:to>
                                        <p:strVal val="visible"/>
                                      </p:to>
                                    </p:set>
                                  </p:childTnLst>
                                </p:cTn>
                              </p:par>
                            </p:childTnLst>
                          </p:cTn>
                        </p:par>
                        <p:par>
                          <p:cTn id="116" fill="hold" nodeType="afterGroup">
                            <p:stCondLst>
                              <p:cond delay="4000"/>
                            </p:stCondLst>
                            <p:childTnLst>
                              <p:par>
                                <p:cTn id="117" presetID="1" presetClass="entr" presetSubtype="0" fill="hold" grpId="0" nodeType="afterEffect">
                                  <p:stCondLst>
                                    <p:cond delay="0"/>
                                  </p:stCondLst>
                                  <p:childTnLst>
                                    <p:set>
                                      <p:cBhvr>
                                        <p:cTn id="118" dur="1" fill="hold">
                                          <p:stCondLst>
                                            <p:cond delay="499"/>
                                          </p:stCondLst>
                                        </p:cTn>
                                        <p:tgtEl>
                                          <p:spTgt spid="198697"/>
                                        </p:tgtEl>
                                        <p:attrNameLst>
                                          <p:attrName>style.visibility</p:attrName>
                                        </p:attrNameLst>
                                      </p:cBhvr>
                                      <p:to>
                                        <p:strVal val="visible"/>
                                      </p:to>
                                    </p:set>
                                  </p:childTnLst>
                                </p:cTn>
                              </p:par>
                            </p:childTnLst>
                          </p:cTn>
                        </p:par>
                        <p:par>
                          <p:cTn id="119" fill="hold" nodeType="afterGroup">
                            <p:stCondLst>
                              <p:cond delay="4500"/>
                            </p:stCondLst>
                            <p:childTnLst>
                              <p:par>
                                <p:cTn id="120" presetID="1" presetClass="entr" presetSubtype="0" fill="hold" grpId="0" nodeType="afterEffect">
                                  <p:stCondLst>
                                    <p:cond delay="0"/>
                                  </p:stCondLst>
                                  <p:childTnLst>
                                    <p:set>
                                      <p:cBhvr>
                                        <p:cTn id="121" dur="1" fill="hold">
                                          <p:stCondLst>
                                            <p:cond delay="499"/>
                                          </p:stCondLst>
                                        </p:cTn>
                                        <p:tgtEl>
                                          <p:spTgt spid="19869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8675" grpId="0" animBg="1"/>
      <p:bldP spid="198676" grpId="0" animBg="1" autoUpdateAnimBg="0"/>
      <p:bldP spid="198677" grpId="0" animBg="1"/>
      <p:bldP spid="198678" grpId="0" animBg="1"/>
      <p:bldP spid="198679" grpId="0" animBg="1"/>
      <p:bldP spid="198680" grpId="0" animBg="1"/>
      <p:bldP spid="198681" grpId="0" animBg="1"/>
      <p:bldP spid="198682" grpId="0" animBg="1"/>
      <p:bldP spid="198683" grpId="0" animBg="1"/>
      <p:bldP spid="198684" grpId="0" animBg="1"/>
      <p:bldP spid="198685" grpId="0" animBg="1"/>
      <p:bldP spid="198686" grpId="0" animBg="1"/>
      <p:bldP spid="198687" grpId="0" animBg="1"/>
      <p:bldP spid="198688" grpId="0" animBg="1"/>
      <p:bldP spid="198689" grpId="0" animBg="1"/>
      <p:bldP spid="198690" grpId="0" animBg="1"/>
      <p:bldP spid="198691" grpId="0" animBg="1"/>
      <p:bldP spid="198692" grpId="0" autoUpdateAnimBg="0"/>
      <p:bldP spid="198693" grpId="0" animBg="1"/>
      <p:bldP spid="198694" grpId="0" autoUpdateAnimBg="0"/>
      <p:bldP spid="198695" grpId="0" autoUpdateAnimBg="0"/>
      <p:bldP spid="198696" grpId="0" animBg="1"/>
      <p:bldP spid="198697" grpId="0" animBg="1"/>
      <p:bldP spid="198698" grpId="0" autoUpdateAnimBg="0"/>
      <p:bldP spid="198699" grpId="0" animBg="1"/>
      <p:bldP spid="198700" grpId="0" animBg="1"/>
      <p:bldP spid="198703" grpId="0" animBg="1"/>
      <p:bldP spid="198704" grpId="0" animBg="1"/>
      <p:bldP spid="198705" grpId="0" animBg="1"/>
      <p:bldP spid="198706" grpId="0" animBg="1"/>
      <p:bldP spid="198707" grpId="0" animBg="1"/>
      <p:bldP spid="198810" grpId="0" autoUpdateAnimBg="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50000"/>
              </a:spcBef>
              <a:buClrTx/>
              <a:buFontTx/>
              <a:buNone/>
            </a:pPr>
            <a:fld id="{B3C9E1AD-6590-41E5-A3E7-27970726C574}" type="slidenum">
              <a:rPr lang="en-US" altLang="zh-CN" sz="1400" smtClean="0">
                <a:solidFill>
                  <a:schemeClr val="bg2"/>
                </a:solidFill>
              </a:rPr>
              <a:pPr eaLnBrk="1" hangingPunct="1">
                <a:spcBef>
                  <a:spcPct val="50000"/>
                </a:spcBef>
                <a:buClrTx/>
                <a:buFontTx/>
                <a:buNone/>
              </a:pPr>
              <a:t>8</a:t>
            </a:fld>
            <a:endParaRPr lang="en-US" altLang="zh-CN" sz="1400" smtClean="0">
              <a:solidFill>
                <a:schemeClr val="bg2"/>
              </a:solidFill>
            </a:endParaRPr>
          </a:p>
        </p:txBody>
      </p:sp>
      <p:sp>
        <p:nvSpPr>
          <p:cNvPr id="216066" name="Text Box 2"/>
          <p:cNvSpPr txBox="1">
            <a:spLocks noChangeArrowheads="1"/>
          </p:cNvSpPr>
          <p:nvPr/>
        </p:nvSpPr>
        <p:spPr bwMode="auto">
          <a:xfrm>
            <a:off x="596900" y="266700"/>
            <a:ext cx="3384550" cy="701675"/>
          </a:xfrm>
          <a:prstGeom prst="rect">
            <a:avLst/>
          </a:prstGeom>
          <a:noFill/>
          <a:ln w="9525">
            <a:noFill/>
            <a:miter lim="800000"/>
            <a:headEnd/>
            <a:tailEnd/>
          </a:ln>
        </p:spPr>
        <p:txBody>
          <a:bodyPr>
            <a:spAutoFit/>
          </a:bodyPr>
          <a:lstStyle/>
          <a:p>
            <a:pPr>
              <a:defRPr/>
            </a:pPr>
            <a:r>
              <a:rPr kumimoji="1" lang="zh-CN" altLang="zh-CN" sz="4000">
                <a:solidFill>
                  <a:srgbClr val="A50021"/>
                </a:solidFill>
                <a:effectLst>
                  <a:outerShdw blurRad="38100" dist="38100" dir="2700000" algn="tl">
                    <a:srgbClr val="C0C0C0"/>
                  </a:outerShdw>
                </a:effectLst>
                <a:latin typeface="隶书" pitchFamily="49" charset="-122"/>
                <a:ea typeface="隶书" pitchFamily="49" charset="-122"/>
              </a:rPr>
              <a:t>两种形成方法</a:t>
            </a:r>
            <a:endParaRPr kumimoji="1" lang="zh-CN" altLang="en-US" sz="4000">
              <a:solidFill>
                <a:srgbClr val="A50021"/>
              </a:solidFill>
              <a:effectLst>
                <a:outerShdw blurRad="38100" dist="38100" dir="2700000" algn="tl">
                  <a:srgbClr val="C0C0C0"/>
                </a:outerShdw>
              </a:effectLst>
              <a:latin typeface="隶书" pitchFamily="49" charset="-122"/>
              <a:ea typeface="隶书" pitchFamily="49" charset="-122"/>
            </a:endParaRPr>
          </a:p>
        </p:txBody>
      </p:sp>
      <p:sp>
        <p:nvSpPr>
          <p:cNvPr id="216088" name="Text Box 24"/>
          <p:cNvSpPr txBox="1">
            <a:spLocks noChangeArrowheads="1"/>
          </p:cNvSpPr>
          <p:nvPr/>
        </p:nvSpPr>
        <p:spPr bwMode="auto">
          <a:xfrm>
            <a:off x="1782763" y="4533900"/>
            <a:ext cx="6256337"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r>
              <a:rPr lang="zh-CN" altLang="en-US" sz="2800">
                <a:solidFill>
                  <a:schemeClr val="tx2"/>
                </a:solidFill>
                <a:latin typeface="黑体" pitchFamily="2" charset="-122"/>
                <a:ea typeface="黑体" pitchFamily="2" charset="-122"/>
              </a:rPr>
              <a:t>用</a:t>
            </a:r>
            <a:r>
              <a:rPr lang="zh-CN" altLang="en-US" sz="2800">
                <a:solidFill>
                  <a:srgbClr val="FF3300"/>
                </a:solidFill>
                <a:latin typeface="黑体" pitchFamily="2" charset="-122"/>
                <a:ea typeface="黑体" pitchFamily="2" charset="-122"/>
              </a:rPr>
              <a:t>正投影法</a:t>
            </a:r>
            <a:r>
              <a:rPr lang="zh-CN" altLang="en-US" sz="2800">
                <a:solidFill>
                  <a:schemeClr val="tx2"/>
                </a:solidFill>
                <a:latin typeface="黑体" pitchFamily="2" charset="-122"/>
                <a:ea typeface="黑体" pitchFamily="2" charset="-122"/>
              </a:rPr>
              <a:t>形成的轴测图叫</a:t>
            </a:r>
            <a:r>
              <a:rPr lang="zh-CN" altLang="en-US" sz="2800">
                <a:solidFill>
                  <a:srgbClr val="FF3300"/>
                </a:solidFill>
                <a:latin typeface="黑体" pitchFamily="2" charset="-122"/>
                <a:ea typeface="黑体" pitchFamily="2" charset="-122"/>
              </a:rPr>
              <a:t>正轴测图</a:t>
            </a:r>
            <a:r>
              <a:rPr lang="zh-CN" altLang="en-US" sz="2800">
                <a:solidFill>
                  <a:schemeClr val="tx2"/>
                </a:solidFill>
                <a:latin typeface="黑体" pitchFamily="2" charset="-122"/>
                <a:ea typeface="黑体" pitchFamily="2" charset="-122"/>
              </a:rPr>
              <a:t>。</a:t>
            </a:r>
          </a:p>
        </p:txBody>
      </p:sp>
      <p:sp>
        <p:nvSpPr>
          <p:cNvPr id="216089" name="Text Box 25"/>
          <p:cNvSpPr txBox="1">
            <a:spLocks noChangeArrowheads="1"/>
          </p:cNvSpPr>
          <p:nvPr/>
        </p:nvSpPr>
        <p:spPr bwMode="auto">
          <a:xfrm>
            <a:off x="1771650" y="5151438"/>
            <a:ext cx="6256338"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r>
              <a:rPr lang="zh-CN" altLang="en-US" sz="2800">
                <a:solidFill>
                  <a:schemeClr val="tx2"/>
                </a:solidFill>
                <a:latin typeface="黑体" pitchFamily="2" charset="-122"/>
                <a:ea typeface="黑体" pitchFamily="2" charset="-122"/>
              </a:rPr>
              <a:t>用</a:t>
            </a:r>
            <a:r>
              <a:rPr lang="zh-CN" altLang="en-US" sz="2800">
                <a:solidFill>
                  <a:srgbClr val="FF3300"/>
                </a:solidFill>
                <a:latin typeface="黑体" pitchFamily="2" charset="-122"/>
                <a:ea typeface="黑体" pitchFamily="2" charset="-122"/>
              </a:rPr>
              <a:t>斜投影法</a:t>
            </a:r>
            <a:r>
              <a:rPr lang="zh-CN" altLang="en-US" sz="2800">
                <a:solidFill>
                  <a:schemeClr val="tx2"/>
                </a:solidFill>
                <a:latin typeface="黑体" pitchFamily="2" charset="-122"/>
                <a:ea typeface="黑体" pitchFamily="2" charset="-122"/>
              </a:rPr>
              <a:t>形成的轴测图叫</a:t>
            </a:r>
            <a:r>
              <a:rPr lang="zh-CN" altLang="en-US" sz="2800">
                <a:solidFill>
                  <a:srgbClr val="FF3300"/>
                </a:solidFill>
                <a:latin typeface="黑体" pitchFamily="2" charset="-122"/>
                <a:ea typeface="黑体" pitchFamily="2" charset="-122"/>
              </a:rPr>
              <a:t>斜轴测图</a:t>
            </a:r>
            <a:r>
              <a:rPr lang="zh-CN" altLang="en-US" sz="2800">
                <a:solidFill>
                  <a:schemeClr val="tx2"/>
                </a:solidFill>
                <a:latin typeface="黑体" pitchFamily="2" charset="-122"/>
                <a:ea typeface="黑体" pitchFamily="2" charset="-122"/>
              </a:rPr>
              <a:t>。</a:t>
            </a:r>
          </a:p>
        </p:txBody>
      </p:sp>
      <p:grpSp>
        <p:nvGrpSpPr>
          <p:cNvPr id="2" name="Group 28"/>
          <p:cNvGrpSpPr>
            <a:grpSpLocks/>
          </p:cNvGrpSpPr>
          <p:nvPr/>
        </p:nvGrpSpPr>
        <p:grpSpPr bwMode="auto">
          <a:xfrm>
            <a:off x="650875" y="1419225"/>
            <a:ext cx="7642225" cy="2768600"/>
            <a:chOff x="397" y="1606"/>
            <a:chExt cx="4814" cy="1744"/>
          </a:xfrm>
        </p:grpSpPr>
        <p:sp>
          <p:nvSpPr>
            <p:cNvPr id="10247" name="Text Box 29"/>
            <p:cNvSpPr txBox="1">
              <a:spLocks noChangeArrowheads="1"/>
            </p:cNvSpPr>
            <p:nvPr/>
          </p:nvSpPr>
          <p:spPr bwMode="auto">
            <a:xfrm>
              <a:off x="1766" y="2726"/>
              <a:ext cx="791"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eaLnBrk="1" hangingPunct="1">
                <a:spcBef>
                  <a:spcPct val="0"/>
                </a:spcBef>
                <a:buClrTx/>
                <a:buFontTx/>
                <a:buNone/>
              </a:pPr>
              <a:r>
                <a:rPr lang="zh-CN" altLang="en-US" sz="2800">
                  <a:solidFill>
                    <a:srgbClr val="FF3300"/>
                  </a:solidFill>
                  <a:ea typeface="黑体" pitchFamily="2" charset="-122"/>
                </a:rPr>
                <a:t>正轴测</a:t>
              </a:r>
            </a:p>
          </p:txBody>
        </p:sp>
        <p:sp>
          <p:nvSpPr>
            <p:cNvPr id="10248" name="Text Box 30"/>
            <p:cNvSpPr txBox="1">
              <a:spLocks noChangeArrowheads="1"/>
            </p:cNvSpPr>
            <p:nvPr/>
          </p:nvSpPr>
          <p:spPr bwMode="auto">
            <a:xfrm>
              <a:off x="3661" y="2726"/>
              <a:ext cx="791"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anchor="ctr">
              <a:spAutoFit/>
            </a:bodyP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eaLnBrk="1" hangingPunct="1">
                <a:spcBef>
                  <a:spcPct val="0"/>
                </a:spcBef>
                <a:buClrTx/>
                <a:buFontTx/>
                <a:buNone/>
              </a:pPr>
              <a:r>
                <a:rPr lang="zh-CN" altLang="en-US" sz="2800">
                  <a:solidFill>
                    <a:srgbClr val="FF3300"/>
                  </a:solidFill>
                  <a:ea typeface="黑体" pitchFamily="2" charset="-122"/>
                </a:rPr>
                <a:t>斜轴测</a:t>
              </a:r>
            </a:p>
          </p:txBody>
        </p:sp>
        <p:grpSp>
          <p:nvGrpSpPr>
            <p:cNvPr id="10249" name="Group 31"/>
            <p:cNvGrpSpPr>
              <a:grpSpLocks/>
            </p:cNvGrpSpPr>
            <p:nvPr/>
          </p:nvGrpSpPr>
          <p:grpSpPr bwMode="auto">
            <a:xfrm>
              <a:off x="397" y="1606"/>
              <a:ext cx="4814" cy="1744"/>
              <a:chOff x="397" y="1606"/>
              <a:chExt cx="4814" cy="1744"/>
            </a:xfrm>
          </p:grpSpPr>
          <p:grpSp>
            <p:nvGrpSpPr>
              <p:cNvPr id="10250" name="Group 32"/>
              <p:cNvGrpSpPr>
                <a:grpSpLocks/>
              </p:cNvGrpSpPr>
              <p:nvPr/>
            </p:nvGrpSpPr>
            <p:grpSpPr bwMode="auto">
              <a:xfrm>
                <a:off x="2759" y="1606"/>
                <a:ext cx="2452" cy="1071"/>
                <a:chOff x="2759" y="1606"/>
                <a:chExt cx="2452" cy="1071"/>
              </a:xfrm>
            </p:grpSpPr>
            <p:sp>
              <p:nvSpPr>
                <p:cNvPr id="10302" name="Rectangle 33"/>
                <p:cNvSpPr>
                  <a:spLocks noChangeArrowheads="1"/>
                </p:cNvSpPr>
                <p:nvPr/>
              </p:nvSpPr>
              <p:spPr bwMode="auto">
                <a:xfrm>
                  <a:off x="3538" y="1701"/>
                  <a:ext cx="1673" cy="965"/>
                </a:xfrm>
                <a:prstGeom prst="rect">
                  <a:avLst/>
                </a:prstGeom>
                <a:solidFill>
                  <a:srgbClr val="99FFCC"/>
                </a:solidFill>
                <a:ln w="9525">
                  <a:solidFill>
                    <a:schemeClr val="tx1"/>
                  </a:solidFill>
                  <a:miter lim="800000"/>
                  <a:headEnd/>
                  <a:tailEnd/>
                </a:ln>
              </p:spPr>
              <p:txBody>
                <a:bodyPr wrap="none" anchor="ct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eaLnBrk="1" hangingPunct="1">
                    <a:spcBef>
                      <a:spcPct val="0"/>
                    </a:spcBef>
                    <a:buClrTx/>
                    <a:buFontTx/>
                    <a:buNone/>
                  </a:pPr>
                  <a:endParaRPr lang="zh-CN" altLang="zh-CN" sz="2400"/>
                </a:p>
              </p:txBody>
            </p:sp>
            <p:sp>
              <p:nvSpPr>
                <p:cNvPr id="10303" name="Text Box 34"/>
                <p:cNvSpPr txBox="1">
                  <a:spLocks noChangeArrowheads="1"/>
                </p:cNvSpPr>
                <p:nvPr/>
              </p:nvSpPr>
              <p:spPr bwMode="auto">
                <a:xfrm>
                  <a:off x="4516" y="1700"/>
                  <a:ext cx="599"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r>
                    <a:rPr lang="zh-CN" altLang="en-US" sz="2000">
                      <a:ea typeface="黑体" pitchFamily="2" charset="-122"/>
                    </a:rPr>
                    <a:t>投影面</a:t>
                  </a:r>
                </a:p>
              </p:txBody>
            </p:sp>
            <p:sp>
              <p:nvSpPr>
                <p:cNvPr id="10304" name="Freeform 35"/>
                <p:cNvSpPr>
                  <a:spLocks/>
                </p:cNvSpPr>
                <p:nvPr/>
              </p:nvSpPr>
              <p:spPr bwMode="auto">
                <a:xfrm>
                  <a:off x="3479" y="1775"/>
                  <a:ext cx="987" cy="231"/>
                </a:xfrm>
                <a:custGeom>
                  <a:avLst/>
                  <a:gdLst>
                    <a:gd name="T0" fmla="*/ 0 w 1530"/>
                    <a:gd name="T1" fmla="*/ 0 h 376"/>
                    <a:gd name="T2" fmla="*/ 171 w 1530"/>
                    <a:gd name="T3" fmla="*/ 33 h 376"/>
                    <a:gd name="T4" fmla="*/ 0 60000 65536"/>
                    <a:gd name="T5" fmla="*/ 0 60000 65536"/>
                    <a:gd name="T6" fmla="*/ 0 w 1530"/>
                    <a:gd name="T7" fmla="*/ 0 h 376"/>
                    <a:gd name="T8" fmla="*/ 1530 w 1530"/>
                    <a:gd name="T9" fmla="*/ 376 h 376"/>
                  </a:gdLst>
                  <a:ahLst/>
                  <a:cxnLst>
                    <a:cxn ang="T4">
                      <a:pos x="T0" y="T1"/>
                    </a:cxn>
                    <a:cxn ang="T5">
                      <a:pos x="T2" y="T3"/>
                    </a:cxn>
                  </a:cxnLst>
                  <a:rect l="T6" t="T7" r="T8" b="T9"/>
                  <a:pathLst>
                    <a:path w="1530" h="376">
                      <a:moveTo>
                        <a:pt x="0" y="0"/>
                      </a:moveTo>
                      <a:lnTo>
                        <a:pt x="1530" y="376"/>
                      </a:lnTo>
                    </a:path>
                  </a:pathLst>
                </a:custGeom>
                <a:noFill/>
                <a:ln w="9525" cap="flat" cmpd="sng">
                  <a:solidFill>
                    <a:srgbClr val="9900CC"/>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0305" name="Freeform 36"/>
                <p:cNvSpPr>
                  <a:spLocks/>
                </p:cNvSpPr>
                <p:nvPr/>
              </p:nvSpPr>
              <p:spPr bwMode="auto">
                <a:xfrm>
                  <a:off x="3042" y="1775"/>
                  <a:ext cx="1021" cy="226"/>
                </a:xfrm>
                <a:custGeom>
                  <a:avLst/>
                  <a:gdLst>
                    <a:gd name="T0" fmla="*/ 0 w 1582"/>
                    <a:gd name="T1" fmla="*/ 0 h 367"/>
                    <a:gd name="T2" fmla="*/ 177 w 1582"/>
                    <a:gd name="T3" fmla="*/ 33 h 367"/>
                    <a:gd name="T4" fmla="*/ 0 60000 65536"/>
                    <a:gd name="T5" fmla="*/ 0 60000 65536"/>
                    <a:gd name="T6" fmla="*/ 0 w 1582"/>
                    <a:gd name="T7" fmla="*/ 0 h 367"/>
                    <a:gd name="T8" fmla="*/ 1582 w 1582"/>
                    <a:gd name="T9" fmla="*/ 367 h 367"/>
                  </a:gdLst>
                  <a:ahLst/>
                  <a:cxnLst>
                    <a:cxn ang="T4">
                      <a:pos x="T0" y="T1"/>
                    </a:cxn>
                    <a:cxn ang="T5">
                      <a:pos x="T2" y="T3"/>
                    </a:cxn>
                  </a:cxnLst>
                  <a:rect l="T6" t="T7" r="T8" b="T9"/>
                  <a:pathLst>
                    <a:path w="1582" h="367">
                      <a:moveTo>
                        <a:pt x="0" y="0"/>
                      </a:moveTo>
                      <a:lnTo>
                        <a:pt x="1582" y="367"/>
                      </a:lnTo>
                    </a:path>
                  </a:pathLst>
                </a:custGeom>
                <a:noFill/>
                <a:ln w="9525" cap="flat" cmpd="sng">
                  <a:solidFill>
                    <a:srgbClr val="9900CC"/>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0306" name="Freeform 37"/>
                <p:cNvSpPr>
                  <a:spLocks/>
                </p:cNvSpPr>
                <p:nvPr/>
              </p:nvSpPr>
              <p:spPr bwMode="auto">
                <a:xfrm>
                  <a:off x="3352" y="1862"/>
                  <a:ext cx="1249" cy="269"/>
                </a:xfrm>
                <a:custGeom>
                  <a:avLst/>
                  <a:gdLst>
                    <a:gd name="T0" fmla="*/ 0 w 1935"/>
                    <a:gd name="T1" fmla="*/ 0 h 438"/>
                    <a:gd name="T2" fmla="*/ 217 w 1935"/>
                    <a:gd name="T3" fmla="*/ 38 h 438"/>
                    <a:gd name="T4" fmla="*/ 0 60000 65536"/>
                    <a:gd name="T5" fmla="*/ 0 60000 65536"/>
                    <a:gd name="T6" fmla="*/ 0 w 1935"/>
                    <a:gd name="T7" fmla="*/ 0 h 438"/>
                    <a:gd name="T8" fmla="*/ 1935 w 1935"/>
                    <a:gd name="T9" fmla="*/ 438 h 438"/>
                  </a:gdLst>
                  <a:ahLst/>
                  <a:cxnLst>
                    <a:cxn ang="T4">
                      <a:pos x="T0" y="T1"/>
                    </a:cxn>
                    <a:cxn ang="T5">
                      <a:pos x="T2" y="T3"/>
                    </a:cxn>
                  </a:cxnLst>
                  <a:rect l="T6" t="T7" r="T8" b="T9"/>
                  <a:pathLst>
                    <a:path w="1935" h="438">
                      <a:moveTo>
                        <a:pt x="0" y="0"/>
                      </a:moveTo>
                      <a:lnTo>
                        <a:pt x="1935" y="438"/>
                      </a:lnTo>
                    </a:path>
                  </a:pathLst>
                </a:custGeom>
                <a:noFill/>
                <a:ln w="9525" cap="flat" cmpd="sng">
                  <a:solidFill>
                    <a:srgbClr val="9900CC"/>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0307" name="Freeform 38"/>
                <p:cNvSpPr>
                  <a:spLocks/>
                </p:cNvSpPr>
                <p:nvPr/>
              </p:nvSpPr>
              <p:spPr bwMode="auto">
                <a:xfrm>
                  <a:off x="2959" y="1871"/>
                  <a:ext cx="1229" cy="253"/>
                </a:xfrm>
                <a:custGeom>
                  <a:avLst/>
                  <a:gdLst>
                    <a:gd name="T0" fmla="*/ 0 w 1903"/>
                    <a:gd name="T1" fmla="*/ 0 h 412"/>
                    <a:gd name="T2" fmla="*/ 214 w 1903"/>
                    <a:gd name="T3" fmla="*/ 36 h 412"/>
                    <a:gd name="T4" fmla="*/ 0 60000 65536"/>
                    <a:gd name="T5" fmla="*/ 0 60000 65536"/>
                    <a:gd name="T6" fmla="*/ 0 w 1903"/>
                    <a:gd name="T7" fmla="*/ 0 h 412"/>
                    <a:gd name="T8" fmla="*/ 1903 w 1903"/>
                    <a:gd name="T9" fmla="*/ 412 h 412"/>
                  </a:gdLst>
                  <a:ahLst/>
                  <a:cxnLst>
                    <a:cxn ang="T4">
                      <a:pos x="T0" y="T1"/>
                    </a:cxn>
                    <a:cxn ang="T5">
                      <a:pos x="T2" y="T3"/>
                    </a:cxn>
                  </a:cxnLst>
                  <a:rect l="T6" t="T7" r="T8" b="T9"/>
                  <a:pathLst>
                    <a:path w="1903" h="412">
                      <a:moveTo>
                        <a:pt x="0" y="0"/>
                      </a:moveTo>
                      <a:lnTo>
                        <a:pt x="1903" y="412"/>
                      </a:lnTo>
                    </a:path>
                  </a:pathLst>
                </a:custGeom>
                <a:noFill/>
                <a:ln w="9525" cap="flat" cmpd="sng">
                  <a:solidFill>
                    <a:srgbClr val="9900CC"/>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0308" name="Freeform 39"/>
                <p:cNvSpPr>
                  <a:spLocks/>
                </p:cNvSpPr>
                <p:nvPr/>
              </p:nvSpPr>
              <p:spPr bwMode="auto">
                <a:xfrm>
                  <a:off x="3479" y="2131"/>
                  <a:ext cx="987" cy="229"/>
                </a:xfrm>
                <a:custGeom>
                  <a:avLst/>
                  <a:gdLst>
                    <a:gd name="T0" fmla="*/ 0 w 1530"/>
                    <a:gd name="T1" fmla="*/ 0 h 373"/>
                    <a:gd name="T2" fmla="*/ 171 w 1530"/>
                    <a:gd name="T3" fmla="*/ 33 h 373"/>
                    <a:gd name="T4" fmla="*/ 0 60000 65536"/>
                    <a:gd name="T5" fmla="*/ 0 60000 65536"/>
                    <a:gd name="T6" fmla="*/ 0 w 1530"/>
                    <a:gd name="T7" fmla="*/ 0 h 373"/>
                    <a:gd name="T8" fmla="*/ 1530 w 1530"/>
                    <a:gd name="T9" fmla="*/ 373 h 373"/>
                  </a:gdLst>
                  <a:ahLst/>
                  <a:cxnLst>
                    <a:cxn ang="T4">
                      <a:pos x="T0" y="T1"/>
                    </a:cxn>
                    <a:cxn ang="T5">
                      <a:pos x="T2" y="T3"/>
                    </a:cxn>
                  </a:cxnLst>
                  <a:rect l="T6" t="T7" r="T8" b="T9"/>
                  <a:pathLst>
                    <a:path w="1530" h="373">
                      <a:moveTo>
                        <a:pt x="0" y="0"/>
                      </a:moveTo>
                      <a:lnTo>
                        <a:pt x="1530" y="373"/>
                      </a:lnTo>
                    </a:path>
                  </a:pathLst>
                </a:custGeom>
                <a:noFill/>
                <a:ln w="9525" cap="flat" cmpd="sng">
                  <a:solidFill>
                    <a:srgbClr val="9900CC"/>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0309" name="Freeform 40"/>
                <p:cNvSpPr>
                  <a:spLocks/>
                </p:cNvSpPr>
                <p:nvPr/>
              </p:nvSpPr>
              <p:spPr bwMode="auto">
                <a:xfrm>
                  <a:off x="3042" y="2131"/>
                  <a:ext cx="1022" cy="229"/>
                </a:xfrm>
                <a:custGeom>
                  <a:avLst/>
                  <a:gdLst>
                    <a:gd name="T0" fmla="*/ 0 w 1584"/>
                    <a:gd name="T1" fmla="*/ 0 h 373"/>
                    <a:gd name="T2" fmla="*/ 177 w 1584"/>
                    <a:gd name="T3" fmla="*/ 33 h 373"/>
                    <a:gd name="T4" fmla="*/ 0 60000 65536"/>
                    <a:gd name="T5" fmla="*/ 0 60000 65536"/>
                    <a:gd name="T6" fmla="*/ 0 w 1584"/>
                    <a:gd name="T7" fmla="*/ 0 h 373"/>
                    <a:gd name="T8" fmla="*/ 1584 w 1584"/>
                    <a:gd name="T9" fmla="*/ 373 h 373"/>
                  </a:gdLst>
                  <a:ahLst/>
                  <a:cxnLst>
                    <a:cxn ang="T4">
                      <a:pos x="T0" y="T1"/>
                    </a:cxn>
                    <a:cxn ang="T5">
                      <a:pos x="T2" y="T3"/>
                    </a:cxn>
                  </a:cxnLst>
                  <a:rect l="T6" t="T7" r="T8" b="T9"/>
                  <a:pathLst>
                    <a:path w="1584" h="373">
                      <a:moveTo>
                        <a:pt x="0" y="0"/>
                      </a:moveTo>
                      <a:lnTo>
                        <a:pt x="1584" y="373"/>
                      </a:lnTo>
                    </a:path>
                  </a:pathLst>
                </a:custGeom>
                <a:noFill/>
                <a:ln w="9525" cap="flat" cmpd="sng">
                  <a:solidFill>
                    <a:srgbClr val="9900CC"/>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0310" name="Freeform 41"/>
                <p:cNvSpPr>
                  <a:spLocks/>
                </p:cNvSpPr>
                <p:nvPr/>
              </p:nvSpPr>
              <p:spPr bwMode="auto">
                <a:xfrm>
                  <a:off x="2950" y="2209"/>
                  <a:ext cx="1238" cy="269"/>
                </a:xfrm>
                <a:custGeom>
                  <a:avLst/>
                  <a:gdLst>
                    <a:gd name="T0" fmla="*/ 0 w 1917"/>
                    <a:gd name="T1" fmla="*/ 0 h 438"/>
                    <a:gd name="T2" fmla="*/ 216 w 1917"/>
                    <a:gd name="T3" fmla="*/ 38 h 438"/>
                    <a:gd name="T4" fmla="*/ 0 60000 65536"/>
                    <a:gd name="T5" fmla="*/ 0 60000 65536"/>
                    <a:gd name="T6" fmla="*/ 0 w 1917"/>
                    <a:gd name="T7" fmla="*/ 0 h 438"/>
                    <a:gd name="T8" fmla="*/ 1917 w 1917"/>
                    <a:gd name="T9" fmla="*/ 438 h 438"/>
                  </a:gdLst>
                  <a:ahLst/>
                  <a:cxnLst>
                    <a:cxn ang="T4">
                      <a:pos x="T0" y="T1"/>
                    </a:cxn>
                    <a:cxn ang="T5">
                      <a:pos x="T2" y="T3"/>
                    </a:cxn>
                  </a:cxnLst>
                  <a:rect l="T6" t="T7" r="T8" b="T9"/>
                  <a:pathLst>
                    <a:path w="1917" h="438">
                      <a:moveTo>
                        <a:pt x="0" y="0"/>
                      </a:moveTo>
                      <a:lnTo>
                        <a:pt x="1917" y="438"/>
                      </a:lnTo>
                    </a:path>
                  </a:pathLst>
                </a:custGeom>
                <a:noFill/>
                <a:ln w="9525" cap="flat" cmpd="sng">
                  <a:solidFill>
                    <a:srgbClr val="9900CC"/>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0311" name="Freeform 42"/>
                <p:cNvSpPr>
                  <a:spLocks/>
                </p:cNvSpPr>
                <p:nvPr/>
              </p:nvSpPr>
              <p:spPr bwMode="auto">
                <a:xfrm>
                  <a:off x="3360" y="2218"/>
                  <a:ext cx="1231" cy="269"/>
                </a:xfrm>
                <a:custGeom>
                  <a:avLst/>
                  <a:gdLst>
                    <a:gd name="T0" fmla="*/ 0 w 1907"/>
                    <a:gd name="T1" fmla="*/ 0 h 438"/>
                    <a:gd name="T2" fmla="*/ 214 w 1907"/>
                    <a:gd name="T3" fmla="*/ 38 h 438"/>
                    <a:gd name="T4" fmla="*/ 0 60000 65536"/>
                    <a:gd name="T5" fmla="*/ 0 60000 65536"/>
                    <a:gd name="T6" fmla="*/ 0 w 1907"/>
                    <a:gd name="T7" fmla="*/ 0 h 438"/>
                    <a:gd name="T8" fmla="*/ 1907 w 1907"/>
                    <a:gd name="T9" fmla="*/ 438 h 438"/>
                  </a:gdLst>
                  <a:ahLst/>
                  <a:cxnLst>
                    <a:cxn ang="T4">
                      <a:pos x="T0" y="T1"/>
                    </a:cxn>
                    <a:cxn ang="T5">
                      <a:pos x="T2" y="T3"/>
                    </a:cxn>
                  </a:cxnLst>
                  <a:rect l="T6" t="T7" r="T8" b="T9"/>
                  <a:pathLst>
                    <a:path w="1907" h="438">
                      <a:moveTo>
                        <a:pt x="0" y="0"/>
                      </a:moveTo>
                      <a:lnTo>
                        <a:pt x="1907" y="438"/>
                      </a:lnTo>
                    </a:path>
                  </a:pathLst>
                </a:custGeom>
                <a:noFill/>
                <a:ln w="9525" cap="flat" cmpd="sng">
                  <a:solidFill>
                    <a:srgbClr val="9900CC"/>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0312" name="Line 43"/>
                <p:cNvSpPr>
                  <a:spLocks noChangeShapeType="1"/>
                </p:cNvSpPr>
                <p:nvPr/>
              </p:nvSpPr>
              <p:spPr bwMode="auto">
                <a:xfrm flipV="1">
                  <a:off x="4468" y="1829"/>
                  <a:ext cx="0" cy="531"/>
                </a:xfrm>
                <a:prstGeom prst="line">
                  <a:avLst/>
                </a:prstGeom>
                <a:noFill/>
                <a:ln w="9525">
                  <a:solidFill>
                    <a:srgbClr val="333399"/>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313" name="Line 44"/>
                <p:cNvSpPr>
                  <a:spLocks noChangeShapeType="1"/>
                </p:cNvSpPr>
                <p:nvPr/>
              </p:nvSpPr>
              <p:spPr bwMode="auto">
                <a:xfrm flipH="1">
                  <a:off x="3909" y="2360"/>
                  <a:ext cx="559" cy="0"/>
                </a:xfrm>
                <a:prstGeom prst="line">
                  <a:avLst/>
                </a:prstGeom>
                <a:noFill/>
                <a:ln w="9525">
                  <a:solidFill>
                    <a:srgbClr val="333399"/>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314" name="Line 45"/>
                <p:cNvSpPr>
                  <a:spLocks noChangeShapeType="1"/>
                </p:cNvSpPr>
                <p:nvPr/>
              </p:nvSpPr>
              <p:spPr bwMode="auto">
                <a:xfrm>
                  <a:off x="4468" y="2360"/>
                  <a:ext cx="203" cy="208"/>
                </a:xfrm>
                <a:prstGeom prst="line">
                  <a:avLst/>
                </a:prstGeom>
                <a:noFill/>
                <a:ln w="9525">
                  <a:solidFill>
                    <a:srgbClr val="333399"/>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315" name="Text Box 46"/>
                <p:cNvSpPr txBox="1">
                  <a:spLocks noChangeArrowheads="1"/>
                </p:cNvSpPr>
                <p:nvPr/>
              </p:nvSpPr>
              <p:spPr bwMode="auto">
                <a:xfrm>
                  <a:off x="4275" y="2157"/>
                  <a:ext cx="234"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eaLnBrk="1" hangingPunct="1">
                    <a:spcBef>
                      <a:spcPct val="0"/>
                    </a:spcBef>
                    <a:buClrTx/>
                    <a:buFontTx/>
                    <a:buNone/>
                  </a:pPr>
                  <a:r>
                    <a:rPr lang="en-US" altLang="zh-CN" sz="1600">
                      <a:latin typeface="ISOCP" pitchFamily="2" charset="0"/>
                    </a:rPr>
                    <a:t>O</a:t>
                  </a:r>
                  <a:r>
                    <a:rPr lang="en-US" altLang="zh-CN" sz="1600" baseline="-25000"/>
                    <a:t>1</a:t>
                  </a:r>
                  <a:endParaRPr lang="en-US" altLang="zh-CN" sz="1600"/>
                </a:p>
              </p:txBody>
            </p:sp>
            <p:sp>
              <p:nvSpPr>
                <p:cNvPr id="10316" name="Text Box 47"/>
                <p:cNvSpPr txBox="1">
                  <a:spLocks noChangeArrowheads="1"/>
                </p:cNvSpPr>
                <p:nvPr/>
              </p:nvSpPr>
              <p:spPr bwMode="auto">
                <a:xfrm>
                  <a:off x="3835" y="2331"/>
                  <a:ext cx="252"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eaLnBrk="1" hangingPunct="1">
                    <a:spcBef>
                      <a:spcPct val="0"/>
                    </a:spcBef>
                    <a:buClrTx/>
                    <a:buFontTx/>
                    <a:buNone/>
                  </a:pPr>
                  <a:r>
                    <a:rPr lang="en-US" altLang="zh-CN" sz="1600"/>
                    <a:t>X</a:t>
                  </a:r>
                  <a:r>
                    <a:rPr lang="en-US" altLang="zh-CN" sz="1600" baseline="-25000"/>
                    <a:t>1</a:t>
                  </a:r>
                  <a:endParaRPr lang="en-US" altLang="zh-CN" sz="1600"/>
                </a:p>
              </p:txBody>
            </p:sp>
            <p:sp>
              <p:nvSpPr>
                <p:cNvPr id="10317" name="Text Box 48"/>
                <p:cNvSpPr txBox="1">
                  <a:spLocks noChangeArrowheads="1"/>
                </p:cNvSpPr>
                <p:nvPr/>
              </p:nvSpPr>
              <p:spPr bwMode="auto">
                <a:xfrm>
                  <a:off x="4628" y="2465"/>
                  <a:ext cx="252"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eaLnBrk="1" hangingPunct="1">
                    <a:spcBef>
                      <a:spcPct val="0"/>
                    </a:spcBef>
                    <a:buClrTx/>
                    <a:buFontTx/>
                    <a:buNone/>
                  </a:pPr>
                  <a:r>
                    <a:rPr lang="en-US" altLang="zh-CN" sz="1600"/>
                    <a:t>Y</a:t>
                  </a:r>
                  <a:r>
                    <a:rPr lang="en-US" altLang="zh-CN" sz="1600" baseline="-25000"/>
                    <a:t>1</a:t>
                  </a:r>
                  <a:endParaRPr lang="en-US" altLang="zh-CN" sz="1600"/>
                </a:p>
              </p:txBody>
            </p:sp>
            <p:sp>
              <p:nvSpPr>
                <p:cNvPr id="10318" name="Text Box 49"/>
                <p:cNvSpPr txBox="1">
                  <a:spLocks noChangeArrowheads="1"/>
                </p:cNvSpPr>
                <p:nvPr/>
              </p:nvSpPr>
              <p:spPr bwMode="auto">
                <a:xfrm>
                  <a:off x="4270" y="1761"/>
                  <a:ext cx="245"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eaLnBrk="1" hangingPunct="1">
                    <a:spcBef>
                      <a:spcPct val="0"/>
                    </a:spcBef>
                    <a:buClrTx/>
                    <a:buFontTx/>
                    <a:buNone/>
                  </a:pPr>
                  <a:r>
                    <a:rPr lang="en-US" altLang="zh-CN" sz="1600"/>
                    <a:t>Z</a:t>
                  </a:r>
                  <a:r>
                    <a:rPr lang="en-US" altLang="zh-CN" sz="1600" baseline="-25000"/>
                    <a:t>1</a:t>
                  </a:r>
                  <a:endParaRPr lang="en-US" altLang="zh-CN" sz="1600"/>
                </a:p>
              </p:txBody>
            </p:sp>
            <p:sp>
              <p:nvSpPr>
                <p:cNvPr id="10319" name="Freeform 50"/>
                <p:cNvSpPr>
                  <a:spLocks/>
                </p:cNvSpPr>
                <p:nvPr/>
              </p:nvSpPr>
              <p:spPr bwMode="auto">
                <a:xfrm>
                  <a:off x="4592" y="2128"/>
                  <a:ext cx="0" cy="351"/>
                </a:xfrm>
                <a:custGeom>
                  <a:avLst/>
                  <a:gdLst>
                    <a:gd name="T0" fmla="*/ 0 w 1"/>
                    <a:gd name="T1" fmla="*/ 50 h 570"/>
                    <a:gd name="T2" fmla="*/ 0 w 1"/>
                    <a:gd name="T3" fmla="*/ 0 h 570"/>
                    <a:gd name="T4" fmla="*/ 0 60000 65536"/>
                    <a:gd name="T5" fmla="*/ 0 60000 65536"/>
                    <a:gd name="T6" fmla="*/ 0 w 1"/>
                    <a:gd name="T7" fmla="*/ 0 h 570"/>
                    <a:gd name="T8" fmla="*/ 0 w 1"/>
                    <a:gd name="T9" fmla="*/ 570 h 570"/>
                  </a:gdLst>
                  <a:ahLst/>
                  <a:cxnLst>
                    <a:cxn ang="T4">
                      <a:pos x="T0" y="T1"/>
                    </a:cxn>
                    <a:cxn ang="T5">
                      <a:pos x="T2" y="T3"/>
                    </a:cxn>
                  </a:cxnLst>
                  <a:rect l="T6" t="T7" r="T8" b="T9"/>
                  <a:pathLst>
                    <a:path w="1" h="570">
                      <a:moveTo>
                        <a:pt x="1" y="570"/>
                      </a:moveTo>
                      <a:lnTo>
                        <a:pt x="0" y="0"/>
                      </a:lnTo>
                    </a:path>
                  </a:pathLst>
                </a:custGeom>
                <a:noFill/>
                <a:ln w="28575" cap="flat" cmpd="sng">
                  <a:solidFill>
                    <a:schemeClr val="tx1"/>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0320" name="Freeform 51"/>
                <p:cNvSpPr>
                  <a:spLocks/>
                </p:cNvSpPr>
                <p:nvPr/>
              </p:nvSpPr>
              <p:spPr bwMode="auto">
                <a:xfrm>
                  <a:off x="4188" y="2128"/>
                  <a:ext cx="1" cy="351"/>
                </a:xfrm>
                <a:custGeom>
                  <a:avLst/>
                  <a:gdLst>
                    <a:gd name="T0" fmla="*/ 1 w 1"/>
                    <a:gd name="T1" fmla="*/ 50 h 570"/>
                    <a:gd name="T2" fmla="*/ 0 w 1"/>
                    <a:gd name="T3" fmla="*/ 0 h 570"/>
                    <a:gd name="T4" fmla="*/ 0 60000 65536"/>
                    <a:gd name="T5" fmla="*/ 0 60000 65536"/>
                    <a:gd name="T6" fmla="*/ 0 w 1"/>
                    <a:gd name="T7" fmla="*/ 0 h 570"/>
                    <a:gd name="T8" fmla="*/ 1 w 1"/>
                    <a:gd name="T9" fmla="*/ 570 h 570"/>
                  </a:gdLst>
                  <a:ahLst/>
                  <a:cxnLst>
                    <a:cxn ang="T4">
                      <a:pos x="T0" y="T1"/>
                    </a:cxn>
                    <a:cxn ang="T5">
                      <a:pos x="T2" y="T3"/>
                    </a:cxn>
                  </a:cxnLst>
                  <a:rect l="T6" t="T7" r="T8" b="T9"/>
                  <a:pathLst>
                    <a:path w="1" h="570">
                      <a:moveTo>
                        <a:pt x="1" y="570"/>
                      </a:moveTo>
                      <a:lnTo>
                        <a:pt x="0" y="0"/>
                      </a:lnTo>
                    </a:path>
                  </a:pathLst>
                </a:custGeom>
                <a:noFill/>
                <a:ln w="28575" cap="flat" cmpd="sng">
                  <a:solidFill>
                    <a:schemeClr val="tx1"/>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0321" name="Freeform 52"/>
                <p:cNvSpPr>
                  <a:spLocks/>
                </p:cNvSpPr>
                <p:nvPr/>
              </p:nvSpPr>
              <p:spPr bwMode="auto">
                <a:xfrm>
                  <a:off x="4065" y="2361"/>
                  <a:ext cx="126" cy="118"/>
                </a:xfrm>
                <a:custGeom>
                  <a:avLst/>
                  <a:gdLst>
                    <a:gd name="T0" fmla="*/ 0 w 195"/>
                    <a:gd name="T1" fmla="*/ 0 h 192"/>
                    <a:gd name="T2" fmla="*/ 22 w 195"/>
                    <a:gd name="T3" fmla="*/ 17 h 192"/>
                    <a:gd name="T4" fmla="*/ 0 60000 65536"/>
                    <a:gd name="T5" fmla="*/ 0 60000 65536"/>
                    <a:gd name="T6" fmla="*/ 0 w 195"/>
                    <a:gd name="T7" fmla="*/ 0 h 192"/>
                    <a:gd name="T8" fmla="*/ 195 w 195"/>
                    <a:gd name="T9" fmla="*/ 192 h 192"/>
                  </a:gdLst>
                  <a:ahLst/>
                  <a:cxnLst>
                    <a:cxn ang="T4">
                      <a:pos x="T0" y="T1"/>
                    </a:cxn>
                    <a:cxn ang="T5">
                      <a:pos x="T2" y="T3"/>
                    </a:cxn>
                  </a:cxnLst>
                  <a:rect l="T6" t="T7" r="T8" b="T9"/>
                  <a:pathLst>
                    <a:path w="195" h="192">
                      <a:moveTo>
                        <a:pt x="0" y="0"/>
                      </a:moveTo>
                      <a:lnTo>
                        <a:pt x="195" y="192"/>
                      </a:lnTo>
                    </a:path>
                  </a:pathLst>
                </a:custGeom>
                <a:noFill/>
                <a:ln w="28575" cap="flat" cmpd="sng">
                  <a:solidFill>
                    <a:schemeClr val="tx1"/>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0322" name="Line 53"/>
                <p:cNvSpPr>
                  <a:spLocks noChangeShapeType="1"/>
                </p:cNvSpPr>
                <p:nvPr/>
              </p:nvSpPr>
              <p:spPr bwMode="auto">
                <a:xfrm>
                  <a:off x="4189" y="2479"/>
                  <a:ext cx="403"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323" name="Line 54"/>
                <p:cNvSpPr>
                  <a:spLocks noChangeShapeType="1"/>
                </p:cNvSpPr>
                <p:nvPr/>
              </p:nvSpPr>
              <p:spPr bwMode="auto">
                <a:xfrm>
                  <a:off x="4065" y="2006"/>
                  <a:ext cx="40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324" name="Freeform 55"/>
                <p:cNvSpPr>
                  <a:spLocks/>
                </p:cNvSpPr>
                <p:nvPr/>
              </p:nvSpPr>
              <p:spPr bwMode="auto">
                <a:xfrm>
                  <a:off x="4064" y="2009"/>
                  <a:ext cx="1" cy="351"/>
                </a:xfrm>
                <a:custGeom>
                  <a:avLst/>
                  <a:gdLst>
                    <a:gd name="T0" fmla="*/ 1 w 1"/>
                    <a:gd name="T1" fmla="*/ 50 h 570"/>
                    <a:gd name="T2" fmla="*/ 0 w 1"/>
                    <a:gd name="T3" fmla="*/ 0 h 570"/>
                    <a:gd name="T4" fmla="*/ 0 60000 65536"/>
                    <a:gd name="T5" fmla="*/ 0 60000 65536"/>
                    <a:gd name="T6" fmla="*/ 0 w 1"/>
                    <a:gd name="T7" fmla="*/ 0 h 570"/>
                    <a:gd name="T8" fmla="*/ 1 w 1"/>
                    <a:gd name="T9" fmla="*/ 570 h 570"/>
                  </a:gdLst>
                  <a:ahLst/>
                  <a:cxnLst>
                    <a:cxn ang="T4">
                      <a:pos x="T0" y="T1"/>
                    </a:cxn>
                    <a:cxn ang="T5">
                      <a:pos x="T2" y="T3"/>
                    </a:cxn>
                  </a:cxnLst>
                  <a:rect l="T6" t="T7" r="T8" b="T9"/>
                  <a:pathLst>
                    <a:path w="1" h="570">
                      <a:moveTo>
                        <a:pt x="1" y="570"/>
                      </a:moveTo>
                      <a:lnTo>
                        <a:pt x="0" y="0"/>
                      </a:lnTo>
                    </a:path>
                  </a:pathLst>
                </a:custGeom>
                <a:noFill/>
                <a:ln w="28575" cap="flat" cmpd="sng">
                  <a:solidFill>
                    <a:schemeClr val="tx1"/>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0325" name="Freeform 56"/>
                <p:cNvSpPr>
                  <a:spLocks/>
                </p:cNvSpPr>
                <p:nvPr/>
              </p:nvSpPr>
              <p:spPr bwMode="auto">
                <a:xfrm>
                  <a:off x="4065" y="2006"/>
                  <a:ext cx="126" cy="134"/>
                </a:xfrm>
                <a:custGeom>
                  <a:avLst/>
                  <a:gdLst>
                    <a:gd name="T0" fmla="*/ 0 w 195"/>
                    <a:gd name="T1" fmla="*/ 0 h 217"/>
                    <a:gd name="T2" fmla="*/ 22 w 195"/>
                    <a:gd name="T3" fmla="*/ 19 h 217"/>
                    <a:gd name="T4" fmla="*/ 0 60000 65536"/>
                    <a:gd name="T5" fmla="*/ 0 60000 65536"/>
                    <a:gd name="T6" fmla="*/ 0 w 195"/>
                    <a:gd name="T7" fmla="*/ 0 h 217"/>
                    <a:gd name="T8" fmla="*/ 195 w 195"/>
                    <a:gd name="T9" fmla="*/ 217 h 217"/>
                  </a:gdLst>
                  <a:ahLst/>
                  <a:cxnLst>
                    <a:cxn ang="T4">
                      <a:pos x="T0" y="T1"/>
                    </a:cxn>
                    <a:cxn ang="T5">
                      <a:pos x="T2" y="T3"/>
                    </a:cxn>
                  </a:cxnLst>
                  <a:rect l="T6" t="T7" r="T8" b="T9"/>
                  <a:pathLst>
                    <a:path w="195" h="217">
                      <a:moveTo>
                        <a:pt x="0" y="0"/>
                      </a:moveTo>
                      <a:lnTo>
                        <a:pt x="195" y="217"/>
                      </a:lnTo>
                    </a:path>
                  </a:pathLst>
                </a:custGeom>
                <a:noFill/>
                <a:ln w="28575" cap="flat" cmpd="sng">
                  <a:solidFill>
                    <a:schemeClr val="tx1"/>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0326" name="Freeform 57"/>
                <p:cNvSpPr>
                  <a:spLocks/>
                </p:cNvSpPr>
                <p:nvPr/>
              </p:nvSpPr>
              <p:spPr bwMode="auto">
                <a:xfrm>
                  <a:off x="4191" y="2131"/>
                  <a:ext cx="402" cy="1"/>
                </a:xfrm>
                <a:custGeom>
                  <a:avLst/>
                  <a:gdLst>
                    <a:gd name="T0" fmla="*/ 0 w 622"/>
                    <a:gd name="T1" fmla="*/ 0 h 1"/>
                    <a:gd name="T2" fmla="*/ 70 w 622"/>
                    <a:gd name="T3" fmla="*/ 0 h 1"/>
                    <a:gd name="T4" fmla="*/ 0 60000 65536"/>
                    <a:gd name="T5" fmla="*/ 0 60000 65536"/>
                    <a:gd name="T6" fmla="*/ 0 w 622"/>
                    <a:gd name="T7" fmla="*/ 0 h 1"/>
                    <a:gd name="T8" fmla="*/ 622 w 622"/>
                    <a:gd name="T9" fmla="*/ 1 h 1"/>
                  </a:gdLst>
                  <a:ahLst/>
                  <a:cxnLst>
                    <a:cxn ang="T4">
                      <a:pos x="T0" y="T1"/>
                    </a:cxn>
                    <a:cxn ang="T5">
                      <a:pos x="T2" y="T3"/>
                    </a:cxn>
                  </a:cxnLst>
                  <a:rect l="T6" t="T7" r="T8" b="T9"/>
                  <a:pathLst>
                    <a:path w="622" h="1">
                      <a:moveTo>
                        <a:pt x="0" y="0"/>
                      </a:moveTo>
                      <a:lnTo>
                        <a:pt x="622" y="0"/>
                      </a:lnTo>
                    </a:path>
                  </a:pathLst>
                </a:custGeom>
                <a:noFill/>
                <a:ln w="28575" cap="flat" cmpd="sng">
                  <a:solidFill>
                    <a:schemeClr val="tx1"/>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0327" name="Freeform 58"/>
                <p:cNvSpPr>
                  <a:spLocks/>
                </p:cNvSpPr>
                <p:nvPr/>
              </p:nvSpPr>
              <p:spPr bwMode="auto">
                <a:xfrm>
                  <a:off x="4469" y="2006"/>
                  <a:ext cx="124" cy="125"/>
                </a:xfrm>
                <a:custGeom>
                  <a:avLst/>
                  <a:gdLst>
                    <a:gd name="T0" fmla="*/ 0 w 192"/>
                    <a:gd name="T1" fmla="*/ 0 h 203"/>
                    <a:gd name="T2" fmla="*/ 22 w 192"/>
                    <a:gd name="T3" fmla="*/ 18 h 203"/>
                    <a:gd name="T4" fmla="*/ 0 60000 65536"/>
                    <a:gd name="T5" fmla="*/ 0 60000 65536"/>
                    <a:gd name="T6" fmla="*/ 0 w 192"/>
                    <a:gd name="T7" fmla="*/ 0 h 203"/>
                    <a:gd name="T8" fmla="*/ 192 w 192"/>
                    <a:gd name="T9" fmla="*/ 203 h 203"/>
                  </a:gdLst>
                  <a:ahLst/>
                  <a:cxnLst>
                    <a:cxn ang="T4">
                      <a:pos x="T0" y="T1"/>
                    </a:cxn>
                    <a:cxn ang="T5">
                      <a:pos x="T2" y="T3"/>
                    </a:cxn>
                  </a:cxnLst>
                  <a:rect l="T6" t="T7" r="T8" b="T9"/>
                  <a:pathLst>
                    <a:path w="192" h="203">
                      <a:moveTo>
                        <a:pt x="0" y="0"/>
                      </a:moveTo>
                      <a:lnTo>
                        <a:pt x="192" y="203"/>
                      </a:lnTo>
                    </a:path>
                  </a:pathLst>
                </a:custGeom>
                <a:noFill/>
                <a:ln w="28575" cap="flat" cmpd="sng">
                  <a:solidFill>
                    <a:schemeClr val="tx1"/>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0328" name="Line 59"/>
                <p:cNvSpPr>
                  <a:spLocks noChangeShapeType="1"/>
                </p:cNvSpPr>
                <p:nvPr/>
              </p:nvSpPr>
              <p:spPr bwMode="auto">
                <a:xfrm flipH="1">
                  <a:off x="2826" y="2134"/>
                  <a:ext cx="648" cy="0"/>
                </a:xfrm>
                <a:prstGeom prst="line">
                  <a:avLst/>
                </a:prstGeom>
                <a:noFill/>
                <a:ln w="9525">
                  <a:solidFill>
                    <a:srgbClr val="333399"/>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329" name="Text Box 60"/>
                <p:cNvSpPr txBox="1">
                  <a:spLocks noChangeArrowheads="1"/>
                </p:cNvSpPr>
                <p:nvPr/>
              </p:nvSpPr>
              <p:spPr bwMode="auto">
                <a:xfrm>
                  <a:off x="3011" y="2269"/>
                  <a:ext cx="208"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r>
                    <a:rPr lang="en-US" altLang="zh-CN" sz="1600"/>
                    <a:t>Y</a:t>
                  </a:r>
                </a:p>
              </p:txBody>
            </p:sp>
            <p:sp>
              <p:nvSpPr>
                <p:cNvPr id="10330" name="Line 61"/>
                <p:cNvSpPr>
                  <a:spLocks noChangeShapeType="1"/>
                </p:cNvSpPr>
                <p:nvPr/>
              </p:nvSpPr>
              <p:spPr bwMode="auto">
                <a:xfrm flipV="1">
                  <a:off x="3474" y="1643"/>
                  <a:ext cx="0" cy="491"/>
                </a:xfrm>
                <a:prstGeom prst="line">
                  <a:avLst/>
                </a:prstGeom>
                <a:noFill/>
                <a:ln w="9525">
                  <a:solidFill>
                    <a:srgbClr val="333399"/>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331" name="Freeform 62"/>
                <p:cNvSpPr>
                  <a:spLocks/>
                </p:cNvSpPr>
                <p:nvPr/>
              </p:nvSpPr>
              <p:spPr bwMode="auto">
                <a:xfrm>
                  <a:off x="3166" y="2131"/>
                  <a:ext cx="307" cy="212"/>
                </a:xfrm>
                <a:custGeom>
                  <a:avLst/>
                  <a:gdLst>
                    <a:gd name="T0" fmla="*/ 323 w 303"/>
                    <a:gd name="T1" fmla="*/ 0 h 212"/>
                    <a:gd name="T2" fmla="*/ 0 w 303"/>
                    <a:gd name="T3" fmla="*/ 212 h 212"/>
                    <a:gd name="T4" fmla="*/ 0 60000 65536"/>
                    <a:gd name="T5" fmla="*/ 0 60000 65536"/>
                    <a:gd name="T6" fmla="*/ 0 w 303"/>
                    <a:gd name="T7" fmla="*/ 0 h 212"/>
                    <a:gd name="T8" fmla="*/ 303 w 303"/>
                    <a:gd name="T9" fmla="*/ 212 h 212"/>
                  </a:gdLst>
                  <a:ahLst/>
                  <a:cxnLst>
                    <a:cxn ang="T4">
                      <a:pos x="T0" y="T1"/>
                    </a:cxn>
                    <a:cxn ang="T5">
                      <a:pos x="T2" y="T3"/>
                    </a:cxn>
                  </a:cxnLst>
                  <a:rect l="T6" t="T7" r="T8" b="T9"/>
                  <a:pathLst>
                    <a:path w="303" h="212">
                      <a:moveTo>
                        <a:pt x="303" y="0"/>
                      </a:moveTo>
                      <a:lnTo>
                        <a:pt x="0" y="212"/>
                      </a:lnTo>
                    </a:path>
                  </a:pathLst>
                </a:custGeom>
                <a:noFill/>
                <a:ln w="9525" cap="flat" cmpd="sng">
                  <a:solidFill>
                    <a:srgbClr val="333399"/>
                  </a:solidFill>
                  <a:prstDash val="solid"/>
                  <a:round/>
                  <a:headEnd type="none" w="med" len="med"/>
                  <a:tailEnd type="triangl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0332" name="Freeform 63"/>
                <p:cNvSpPr>
                  <a:spLocks/>
                </p:cNvSpPr>
                <p:nvPr/>
              </p:nvSpPr>
              <p:spPr bwMode="auto">
                <a:xfrm>
                  <a:off x="3051" y="1766"/>
                  <a:ext cx="3" cy="368"/>
                </a:xfrm>
                <a:custGeom>
                  <a:avLst/>
                  <a:gdLst>
                    <a:gd name="T0" fmla="*/ 0 w 4"/>
                    <a:gd name="T1" fmla="*/ 0 h 599"/>
                    <a:gd name="T2" fmla="*/ 2 w 4"/>
                    <a:gd name="T3" fmla="*/ 52 h 599"/>
                    <a:gd name="T4" fmla="*/ 0 60000 65536"/>
                    <a:gd name="T5" fmla="*/ 0 60000 65536"/>
                    <a:gd name="T6" fmla="*/ 0 w 4"/>
                    <a:gd name="T7" fmla="*/ 0 h 599"/>
                    <a:gd name="T8" fmla="*/ 4 w 4"/>
                    <a:gd name="T9" fmla="*/ 599 h 599"/>
                  </a:gdLst>
                  <a:ahLst/>
                  <a:cxnLst>
                    <a:cxn ang="T4">
                      <a:pos x="T0" y="T1"/>
                    </a:cxn>
                    <a:cxn ang="T5">
                      <a:pos x="T2" y="T3"/>
                    </a:cxn>
                  </a:cxnLst>
                  <a:rect l="T6" t="T7" r="T8" b="T9"/>
                  <a:pathLst>
                    <a:path w="4" h="599">
                      <a:moveTo>
                        <a:pt x="0" y="0"/>
                      </a:moveTo>
                      <a:lnTo>
                        <a:pt x="4" y="599"/>
                      </a:lnTo>
                    </a:path>
                  </a:pathLst>
                </a:custGeom>
                <a:noFill/>
                <a:ln w="19050" cap="flat" cmpd="sng">
                  <a:solidFill>
                    <a:schemeClr val="tx1"/>
                  </a:solidFill>
                  <a:prstDash val="dash"/>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0333" name="Line 64"/>
                <p:cNvSpPr>
                  <a:spLocks noChangeShapeType="1"/>
                </p:cNvSpPr>
                <p:nvPr/>
              </p:nvSpPr>
              <p:spPr bwMode="auto">
                <a:xfrm>
                  <a:off x="3053" y="2134"/>
                  <a:ext cx="421" cy="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334" name="Freeform 65"/>
                <p:cNvSpPr>
                  <a:spLocks/>
                </p:cNvSpPr>
                <p:nvPr/>
              </p:nvSpPr>
              <p:spPr bwMode="auto">
                <a:xfrm>
                  <a:off x="2951" y="2134"/>
                  <a:ext cx="102" cy="83"/>
                </a:xfrm>
                <a:custGeom>
                  <a:avLst/>
                  <a:gdLst>
                    <a:gd name="T0" fmla="*/ 18 w 158"/>
                    <a:gd name="T1" fmla="*/ 0 h 135"/>
                    <a:gd name="T2" fmla="*/ 0 w 158"/>
                    <a:gd name="T3" fmla="*/ 12 h 135"/>
                    <a:gd name="T4" fmla="*/ 0 60000 65536"/>
                    <a:gd name="T5" fmla="*/ 0 60000 65536"/>
                    <a:gd name="T6" fmla="*/ 0 w 158"/>
                    <a:gd name="T7" fmla="*/ 0 h 135"/>
                    <a:gd name="T8" fmla="*/ 158 w 158"/>
                    <a:gd name="T9" fmla="*/ 135 h 135"/>
                  </a:gdLst>
                  <a:ahLst/>
                  <a:cxnLst>
                    <a:cxn ang="T4">
                      <a:pos x="T0" y="T1"/>
                    </a:cxn>
                    <a:cxn ang="T5">
                      <a:pos x="T2" y="T3"/>
                    </a:cxn>
                  </a:cxnLst>
                  <a:rect l="T6" t="T7" r="T8" b="T9"/>
                  <a:pathLst>
                    <a:path w="158" h="135">
                      <a:moveTo>
                        <a:pt x="158" y="0"/>
                      </a:moveTo>
                      <a:lnTo>
                        <a:pt x="0" y="135"/>
                      </a:lnTo>
                    </a:path>
                  </a:pathLst>
                </a:custGeom>
                <a:noFill/>
                <a:ln w="19050" cmpd="sng">
                  <a:solidFill>
                    <a:schemeClr val="tx1"/>
                  </a:solidFill>
                  <a:prstDash val="dash"/>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0335" name="Text Box 66"/>
                <p:cNvSpPr txBox="1">
                  <a:spLocks noChangeArrowheads="1"/>
                </p:cNvSpPr>
                <p:nvPr/>
              </p:nvSpPr>
              <p:spPr bwMode="auto">
                <a:xfrm>
                  <a:off x="2759" y="1944"/>
                  <a:ext cx="208"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eaLnBrk="1" hangingPunct="1">
                    <a:spcBef>
                      <a:spcPct val="0"/>
                    </a:spcBef>
                    <a:buClrTx/>
                    <a:buFontTx/>
                    <a:buNone/>
                  </a:pPr>
                  <a:r>
                    <a:rPr lang="en-US" altLang="zh-CN" sz="1600"/>
                    <a:t>X</a:t>
                  </a:r>
                </a:p>
              </p:txBody>
            </p:sp>
            <p:sp>
              <p:nvSpPr>
                <p:cNvPr id="10336" name="Text Box 67"/>
                <p:cNvSpPr txBox="1">
                  <a:spLocks noChangeArrowheads="1"/>
                </p:cNvSpPr>
                <p:nvPr/>
              </p:nvSpPr>
              <p:spPr bwMode="auto">
                <a:xfrm>
                  <a:off x="3308" y="1606"/>
                  <a:ext cx="201"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eaLnBrk="1" hangingPunct="1">
                    <a:spcBef>
                      <a:spcPct val="0"/>
                    </a:spcBef>
                    <a:buClrTx/>
                    <a:buFontTx/>
                    <a:buNone/>
                  </a:pPr>
                  <a:r>
                    <a:rPr lang="en-US" altLang="zh-CN" sz="1600"/>
                    <a:t>Z</a:t>
                  </a:r>
                </a:p>
              </p:txBody>
            </p:sp>
            <p:sp>
              <p:nvSpPr>
                <p:cNvPr id="10337" name="Freeform 68"/>
                <p:cNvSpPr>
                  <a:spLocks/>
                </p:cNvSpPr>
                <p:nvPr/>
              </p:nvSpPr>
              <p:spPr bwMode="auto">
                <a:xfrm>
                  <a:off x="2943" y="1776"/>
                  <a:ext cx="528" cy="444"/>
                </a:xfrm>
                <a:custGeom>
                  <a:avLst/>
                  <a:gdLst>
                    <a:gd name="T0" fmla="*/ 96 w 528"/>
                    <a:gd name="T1" fmla="*/ 0 h 444"/>
                    <a:gd name="T2" fmla="*/ 528 w 528"/>
                    <a:gd name="T3" fmla="*/ 0 h 444"/>
                    <a:gd name="T4" fmla="*/ 528 w 528"/>
                    <a:gd name="T5" fmla="*/ 366 h 444"/>
                    <a:gd name="T6" fmla="*/ 420 w 528"/>
                    <a:gd name="T7" fmla="*/ 444 h 444"/>
                    <a:gd name="T8" fmla="*/ 0 w 528"/>
                    <a:gd name="T9" fmla="*/ 444 h 444"/>
                    <a:gd name="T10" fmla="*/ 0 w 528"/>
                    <a:gd name="T11" fmla="*/ 84 h 444"/>
                    <a:gd name="T12" fmla="*/ 96 w 528"/>
                    <a:gd name="T13" fmla="*/ 0 h 444"/>
                    <a:gd name="T14" fmla="*/ 0 60000 65536"/>
                    <a:gd name="T15" fmla="*/ 0 60000 65536"/>
                    <a:gd name="T16" fmla="*/ 0 60000 65536"/>
                    <a:gd name="T17" fmla="*/ 0 60000 65536"/>
                    <a:gd name="T18" fmla="*/ 0 60000 65536"/>
                    <a:gd name="T19" fmla="*/ 0 60000 65536"/>
                    <a:gd name="T20" fmla="*/ 0 60000 65536"/>
                    <a:gd name="T21" fmla="*/ 0 w 528"/>
                    <a:gd name="T22" fmla="*/ 0 h 444"/>
                    <a:gd name="T23" fmla="*/ 528 w 528"/>
                    <a:gd name="T24" fmla="*/ 444 h 44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28" h="444">
                      <a:moveTo>
                        <a:pt x="96" y="0"/>
                      </a:moveTo>
                      <a:lnTo>
                        <a:pt x="528" y="0"/>
                      </a:lnTo>
                      <a:lnTo>
                        <a:pt x="528" y="366"/>
                      </a:lnTo>
                      <a:lnTo>
                        <a:pt x="420" y="444"/>
                      </a:lnTo>
                      <a:lnTo>
                        <a:pt x="0" y="444"/>
                      </a:lnTo>
                      <a:lnTo>
                        <a:pt x="0" y="84"/>
                      </a:lnTo>
                      <a:lnTo>
                        <a:pt x="96" y="0"/>
                      </a:lnTo>
                      <a:close/>
                    </a:path>
                  </a:pathLst>
                </a:custGeom>
                <a:solidFill>
                  <a:srgbClr val="CCCCFF">
                    <a:alpha val="50195"/>
                  </a:srgbClr>
                </a:solidFill>
                <a:ln>
                  <a:noFill/>
                </a:ln>
                <a:extLst>
                  <a:ext uri="{91240B29-F687-4F45-9708-019B960494DF}">
                    <a14:hiddenLine xmlns:a14="http://schemas.microsoft.com/office/drawing/2010/main" w="12700" cap="flat" cmpd="sng">
                      <a:solidFill>
                        <a:srgbClr val="000000"/>
                      </a:solidFill>
                      <a:prstDash val="solid"/>
                      <a:round/>
                      <a:headEnd type="none" w="med" len="med"/>
                      <a:tailEnd type="none" w="med" len="med"/>
                    </a14:hiddenLine>
                  </a:ext>
                </a:extLst>
              </p:spPr>
              <p:txBody>
                <a:bodyPr wrap="none" anchor="ctr"/>
                <a:lstStyle/>
                <a:p>
                  <a:endParaRPr lang="zh-CN" altLang="en-US"/>
                </a:p>
              </p:txBody>
            </p:sp>
            <p:sp>
              <p:nvSpPr>
                <p:cNvPr id="10338" name="Freeform 69"/>
                <p:cNvSpPr>
                  <a:spLocks/>
                </p:cNvSpPr>
                <p:nvPr/>
              </p:nvSpPr>
              <p:spPr bwMode="auto">
                <a:xfrm>
                  <a:off x="2951" y="2217"/>
                  <a:ext cx="409" cy="1"/>
                </a:xfrm>
                <a:custGeom>
                  <a:avLst/>
                  <a:gdLst>
                    <a:gd name="T0" fmla="*/ 0 w 635"/>
                    <a:gd name="T1" fmla="*/ 0 h 1"/>
                    <a:gd name="T2" fmla="*/ 70 w 635"/>
                    <a:gd name="T3" fmla="*/ 0 h 1"/>
                    <a:gd name="T4" fmla="*/ 0 60000 65536"/>
                    <a:gd name="T5" fmla="*/ 0 60000 65536"/>
                    <a:gd name="T6" fmla="*/ 0 w 635"/>
                    <a:gd name="T7" fmla="*/ 0 h 1"/>
                    <a:gd name="T8" fmla="*/ 635 w 635"/>
                    <a:gd name="T9" fmla="*/ 1 h 1"/>
                  </a:gdLst>
                  <a:ahLst/>
                  <a:cxnLst>
                    <a:cxn ang="T4">
                      <a:pos x="T0" y="T1"/>
                    </a:cxn>
                    <a:cxn ang="T5">
                      <a:pos x="T2" y="T3"/>
                    </a:cxn>
                  </a:cxnLst>
                  <a:rect l="T6" t="T7" r="T8" b="T9"/>
                  <a:pathLst>
                    <a:path w="635" h="1">
                      <a:moveTo>
                        <a:pt x="0" y="0"/>
                      </a:moveTo>
                      <a:lnTo>
                        <a:pt x="635" y="0"/>
                      </a:lnTo>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0339" name="Line 70"/>
                <p:cNvSpPr>
                  <a:spLocks noChangeShapeType="1"/>
                </p:cNvSpPr>
                <p:nvPr/>
              </p:nvSpPr>
              <p:spPr bwMode="auto">
                <a:xfrm flipH="1">
                  <a:off x="3053" y="1773"/>
                  <a:ext cx="421"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340" name="Freeform 71"/>
                <p:cNvSpPr>
                  <a:spLocks/>
                </p:cNvSpPr>
                <p:nvPr/>
              </p:nvSpPr>
              <p:spPr bwMode="auto">
                <a:xfrm>
                  <a:off x="2951" y="1870"/>
                  <a:ext cx="409" cy="1"/>
                </a:xfrm>
                <a:custGeom>
                  <a:avLst/>
                  <a:gdLst>
                    <a:gd name="T0" fmla="*/ 0 w 635"/>
                    <a:gd name="T1" fmla="*/ 0 h 1"/>
                    <a:gd name="T2" fmla="*/ 70 w 635"/>
                    <a:gd name="T3" fmla="*/ 0 h 1"/>
                    <a:gd name="T4" fmla="*/ 0 60000 65536"/>
                    <a:gd name="T5" fmla="*/ 0 60000 65536"/>
                    <a:gd name="T6" fmla="*/ 0 w 635"/>
                    <a:gd name="T7" fmla="*/ 0 h 1"/>
                    <a:gd name="T8" fmla="*/ 635 w 635"/>
                    <a:gd name="T9" fmla="*/ 1 h 1"/>
                  </a:gdLst>
                  <a:ahLst/>
                  <a:cxnLst>
                    <a:cxn ang="T4">
                      <a:pos x="T0" y="T1"/>
                    </a:cxn>
                    <a:cxn ang="T5">
                      <a:pos x="T2" y="T3"/>
                    </a:cxn>
                  </a:cxnLst>
                  <a:rect l="T6" t="T7" r="T8" b="T9"/>
                  <a:pathLst>
                    <a:path w="635" h="1">
                      <a:moveTo>
                        <a:pt x="0" y="0"/>
                      </a:moveTo>
                      <a:lnTo>
                        <a:pt x="635" y="0"/>
                      </a:lnTo>
                    </a:path>
                  </a:pathLst>
                </a:custGeom>
                <a:noFill/>
                <a:ln w="28575" cap="flat" cmpd="sng">
                  <a:solidFill>
                    <a:schemeClr val="tx1"/>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0341" name="Freeform 72"/>
                <p:cNvSpPr>
                  <a:spLocks/>
                </p:cNvSpPr>
                <p:nvPr/>
              </p:nvSpPr>
              <p:spPr bwMode="auto">
                <a:xfrm>
                  <a:off x="2942" y="1766"/>
                  <a:ext cx="109" cy="104"/>
                </a:xfrm>
                <a:custGeom>
                  <a:avLst/>
                  <a:gdLst>
                    <a:gd name="T0" fmla="*/ 19 w 169"/>
                    <a:gd name="T1" fmla="*/ 0 h 170"/>
                    <a:gd name="T2" fmla="*/ 0 w 169"/>
                    <a:gd name="T3" fmla="*/ 15 h 170"/>
                    <a:gd name="T4" fmla="*/ 0 60000 65536"/>
                    <a:gd name="T5" fmla="*/ 0 60000 65536"/>
                    <a:gd name="T6" fmla="*/ 0 w 169"/>
                    <a:gd name="T7" fmla="*/ 0 h 170"/>
                    <a:gd name="T8" fmla="*/ 169 w 169"/>
                    <a:gd name="T9" fmla="*/ 170 h 170"/>
                  </a:gdLst>
                  <a:ahLst/>
                  <a:cxnLst>
                    <a:cxn ang="T4">
                      <a:pos x="T0" y="T1"/>
                    </a:cxn>
                    <a:cxn ang="T5">
                      <a:pos x="T2" y="T3"/>
                    </a:cxn>
                  </a:cxnLst>
                  <a:rect l="T6" t="T7" r="T8" b="T9"/>
                  <a:pathLst>
                    <a:path w="169" h="170">
                      <a:moveTo>
                        <a:pt x="169" y="0"/>
                      </a:moveTo>
                      <a:lnTo>
                        <a:pt x="0" y="170"/>
                      </a:lnTo>
                    </a:path>
                  </a:pathLst>
                </a:custGeom>
                <a:noFill/>
                <a:ln w="28575" cap="flat" cmpd="sng">
                  <a:solidFill>
                    <a:schemeClr val="tx1"/>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0342" name="Freeform 73"/>
                <p:cNvSpPr>
                  <a:spLocks/>
                </p:cNvSpPr>
                <p:nvPr/>
              </p:nvSpPr>
              <p:spPr bwMode="auto">
                <a:xfrm>
                  <a:off x="3360" y="1861"/>
                  <a:ext cx="1" cy="348"/>
                </a:xfrm>
                <a:custGeom>
                  <a:avLst/>
                  <a:gdLst>
                    <a:gd name="T0" fmla="*/ 0 w 1"/>
                    <a:gd name="T1" fmla="*/ 50 h 565"/>
                    <a:gd name="T2" fmla="*/ 0 w 1"/>
                    <a:gd name="T3" fmla="*/ 0 h 565"/>
                    <a:gd name="T4" fmla="*/ 0 60000 65536"/>
                    <a:gd name="T5" fmla="*/ 0 60000 65536"/>
                    <a:gd name="T6" fmla="*/ 0 w 1"/>
                    <a:gd name="T7" fmla="*/ 0 h 565"/>
                    <a:gd name="T8" fmla="*/ 1 w 1"/>
                    <a:gd name="T9" fmla="*/ 565 h 565"/>
                  </a:gdLst>
                  <a:ahLst/>
                  <a:cxnLst>
                    <a:cxn ang="T4">
                      <a:pos x="T0" y="T1"/>
                    </a:cxn>
                    <a:cxn ang="T5">
                      <a:pos x="T2" y="T3"/>
                    </a:cxn>
                  </a:cxnLst>
                  <a:rect l="T6" t="T7" r="T8" b="T9"/>
                  <a:pathLst>
                    <a:path w="1" h="565">
                      <a:moveTo>
                        <a:pt x="0" y="565"/>
                      </a:moveTo>
                      <a:lnTo>
                        <a:pt x="0" y="0"/>
                      </a:lnTo>
                    </a:path>
                  </a:pathLst>
                </a:custGeom>
                <a:noFill/>
                <a:ln w="28575" cap="flat" cmpd="sng">
                  <a:solidFill>
                    <a:schemeClr val="tx1"/>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0343" name="Freeform 74"/>
                <p:cNvSpPr>
                  <a:spLocks/>
                </p:cNvSpPr>
                <p:nvPr/>
              </p:nvSpPr>
              <p:spPr bwMode="auto">
                <a:xfrm>
                  <a:off x="3471" y="1776"/>
                  <a:ext cx="2" cy="360"/>
                </a:xfrm>
                <a:custGeom>
                  <a:avLst/>
                  <a:gdLst>
                    <a:gd name="T0" fmla="*/ 2 w 2"/>
                    <a:gd name="T1" fmla="*/ 0 h 360"/>
                    <a:gd name="T2" fmla="*/ 0 w 2"/>
                    <a:gd name="T3" fmla="*/ 360 h 360"/>
                    <a:gd name="T4" fmla="*/ 0 60000 65536"/>
                    <a:gd name="T5" fmla="*/ 0 60000 65536"/>
                    <a:gd name="T6" fmla="*/ 0 w 2"/>
                    <a:gd name="T7" fmla="*/ 0 h 360"/>
                    <a:gd name="T8" fmla="*/ 2 w 2"/>
                    <a:gd name="T9" fmla="*/ 360 h 360"/>
                  </a:gdLst>
                  <a:ahLst/>
                  <a:cxnLst>
                    <a:cxn ang="T4">
                      <a:pos x="T0" y="T1"/>
                    </a:cxn>
                    <a:cxn ang="T5">
                      <a:pos x="T2" y="T3"/>
                    </a:cxn>
                  </a:cxnLst>
                  <a:rect l="T6" t="T7" r="T8" b="T9"/>
                  <a:pathLst>
                    <a:path w="2" h="360">
                      <a:moveTo>
                        <a:pt x="2" y="0"/>
                      </a:moveTo>
                      <a:lnTo>
                        <a:pt x="0" y="360"/>
                      </a:lnTo>
                    </a:path>
                  </a:pathLst>
                </a:custGeom>
                <a:noFill/>
                <a:ln w="28575" cap="flat" cmpd="sng">
                  <a:solidFill>
                    <a:schemeClr val="tx1"/>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0344" name="Freeform 75"/>
                <p:cNvSpPr>
                  <a:spLocks/>
                </p:cNvSpPr>
                <p:nvPr/>
              </p:nvSpPr>
              <p:spPr bwMode="auto">
                <a:xfrm>
                  <a:off x="3360" y="2134"/>
                  <a:ext cx="114" cy="83"/>
                </a:xfrm>
                <a:custGeom>
                  <a:avLst/>
                  <a:gdLst>
                    <a:gd name="T0" fmla="*/ 19 w 178"/>
                    <a:gd name="T1" fmla="*/ 0 h 135"/>
                    <a:gd name="T2" fmla="*/ 0 w 178"/>
                    <a:gd name="T3" fmla="*/ 12 h 135"/>
                    <a:gd name="T4" fmla="*/ 0 60000 65536"/>
                    <a:gd name="T5" fmla="*/ 0 60000 65536"/>
                    <a:gd name="T6" fmla="*/ 0 w 178"/>
                    <a:gd name="T7" fmla="*/ 0 h 135"/>
                    <a:gd name="T8" fmla="*/ 178 w 178"/>
                    <a:gd name="T9" fmla="*/ 135 h 135"/>
                  </a:gdLst>
                  <a:ahLst/>
                  <a:cxnLst>
                    <a:cxn ang="T4">
                      <a:pos x="T0" y="T1"/>
                    </a:cxn>
                    <a:cxn ang="T5">
                      <a:pos x="T2" y="T3"/>
                    </a:cxn>
                  </a:cxnLst>
                  <a:rect l="T6" t="T7" r="T8" b="T9"/>
                  <a:pathLst>
                    <a:path w="178" h="135">
                      <a:moveTo>
                        <a:pt x="178" y="0"/>
                      </a:moveTo>
                      <a:lnTo>
                        <a:pt x="0" y="135"/>
                      </a:lnTo>
                    </a:path>
                  </a:pathLst>
                </a:custGeom>
                <a:noFill/>
                <a:ln w="28575" cap="flat" cmpd="sng">
                  <a:solidFill>
                    <a:schemeClr val="tx1"/>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0345" name="Freeform 76"/>
                <p:cNvSpPr>
                  <a:spLocks/>
                </p:cNvSpPr>
                <p:nvPr/>
              </p:nvSpPr>
              <p:spPr bwMode="auto">
                <a:xfrm>
                  <a:off x="3360" y="1776"/>
                  <a:ext cx="103" cy="94"/>
                </a:xfrm>
                <a:custGeom>
                  <a:avLst/>
                  <a:gdLst>
                    <a:gd name="T0" fmla="*/ 17 w 160"/>
                    <a:gd name="T1" fmla="*/ 0 h 153"/>
                    <a:gd name="T2" fmla="*/ 0 w 160"/>
                    <a:gd name="T3" fmla="*/ 14 h 153"/>
                    <a:gd name="T4" fmla="*/ 0 60000 65536"/>
                    <a:gd name="T5" fmla="*/ 0 60000 65536"/>
                    <a:gd name="T6" fmla="*/ 0 w 160"/>
                    <a:gd name="T7" fmla="*/ 0 h 153"/>
                    <a:gd name="T8" fmla="*/ 160 w 160"/>
                    <a:gd name="T9" fmla="*/ 153 h 153"/>
                  </a:gdLst>
                  <a:ahLst/>
                  <a:cxnLst>
                    <a:cxn ang="T4">
                      <a:pos x="T0" y="T1"/>
                    </a:cxn>
                    <a:cxn ang="T5">
                      <a:pos x="T2" y="T3"/>
                    </a:cxn>
                  </a:cxnLst>
                  <a:rect l="T6" t="T7" r="T8" b="T9"/>
                  <a:pathLst>
                    <a:path w="160" h="153">
                      <a:moveTo>
                        <a:pt x="160" y="0"/>
                      </a:moveTo>
                      <a:lnTo>
                        <a:pt x="0" y="153"/>
                      </a:lnTo>
                    </a:path>
                  </a:pathLst>
                </a:custGeom>
                <a:noFill/>
                <a:ln w="28575" cap="flat" cmpd="sng">
                  <a:solidFill>
                    <a:schemeClr val="tx1"/>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0346" name="Freeform 77"/>
                <p:cNvSpPr>
                  <a:spLocks/>
                </p:cNvSpPr>
                <p:nvPr/>
              </p:nvSpPr>
              <p:spPr bwMode="auto">
                <a:xfrm>
                  <a:off x="2951" y="1861"/>
                  <a:ext cx="1" cy="356"/>
                </a:xfrm>
                <a:custGeom>
                  <a:avLst/>
                  <a:gdLst>
                    <a:gd name="T0" fmla="*/ 0 w 1"/>
                    <a:gd name="T1" fmla="*/ 51 h 579"/>
                    <a:gd name="T2" fmla="*/ 0 w 1"/>
                    <a:gd name="T3" fmla="*/ 0 h 579"/>
                    <a:gd name="T4" fmla="*/ 0 60000 65536"/>
                    <a:gd name="T5" fmla="*/ 0 60000 65536"/>
                    <a:gd name="T6" fmla="*/ 0 w 1"/>
                    <a:gd name="T7" fmla="*/ 0 h 579"/>
                    <a:gd name="T8" fmla="*/ 1 w 1"/>
                    <a:gd name="T9" fmla="*/ 579 h 579"/>
                  </a:gdLst>
                  <a:ahLst/>
                  <a:cxnLst>
                    <a:cxn ang="T4">
                      <a:pos x="T0" y="T1"/>
                    </a:cxn>
                    <a:cxn ang="T5">
                      <a:pos x="T2" y="T3"/>
                    </a:cxn>
                  </a:cxnLst>
                  <a:rect l="T6" t="T7" r="T8" b="T9"/>
                  <a:pathLst>
                    <a:path w="1" h="579">
                      <a:moveTo>
                        <a:pt x="0" y="579"/>
                      </a:moveTo>
                      <a:lnTo>
                        <a:pt x="0" y="0"/>
                      </a:lnTo>
                    </a:path>
                  </a:pathLst>
                </a:custGeom>
                <a:noFill/>
                <a:ln w="28575" cap="flat" cmpd="sng">
                  <a:solidFill>
                    <a:schemeClr val="tx1"/>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0347" name="Text Box 78"/>
                <p:cNvSpPr txBox="1">
                  <a:spLocks noChangeArrowheads="1"/>
                </p:cNvSpPr>
                <p:nvPr/>
              </p:nvSpPr>
              <p:spPr bwMode="auto">
                <a:xfrm>
                  <a:off x="3308" y="1980"/>
                  <a:ext cx="19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r>
                    <a:rPr lang="en-US" altLang="zh-CN" sz="1600">
                      <a:latin typeface="ISOCP" pitchFamily="2" charset="0"/>
                    </a:rPr>
                    <a:t>O</a:t>
                  </a:r>
                </a:p>
              </p:txBody>
            </p:sp>
          </p:grpSp>
          <p:grpSp>
            <p:nvGrpSpPr>
              <p:cNvPr id="10251" name="Group 79"/>
              <p:cNvGrpSpPr>
                <a:grpSpLocks/>
              </p:cNvGrpSpPr>
              <p:nvPr/>
            </p:nvGrpSpPr>
            <p:grpSpPr bwMode="auto">
              <a:xfrm>
                <a:off x="397" y="1705"/>
                <a:ext cx="2108" cy="1645"/>
                <a:chOff x="1009" y="1903"/>
                <a:chExt cx="2108" cy="1645"/>
              </a:xfrm>
            </p:grpSpPr>
            <p:grpSp>
              <p:nvGrpSpPr>
                <p:cNvPr id="10252" name="Group 80"/>
                <p:cNvGrpSpPr>
                  <a:grpSpLocks/>
                </p:cNvGrpSpPr>
                <p:nvPr/>
              </p:nvGrpSpPr>
              <p:grpSpPr bwMode="auto">
                <a:xfrm>
                  <a:off x="1145" y="1903"/>
                  <a:ext cx="1972" cy="1601"/>
                  <a:chOff x="611" y="1705"/>
                  <a:chExt cx="1972" cy="1601"/>
                </a:xfrm>
              </p:grpSpPr>
              <p:sp>
                <p:nvSpPr>
                  <p:cNvPr id="10258" name="Rectangle 81"/>
                  <p:cNvSpPr>
                    <a:spLocks noChangeArrowheads="1"/>
                  </p:cNvSpPr>
                  <p:nvPr/>
                </p:nvSpPr>
                <p:spPr bwMode="auto">
                  <a:xfrm>
                    <a:off x="648" y="1705"/>
                    <a:ext cx="1935" cy="969"/>
                  </a:xfrm>
                  <a:prstGeom prst="rect">
                    <a:avLst/>
                  </a:prstGeom>
                  <a:solidFill>
                    <a:srgbClr val="99FFCC"/>
                  </a:solidFill>
                  <a:ln w="9525">
                    <a:solidFill>
                      <a:schemeClr val="tx1"/>
                    </a:solidFill>
                    <a:miter lim="800000"/>
                    <a:headEnd/>
                    <a:tailEnd/>
                  </a:ln>
                </p:spPr>
                <p:txBody>
                  <a:bodyPr wrap="none" anchor="ct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eaLnBrk="1" hangingPunct="1">
                      <a:spcBef>
                        <a:spcPct val="0"/>
                      </a:spcBef>
                      <a:buClrTx/>
                      <a:buFontTx/>
                      <a:buNone/>
                    </a:pPr>
                    <a:endParaRPr lang="zh-CN" altLang="zh-CN" sz="2400"/>
                  </a:p>
                </p:txBody>
              </p:sp>
              <p:sp>
                <p:nvSpPr>
                  <p:cNvPr id="10259" name="Text Box 82"/>
                  <p:cNvSpPr txBox="1">
                    <a:spLocks noChangeArrowheads="1"/>
                  </p:cNvSpPr>
                  <p:nvPr/>
                </p:nvSpPr>
                <p:spPr bwMode="auto">
                  <a:xfrm>
                    <a:off x="660" y="1738"/>
                    <a:ext cx="599"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r>
                      <a:rPr lang="zh-CN" altLang="en-US" sz="2000">
                        <a:ea typeface="黑体" pitchFamily="2" charset="-122"/>
                      </a:rPr>
                      <a:t>投影面</a:t>
                    </a:r>
                  </a:p>
                </p:txBody>
              </p:sp>
              <p:grpSp>
                <p:nvGrpSpPr>
                  <p:cNvPr id="10260" name="Group 83"/>
                  <p:cNvGrpSpPr>
                    <a:grpSpLocks/>
                  </p:cNvGrpSpPr>
                  <p:nvPr/>
                </p:nvGrpSpPr>
                <p:grpSpPr bwMode="auto">
                  <a:xfrm>
                    <a:off x="611" y="1748"/>
                    <a:ext cx="1947" cy="1558"/>
                    <a:chOff x="611" y="1748"/>
                    <a:chExt cx="1947" cy="1558"/>
                  </a:xfrm>
                </p:grpSpPr>
                <p:grpSp>
                  <p:nvGrpSpPr>
                    <p:cNvPr id="10261" name="Group 84"/>
                    <p:cNvGrpSpPr>
                      <a:grpSpLocks/>
                    </p:cNvGrpSpPr>
                    <p:nvPr/>
                  </p:nvGrpSpPr>
                  <p:grpSpPr bwMode="auto">
                    <a:xfrm>
                      <a:off x="1467" y="1748"/>
                      <a:ext cx="1091" cy="731"/>
                      <a:chOff x="1467" y="1748"/>
                      <a:chExt cx="1091" cy="731"/>
                    </a:xfrm>
                  </p:grpSpPr>
                  <p:sp>
                    <p:nvSpPr>
                      <p:cNvPr id="10286" name="Freeform 85"/>
                      <p:cNvSpPr>
                        <a:spLocks/>
                      </p:cNvSpPr>
                      <p:nvPr/>
                    </p:nvSpPr>
                    <p:spPr bwMode="auto">
                      <a:xfrm>
                        <a:off x="1966" y="2203"/>
                        <a:ext cx="0" cy="276"/>
                      </a:xfrm>
                      <a:custGeom>
                        <a:avLst/>
                        <a:gdLst>
                          <a:gd name="T0" fmla="*/ 0 w 1"/>
                          <a:gd name="T1" fmla="*/ 0 h 438"/>
                          <a:gd name="T2" fmla="*/ 0 w 1"/>
                          <a:gd name="T3" fmla="*/ 43 h 438"/>
                          <a:gd name="T4" fmla="*/ 0 60000 65536"/>
                          <a:gd name="T5" fmla="*/ 0 60000 65536"/>
                          <a:gd name="T6" fmla="*/ 0 w 1"/>
                          <a:gd name="T7" fmla="*/ 0 h 438"/>
                          <a:gd name="T8" fmla="*/ 0 w 1"/>
                          <a:gd name="T9" fmla="*/ 438 h 438"/>
                        </a:gdLst>
                        <a:ahLst/>
                        <a:cxnLst>
                          <a:cxn ang="T4">
                            <a:pos x="T0" y="T1"/>
                          </a:cxn>
                          <a:cxn ang="T5">
                            <a:pos x="T2" y="T3"/>
                          </a:cxn>
                        </a:cxnLst>
                        <a:rect l="T6" t="T7" r="T8" b="T9"/>
                        <a:pathLst>
                          <a:path w="1" h="438">
                            <a:moveTo>
                              <a:pt x="0" y="0"/>
                            </a:moveTo>
                            <a:lnTo>
                              <a:pt x="0" y="438"/>
                            </a:lnTo>
                          </a:path>
                        </a:pathLst>
                      </a:custGeom>
                      <a:noFill/>
                      <a:ln w="28575" cmpd="sng">
                        <a:solidFill>
                          <a:schemeClr val="tx1"/>
                        </a:solidFill>
                        <a:round/>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0287" name="Freeform 86"/>
                      <p:cNvSpPr>
                        <a:spLocks/>
                      </p:cNvSpPr>
                      <p:nvPr/>
                    </p:nvSpPr>
                    <p:spPr bwMode="auto">
                      <a:xfrm>
                        <a:off x="1961" y="2326"/>
                        <a:ext cx="291" cy="141"/>
                      </a:xfrm>
                      <a:custGeom>
                        <a:avLst/>
                        <a:gdLst>
                          <a:gd name="T0" fmla="*/ 0 w 410"/>
                          <a:gd name="T1" fmla="*/ 13 h 254"/>
                          <a:gd name="T2" fmla="*/ 74 w 410"/>
                          <a:gd name="T3" fmla="*/ 0 h 254"/>
                          <a:gd name="T4" fmla="*/ 0 60000 65536"/>
                          <a:gd name="T5" fmla="*/ 0 60000 65536"/>
                          <a:gd name="T6" fmla="*/ 0 w 410"/>
                          <a:gd name="T7" fmla="*/ 0 h 254"/>
                          <a:gd name="T8" fmla="*/ 410 w 410"/>
                          <a:gd name="T9" fmla="*/ 254 h 254"/>
                        </a:gdLst>
                        <a:ahLst/>
                        <a:cxnLst>
                          <a:cxn ang="T4">
                            <a:pos x="T0" y="T1"/>
                          </a:cxn>
                          <a:cxn ang="T5">
                            <a:pos x="T2" y="T3"/>
                          </a:cxn>
                        </a:cxnLst>
                        <a:rect l="T6" t="T7" r="T8" b="T9"/>
                        <a:pathLst>
                          <a:path w="410" h="254">
                            <a:moveTo>
                              <a:pt x="0" y="254"/>
                            </a:moveTo>
                            <a:lnTo>
                              <a:pt x="410" y="0"/>
                            </a:lnTo>
                          </a:path>
                        </a:pathLst>
                      </a:custGeom>
                      <a:noFill/>
                      <a:ln w="28575" cmpd="sng">
                        <a:solidFill>
                          <a:schemeClr val="tx1"/>
                        </a:solidFill>
                        <a:round/>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0288" name="Freeform 87"/>
                      <p:cNvSpPr>
                        <a:spLocks/>
                      </p:cNvSpPr>
                      <p:nvPr/>
                    </p:nvSpPr>
                    <p:spPr bwMode="auto">
                      <a:xfrm>
                        <a:off x="1635" y="2319"/>
                        <a:ext cx="330" cy="153"/>
                      </a:xfrm>
                      <a:custGeom>
                        <a:avLst/>
                        <a:gdLst>
                          <a:gd name="T0" fmla="*/ 140 w 409"/>
                          <a:gd name="T1" fmla="*/ 25 h 241"/>
                          <a:gd name="T2" fmla="*/ 0 w 409"/>
                          <a:gd name="T3" fmla="*/ 0 h 241"/>
                          <a:gd name="T4" fmla="*/ 0 60000 65536"/>
                          <a:gd name="T5" fmla="*/ 0 60000 65536"/>
                          <a:gd name="T6" fmla="*/ 0 w 409"/>
                          <a:gd name="T7" fmla="*/ 0 h 241"/>
                          <a:gd name="T8" fmla="*/ 409 w 409"/>
                          <a:gd name="T9" fmla="*/ 241 h 241"/>
                        </a:gdLst>
                        <a:ahLst/>
                        <a:cxnLst>
                          <a:cxn ang="T4">
                            <a:pos x="T0" y="T1"/>
                          </a:cxn>
                          <a:cxn ang="T5">
                            <a:pos x="T2" y="T3"/>
                          </a:cxn>
                        </a:cxnLst>
                        <a:rect l="T6" t="T7" r="T8" b="T9"/>
                        <a:pathLst>
                          <a:path w="409" h="241">
                            <a:moveTo>
                              <a:pt x="409" y="241"/>
                            </a:moveTo>
                            <a:lnTo>
                              <a:pt x="0" y="0"/>
                            </a:lnTo>
                          </a:path>
                        </a:pathLst>
                      </a:custGeom>
                      <a:noFill/>
                      <a:ln w="28575" cmpd="sng">
                        <a:solidFill>
                          <a:schemeClr val="tx1"/>
                        </a:solidFill>
                        <a:round/>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0289" name="Freeform 88"/>
                      <p:cNvSpPr>
                        <a:spLocks/>
                      </p:cNvSpPr>
                      <p:nvPr/>
                    </p:nvSpPr>
                    <p:spPr bwMode="auto">
                      <a:xfrm>
                        <a:off x="1635" y="2055"/>
                        <a:ext cx="0" cy="276"/>
                      </a:xfrm>
                      <a:custGeom>
                        <a:avLst/>
                        <a:gdLst>
                          <a:gd name="T0" fmla="*/ 0 w 1"/>
                          <a:gd name="T1" fmla="*/ 0 h 438"/>
                          <a:gd name="T2" fmla="*/ 0 w 1"/>
                          <a:gd name="T3" fmla="*/ 43 h 438"/>
                          <a:gd name="T4" fmla="*/ 0 60000 65536"/>
                          <a:gd name="T5" fmla="*/ 0 60000 65536"/>
                          <a:gd name="T6" fmla="*/ 0 w 1"/>
                          <a:gd name="T7" fmla="*/ 0 h 438"/>
                          <a:gd name="T8" fmla="*/ 0 w 1"/>
                          <a:gd name="T9" fmla="*/ 438 h 438"/>
                        </a:gdLst>
                        <a:ahLst/>
                        <a:cxnLst>
                          <a:cxn ang="T4">
                            <a:pos x="T0" y="T1"/>
                          </a:cxn>
                          <a:cxn ang="T5">
                            <a:pos x="T2" y="T3"/>
                          </a:cxn>
                        </a:cxnLst>
                        <a:rect l="T6" t="T7" r="T8" b="T9"/>
                        <a:pathLst>
                          <a:path w="1" h="438">
                            <a:moveTo>
                              <a:pt x="0" y="0"/>
                            </a:moveTo>
                            <a:lnTo>
                              <a:pt x="0" y="438"/>
                            </a:lnTo>
                          </a:path>
                        </a:pathLst>
                      </a:custGeom>
                      <a:noFill/>
                      <a:ln w="28575" cmpd="sng">
                        <a:solidFill>
                          <a:schemeClr val="tx1"/>
                        </a:solidFill>
                        <a:round/>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0290" name="Freeform 89"/>
                      <p:cNvSpPr>
                        <a:spLocks/>
                      </p:cNvSpPr>
                      <p:nvPr/>
                    </p:nvSpPr>
                    <p:spPr bwMode="auto">
                      <a:xfrm>
                        <a:off x="2248" y="2071"/>
                        <a:ext cx="2" cy="259"/>
                      </a:xfrm>
                      <a:custGeom>
                        <a:avLst/>
                        <a:gdLst>
                          <a:gd name="T0" fmla="*/ 0 w 1"/>
                          <a:gd name="T1" fmla="*/ 0 h 410"/>
                          <a:gd name="T2" fmla="*/ 0 w 1"/>
                          <a:gd name="T3" fmla="*/ 42 h 410"/>
                          <a:gd name="T4" fmla="*/ 0 60000 65536"/>
                          <a:gd name="T5" fmla="*/ 0 60000 65536"/>
                          <a:gd name="T6" fmla="*/ 0 w 1"/>
                          <a:gd name="T7" fmla="*/ 0 h 410"/>
                          <a:gd name="T8" fmla="*/ 1 w 1"/>
                          <a:gd name="T9" fmla="*/ 410 h 410"/>
                        </a:gdLst>
                        <a:ahLst/>
                        <a:cxnLst>
                          <a:cxn ang="T4">
                            <a:pos x="T0" y="T1"/>
                          </a:cxn>
                          <a:cxn ang="T5">
                            <a:pos x="T2" y="T3"/>
                          </a:cxn>
                        </a:cxnLst>
                        <a:rect l="T6" t="T7" r="T8" b="T9"/>
                        <a:pathLst>
                          <a:path w="1" h="410">
                            <a:moveTo>
                              <a:pt x="0" y="0"/>
                            </a:moveTo>
                            <a:lnTo>
                              <a:pt x="0" y="410"/>
                            </a:lnTo>
                          </a:path>
                        </a:pathLst>
                      </a:custGeom>
                      <a:noFill/>
                      <a:ln w="28575" cap="flat" cmpd="sng">
                        <a:solidFill>
                          <a:schemeClr val="tx1"/>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0291" name="Freeform 90"/>
                      <p:cNvSpPr>
                        <a:spLocks/>
                      </p:cNvSpPr>
                      <p:nvPr/>
                    </p:nvSpPr>
                    <p:spPr bwMode="auto">
                      <a:xfrm>
                        <a:off x="1965" y="2063"/>
                        <a:ext cx="283" cy="140"/>
                      </a:xfrm>
                      <a:custGeom>
                        <a:avLst/>
                        <a:gdLst>
                          <a:gd name="T0" fmla="*/ 0 w 396"/>
                          <a:gd name="T1" fmla="*/ 15 h 246"/>
                          <a:gd name="T2" fmla="*/ 74 w 396"/>
                          <a:gd name="T3" fmla="*/ 0 h 246"/>
                          <a:gd name="T4" fmla="*/ 0 60000 65536"/>
                          <a:gd name="T5" fmla="*/ 0 60000 65536"/>
                          <a:gd name="T6" fmla="*/ 0 w 396"/>
                          <a:gd name="T7" fmla="*/ 0 h 246"/>
                          <a:gd name="T8" fmla="*/ 396 w 396"/>
                          <a:gd name="T9" fmla="*/ 246 h 246"/>
                        </a:gdLst>
                        <a:ahLst/>
                        <a:cxnLst>
                          <a:cxn ang="T4">
                            <a:pos x="T0" y="T1"/>
                          </a:cxn>
                          <a:cxn ang="T5">
                            <a:pos x="T2" y="T3"/>
                          </a:cxn>
                        </a:cxnLst>
                        <a:rect l="T6" t="T7" r="T8" b="T9"/>
                        <a:pathLst>
                          <a:path w="396" h="246">
                            <a:moveTo>
                              <a:pt x="0" y="246"/>
                            </a:moveTo>
                            <a:lnTo>
                              <a:pt x="396" y="0"/>
                            </a:lnTo>
                          </a:path>
                        </a:pathLst>
                      </a:custGeom>
                      <a:noFill/>
                      <a:ln w="28575" cmpd="sng">
                        <a:solidFill>
                          <a:schemeClr val="tx1"/>
                        </a:solidFill>
                        <a:round/>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0292" name="Freeform 91"/>
                      <p:cNvSpPr>
                        <a:spLocks/>
                      </p:cNvSpPr>
                      <p:nvPr/>
                    </p:nvSpPr>
                    <p:spPr bwMode="auto">
                      <a:xfrm>
                        <a:off x="1635" y="2051"/>
                        <a:ext cx="330" cy="152"/>
                      </a:xfrm>
                      <a:custGeom>
                        <a:avLst/>
                        <a:gdLst>
                          <a:gd name="T0" fmla="*/ 140 w 409"/>
                          <a:gd name="T1" fmla="*/ 24 h 241"/>
                          <a:gd name="T2" fmla="*/ 0 w 409"/>
                          <a:gd name="T3" fmla="*/ 0 h 241"/>
                          <a:gd name="T4" fmla="*/ 0 60000 65536"/>
                          <a:gd name="T5" fmla="*/ 0 60000 65536"/>
                          <a:gd name="T6" fmla="*/ 0 w 409"/>
                          <a:gd name="T7" fmla="*/ 0 h 241"/>
                          <a:gd name="T8" fmla="*/ 409 w 409"/>
                          <a:gd name="T9" fmla="*/ 241 h 241"/>
                        </a:gdLst>
                        <a:ahLst/>
                        <a:cxnLst>
                          <a:cxn ang="T4">
                            <a:pos x="T0" y="T1"/>
                          </a:cxn>
                          <a:cxn ang="T5">
                            <a:pos x="T2" y="T3"/>
                          </a:cxn>
                        </a:cxnLst>
                        <a:rect l="T6" t="T7" r="T8" b="T9"/>
                        <a:pathLst>
                          <a:path w="409" h="241">
                            <a:moveTo>
                              <a:pt x="409" y="241"/>
                            </a:moveTo>
                            <a:lnTo>
                              <a:pt x="0" y="0"/>
                            </a:lnTo>
                          </a:path>
                        </a:pathLst>
                      </a:custGeom>
                      <a:noFill/>
                      <a:ln w="28575" cmpd="sng">
                        <a:solidFill>
                          <a:schemeClr val="tx1"/>
                        </a:solidFill>
                        <a:round/>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0293" name="Freeform 92"/>
                      <p:cNvSpPr>
                        <a:spLocks/>
                      </p:cNvSpPr>
                      <p:nvPr/>
                    </p:nvSpPr>
                    <p:spPr bwMode="auto">
                      <a:xfrm>
                        <a:off x="1634" y="1906"/>
                        <a:ext cx="295" cy="145"/>
                      </a:xfrm>
                      <a:custGeom>
                        <a:avLst/>
                        <a:gdLst>
                          <a:gd name="T0" fmla="*/ 0 w 410"/>
                          <a:gd name="T1" fmla="*/ 15 h 254"/>
                          <a:gd name="T2" fmla="*/ 79 w 410"/>
                          <a:gd name="T3" fmla="*/ 0 h 254"/>
                          <a:gd name="T4" fmla="*/ 0 60000 65536"/>
                          <a:gd name="T5" fmla="*/ 0 60000 65536"/>
                          <a:gd name="T6" fmla="*/ 0 w 410"/>
                          <a:gd name="T7" fmla="*/ 0 h 254"/>
                          <a:gd name="T8" fmla="*/ 410 w 410"/>
                          <a:gd name="T9" fmla="*/ 254 h 254"/>
                        </a:gdLst>
                        <a:ahLst/>
                        <a:cxnLst>
                          <a:cxn ang="T4">
                            <a:pos x="T0" y="T1"/>
                          </a:cxn>
                          <a:cxn ang="T5">
                            <a:pos x="T2" y="T3"/>
                          </a:cxn>
                        </a:cxnLst>
                        <a:rect l="T6" t="T7" r="T8" b="T9"/>
                        <a:pathLst>
                          <a:path w="410" h="254">
                            <a:moveTo>
                              <a:pt x="0" y="254"/>
                            </a:moveTo>
                            <a:lnTo>
                              <a:pt x="410" y="0"/>
                            </a:lnTo>
                          </a:path>
                        </a:pathLst>
                      </a:custGeom>
                      <a:noFill/>
                      <a:ln w="28575" cmpd="sng">
                        <a:solidFill>
                          <a:schemeClr val="tx1"/>
                        </a:solidFill>
                        <a:round/>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0294" name="Freeform 93"/>
                      <p:cNvSpPr>
                        <a:spLocks/>
                      </p:cNvSpPr>
                      <p:nvPr/>
                    </p:nvSpPr>
                    <p:spPr bwMode="auto">
                      <a:xfrm>
                        <a:off x="1930" y="1903"/>
                        <a:ext cx="318" cy="160"/>
                      </a:xfrm>
                      <a:custGeom>
                        <a:avLst/>
                        <a:gdLst>
                          <a:gd name="T0" fmla="*/ 134 w 395"/>
                          <a:gd name="T1" fmla="*/ 25 h 254"/>
                          <a:gd name="T2" fmla="*/ 0 w 395"/>
                          <a:gd name="T3" fmla="*/ 0 h 254"/>
                          <a:gd name="T4" fmla="*/ 0 60000 65536"/>
                          <a:gd name="T5" fmla="*/ 0 60000 65536"/>
                          <a:gd name="T6" fmla="*/ 0 w 395"/>
                          <a:gd name="T7" fmla="*/ 0 h 254"/>
                          <a:gd name="T8" fmla="*/ 395 w 395"/>
                          <a:gd name="T9" fmla="*/ 254 h 254"/>
                        </a:gdLst>
                        <a:ahLst/>
                        <a:cxnLst>
                          <a:cxn ang="T4">
                            <a:pos x="T0" y="T1"/>
                          </a:cxn>
                          <a:cxn ang="T5">
                            <a:pos x="T2" y="T3"/>
                          </a:cxn>
                        </a:cxnLst>
                        <a:rect l="T6" t="T7" r="T8" b="T9"/>
                        <a:pathLst>
                          <a:path w="395" h="254">
                            <a:moveTo>
                              <a:pt x="395" y="254"/>
                            </a:moveTo>
                            <a:lnTo>
                              <a:pt x="0" y="0"/>
                            </a:lnTo>
                          </a:path>
                        </a:pathLst>
                      </a:custGeom>
                      <a:noFill/>
                      <a:ln w="28575" cmpd="sng">
                        <a:solidFill>
                          <a:schemeClr val="tx1"/>
                        </a:solidFill>
                        <a:round/>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nvGrpSpPr>
                      <p:cNvPr id="10295" name="Group 94"/>
                      <p:cNvGrpSpPr>
                        <a:grpSpLocks/>
                      </p:cNvGrpSpPr>
                      <p:nvPr/>
                    </p:nvGrpSpPr>
                    <p:grpSpPr bwMode="auto">
                      <a:xfrm>
                        <a:off x="1467" y="1771"/>
                        <a:ext cx="938" cy="635"/>
                        <a:chOff x="1549" y="1395"/>
                        <a:chExt cx="923" cy="635"/>
                      </a:xfrm>
                    </p:grpSpPr>
                    <p:sp>
                      <p:nvSpPr>
                        <p:cNvPr id="10299" name="Freeform 95"/>
                        <p:cNvSpPr>
                          <a:spLocks/>
                        </p:cNvSpPr>
                        <p:nvPr/>
                      </p:nvSpPr>
                      <p:spPr bwMode="auto">
                        <a:xfrm>
                          <a:off x="2002" y="1395"/>
                          <a:ext cx="1" cy="419"/>
                        </a:xfrm>
                        <a:custGeom>
                          <a:avLst/>
                          <a:gdLst>
                            <a:gd name="T0" fmla="*/ 0 w 1"/>
                            <a:gd name="T1" fmla="*/ 66 h 664"/>
                            <a:gd name="T2" fmla="*/ 1 w 1"/>
                            <a:gd name="T3" fmla="*/ 0 h 664"/>
                            <a:gd name="T4" fmla="*/ 0 60000 65536"/>
                            <a:gd name="T5" fmla="*/ 0 60000 65536"/>
                            <a:gd name="T6" fmla="*/ 0 w 1"/>
                            <a:gd name="T7" fmla="*/ 0 h 664"/>
                            <a:gd name="T8" fmla="*/ 1 w 1"/>
                            <a:gd name="T9" fmla="*/ 664 h 664"/>
                          </a:gdLst>
                          <a:ahLst/>
                          <a:cxnLst>
                            <a:cxn ang="T4">
                              <a:pos x="T0" y="T1"/>
                            </a:cxn>
                            <a:cxn ang="T5">
                              <a:pos x="T2" y="T3"/>
                            </a:cxn>
                          </a:cxnLst>
                          <a:rect l="T6" t="T7" r="T8" b="T9"/>
                          <a:pathLst>
                            <a:path w="1" h="664">
                              <a:moveTo>
                                <a:pt x="0" y="664"/>
                              </a:moveTo>
                              <a:lnTo>
                                <a:pt x="1" y="0"/>
                              </a:lnTo>
                            </a:path>
                          </a:pathLst>
                        </a:custGeom>
                        <a:noFill/>
                        <a:ln w="9525">
                          <a:solidFill>
                            <a:srgbClr val="333399"/>
                          </a:solidFill>
                          <a:round/>
                          <a:headEnd type="none" w="med" len="med"/>
                          <a:tailEnd type="triangl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0300" name="Line 96"/>
                        <p:cNvSpPr>
                          <a:spLocks noChangeShapeType="1"/>
                        </p:cNvSpPr>
                        <p:nvPr/>
                      </p:nvSpPr>
                      <p:spPr bwMode="auto">
                        <a:xfrm flipH="1">
                          <a:off x="1549" y="1814"/>
                          <a:ext cx="453" cy="208"/>
                        </a:xfrm>
                        <a:prstGeom prst="line">
                          <a:avLst/>
                        </a:prstGeom>
                        <a:noFill/>
                        <a:ln w="9525">
                          <a:solidFill>
                            <a:srgbClr val="333399"/>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301" name="Line 97"/>
                        <p:cNvSpPr>
                          <a:spLocks noChangeShapeType="1"/>
                        </p:cNvSpPr>
                        <p:nvPr/>
                      </p:nvSpPr>
                      <p:spPr bwMode="auto">
                        <a:xfrm>
                          <a:off x="2002" y="1814"/>
                          <a:ext cx="470" cy="216"/>
                        </a:xfrm>
                        <a:prstGeom prst="line">
                          <a:avLst/>
                        </a:prstGeom>
                        <a:noFill/>
                        <a:ln w="9525">
                          <a:solidFill>
                            <a:srgbClr val="333399"/>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10296" name="Text Box 98"/>
                      <p:cNvSpPr txBox="1">
                        <a:spLocks noChangeArrowheads="1"/>
                      </p:cNvSpPr>
                      <p:nvPr/>
                    </p:nvSpPr>
                    <p:spPr bwMode="auto">
                      <a:xfrm>
                        <a:off x="1803" y="1977"/>
                        <a:ext cx="24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r>
                          <a:rPr lang="en-US" altLang="zh-CN" sz="1600">
                            <a:latin typeface="ISOCP" pitchFamily="2" charset="0"/>
                          </a:rPr>
                          <a:t>O</a:t>
                        </a:r>
                        <a:r>
                          <a:rPr lang="en-US" altLang="zh-CN" sz="2000" baseline="-25000"/>
                          <a:t>1</a:t>
                        </a:r>
                        <a:endParaRPr lang="en-US" altLang="zh-CN" sz="2000"/>
                      </a:p>
                    </p:txBody>
                  </p:sp>
                  <p:sp>
                    <p:nvSpPr>
                      <p:cNvPr id="10297" name="Text Box 99"/>
                      <p:cNvSpPr txBox="1">
                        <a:spLocks noChangeArrowheads="1"/>
                      </p:cNvSpPr>
                      <p:nvPr/>
                    </p:nvSpPr>
                    <p:spPr bwMode="auto">
                      <a:xfrm>
                        <a:off x="2298" y="2223"/>
                        <a:ext cx="26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r>
                          <a:rPr lang="en-US" altLang="zh-CN" sz="1600"/>
                          <a:t>Y</a:t>
                        </a:r>
                        <a:r>
                          <a:rPr lang="en-US" altLang="zh-CN" sz="2000" baseline="-25000"/>
                          <a:t>1</a:t>
                        </a:r>
                        <a:endParaRPr lang="en-US" altLang="zh-CN" sz="2000"/>
                      </a:p>
                    </p:txBody>
                  </p:sp>
                  <p:sp>
                    <p:nvSpPr>
                      <p:cNvPr id="10298" name="Text Box 100"/>
                      <p:cNvSpPr txBox="1">
                        <a:spLocks noChangeArrowheads="1"/>
                      </p:cNvSpPr>
                      <p:nvPr/>
                    </p:nvSpPr>
                    <p:spPr bwMode="auto">
                      <a:xfrm>
                        <a:off x="1928" y="1748"/>
                        <a:ext cx="253"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r>
                          <a:rPr lang="en-US" altLang="zh-CN" sz="1600"/>
                          <a:t>Z</a:t>
                        </a:r>
                        <a:r>
                          <a:rPr lang="en-US" altLang="zh-CN" sz="2000" baseline="-25000"/>
                          <a:t>1</a:t>
                        </a:r>
                        <a:endParaRPr lang="en-US" altLang="zh-CN" sz="2000"/>
                      </a:p>
                    </p:txBody>
                  </p:sp>
                </p:grpSp>
                <p:grpSp>
                  <p:nvGrpSpPr>
                    <p:cNvPr id="10262" name="Group 101"/>
                    <p:cNvGrpSpPr>
                      <a:grpSpLocks/>
                    </p:cNvGrpSpPr>
                    <p:nvPr/>
                  </p:nvGrpSpPr>
                  <p:grpSpPr bwMode="auto">
                    <a:xfrm>
                      <a:off x="611" y="2483"/>
                      <a:ext cx="956" cy="823"/>
                      <a:chOff x="611" y="2483"/>
                      <a:chExt cx="956" cy="823"/>
                    </a:xfrm>
                  </p:grpSpPr>
                  <p:sp>
                    <p:nvSpPr>
                      <p:cNvPr id="10271" name="Freeform 102"/>
                      <p:cNvSpPr>
                        <a:spLocks/>
                      </p:cNvSpPr>
                      <p:nvPr/>
                    </p:nvSpPr>
                    <p:spPr bwMode="auto">
                      <a:xfrm>
                        <a:off x="750" y="2655"/>
                        <a:ext cx="654" cy="651"/>
                      </a:xfrm>
                      <a:custGeom>
                        <a:avLst/>
                        <a:gdLst>
                          <a:gd name="T0" fmla="*/ 0 w 654"/>
                          <a:gd name="T1" fmla="*/ 204 h 651"/>
                          <a:gd name="T2" fmla="*/ 351 w 654"/>
                          <a:gd name="T3" fmla="*/ 0 h 651"/>
                          <a:gd name="T4" fmla="*/ 609 w 654"/>
                          <a:gd name="T5" fmla="*/ 204 h 651"/>
                          <a:gd name="T6" fmla="*/ 654 w 654"/>
                          <a:gd name="T7" fmla="*/ 441 h 651"/>
                          <a:gd name="T8" fmla="*/ 306 w 654"/>
                          <a:gd name="T9" fmla="*/ 651 h 651"/>
                          <a:gd name="T10" fmla="*/ 42 w 654"/>
                          <a:gd name="T11" fmla="*/ 429 h 651"/>
                          <a:gd name="T12" fmla="*/ 0 w 654"/>
                          <a:gd name="T13" fmla="*/ 204 h 651"/>
                          <a:gd name="T14" fmla="*/ 0 60000 65536"/>
                          <a:gd name="T15" fmla="*/ 0 60000 65536"/>
                          <a:gd name="T16" fmla="*/ 0 60000 65536"/>
                          <a:gd name="T17" fmla="*/ 0 60000 65536"/>
                          <a:gd name="T18" fmla="*/ 0 60000 65536"/>
                          <a:gd name="T19" fmla="*/ 0 60000 65536"/>
                          <a:gd name="T20" fmla="*/ 0 60000 65536"/>
                          <a:gd name="T21" fmla="*/ 0 w 654"/>
                          <a:gd name="T22" fmla="*/ 0 h 651"/>
                          <a:gd name="T23" fmla="*/ 654 w 654"/>
                          <a:gd name="T24" fmla="*/ 651 h 65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54" h="651">
                            <a:moveTo>
                              <a:pt x="0" y="204"/>
                            </a:moveTo>
                            <a:lnTo>
                              <a:pt x="351" y="0"/>
                            </a:lnTo>
                            <a:lnTo>
                              <a:pt x="609" y="204"/>
                            </a:lnTo>
                            <a:lnTo>
                              <a:pt x="654" y="441"/>
                            </a:lnTo>
                            <a:lnTo>
                              <a:pt x="306" y="651"/>
                            </a:lnTo>
                            <a:lnTo>
                              <a:pt x="42" y="429"/>
                            </a:lnTo>
                            <a:lnTo>
                              <a:pt x="0" y="204"/>
                            </a:lnTo>
                            <a:close/>
                          </a:path>
                        </a:pathLst>
                      </a:custGeom>
                      <a:solidFill>
                        <a:srgbClr val="CCCCFF"/>
                      </a:solidFill>
                      <a:ln>
                        <a:noFill/>
                      </a:ln>
                      <a:extLst>
                        <a:ext uri="{91240B29-F687-4F45-9708-019B960494DF}">
                          <a14:hiddenLine xmlns:a14="http://schemas.microsoft.com/office/drawing/2010/main" w="12700" cap="flat" cmpd="sng">
                            <a:solidFill>
                              <a:srgbClr val="000000"/>
                            </a:solidFill>
                            <a:prstDash val="solid"/>
                            <a:round/>
                            <a:headEnd type="none" w="med" len="med"/>
                            <a:tailEnd type="none" w="med" len="med"/>
                          </a14:hiddenLine>
                        </a:ext>
                      </a:extLst>
                    </p:spPr>
                    <p:txBody>
                      <a:bodyPr wrap="none" anchor="ctr"/>
                      <a:lstStyle/>
                      <a:p>
                        <a:endParaRPr lang="zh-CN" altLang="en-US"/>
                      </a:p>
                    </p:txBody>
                  </p:sp>
                  <p:grpSp>
                    <p:nvGrpSpPr>
                      <p:cNvPr id="10272" name="Group 103"/>
                      <p:cNvGrpSpPr>
                        <a:grpSpLocks/>
                      </p:cNvGrpSpPr>
                      <p:nvPr/>
                    </p:nvGrpSpPr>
                    <p:grpSpPr bwMode="auto">
                      <a:xfrm>
                        <a:off x="611" y="2483"/>
                        <a:ext cx="956" cy="821"/>
                        <a:chOff x="615" y="2487"/>
                        <a:chExt cx="956" cy="821"/>
                      </a:xfrm>
                    </p:grpSpPr>
                    <p:sp>
                      <p:nvSpPr>
                        <p:cNvPr id="10273" name="Freeform 104"/>
                        <p:cNvSpPr>
                          <a:spLocks/>
                        </p:cNvSpPr>
                        <p:nvPr/>
                      </p:nvSpPr>
                      <p:spPr bwMode="auto">
                        <a:xfrm rot="-786112">
                          <a:off x="1112" y="2487"/>
                          <a:ext cx="1" cy="419"/>
                        </a:xfrm>
                        <a:custGeom>
                          <a:avLst/>
                          <a:gdLst>
                            <a:gd name="T0" fmla="*/ 0 w 1"/>
                            <a:gd name="T1" fmla="*/ 66 h 664"/>
                            <a:gd name="T2" fmla="*/ 1 w 1"/>
                            <a:gd name="T3" fmla="*/ 0 h 664"/>
                            <a:gd name="T4" fmla="*/ 0 60000 65536"/>
                            <a:gd name="T5" fmla="*/ 0 60000 65536"/>
                            <a:gd name="T6" fmla="*/ 0 w 1"/>
                            <a:gd name="T7" fmla="*/ 0 h 664"/>
                            <a:gd name="T8" fmla="*/ 1 w 1"/>
                            <a:gd name="T9" fmla="*/ 664 h 664"/>
                          </a:gdLst>
                          <a:ahLst/>
                          <a:cxnLst>
                            <a:cxn ang="T4">
                              <a:pos x="T0" y="T1"/>
                            </a:cxn>
                            <a:cxn ang="T5">
                              <a:pos x="T2" y="T3"/>
                            </a:cxn>
                          </a:cxnLst>
                          <a:rect l="T6" t="T7" r="T8" b="T9"/>
                          <a:pathLst>
                            <a:path w="1" h="664">
                              <a:moveTo>
                                <a:pt x="0" y="664"/>
                              </a:moveTo>
                              <a:lnTo>
                                <a:pt x="1" y="0"/>
                              </a:lnTo>
                            </a:path>
                          </a:pathLst>
                        </a:custGeom>
                        <a:noFill/>
                        <a:ln w="9525">
                          <a:solidFill>
                            <a:srgbClr val="333399"/>
                          </a:solidFill>
                          <a:round/>
                          <a:headEnd type="none" w="med" len="med"/>
                          <a:tailEnd type="triangl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0274" name="Freeform 105"/>
                        <p:cNvSpPr>
                          <a:spLocks/>
                        </p:cNvSpPr>
                        <p:nvPr/>
                      </p:nvSpPr>
                      <p:spPr bwMode="auto">
                        <a:xfrm rot="-371030">
                          <a:off x="615" y="2928"/>
                          <a:ext cx="562" cy="250"/>
                        </a:xfrm>
                        <a:custGeom>
                          <a:avLst/>
                          <a:gdLst>
                            <a:gd name="T0" fmla="*/ 1581 w 434"/>
                            <a:gd name="T1" fmla="*/ 0 h 196"/>
                            <a:gd name="T2" fmla="*/ 0 w 434"/>
                            <a:gd name="T3" fmla="*/ 662 h 196"/>
                            <a:gd name="T4" fmla="*/ 0 60000 65536"/>
                            <a:gd name="T5" fmla="*/ 0 60000 65536"/>
                            <a:gd name="T6" fmla="*/ 0 w 434"/>
                            <a:gd name="T7" fmla="*/ 0 h 196"/>
                            <a:gd name="T8" fmla="*/ 434 w 434"/>
                            <a:gd name="T9" fmla="*/ 196 h 196"/>
                          </a:gdLst>
                          <a:ahLst/>
                          <a:cxnLst>
                            <a:cxn ang="T4">
                              <a:pos x="T0" y="T1"/>
                            </a:cxn>
                            <a:cxn ang="T5">
                              <a:pos x="T2" y="T3"/>
                            </a:cxn>
                          </a:cxnLst>
                          <a:rect l="T6" t="T7" r="T8" b="T9"/>
                          <a:pathLst>
                            <a:path w="434" h="196">
                              <a:moveTo>
                                <a:pt x="434" y="0"/>
                              </a:moveTo>
                              <a:lnTo>
                                <a:pt x="0" y="196"/>
                              </a:lnTo>
                            </a:path>
                          </a:pathLst>
                        </a:custGeom>
                        <a:noFill/>
                        <a:ln w="9525">
                          <a:solidFill>
                            <a:srgbClr val="333399"/>
                          </a:solidFill>
                          <a:round/>
                          <a:headEnd/>
                          <a:tailEnd type="triangl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nvGrpSpPr>
                        <p:cNvPr id="10275" name="Group 106"/>
                        <p:cNvGrpSpPr>
                          <a:grpSpLocks/>
                        </p:cNvGrpSpPr>
                        <p:nvPr/>
                      </p:nvGrpSpPr>
                      <p:grpSpPr bwMode="auto">
                        <a:xfrm>
                          <a:off x="740" y="2682"/>
                          <a:ext cx="678" cy="626"/>
                          <a:chOff x="740" y="2682"/>
                          <a:chExt cx="678" cy="626"/>
                        </a:xfrm>
                      </p:grpSpPr>
                      <p:sp>
                        <p:nvSpPr>
                          <p:cNvPr id="10277" name="Freeform 107"/>
                          <p:cNvSpPr>
                            <a:spLocks/>
                          </p:cNvSpPr>
                          <p:nvPr/>
                        </p:nvSpPr>
                        <p:spPr bwMode="auto">
                          <a:xfrm rot="706776">
                            <a:off x="740" y="2902"/>
                            <a:ext cx="294" cy="145"/>
                          </a:xfrm>
                          <a:custGeom>
                            <a:avLst/>
                            <a:gdLst>
                              <a:gd name="T0" fmla="*/ 90 w 395"/>
                              <a:gd name="T1" fmla="*/ 15 h 254"/>
                              <a:gd name="T2" fmla="*/ 0 w 395"/>
                              <a:gd name="T3" fmla="*/ 0 h 254"/>
                              <a:gd name="T4" fmla="*/ 0 60000 65536"/>
                              <a:gd name="T5" fmla="*/ 0 60000 65536"/>
                              <a:gd name="T6" fmla="*/ 0 w 395"/>
                              <a:gd name="T7" fmla="*/ 0 h 254"/>
                              <a:gd name="T8" fmla="*/ 395 w 395"/>
                              <a:gd name="T9" fmla="*/ 254 h 254"/>
                            </a:gdLst>
                            <a:ahLst/>
                            <a:cxnLst>
                              <a:cxn ang="T4">
                                <a:pos x="T0" y="T1"/>
                              </a:cxn>
                              <a:cxn ang="T5">
                                <a:pos x="T2" y="T3"/>
                              </a:cxn>
                            </a:cxnLst>
                            <a:rect l="T6" t="T7" r="T8" b="T9"/>
                            <a:pathLst>
                              <a:path w="395" h="254">
                                <a:moveTo>
                                  <a:pt x="395" y="254"/>
                                </a:moveTo>
                                <a:lnTo>
                                  <a:pt x="0" y="0"/>
                                </a:lnTo>
                              </a:path>
                            </a:pathLst>
                          </a:custGeom>
                          <a:noFill/>
                          <a:ln w="28575" cmpd="sng">
                            <a:solidFill>
                              <a:schemeClr val="tx1"/>
                            </a:solidFill>
                            <a:round/>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0278" name="Line 108"/>
                          <p:cNvSpPr>
                            <a:spLocks noChangeShapeType="1"/>
                          </p:cNvSpPr>
                          <p:nvPr/>
                        </p:nvSpPr>
                        <p:spPr bwMode="auto">
                          <a:xfrm rot="21309948" flipH="1">
                            <a:off x="748" y="2682"/>
                            <a:ext cx="364" cy="17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79" name="Freeform 109"/>
                          <p:cNvSpPr>
                            <a:spLocks/>
                          </p:cNvSpPr>
                          <p:nvPr/>
                        </p:nvSpPr>
                        <p:spPr bwMode="auto">
                          <a:xfrm rot="20940240" flipH="1">
                            <a:off x="756" y="2874"/>
                            <a:ext cx="27" cy="240"/>
                          </a:xfrm>
                          <a:custGeom>
                            <a:avLst/>
                            <a:gdLst>
                              <a:gd name="T0" fmla="*/ 0 w 1"/>
                              <a:gd name="T1" fmla="*/ 0 h 438"/>
                              <a:gd name="T2" fmla="*/ 0 w 1"/>
                              <a:gd name="T3" fmla="*/ 21 h 438"/>
                              <a:gd name="T4" fmla="*/ 0 60000 65536"/>
                              <a:gd name="T5" fmla="*/ 0 60000 65536"/>
                              <a:gd name="T6" fmla="*/ 0 w 1"/>
                              <a:gd name="T7" fmla="*/ 0 h 438"/>
                              <a:gd name="T8" fmla="*/ 1 w 1"/>
                              <a:gd name="T9" fmla="*/ 438 h 438"/>
                            </a:gdLst>
                            <a:ahLst/>
                            <a:cxnLst>
                              <a:cxn ang="T4">
                                <a:pos x="T0" y="T1"/>
                              </a:cxn>
                              <a:cxn ang="T5">
                                <a:pos x="T2" y="T3"/>
                              </a:cxn>
                            </a:cxnLst>
                            <a:rect l="T6" t="T7" r="T8" b="T9"/>
                            <a:pathLst>
                              <a:path w="1" h="438">
                                <a:moveTo>
                                  <a:pt x="0" y="0"/>
                                </a:moveTo>
                                <a:lnTo>
                                  <a:pt x="0" y="438"/>
                                </a:lnTo>
                              </a:path>
                            </a:pathLst>
                          </a:custGeom>
                          <a:noFill/>
                          <a:ln w="28575" cmpd="sng">
                            <a:solidFill>
                              <a:schemeClr val="tx1"/>
                            </a:solidFill>
                            <a:round/>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0280" name="Freeform 110"/>
                          <p:cNvSpPr>
                            <a:spLocks/>
                          </p:cNvSpPr>
                          <p:nvPr/>
                        </p:nvSpPr>
                        <p:spPr bwMode="auto">
                          <a:xfrm rot="706776">
                            <a:off x="1086" y="2690"/>
                            <a:ext cx="295" cy="149"/>
                          </a:xfrm>
                          <a:custGeom>
                            <a:avLst/>
                            <a:gdLst>
                              <a:gd name="T0" fmla="*/ 91 w 395"/>
                              <a:gd name="T1" fmla="*/ 18 h 254"/>
                              <a:gd name="T2" fmla="*/ 0 w 395"/>
                              <a:gd name="T3" fmla="*/ 0 h 254"/>
                              <a:gd name="T4" fmla="*/ 0 60000 65536"/>
                              <a:gd name="T5" fmla="*/ 0 60000 65536"/>
                              <a:gd name="T6" fmla="*/ 0 w 395"/>
                              <a:gd name="T7" fmla="*/ 0 h 254"/>
                              <a:gd name="T8" fmla="*/ 395 w 395"/>
                              <a:gd name="T9" fmla="*/ 254 h 254"/>
                            </a:gdLst>
                            <a:ahLst/>
                            <a:cxnLst>
                              <a:cxn ang="T4">
                                <a:pos x="T0" y="T1"/>
                              </a:cxn>
                              <a:cxn ang="T5">
                                <a:pos x="T2" y="T3"/>
                              </a:cxn>
                            </a:cxnLst>
                            <a:rect l="T6" t="T7" r="T8" b="T9"/>
                            <a:pathLst>
                              <a:path w="395" h="254">
                                <a:moveTo>
                                  <a:pt x="395" y="254"/>
                                </a:moveTo>
                                <a:lnTo>
                                  <a:pt x="0" y="0"/>
                                </a:lnTo>
                              </a:path>
                            </a:pathLst>
                          </a:custGeom>
                          <a:noFill/>
                          <a:ln w="28575" cmpd="sng">
                            <a:solidFill>
                              <a:schemeClr val="tx1"/>
                            </a:solidFill>
                            <a:round/>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0281" name="Line 111"/>
                          <p:cNvSpPr>
                            <a:spLocks noChangeShapeType="1"/>
                          </p:cNvSpPr>
                          <p:nvPr/>
                        </p:nvSpPr>
                        <p:spPr bwMode="auto">
                          <a:xfrm rot="21309948" flipH="1">
                            <a:off x="1054" y="3114"/>
                            <a:ext cx="364" cy="17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82" name="Line 112"/>
                          <p:cNvSpPr>
                            <a:spLocks noChangeShapeType="1"/>
                          </p:cNvSpPr>
                          <p:nvPr/>
                        </p:nvSpPr>
                        <p:spPr bwMode="auto">
                          <a:xfrm rot="21309948" flipH="1">
                            <a:off x="1007" y="2882"/>
                            <a:ext cx="364" cy="17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83" name="Freeform 113"/>
                          <p:cNvSpPr>
                            <a:spLocks/>
                          </p:cNvSpPr>
                          <p:nvPr/>
                        </p:nvSpPr>
                        <p:spPr bwMode="auto">
                          <a:xfrm rot="706776">
                            <a:off x="786" y="3134"/>
                            <a:ext cx="295" cy="149"/>
                          </a:xfrm>
                          <a:custGeom>
                            <a:avLst/>
                            <a:gdLst>
                              <a:gd name="T0" fmla="*/ 91 w 395"/>
                              <a:gd name="T1" fmla="*/ 18 h 254"/>
                              <a:gd name="T2" fmla="*/ 0 w 395"/>
                              <a:gd name="T3" fmla="*/ 0 h 254"/>
                              <a:gd name="T4" fmla="*/ 0 60000 65536"/>
                              <a:gd name="T5" fmla="*/ 0 60000 65536"/>
                              <a:gd name="T6" fmla="*/ 0 w 395"/>
                              <a:gd name="T7" fmla="*/ 0 h 254"/>
                              <a:gd name="T8" fmla="*/ 395 w 395"/>
                              <a:gd name="T9" fmla="*/ 254 h 254"/>
                            </a:gdLst>
                            <a:ahLst/>
                            <a:cxnLst>
                              <a:cxn ang="T4">
                                <a:pos x="T0" y="T1"/>
                              </a:cxn>
                              <a:cxn ang="T5">
                                <a:pos x="T2" y="T3"/>
                              </a:cxn>
                            </a:cxnLst>
                            <a:rect l="T6" t="T7" r="T8" b="T9"/>
                            <a:pathLst>
                              <a:path w="395" h="254">
                                <a:moveTo>
                                  <a:pt x="395" y="254"/>
                                </a:moveTo>
                                <a:lnTo>
                                  <a:pt x="0" y="0"/>
                                </a:lnTo>
                              </a:path>
                            </a:pathLst>
                          </a:custGeom>
                          <a:noFill/>
                          <a:ln w="28575" cmpd="sng">
                            <a:solidFill>
                              <a:schemeClr val="tx1"/>
                            </a:solidFill>
                            <a:round/>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0284" name="Freeform 114"/>
                          <p:cNvSpPr>
                            <a:spLocks/>
                          </p:cNvSpPr>
                          <p:nvPr/>
                        </p:nvSpPr>
                        <p:spPr bwMode="auto">
                          <a:xfrm rot="20940240" flipH="1">
                            <a:off x="1359" y="2868"/>
                            <a:ext cx="27" cy="240"/>
                          </a:xfrm>
                          <a:custGeom>
                            <a:avLst/>
                            <a:gdLst>
                              <a:gd name="T0" fmla="*/ 0 w 1"/>
                              <a:gd name="T1" fmla="*/ 0 h 438"/>
                              <a:gd name="T2" fmla="*/ 0 w 1"/>
                              <a:gd name="T3" fmla="*/ 21 h 438"/>
                              <a:gd name="T4" fmla="*/ 0 60000 65536"/>
                              <a:gd name="T5" fmla="*/ 0 60000 65536"/>
                              <a:gd name="T6" fmla="*/ 0 w 1"/>
                              <a:gd name="T7" fmla="*/ 0 h 438"/>
                              <a:gd name="T8" fmla="*/ 1 w 1"/>
                              <a:gd name="T9" fmla="*/ 438 h 438"/>
                            </a:gdLst>
                            <a:ahLst/>
                            <a:cxnLst>
                              <a:cxn ang="T4">
                                <a:pos x="T0" y="T1"/>
                              </a:cxn>
                              <a:cxn ang="T5">
                                <a:pos x="T2" y="T3"/>
                              </a:cxn>
                            </a:cxnLst>
                            <a:rect l="T6" t="T7" r="T8" b="T9"/>
                            <a:pathLst>
                              <a:path w="1" h="438">
                                <a:moveTo>
                                  <a:pt x="0" y="0"/>
                                </a:moveTo>
                                <a:lnTo>
                                  <a:pt x="0" y="438"/>
                                </a:lnTo>
                              </a:path>
                            </a:pathLst>
                          </a:custGeom>
                          <a:noFill/>
                          <a:ln w="28575" cmpd="sng">
                            <a:solidFill>
                              <a:schemeClr val="tx1"/>
                            </a:solidFill>
                            <a:round/>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0285" name="Freeform 115"/>
                          <p:cNvSpPr>
                            <a:spLocks/>
                          </p:cNvSpPr>
                          <p:nvPr/>
                        </p:nvSpPr>
                        <p:spPr bwMode="auto">
                          <a:xfrm rot="20940240" flipH="1">
                            <a:off x="1014" y="3068"/>
                            <a:ext cx="27" cy="240"/>
                          </a:xfrm>
                          <a:custGeom>
                            <a:avLst/>
                            <a:gdLst>
                              <a:gd name="T0" fmla="*/ 0 w 1"/>
                              <a:gd name="T1" fmla="*/ 0 h 438"/>
                              <a:gd name="T2" fmla="*/ 0 w 1"/>
                              <a:gd name="T3" fmla="*/ 21 h 438"/>
                              <a:gd name="T4" fmla="*/ 0 60000 65536"/>
                              <a:gd name="T5" fmla="*/ 0 60000 65536"/>
                              <a:gd name="T6" fmla="*/ 0 w 1"/>
                              <a:gd name="T7" fmla="*/ 0 h 438"/>
                              <a:gd name="T8" fmla="*/ 1 w 1"/>
                              <a:gd name="T9" fmla="*/ 438 h 438"/>
                            </a:gdLst>
                            <a:ahLst/>
                            <a:cxnLst>
                              <a:cxn ang="T4">
                                <a:pos x="T0" y="T1"/>
                              </a:cxn>
                              <a:cxn ang="T5">
                                <a:pos x="T2" y="T3"/>
                              </a:cxn>
                            </a:cxnLst>
                            <a:rect l="T6" t="T7" r="T8" b="T9"/>
                            <a:pathLst>
                              <a:path w="1" h="438">
                                <a:moveTo>
                                  <a:pt x="0" y="0"/>
                                </a:moveTo>
                                <a:lnTo>
                                  <a:pt x="0" y="438"/>
                                </a:lnTo>
                              </a:path>
                            </a:pathLst>
                          </a:custGeom>
                          <a:noFill/>
                          <a:ln w="28575" cmpd="sng">
                            <a:solidFill>
                              <a:schemeClr val="tx1"/>
                            </a:solidFill>
                            <a:round/>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sp>
                      <p:nvSpPr>
                        <p:cNvPr id="10276" name="Freeform 116"/>
                        <p:cNvSpPr>
                          <a:spLocks/>
                        </p:cNvSpPr>
                        <p:nvPr/>
                      </p:nvSpPr>
                      <p:spPr bwMode="auto">
                        <a:xfrm rot="900179">
                          <a:off x="1132" y="2953"/>
                          <a:ext cx="439" cy="196"/>
                        </a:xfrm>
                        <a:custGeom>
                          <a:avLst/>
                          <a:gdLst>
                            <a:gd name="T0" fmla="*/ 0 w 432"/>
                            <a:gd name="T1" fmla="*/ 0 h 196"/>
                            <a:gd name="T2" fmla="*/ 467 w 432"/>
                            <a:gd name="T3" fmla="*/ 196 h 196"/>
                            <a:gd name="T4" fmla="*/ 0 60000 65536"/>
                            <a:gd name="T5" fmla="*/ 0 60000 65536"/>
                            <a:gd name="T6" fmla="*/ 0 w 432"/>
                            <a:gd name="T7" fmla="*/ 0 h 196"/>
                            <a:gd name="T8" fmla="*/ 432 w 432"/>
                            <a:gd name="T9" fmla="*/ 196 h 196"/>
                          </a:gdLst>
                          <a:ahLst/>
                          <a:cxnLst>
                            <a:cxn ang="T4">
                              <a:pos x="T0" y="T1"/>
                            </a:cxn>
                            <a:cxn ang="T5">
                              <a:pos x="T2" y="T3"/>
                            </a:cxn>
                          </a:cxnLst>
                          <a:rect l="T6" t="T7" r="T8" b="T9"/>
                          <a:pathLst>
                            <a:path w="432" h="196">
                              <a:moveTo>
                                <a:pt x="0" y="0"/>
                              </a:moveTo>
                              <a:lnTo>
                                <a:pt x="432" y="196"/>
                              </a:lnTo>
                            </a:path>
                          </a:pathLst>
                        </a:custGeom>
                        <a:noFill/>
                        <a:ln w="9525">
                          <a:solidFill>
                            <a:srgbClr val="333399"/>
                          </a:solidFill>
                          <a:round/>
                          <a:headEnd/>
                          <a:tailEnd type="triangl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grpSp>
                <p:grpSp>
                  <p:nvGrpSpPr>
                    <p:cNvPr id="10263" name="Group 117"/>
                    <p:cNvGrpSpPr>
                      <a:grpSpLocks/>
                    </p:cNvGrpSpPr>
                    <p:nvPr/>
                  </p:nvGrpSpPr>
                  <p:grpSpPr bwMode="auto">
                    <a:xfrm>
                      <a:off x="747" y="1917"/>
                      <a:ext cx="1511" cy="1383"/>
                      <a:chOff x="747" y="1917"/>
                      <a:chExt cx="1511" cy="1383"/>
                    </a:xfrm>
                  </p:grpSpPr>
                  <p:sp>
                    <p:nvSpPr>
                      <p:cNvPr id="10264" name="Freeform 118"/>
                      <p:cNvSpPr>
                        <a:spLocks/>
                      </p:cNvSpPr>
                      <p:nvPr/>
                    </p:nvSpPr>
                    <p:spPr bwMode="auto">
                      <a:xfrm rot="-89686">
                        <a:off x="1081" y="1917"/>
                        <a:ext cx="859" cy="749"/>
                      </a:xfrm>
                      <a:custGeom>
                        <a:avLst/>
                        <a:gdLst>
                          <a:gd name="T0" fmla="*/ 770 w 883"/>
                          <a:gd name="T1" fmla="*/ 0 h 769"/>
                          <a:gd name="T2" fmla="*/ 0 w 883"/>
                          <a:gd name="T3" fmla="*/ 675 h 769"/>
                          <a:gd name="T4" fmla="*/ 0 60000 65536"/>
                          <a:gd name="T5" fmla="*/ 0 60000 65536"/>
                          <a:gd name="T6" fmla="*/ 0 w 883"/>
                          <a:gd name="T7" fmla="*/ 0 h 769"/>
                          <a:gd name="T8" fmla="*/ 883 w 883"/>
                          <a:gd name="T9" fmla="*/ 769 h 769"/>
                        </a:gdLst>
                        <a:ahLst/>
                        <a:cxnLst>
                          <a:cxn ang="T4">
                            <a:pos x="T0" y="T1"/>
                          </a:cxn>
                          <a:cxn ang="T5">
                            <a:pos x="T2" y="T3"/>
                          </a:cxn>
                        </a:cxnLst>
                        <a:rect l="T6" t="T7" r="T8" b="T9"/>
                        <a:pathLst>
                          <a:path w="883" h="769">
                            <a:moveTo>
                              <a:pt x="883" y="0"/>
                            </a:moveTo>
                            <a:lnTo>
                              <a:pt x="0" y="769"/>
                            </a:lnTo>
                          </a:path>
                        </a:pathLst>
                      </a:custGeom>
                      <a:noFill/>
                      <a:ln w="9525" cap="flat" cmpd="sng">
                        <a:solidFill>
                          <a:srgbClr val="9900CC"/>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0265" name="Freeform 119"/>
                      <p:cNvSpPr>
                        <a:spLocks/>
                      </p:cNvSpPr>
                      <p:nvPr/>
                    </p:nvSpPr>
                    <p:spPr bwMode="auto">
                      <a:xfrm rot="-89358">
                        <a:off x="1395" y="2347"/>
                        <a:ext cx="862" cy="739"/>
                      </a:xfrm>
                      <a:custGeom>
                        <a:avLst/>
                        <a:gdLst>
                          <a:gd name="T0" fmla="*/ 769 w 887"/>
                          <a:gd name="T1" fmla="*/ 0 h 771"/>
                          <a:gd name="T2" fmla="*/ 0 w 887"/>
                          <a:gd name="T3" fmla="*/ 624 h 771"/>
                          <a:gd name="T4" fmla="*/ 0 60000 65536"/>
                          <a:gd name="T5" fmla="*/ 0 60000 65536"/>
                          <a:gd name="T6" fmla="*/ 0 w 887"/>
                          <a:gd name="T7" fmla="*/ 0 h 771"/>
                          <a:gd name="T8" fmla="*/ 887 w 887"/>
                          <a:gd name="T9" fmla="*/ 771 h 771"/>
                        </a:gdLst>
                        <a:ahLst/>
                        <a:cxnLst>
                          <a:cxn ang="T4">
                            <a:pos x="T0" y="T1"/>
                          </a:cxn>
                          <a:cxn ang="T5">
                            <a:pos x="T2" y="T3"/>
                          </a:cxn>
                        </a:cxnLst>
                        <a:rect l="T6" t="T7" r="T8" b="T9"/>
                        <a:pathLst>
                          <a:path w="887" h="771">
                            <a:moveTo>
                              <a:pt x="887" y="0"/>
                            </a:moveTo>
                            <a:lnTo>
                              <a:pt x="0" y="771"/>
                            </a:lnTo>
                          </a:path>
                        </a:pathLst>
                      </a:custGeom>
                      <a:noFill/>
                      <a:ln w="9525" cap="flat" cmpd="sng">
                        <a:solidFill>
                          <a:srgbClr val="9900CC"/>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0266" name="Freeform 120"/>
                      <p:cNvSpPr>
                        <a:spLocks/>
                      </p:cNvSpPr>
                      <p:nvPr/>
                    </p:nvSpPr>
                    <p:spPr bwMode="auto">
                      <a:xfrm rot="-89719">
                        <a:off x="998" y="2214"/>
                        <a:ext cx="982" cy="859"/>
                      </a:xfrm>
                      <a:custGeom>
                        <a:avLst/>
                        <a:gdLst>
                          <a:gd name="T0" fmla="*/ 1430 w 894"/>
                          <a:gd name="T1" fmla="*/ 0 h 785"/>
                          <a:gd name="T2" fmla="*/ 0 w 894"/>
                          <a:gd name="T3" fmla="*/ 1232 h 785"/>
                          <a:gd name="T4" fmla="*/ 0 60000 65536"/>
                          <a:gd name="T5" fmla="*/ 0 60000 65536"/>
                          <a:gd name="T6" fmla="*/ 0 w 894"/>
                          <a:gd name="T7" fmla="*/ 0 h 785"/>
                          <a:gd name="T8" fmla="*/ 894 w 894"/>
                          <a:gd name="T9" fmla="*/ 785 h 785"/>
                        </a:gdLst>
                        <a:ahLst/>
                        <a:cxnLst>
                          <a:cxn ang="T4">
                            <a:pos x="T0" y="T1"/>
                          </a:cxn>
                          <a:cxn ang="T5">
                            <a:pos x="T2" y="T3"/>
                          </a:cxn>
                        </a:cxnLst>
                        <a:rect l="T6" t="T7" r="T8" b="T9"/>
                        <a:pathLst>
                          <a:path w="894" h="785">
                            <a:moveTo>
                              <a:pt x="894" y="0"/>
                            </a:moveTo>
                            <a:lnTo>
                              <a:pt x="0" y="785"/>
                            </a:lnTo>
                          </a:path>
                        </a:pathLst>
                      </a:custGeom>
                      <a:noFill/>
                      <a:ln w="9525" cap="flat" cmpd="sng">
                        <a:solidFill>
                          <a:srgbClr val="9900CC"/>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0267" name="Freeform 121"/>
                      <p:cNvSpPr>
                        <a:spLocks/>
                      </p:cNvSpPr>
                      <p:nvPr/>
                    </p:nvSpPr>
                    <p:spPr bwMode="auto">
                      <a:xfrm rot="-92441">
                        <a:off x="1343" y="2076"/>
                        <a:ext cx="915" cy="792"/>
                      </a:xfrm>
                      <a:custGeom>
                        <a:avLst/>
                        <a:gdLst>
                          <a:gd name="T0" fmla="*/ 1055 w 883"/>
                          <a:gd name="T1" fmla="*/ 0 h 774"/>
                          <a:gd name="T2" fmla="*/ 0 w 883"/>
                          <a:gd name="T3" fmla="*/ 868 h 774"/>
                          <a:gd name="T4" fmla="*/ 0 60000 65536"/>
                          <a:gd name="T5" fmla="*/ 0 60000 65536"/>
                          <a:gd name="T6" fmla="*/ 0 w 883"/>
                          <a:gd name="T7" fmla="*/ 0 h 774"/>
                          <a:gd name="T8" fmla="*/ 883 w 883"/>
                          <a:gd name="T9" fmla="*/ 774 h 774"/>
                        </a:gdLst>
                        <a:ahLst/>
                        <a:cxnLst>
                          <a:cxn ang="T4">
                            <a:pos x="T0" y="T1"/>
                          </a:cxn>
                          <a:cxn ang="T5">
                            <a:pos x="T2" y="T3"/>
                          </a:cxn>
                        </a:cxnLst>
                        <a:rect l="T6" t="T7" r="T8" b="T9"/>
                        <a:pathLst>
                          <a:path w="883" h="774">
                            <a:moveTo>
                              <a:pt x="883" y="0"/>
                            </a:moveTo>
                            <a:lnTo>
                              <a:pt x="0" y="774"/>
                            </a:lnTo>
                          </a:path>
                        </a:pathLst>
                      </a:custGeom>
                      <a:noFill/>
                      <a:ln w="9525" cap="flat" cmpd="sng">
                        <a:solidFill>
                          <a:srgbClr val="9900CC"/>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0268" name="Freeform 122"/>
                      <p:cNvSpPr>
                        <a:spLocks/>
                      </p:cNvSpPr>
                      <p:nvPr/>
                    </p:nvSpPr>
                    <p:spPr bwMode="auto">
                      <a:xfrm rot="-89678">
                        <a:off x="747" y="2335"/>
                        <a:ext cx="899" cy="788"/>
                      </a:xfrm>
                      <a:custGeom>
                        <a:avLst/>
                        <a:gdLst>
                          <a:gd name="T0" fmla="*/ 957 w 885"/>
                          <a:gd name="T1" fmla="*/ 0 h 788"/>
                          <a:gd name="T2" fmla="*/ 0 w 885"/>
                          <a:gd name="T3" fmla="*/ 788 h 788"/>
                          <a:gd name="T4" fmla="*/ 0 60000 65536"/>
                          <a:gd name="T5" fmla="*/ 0 60000 65536"/>
                          <a:gd name="T6" fmla="*/ 0 w 885"/>
                          <a:gd name="T7" fmla="*/ 0 h 788"/>
                          <a:gd name="T8" fmla="*/ 885 w 885"/>
                          <a:gd name="T9" fmla="*/ 788 h 788"/>
                        </a:gdLst>
                        <a:ahLst/>
                        <a:cxnLst>
                          <a:cxn ang="T4">
                            <a:pos x="T0" y="T1"/>
                          </a:cxn>
                          <a:cxn ang="T5">
                            <a:pos x="T2" y="T3"/>
                          </a:cxn>
                        </a:cxnLst>
                        <a:rect l="T6" t="T7" r="T8" b="T9"/>
                        <a:pathLst>
                          <a:path w="885" h="788">
                            <a:moveTo>
                              <a:pt x="885" y="0"/>
                            </a:moveTo>
                            <a:lnTo>
                              <a:pt x="0" y="788"/>
                            </a:lnTo>
                          </a:path>
                        </a:pathLst>
                      </a:custGeom>
                      <a:noFill/>
                      <a:ln w="9525" cap="flat" cmpd="sng">
                        <a:solidFill>
                          <a:srgbClr val="9900CC"/>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0269" name="Freeform 123"/>
                      <p:cNvSpPr>
                        <a:spLocks/>
                      </p:cNvSpPr>
                      <p:nvPr/>
                    </p:nvSpPr>
                    <p:spPr bwMode="auto">
                      <a:xfrm rot="-89289">
                        <a:off x="1029" y="2481"/>
                        <a:ext cx="950" cy="819"/>
                      </a:xfrm>
                      <a:custGeom>
                        <a:avLst/>
                        <a:gdLst>
                          <a:gd name="T0" fmla="*/ 527 w 1101"/>
                          <a:gd name="T1" fmla="*/ 0 h 1214"/>
                          <a:gd name="T2" fmla="*/ 0 w 1101"/>
                          <a:gd name="T3" fmla="*/ 170 h 1214"/>
                          <a:gd name="T4" fmla="*/ 0 60000 65536"/>
                          <a:gd name="T5" fmla="*/ 0 60000 65536"/>
                          <a:gd name="T6" fmla="*/ 0 w 1101"/>
                          <a:gd name="T7" fmla="*/ 0 h 1214"/>
                          <a:gd name="T8" fmla="*/ 1101 w 1101"/>
                          <a:gd name="T9" fmla="*/ 1214 h 1214"/>
                        </a:gdLst>
                        <a:ahLst/>
                        <a:cxnLst>
                          <a:cxn ang="T4">
                            <a:pos x="T0" y="T1"/>
                          </a:cxn>
                          <a:cxn ang="T5">
                            <a:pos x="T2" y="T3"/>
                          </a:cxn>
                        </a:cxnLst>
                        <a:rect l="T6" t="T7" r="T8" b="T9"/>
                        <a:pathLst>
                          <a:path w="1101" h="1214">
                            <a:moveTo>
                              <a:pt x="1101" y="0"/>
                            </a:moveTo>
                            <a:lnTo>
                              <a:pt x="0" y="1214"/>
                            </a:lnTo>
                          </a:path>
                        </a:pathLst>
                      </a:custGeom>
                      <a:noFill/>
                      <a:ln w="9525" cap="flat" cmpd="sng">
                        <a:solidFill>
                          <a:srgbClr val="9900CC"/>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0270" name="Freeform 124"/>
                      <p:cNvSpPr>
                        <a:spLocks/>
                      </p:cNvSpPr>
                      <p:nvPr/>
                    </p:nvSpPr>
                    <p:spPr bwMode="auto">
                      <a:xfrm rot="-90750">
                        <a:off x="747" y="2061"/>
                        <a:ext cx="899" cy="798"/>
                      </a:xfrm>
                      <a:custGeom>
                        <a:avLst/>
                        <a:gdLst>
                          <a:gd name="T0" fmla="*/ 957 w 885"/>
                          <a:gd name="T1" fmla="*/ 0 h 769"/>
                          <a:gd name="T2" fmla="*/ 0 w 885"/>
                          <a:gd name="T3" fmla="*/ 925 h 769"/>
                          <a:gd name="T4" fmla="*/ 0 60000 65536"/>
                          <a:gd name="T5" fmla="*/ 0 60000 65536"/>
                          <a:gd name="T6" fmla="*/ 0 w 885"/>
                          <a:gd name="T7" fmla="*/ 0 h 769"/>
                          <a:gd name="T8" fmla="*/ 885 w 885"/>
                          <a:gd name="T9" fmla="*/ 769 h 769"/>
                        </a:gdLst>
                        <a:ahLst/>
                        <a:cxnLst>
                          <a:cxn ang="T4">
                            <a:pos x="T0" y="T1"/>
                          </a:cxn>
                          <a:cxn ang="T5">
                            <a:pos x="T2" y="T3"/>
                          </a:cxn>
                        </a:cxnLst>
                        <a:rect l="T6" t="T7" r="T8" b="T9"/>
                        <a:pathLst>
                          <a:path w="885" h="769">
                            <a:moveTo>
                              <a:pt x="885" y="0"/>
                            </a:moveTo>
                            <a:lnTo>
                              <a:pt x="0" y="769"/>
                            </a:lnTo>
                          </a:path>
                        </a:pathLst>
                      </a:custGeom>
                      <a:noFill/>
                      <a:ln w="9525" cap="flat" cmpd="sng">
                        <a:solidFill>
                          <a:srgbClr val="9900CC"/>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grpSp>
            </p:grpSp>
            <p:sp>
              <p:nvSpPr>
                <p:cNvPr id="10253" name="Text Box 125"/>
                <p:cNvSpPr txBox="1">
                  <a:spLocks noChangeArrowheads="1"/>
                </p:cNvSpPr>
                <p:nvPr/>
              </p:nvSpPr>
              <p:spPr bwMode="auto">
                <a:xfrm>
                  <a:off x="1831" y="2457"/>
                  <a:ext cx="26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r>
                    <a:rPr lang="en-US" altLang="zh-CN" sz="1600"/>
                    <a:t>X</a:t>
                  </a:r>
                  <a:r>
                    <a:rPr lang="en-US" altLang="zh-CN" sz="2000" baseline="-25000"/>
                    <a:t>1</a:t>
                  </a:r>
                  <a:endParaRPr lang="en-US" altLang="zh-CN" sz="2000"/>
                </a:p>
              </p:txBody>
            </p:sp>
            <p:sp>
              <p:nvSpPr>
                <p:cNvPr id="10254" name="Text Box 126"/>
                <p:cNvSpPr txBox="1">
                  <a:spLocks noChangeArrowheads="1"/>
                </p:cNvSpPr>
                <p:nvPr/>
              </p:nvSpPr>
              <p:spPr bwMode="auto">
                <a:xfrm>
                  <a:off x="1636" y="2945"/>
                  <a:ext cx="19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r>
                    <a:rPr lang="en-US" altLang="zh-CN" sz="1600">
                      <a:latin typeface="ISOCP" pitchFamily="2" charset="0"/>
                    </a:rPr>
                    <a:t>O</a:t>
                  </a:r>
                  <a:endParaRPr lang="en-US" altLang="zh-CN" sz="2000"/>
                </a:p>
              </p:txBody>
            </p:sp>
            <p:sp>
              <p:nvSpPr>
                <p:cNvPr id="10255" name="Text Box 127"/>
                <p:cNvSpPr txBox="1">
                  <a:spLocks noChangeArrowheads="1"/>
                </p:cNvSpPr>
                <p:nvPr/>
              </p:nvSpPr>
              <p:spPr bwMode="auto">
                <a:xfrm>
                  <a:off x="1498" y="2519"/>
                  <a:ext cx="201"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r>
                    <a:rPr lang="en-US" altLang="zh-CN" sz="1600"/>
                    <a:t>Z</a:t>
                  </a:r>
                  <a:endParaRPr lang="en-US" altLang="zh-CN" sz="2000"/>
                </a:p>
              </p:txBody>
            </p:sp>
            <p:sp>
              <p:nvSpPr>
                <p:cNvPr id="10256" name="Text Box 128"/>
                <p:cNvSpPr txBox="1">
                  <a:spLocks noChangeArrowheads="1"/>
                </p:cNvSpPr>
                <p:nvPr/>
              </p:nvSpPr>
              <p:spPr bwMode="auto">
                <a:xfrm>
                  <a:off x="1009" y="3255"/>
                  <a:ext cx="208"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r>
                    <a:rPr lang="en-US" altLang="zh-CN" sz="1600"/>
                    <a:t>X</a:t>
                  </a:r>
                  <a:endParaRPr lang="en-US" altLang="zh-CN" sz="2000"/>
                </a:p>
              </p:txBody>
            </p:sp>
            <p:sp>
              <p:nvSpPr>
                <p:cNvPr id="10257" name="Text Box 129"/>
                <p:cNvSpPr txBox="1">
                  <a:spLocks noChangeArrowheads="1"/>
                </p:cNvSpPr>
                <p:nvPr/>
              </p:nvSpPr>
              <p:spPr bwMode="auto">
                <a:xfrm>
                  <a:off x="1911" y="3336"/>
                  <a:ext cx="208"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r>
                    <a:rPr lang="en-US" altLang="zh-CN" sz="1600"/>
                    <a:t>Y</a:t>
                  </a:r>
                  <a:endParaRPr lang="en-US" altLang="zh-CN" sz="2000"/>
                </a:p>
              </p:txBody>
            </p:sp>
          </p:grpSp>
        </p:gr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 presetClass="entr" presetSubtype="10" fill="hold" grpId="0" nodeType="afterEffect">
                                  <p:stCondLst>
                                    <p:cond delay="0"/>
                                  </p:stCondLst>
                                  <p:childTnLst>
                                    <p:set>
                                      <p:cBhvr>
                                        <p:cTn id="6" dur="1" fill="hold">
                                          <p:stCondLst>
                                            <p:cond delay="0"/>
                                          </p:stCondLst>
                                        </p:cTn>
                                        <p:tgtEl>
                                          <p:spTgt spid="216066"/>
                                        </p:tgtEl>
                                        <p:attrNameLst>
                                          <p:attrName>style.visibility</p:attrName>
                                        </p:attrNameLst>
                                      </p:cBhvr>
                                      <p:to>
                                        <p:strVal val="visible"/>
                                      </p:to>
                                    </p:set>
                                    <p:animEffect transition="in" filter="checkerboard(across)">
                                      <p:cBhvr>
                                        <p:cTn id="7" dur="500"/>
                                        <p:tgtEl>
                                          <p:spTgt spid="21606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linds(horizontal)">
                                      <p:cBhvr>
                                        <p:cTn id="12" dur="500"/>
                                        <p:tgtEl>
                                          <p:spTgt spid="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16088"/>
                                        </p:tgtEl>
                                        <p:attrNameLst>
                                          <p:attrName>style.visibility</p:attrName>
                                        </p:attrNameLst>
                                      </p:cBhvr>
                                      <p:to>
                                        <p:strVal val="visible"/>
                                      </p:to>
                                    </p:set>
                                    <p:animEffect transition="in" filter="blinds(horizontal)">
                                      <p:cBhvr>
                                        <p:cTn id="17" dur="500"/>
                                        <p:tgtEl>
                                          <p:spTgt spid="216088"/>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216089"/>
                                        </p:tgtEl>
                                        <p:attrNameLst>
                                          <p:attrName>style.visibility</p:attrName>
                                        </p:attrNameLst>
                                      </p:cBhvr>
                                      <p:to>
                                        <p:strVal val="visible"/>
                                      </p:to>
                                    </p:set>
                                    <p:animEffect transition="in" filter="blinds(horizontal)">
                                      <p:cBhvr>
                                        <p:cTn id="22" dur="500"/>
                                        <p:tgtEl>
                                          <p:spTgt spid="21608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6066" grpId="0" autoUpdateAnimBg="0"/>
      <p:bldP spid="216088" grpId="0" autoUpdateAnimBg="0"/>
      <p:bldP spid="216089" grpId="0" autoUpdateAnimBg="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50000"/>
              </a:spcBef>
              <a:buClrTx/>
              <a:buFontTx/>
              <a:buNone/>
            </a:pPr>
            <a:fld id="{4B9E24F5-23CC-4F5A-A22F-E9E7B917D1B5}" type="slidenum">
              <a:rPr lang="en-US" altLang="zh-CN" sz="1400" smtClean="0">
                <a:solidFill>
                  <a:schemeClr val="bg2"/>
                </a:solidFill>
              </a:rPr>
              <a:pPr eaLnBrk="1" hangingPunct="1">
                <a:spcBef>
                  <a:spcPct val="50000"/>
                </a:spcBef>
                <a:buClrTx/>
                <a:buFontTx/>
                <a:buNone/>
              </a:pPr>
              <a:t>9</a:t>
            </a:fld>
            <a:endParaRPr lang="en-US" altLang="zh-CN" sz="1400" smtClean="0">
              <a:solidFill>
                <a:schemeClr val="bg2"/>
              </a:solidFill>
            </a:endParaRPr>
          </a:p>
        </p:txBody>
      </p:sp>
      <p:sp>
        <p:nvSpPr>
          <p:cNvPr id="11267" name="AutoShape 6"/>
          <p:cNvSpPr>
            <a:spLocks noChangeArrowheads="1"/>
          </p:cNvSpPr>
          <p:nvPr/>
        </p:nvSpPr>
        <p:spPr bwMode="auto">
          <a:xfrm rot="-5400000">
            <a:off x="5153025" y="1143000"/>
            <a:ext cx="2263775" cy="2511425"/>
          </a:xfrm>
          <a:prstGeom prst="cube">
            <a:avLst>
              <a:gd name="adj" fmla="val 25000"/>
            </a:avLst>
          </a:prstGeom>
          <a:solidFill>
            <a:schemeClr val="accent1"/>
          </a:solidFill>
          <a:ln w="9525">
            <a:solidFill>
              <a:schemeClr val="tx1"/>
            </a:solidFill>
            <a:miter lim="800000"/>
            <a:headEnd/>
            <a:tailEnd/>
          </a:ln>
        </p:spPr>
        <p:txBody>
          <a:bodyPr wrap="none" anchor="ct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endParaRPr kumimoji="0" lang="zh-CN" altLang="en-US" sz="2000"/>
          </a:p>
        </p:txBody>
      </p:sp>
      <p:pic>
        <p:nvPicPr>
          <p:cNvPr id="11268" name="Picture 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4825" y="765175"/>
            <a:ext cx="2908300" cy="3146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sm" len="lg"/>
              </a14:hiddenLine>
            </a:ext>
          </a:extLst>
        </p:spPr>
      </p:pic>
      <p:sp>
        <p:nvSpPr>
          <p:cNvPr id="197642" name="Line 10"/>
          <p:cNvSpPr>
            <a:spLocks noChangeShapeType="1"/>
          </p:cNvSpPr>
          <p:nvPr/>
        </p:nvSpPr>
        <p:spPr bwMode="auto">
          <a:xfrm flipH="1">
            <a:off x="4460875" y="2959100"/>
            <a:ext cx="569913" cy="0"/>
          </a:xfrm>
          <a:prstGeom prst="line">
            <a:avLst/>
          </a:prstGeom>
          <a:noFill/>
          <a:ln w="28575">
            <a:solidFill>
              <a:srgbClr val="FF0000"/>
            </a:solidFill>
            <a:round/>
            <a:headE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197643" name="Line 11"/>
          <p:cNvSpPr>
            <a:spLocks noChangeShapeType="1"/>
          </p:cNvSpPr>
          <p:nvPr/>
        </p:nvSpPr>
        <p:spPr bwMode="auto">
          <a:xfrm flipV="1">
            <a:off x="1971675" y="203200"/>
            <a:ext cx="7938" cy="585788"/>
          </a:xfrm>
          <a:prstGeom prst="line">
            <a:avLst/>
          </a:prstGeom>
          <a:noFill/>
          <a:ln w="28575">
            <a:solidFill>
              <a:srgbClr val="FF0000"/>
            </a:solidFill>
            <a:round/>
            <a:headE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197644" name="Line 12"/>
          <p:cNvSpPr>
            <a:spLocks noChangeShapeType="1"/>
          </p:cNvSpPr>
          <p:nvPr/>
        </p:nvSpPr>
        <p:spPr bwMode="auto">
          <a:xfrm flipH="1">
            <a:off x="177800" y="3124200"/>
            <a:ext cx="454025" cy="274638"/>
          </a:xfrm>
          <a:prstGeom prst="line">
            <a:avLst/>
          </a:prstGeom>
          <a:noFill/>
          <a:ln w="28575">
            <a:solidFill>
              <a:srgbClr val="FF0000"/>
            </a:solidFill>
            <a:round/>
            <a:headE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197646" name="Line 14"/>
          <p:cNvSpPr>
            <a:spLocks noChangeShapeType="1"/>
          </p:cNvSpPr>
          <p:nvPr/>
        </p:nvSpPr>
        <p:spPr bwMode="auto">
          <a:xfrm>
            <a:off x="3319463" y="3132138"/>
            <a:ext cx="717550" cy="409575"/>
          </a:xfrm>
          <a:prstGeom prst="line">
            <a:avLst/>
          </a:prstGeom>
          <a:noFill/>
          <a:ln w="28575">
            <a:solidFill>
              <a:srgbClr val="FF0000"/>
            </a:solidFill>
            <a:round/>
            <a:headE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197647" name="Line 15"/>
          <p:cNvSpPr>
            <a:spLocks noChangeShapeType="1"/>
          </p:cNvSpPr>
          <p:nvPr/>
        </p:nvSpPr>
        <p:spPr bwMode="auto">
          <a:xfrm>
            <a:off x="7539038" y="3532188"/>
            <a:ext cx="476250" cy="533400"/>
          </a:xfrm>
          <a:prstGeom prst="line">
            <a:avLst/>
          </a:prstGeom>
          <a:noFill/>
          <a:ln w="28575">
            <a:solidFill>
              <a:srgbClr val="FF0000"/>
            </a:solidFill>
            <a:round/>
            <a:headE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197648" name="Line 16"/>
          <p:cNvSpPr>
            <a:spLocks noChangeShapeType="1"/>
          </p:cNvSpPr>
          <p:nvPr/>
        </p:nvSpPr>
        <p:spPr bwMode="auto">
          <a:xfrm flipH="1" flipV="1">
            <a:off x="6953250" y="558800"/>
            <a:ext cx="3175" cy="704850"/>
          </a:xfrm>
          <a:prstGeom prst="line">
            <a:avLst/>
          </a:prstGeom>
          <a:noFill/>
          <a:ln w="28575">
            <a:solidFill>
              <a:srgbClr val="FF0000"/>
            </a:solidFill>
            <a:round/>
            <a:headE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197649" name="Line 17"/>
          <p:cNvSpPr>
            <a:spLocks noChangeShapeType="1"/>
          </p:cNvSpPr>
          <p:nvPr/>
        </p:nvSpPr>
        <p:spPr bwMode="auto">
          <a:xfrm flipV="1">
            <a:off x="5016500" y="2947988"/>
            <a:ext cx="1927225" cy="7937"/>
          </a:xfrm>
          <a:prstGeom prst="line">
            <a:avLst/>
          </a:prstGeom>
          <a:noFill/>
          <a:ln w="9525">
            <a:solidFill>
              <a:srgbClr val="FF0000"/>
            </a:solidFill>
            <a:prstDash val="dash"/>
            <a:round/>
            <a:headEnd/>
            <a:tailEnd type="none" w="sm" len="lg"/>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197650" name="Line 18"/>
          <p:cNvSpPr>
            <a:spLocks noChangeShapeType="1"/>
          </p:cNvSpPr>
          <p:nvPr/>
        </p:nvSpPr>
        <p:spPr bwMode="auto">
          <a:xfrm>
            <a:off x="6959600" y="1260475"/>
            <a:ext cx="0" cy="1687513"/>
          </a:xfrm>
          <a:prstGeom prst="line">
            <a:avLst/>
          </a:prstGeom>
          <a:noFill/>
          <a:ln w="9525">
            <a:solidFill>
              <a:srgbClr val="FF0000"/>
            </a:solidFill>
            <a:prstDash val="dash"/>
            <a:round/>
            <a:headEnd/>
            <a:tailEnd type="none" w="sm" len="lg"/>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197651" name="Line 19"/>
          <p:cNvSpPr>
            <a:spLocks noChangeShapeType="1"/>
          </p:cNvSpPr>
          <p:nvPr/>
        </p:nvSpPr>
        <p:spPr bwMode="auto">
          <a:xfrm flipH="1" flipV="1">
            <a:off x="6954838" y="2951163"/>
            <a:ext cx="585787" cy="593725"/>
          </a:xfrm>
          <a:prstGeom prst="line">
            <a:avLst/>
          </a:prstGeom>
          <a:noFill/>
          <a:ln w="9525">
            <a:solidFill>
              <a:srgbClr val="FF0000"/>
            </a:solidFill>
            <a:prstDash val="dash"/>
            <a:round/>
            <a:headEnd/>
            <a:tailEnd type="none" w="sm" len="lg"/>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197652" name="Line 20"/>
          <p:cNvSpPr>
            <a:spLocks noChangeShapeType="1"/>
          </p:cNvSpPr>
          <p:nvPr/>
        </p:nvSpPr>
        <p:spPr bwMode="auto">
          <a:xfrm>
            <a:off x="1971675" y="811213"/>
            <a:ext cx="0" cy="1554162"/>
          </a:xfrm>
          <a:prstGeom prst="line">
            <a:avLst/>
          </a:prstGeom>
          <a:noFill/>
          <a:ln w="9525">
            <a:solidFill>
              <a:srgbClr val="FF0000"/>
            </a:solidFill>
            <a:prstDash val="dash"/>
            <a:round/>
            <a:headEnd/>
            <a:tailEnd type="none" w="sm" len="lg"/>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197653" name="Line 21"/>
          <p:cNvSpPr>
            <a:spLocks noChangeShapeType="1"/>
          </p:cNvSpPr>
          <p:nvPr/>
        </p:nvSpPr>
        <p:spPr bwMode="auto">
          <a:xfrm flipH="1">
            <a:off x="614363" y="2382838"/>
            <a:ext cx="1349375" cy="754062"/>
          </a:xfrm>
          <a:prstGeom prst="line">
            <a:avLst/>
          </a:prstGeom>
          <a:noFill/>
          <a:ln w="9525">
            <a:solidFill>
              <a:srgbClr val="FF0000"/>
            </a:solidFill>
            <a:prstDash val="dash"/>
            <a:round/>
            <a:headEnd/>
            <a:tailEnd type="none" w="sm" len="lg"/>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197655" name="Line 23"/>
          <p:cNvSpPr>
            <a:spLocks noChangeShapeType="1"/>
          </p:cNvSpPr>
          <p:nvPr/>
        </p:nvSpPr>
        <p:spPr bwMode="auto">
          <a:xfrm flipH="1" flipV="1">
            <a:off x="1958975" y="2368550"/>
            <a:ext cx="1341438" cy="754063"/>
          </a:xfrm>
          <a:prstGeom prst="line">
            <a:avLst/>
          </a:prstGeom>
          <a:noFill/>
          <a:ln w="9525">
            <a:solidFill>
              <a:srgbClr val="FF0000"/>
            </a:solidFill>
            <a:prstDash val="dash"/>
            <a:round/>
            <a:headEnd/>
            <a:tailEnd type="none" w="sm" len="lg"/>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11281" name="Text Box 25"/>
          <p:cNvSpPr txBox="1">
            <a:spLocks noChangeArrowheads="1"/>
          </p:cNvSpPr>
          <p:nvPr/>
        </p:nvSpPr>
        <p:spPr bwMode="auto">
          <a:xfrm>
            <a:off x="1001713" y="4246563"/>
            <a:ext cx="7227887"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r>
              <a:rPr lang="zh-CN" altLang="en-US" sz="2800">
                <a:solidFill>
                  <a:srgbClr val="000000"/>
                </a:solidFill>
                <a:latin typeface="黑体" pitchFamily="2" charset="-122"/>
                <a:ea typeface="黑体" pitchFamily="2" charset="-122"/>
              </a:rPr>
              <a:t>正轴测图                   斜轴测图</a:t>
            </a:r>
          </a:p>
        </p:txBody>
      </p:sp>
      <p:sp>
        <p:nvSpPr>
          <p:cNvPr id="197668" name="Text Box 36"/>
          <p:cNvSpPr txBox="1">
            <a:spLocks noChangeArrowheads="1"/>
          </p:cNvSpPr>
          <p:nvPr/>
        </p:nvSpPr>
        <p:spPr bwMode="auto">
          <a:xfrm>
            <a:off x="319088" y="3246438"/>
            <a:ext cx="311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r>
              <a:rPr lang="en-US" altLang="zh-CN" sz="2000" i="1">
                <a:solidFill>
                  <a:srgbClr val="A50021"/>
                </a:solidFill>
              </a:rPr>
              <a:t>x</a:t>
            </a:r>
          </a:p>
        </p:txBody>
      </p:sp>
      <p:sp>
        <p:nvSpPr>
          <p:cNvPr id="197669" name="Text Box 37"/>
          <p:cNvSpPr txBox="1">
            <a:spLocks noChangeArrowheads="1"/>
          </p:cNvSpPr>
          <p:nvPr/>
        </p:nvSpPr>
        <p:spPr bwMode="auto">
          <a:xfrm>
            <a:off x="4483100" y="2592388"/>
            <a:ext cx="311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r>
              <a:rPr lang="en-US" altLang="zh-CN" sz="2000" i="1">
                <a:solidFill>
                  <a:srgbClr val="A50021"/>
                </a:solidFill>
              </a:rPr>
              <a:t>x</a:t>
            </a:r>
          </a:p>
        </p:txBody>
      </p:sp>
      <p:sp>
        <p:nvSpPr>
          <p:cNvPr id="197670" name="Text Box 38"/>
          <p:cNvSpPr txBox="1">
            <a:spLocks noChangeArrowheads="1"/>
          </p:cNvSpPr>
          <p:nvPr/>
        </p:nvSpPr>
        <p:spPr bwMode="auto">
          <a:xfrm>
            <a:off x="8013700" y="3841750"/>
            <a:ext cx="36036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r>
              <a:rPr lang="en-US" altLang="zh-CN" sz="2000" i="1">
                <a:solidFill>
                  <a:srgbClr val="A50021"/>
                </a:solidFill>
              </a:rPr>
              <a:t> y</a:t>
            </a:r>
          </a:p>
        </p:txBody>
      </p:sp>
      <p:sp>
        <p:nvSpPr>
          <p:cNvPr id="197671" name="Text Box 39"/>
          <p:cNvSpPr txBox="1">
            <a:spLocks noChangeArrowheads="1"/>
          </p:cNvSpPr>
          <p:nvPr/>
        </p:nvSpPr>
        <p:spPr bwMode="auto">
          <a:xfrm>
            <a:off x="3624263" y="3368675"/>
            <a:ext cx="29686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r>
              <a:rPr lang="en-US" altLang="zh-CN" sz="2000" i="1">
                <a:solidFill>
                  <a:srgbClr val="A50021"/>
                </a:solidFill>
              </a:rPr>
              <a:t>y</a:t>
            </a:r>
          </a:p>
        </p:txBody>
      </p:sp>
      <p:sp>
        <p:nvSpPr>
          <p:cNvPr id="197672" name="Text Box 40"/>
          <p:cNvSpPr txBox="1">
            <a:spLocks noChangeArrowheads="1"/>
          </p:cNvSpPr>
          <p:nvPr/>
        </p:nvSpPr>
        <p:spPr bwMode="auto">
          <a:xfrm>
            <a:off x="2043113" y="185738"/>
            <a:ext cx="2825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r>
              <a:rPr lang="en-US" altLang="zh-CN" sz="2000" i="1">
                <a:solidFill>
                  <a:srgbClr val="A50021"/>
                </a:solidFill>
              </a:rPr>
              <a:t>z</a:t>
            </a:r>
          </a:p>
        </p:txBody>
      </p:sp>
      <p:sp>
        <p:nvSpPr>
          <p:cNvPr id="197673" name="Text Box 41"/>
          <p:cNvSpPr txBox="1">
            <a:spLocks noChangeArrowheads="1"/>
          </p:cNvSpPr>
          <p:nvPr/>
        </p:nvSpPr>
        <p:spPr bwMode="auto">
          <a:xfrm>
            <a:off x="6981825" y="379413"/>
            <a:ext cx="3460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r>
              <a:rPr lang="en-US" altLang="zh-CN" sz="2000" i="1">
                <a:solidFill>
                  <a:srgbClr val="A50021"/>
                </a:solidFill>
              </a:rPr>
              <a:t> z</a:t>
            </a:r>
          </a:p>
        </p:txBody>
      </p:sp>
      <p:sp>
        <p:nvSpPr>
          <p:cNvPr id="197674" name="Text Box 42"/>
          <p:cNvSpPr txBox="1">
            <a:spLocks noChangeArrowheads="1"/>
          </p:cNvSpPr>
          <p:nvPr/>
        </p:nvSpPr>
        <p:spPr bwMode="auto">
          <a:xfrm>
            <a:off x="1001713" y="4838700"/>
            <a:ext cx="7227887"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r>
              <a:rPr lang="en-US" altLang="zh-CN" sz="2800">
                <a:solidFill>
                  <a:srgbClr val="000000"/>
                </a:solidFill>
                <a:latin typeface="黑体" pitchFamily="2" charset="-122"/>
                <a:ea typeface="黑体" pitchFamily="2" charset="-122"/>
              </a:rPr>
              <a:t>Axonometric                Oblique</a:t>
            </a:r>
          </a:p>
        </p:txBody>
      </p:sp>
      <p:sp>
        <p:nvSpPr>
          <p:cNvPr id="197675" name="Text Box 43"/>
          <p:cNvSpPr txBox="1">
            <a:spLocks noChangeArrowheads="1"/>
          </p:cNvSpPr>
          <p:nvPr/>
        </p:nvSpPr>
        <p:spPr bwMode="auto">
          <a:xfrm>
            <a:off x="1022350" y="5527675"/>
            <a:ext cx="77216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r>
              <a:rPr lang="zh-CN" altLang="en-US" sz="2800">
                <a:solidFill>
                  <a:srgbClr val="000000"/>
                </a:solidFill>
                <a:latin typeface="黑体" pitchFamily="2" charset="-122"/>
                <a:ea typeface="黑体" pitchFamily="2" charset="-122"/>
              </a:rPr>
              <a:t>沿坐标轴的方向可以直接量测，即具有轴测性。</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97674"/>
                                        </p:tgtEl>
                                        <p:attrNameLst>
                                          <p:attrName>style.visibility</p:attrName>
                                        </p:attrNameLst>
                                      </p:cBhvr>
                                      <p:to>
                                        <p:strVal val="visible"/>
                                      </p:to>
                                    </p:set>
                                    <p:anim calcmode="lin" valueType="num">
                                      <p:cBhvr additive="base">
                                        <p:cTn id="7" dur="1000" fill="hold"/>
                                        <p:tgtEl>
                                          <p:spTgt spid="197674"/>
                                        </p:tgtEl>
                                        <p:attrNameLst>
                                          <p:attrName>ppt_x</p:attrName>
                                        </p:attrNameLst>
                                      </p:cBhvr>
                                      <p:tavLst>
                                        <p:tav tm="0">
                                          <p:val>
                                            <p:strVal val="#ppt_x"/>
                                          </p:val>
                                        </p:tav>
                                        <p:tav tm="100000">
                                          <p:val>
                                            <p:strVal val="#ppt_x"/>
                                          </p:val>
                                        </p:tav>
                                      </p:tavLst>
                                    </p:anim>
                                    <p:anim calcmode="lin" valueType="num">
                                      <p:cBhvr additive="base">
                                        <p:cTn id="8" dur="1000" fill="hold"/>
                                        <p:tgtEl>
                                          <p:spTgt spid="197674"/>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9764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9764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9765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9765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97655"/>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97646"/>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9764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97649"/>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97650"/>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97648"/>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97651"/>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97647"/>
                                        </p:tgtEl>
                                        <p:attrNameLst>
                                          <p:attrName>style.visibility</p:attrName>
                                        </p:attrNameLst>
                                      </p:cBhvr>
                                      <p:to>
                                        <p:strVal val="visible"/>
                                      </p:to>
                                    </p:set>
                                  </p:childTnLst>
                                </p:cTn>
                              </p:par>
                            </p:childTnLst>
                          </p:cTn>
                        </p:par>
                        <p:par>
                          <p:cTn id="35" fill="hold" nodeType="afterGroup">
                            <p:stCondLst>
                              <p:cond delay="0"/>
                            </p:stCondLst>
                            <p:childTnLst>
                              <p:par>
                                <p:cTn id="36" presetID="1" presetClass="entr" presetSubtype="0" fill="hold" grpId="0" nodeType="afterEffect">
                                  <p:stCondLst>
                                    <p:cond delay="0"/>
                                  </p:stCondLst>
                                  <p:childTnLst>
                                    <p:set>
                                      <p:cBhvr>
                                        <p:cTn id="37" dur="1" fill="hold">
                                          <p:stCondLst>
                                            <p:cond delay="0"/>
                                          </p:stCondLst>
                                        </p:cTn>
                                        <p:tgtEl>
                                          <p:spTgt spid="197668"/>
                                        </p:tgtEl>
                                        <p:attrNameLst>
                                          <p:attrName>style.visibility</p:attrName>
                                        </p:attrNameLst>
                                      </p:cBhvr>
                                      <p:to>
                                        <p:strVal val="visible"/>
                                      </p:to>
                                    </p:set>
                                  </p:childTnLst>
                                </p:cTn>
                              </p:par>
                            </p:childTnLst>
                          </p:cTn>
                        </p:par>
                        <p:par>
                          <p:cTn id="38" fill="hold" nodeType="afterGroup">
                            <p:stCondLst>
                              <p:cond delay="0"/>
                            </p:stCondLst>
                            <p:childTnLst>
                              <p:par>
                                <p:cTn id="39" presetID="1" presetClass="entr" presetSubtype="0" fill="hold" grpId="0" nodeType="afterEffect">
                                  <p:stCondLst>
                                    <p:cond delay="0"/>
                                  </p:stCondLst>
                                  <p:childTnLst>
                                    <p:set>
                                      <p:cBhvr>
                                        <p:cTn id="40" dur="1" fill="hold">
                                          <p:stCondLst>
                                            <p:cond delay="0"/>
                                          </p:stCondLst>
                                        </p:cTn>
                                        <p:tgtEl>
                                          <p:spTgt spid="197669"/>
                                        </p:tgtEl>
                                        <p:attrNameLst>
                                          <p:attrName>style.visibility</p:attrName>
                                        </p:attrNameLst>
                                      </p:cBhvr>
                                      <p:to>
                                        <p:strVal val="visible"/>
                                      </p:to>
                                    </p:set>
                                  </p:childTnLst>
                                </p:cTn>
                              </p:par>
                            </p:childTnLst>
                          </p:cTn>
                        </p:par>
                        <p:par>
                          <p:cTn id="41" fill="hold" nodeType="afterGroup">
                            <p:stCondLst>
                              <p:cond delay="0"/>
                            </p:stCondLst>
                            <p:childTnLst>
                              <p:par>
                                <p:cTn id="42" presetID="1" presetClass="entr" presetSubtype="0" fill="hold" grpId="0" nodeType="afterEffect">
                                  <p:stCondLst>
                                    <p:cond delay="0"/>
                                  </p:stCondLst>
                                  <p:childTnLst>
                                    <p:set>
                                      <p:cBhvr>
                                        <p:cTn id="43" dur="1" fill="hold">
                                          <p:stCondLst>
                                            <p:cond delay="0"/>
                                          </p:stCondLst>
                                        </p:cTn>
                                        <p:tgtEl>
                                          <p:spTgt spid="197670"/>
                                        </p:tgtEl>
                                        <p:attrNameLst>
                                          <p:attrName>style.visibility</p:attrName>
                                        </p:attrNameLst>
                                      </p:cBhvr>
                                      <p:to>
                                        <p:strVal val="visible"/>
                                      </p:to>
                                    </p:set>
                                  </p:childTnLst>
                                </p:cTn>
                              </p:par>
                            </p:childTnLst>
                          </p:cTn>
                        </p:par>
                        <p:par>
                          <p:cTn id="44" fill="hold" nodeType="afterGroup">
                            <p:stCondLst>
                              <p:cond delay="0"/>
                            </p:stCondLst>
                            <p:childTnLst>
                              <p:par>
                                <p:cTn id="45" presetID="1" presetClass="entr" presetSubtype="0" fill="hold" grpId="0" nodeType="afterEffect">
                                  <p:stCondLst>
                                    <p:cond delay="0"/>
                                  </p:stCondLst>
                                  <p:childTnLst>
                                    <p:set>
                                      <p:cBhvr>
                                        <p:cTn id="46" dur="1" fill="hold">
                                          <p:stCondLst>
                                            <p:cond delay="0"/>
                                          </p:stCondLst>
                                        </p:cTn>
                                        <p:tgtEl>
                                          <p:spTgt spid="197671"/>
                                        </p:tgtEl>
                                        <p:attrNameLst>
                                          <p:attrName>style.visibility</p:attrName>
                                        </p:attrNameLst>
                                      </p:cBhvr>
                                      <p:to>
                                        <p:strVal val="visible"/>
                                      </p:to>
                                    </p:set>
                                  </p:childTnLst>
                                </p:cTn>
                              </p:par>
                            </p:childTnLst>
                          </p:cTn>
                        </p:par>
                        <p:par>
                          <p:cTn id="47" fill="hold" nodeType="afterGroup">
                            <p:stCondLst>
                              <p:cond delay="0"/>
                            </p:stCondLst>
                            <p:childTnLst>
                              <p:par>
                                <p:cTn id="48" presetID="1" presetClass="entr" presetSubtype="0" fill="hold" grpId="0" nodeType="afterEffect">
                                  <p:stCondLst>
                                    <p:cond delay="0"/>
                                  </p:stCondLst>
                                  <p:childTnLst>
                                    <p:set>
                                      <p:cBhvr>
                                        <p:cTn id="49" dur="1" fill="hold">
                                          <p:stCondLst>
                                            <p:cond delay="0"/>
                                          </p:stCondLst>
                                        </p:cTn>
                                        <p:tgtEl>
                                          <p:spTgt spid="197672"/>
                                        </p:tgtEl>
                                        <p:attrNameLst>
                                          <p:attrName>style.visibility</p:attrName>
                                        </p:attrNameLst>
                                      </p:cBhvr>
                                      <p:to>
                                        <p:strVal val="visible"/>
                                      </p:to>
                                    </p:set>
                                  </p:childTnLst>
                                </p:cTn>
                              </p:par>
                            </p:childTnLst>
                          </p:cTn>
                        </p:par>
                        <p:par>
                          <p:cTn id="50" fill="hold" nodeType="afterGroup">
                            <p:stCondLst>
                              <p:cond delay="0"/>
                            </p:stCondLst>
                            <p:childTnLst>
                              <p:par>
                                <p:cTn id="51" presetID="1" presetClass="entr" presetSubtype="0" fill="hold" grpId="0" nodeType="afterEffect">
                                  <p:stCondLst>
                                    <p:cond delay="0"/>
                                  </p:stCondLst>
                                  <p:childTnLst>
                                    <p:set>
                                      <p:cBhvr>
                                        <p:cTn id="52" dur="1" fill="hold">
                                          <p:stCondLst>
                                            <p:cond delay="0"/>
                                          </p:stCondLst>
                                        </p:cTn>
                                        <p:tgtEl>
                                          <p:spTgt spid="197673"/>
                                        </p:tgtEl>
                                        <p:attrNameLst>
                                          <p:attrName>style.visibility</p:attrName>
                                        </p:attrNameLst>
                                      </p:cBhvr>
                                      <p:to>
                                        <p:strVal val="visible"/>
                                      </p:to>
                                    </p:set>
                                  </p:childTnLst>
                                </p:cTn>
                              </p:par>
                            </p:childTnLst>
                          </p:cTn>
                        </p:par>
                      </p:childTnLst>
                    </p:cTn>
                  </p:par>
                  <p:par>
                    <p:cTn id="53" fill="hold" nodeType="clickPar">
                      <p:stCondLst>
                        <p:cond delay="indefinite"/>
                      </p:stCondLst>
                      <p:childTnLst>
                        <p:par>
                          <p:cTn id="54" fill="hold" nodeType="withGroup">
                            <p:stCondLst>
                              <p:cond delay="0"/>
                            </p:stCondLst>
                            <p:childTnLst>
                              <p:par>
                                <p:cTn id="55" presetID="2" presetClass="entr" presetSubtype="4" fill="hold" grpId="0" nodeType="clickEffect">
                                  <p:stCondLst>
                                    <p:cond delay="0"/>
                                  </p:stCondLst>
                                  <p:childTnLst>
                                    <p:set>
                                      <p:cBhvr>
                                        <p:cTn id="56" dur="1" fill="hold">
                                          <p:stCondLst>
                                            <p:cond delay="0"/>
                                          </p:stCondLst>
                                        </p:cTn>
                                        <p:tgtEl>
                                          <p:spTgt spid="197675"/>
                                        </p:tgtEl>
                                        <p:attrNameLst>
                                          <p:attrName>style.visibility</p:attrName>
                                        </p:attrNameLst>
                                      </p:cBhvr>
                                      <p:to>
                                        <p:strVal val="visible"/>
                                      </p:to>
                                    </p:set>
                                    <p:anim calcmode="lin" valueType="num">
                                      <p:cBhvr additive="base">
                                        <p:cTn id="57" dur="1000" fill="hold"/>
                                        <p:tgtEl>
                                          <p:spTgt spid="197675"/>
                                        </p:tgtEl>
                                        <p:attrNameLst>
                                          <p:attrName>ppt_x</p:attrName>
                                        </p:attrNameLst>
                                      </p:cBhvr>
                                      <p:tavLst>
                                        <p:tav tm="0">
                                          <p:val>
                                            <p:strVal val="#ppt_x"/>
                                          </p:val>
                                        </p:tav>
                                        <p:tav tm="100000">
                                          <p:val>
                                            <p:strVal val="#ppt_x"/>
                                          </p:val>
                                        </p:tav>
                                      </p:tavLst>
                                    </p:anim>
                                    <p:anim calcmode="lin" valueType="num">
                                      <p:cBhvr additive="base">
                                        <p:cTn id="58" dur="1000" fill="hold"/>
                                        <p:tgtEl>
                                          <p:spTgt spid="19767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7642" grpId="0" animBg="1"/>
      <p:bldP spid="197643" grpId="0" animBg="1"/>
      <p:bldP spid="197644" grpId="0" animBg="1"/>
      <p:bldP spid="197646" grpId="0" animBg="1"/>
      <p:bldP spid="197647" grpId="0" animBg="1"/>
      <p:bldP spid="197648" grpId="0" animBg="1"/>
      <p:bldP spid="197649" grpId="0" animBg="1"/>
      <p:bldP spid="197650" grpId="0" animBg="1"/>
      <p:bldP spid="197651" grpId="0" animBg="1"/>
      <p:bldP spid="197652" grpId="0" animBg="1"/>
      <p:bldP spid="197653" grpId="0" animBg="1"/>
      <p:bldP spid="197655" grpId="0" animBg="1"/>
      <p:bldP spid="197668" grpId="0" autoUpdateAnimBg="0"/>
      <p:bldP spid="197669" grpId="0" autoUpdateAnimBg="0"/>
      <p:bldP spid="197670" grpId="0" autoUpdateAnimBg="0"/>
      <p:bldP spid="197671" grpId="0" autoUpdateAnimBg="0"/>
      <p:bldP spid="197672" grpId="0" autoUpdateAnimBg="0"/>
      <p:bldP spid="197673" grpId="0" autoUpdateAnimBg="0"/>
      <p:bldP spid="197674" grpId="0"/>
      <p:bldP spid="197675"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50000"/>
              </a:spcBef>
              <a:buClrTx/>
              <a:buFontTx/>
              <a:buNone/>
            </a:pPr>
            <a:fld id="{4A2EA303-3CDE-4DE1-A296-304AEEFC19C6}" type="slidenum">
              <a:rPr lang="en-US" altLang="zh-CN" sz="1400" smtClean="0">
                <a:solidFill>
                  <a:schemeClr val="bg2"/>
                </a:solidFill>
              </a:rPr>
              <a:pPr eaLnBrk="1" hangingPunct="1">
                <a:spcBef>
                  <a:spcPct val="50000"/>
                </a:spcBef>
                <a:buClrTx/>
                <a:buFontTx/>
                <a:buNone/>
              </a:pPr>
              <a:t>10</a:t>
            </a:fld>
            <a:endParaRPr lang="en-US" altLang="zh-CN" sz="1400" smtClean="0">
              <a:solidFill>
                <a:schemeClr val="bg2"/>
              </a:solidFill>
            </a:endParaRPr>
          </a:p>
        </p:txBody>
      </p:sp>
      <p:sp>
        <p:nvSpPr>
          <p:cNvPr id="203802" name="AutoShape 26"/>
          <p:cNvSpPr>
            <a:spLocks noChangeArrowheads="1"/>
          </p:cNvSpPr>
          <p:nvPr/>
        </p:nvSpPr>
        <p:spPr bwMode="auto">
          <a:xfrm>
            <a:off x="395288" y="1346200"/>
            <a:ext cx="8143875" cy="3281363"/>
          </a:xfrm>
          <a:prstGeom prst="plaque">
            <a:avLst>
              <a:gd name="adj" fmla="val 9204"/>
            </a:avLst>
          </a:prstGeom>
          <a:solidFill>
            <a:srgbClr val="C0C0C0"/>
          </a:solidFill>
          <a:ln w="28575">
            <a:solidFill>
              <a:schemeClr val="tx1"/>
            </a:solidFill>
            <a:miter lim="800000"/>
            <a:headEnd/>
            <a:tailEnd/>
          </a:ln>
          <a:effectLst>
            <a:outerShdw dist="35921" dir="2700000" algn="ctr" rotWithShape="0">
              <a:srgbClr val="808080"/>
            </a:outerShdw>
          </a:effectLst>
        </p:spPr>
        <p:txBody>
          <a:bodyPr wrap="none" anchor="ct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eaLnBrk="1" hangingPunct="1">
              <a:spcBef>
                <a:spcPct val="0"/>
              </a:spcBef>
              <a:buClrTx/>
              <a:buFontTx/>
              <a:buNone/>
            </a:pPr>
            <a:endParaRPr lang="zh-CN" altLang="zh-CN" sz="2400"/>
          </a:p>
        </p:txBody>
      </p:sp>
      <p:sp>
        <p:nvSpPr>
          <p:cNvPr id="203804" name="Rectangle 28"/>
          <p:cNvSpPr>
            <a:spLocks noChangeArrowheads="1"/>
          </p:cNvSpPr>
          <p:nvPr/>
        </p:nvSpPr>
        <p:spPr bwMode="auto">
          <a:xfrm>
            <a:off x="560388" y="1668463"/>
            <a:ext cx="7993062" cy="2774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r>
              <a:rPr lang="zh-CN" altLang="en-US">
                <a:solidFill>
                  <a:srgbClr val="FF0000"/>
                </a:solidFill>
                <a:ea typeface="隶书" pitchFamily="49" charset="-122"/>
              </a:rPr>
              <a:t>轴测图</a:t>
            </a:r>
          </a:p>
          <a:p>
            <a:pPr eaLnBrk="1" hangingPunct="1">
              <a:spcBef>
                <a:spcPct val="0"/>
              </a:spcBef>
              <a:buClrTx/>
              <a:buFontTx/>
              <a:buNone/>
            </a:pPr>
            <a:endParaRPr lang="zh-CN" altLang="en-US">
              <a:solidFill>
                <a:srgbClr val="000066"/>
              </a:solidFill>
              <a:ea typeface="隶书" pitchFamily="49" charset="-122"/>
            </a:endParaRPr>
          </a:p>
          <a:p>
            <a:pPr eaLnBrk="1" hangingPunct="1">
              <a:spcBef>
                <a:spcPct val="0"/>
              </a:spcBef>
              <a:buClrTx/>
              <a:buFontTx/>
              <a:buNone/>
            </a:pPr>
            <a:r>
              <a:rPr lang="zh-CN" altLang="en-US" sz="2800">
                <a:solidFill>
                  <a:srgbClr val="000066"/>
                </a:solidFill>
                <a:ea typeface="隶书" pitchFamily="49" charset="-122"/>
              </a:rPr>
              <a:t>        将物体置于空间直角坐标系下，</a:t>
            </a:r>
            <a:r>
              <a:rPr lang="zh-CN" altLang="en-US" sz="2800">
                <a:solidFill>
                  <a:srgbClr val="000066"/>
                </a:solidFill>
                <a:latin typeface="隶书" pitchFamily="49" charset="-122"/>
                <a:ea typeface="隶书" pitchFamily="49" charset="-122"/>
              </a:rPr>
              <a:t>用平行投影法，沿不平行于任一坐标平面的方向，将物体及确定物体空间位置的直角坐标系投影到某个投影面上得到的图形。</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6" presetClass="entr" presetSubtype="26" fill="hold" grpId="0" nodeType="clickEffect">
                                  <p:stCondLst>
                                    <p:cond delay="0"/>
                                  </p:stCondLst>
                                  <p:childTnLst>
                                    <p:set>
                                      <p:cBhvr>
                                        <p:cTn id="6" dur="1" fill="hold">
                                          <p:stCondLst>
                                            <p:cond delay="0"/>
                                          </p:stCondLst>
                                        </p:cTn>
                                        <p:tgtEl>
                                          <p:spTgt spid="203802"/>
                                        </p:tgtEl>
                                        <p:attrNameLst>
                                          <p:attrName>style.visibility</p:attrName>
                                        </p:attrNameLst>
                                      </p:cBhvr>
                                      <p:to>
                                        <p:strVal val="visible"/>
                                      </p:to>
                                    </p:set>
                                    <p:animEffect transition="in" filter="barn(inHorizontal)">
                                      <p:cBhvr>
                                        <p:cTn id="7" dur="500"/>
                                        <p:tgtEl>
                                          <p:spTgt spid="20380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grpId="0" nodeType="clickEffect">
                                  <p:stCondLst>
                                    <p:cond delay="0"/>
                                  </p:stCondLst>
                                  <p:iterate type="lt">
                                    <p:tmPct val="100000"/>
                                  </p:iterate>
                                  <p:childTnLst>
                                    <p:set>
                                      <p:cBhvr>
                                        <p:cTn id="11" dur="1" fill="hold">
                                          <p:stCondLst>
                                            <p:cond delay="0"/>
                                          </p:stCondLst>
                                        </p:cTn>
                                        <p:tgtEl>
                                          <p:spTgt spid="203804">
                                            <p:txEl>
                                              <p:pRg st="0" end="0"/>
                                            </p:txEl>
                                          </p:spTgt>
                                        </p:tgtEl>
                                        <p:attrNameLst>
                                          <p:attrName>style.visibility</p:attrName>
                                        </p:attrNameLst>
                                      </p:cBhvr>
                                      <p:to>
                                        <p:strVal val="visible"/>
                                      </p:to>
                                    </p:set>
                                    <p:animEffect transition="in" filter="wipe(up)">
                                      <p:cBhvr>
                                        <p:cTn id="12" dur="75"/>
                                        <p:tgtEl>
                                          <p:spTgt spid="203804">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grpId="0" nodeType="clickEffect">
                                  <p:stCondLst>
                                    <p:cond delay="0"/>
                                  </p:stCondLst>
                                  <p:iterate type="lt">
                                    <p:tmPct val="100000"/>
                                  </p:iterate>
                                  <p:childTnLst>
                                    <p:set>
                                      <p:cBhvr>
                                        <p:cTn id="16" dur="1" fill="hold">
                                          <p:stCondLst>
                                            <p:cond delay="0"/>
                                          </p:stCondLst>
                                        </p:cTn>
                                        <p:tgtEl>
                                          <p:spTgt spid="203804">
                                            <p:txEl>
                                              <p:pRg st="2" end="2"/>
                                            </p:txEl>
                                          </p:spTgt>
                                        </p:tgtEl>
                                        <p:attrNameLst>
                                          <p:attrName>style.visibility</p:attrName>
                                        </p:attrNameLst>
                                      </p:cBhvr>
                                      <p:to>
                                        <p:strVal val="visible"/>
                                      </p:to>
                                    </p:set>
                                    <p:animEffect transition="in" filter="wipe(up)">
                                      <p:cBhvr>
                                        <p:cTn id="17" dur="75"/>
                                        <p:tgtEl>
                                          <p:spTgt spid="20380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3802" grpId="0" animBg="1" autoUpdateAnimBg="0"/>
      <p:bldP spid="203804" grpId="0" build="p" autoUpdateAnimBg="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50000"/>
              </a:spcBef>
              <a:buClrTx/>
              <a:buFontTx/>
              <a:buNone/>
            </a:pPr>
            <a:fld id="{0B9139EB-4330-4AD2-A90B-0DBD8FBDE77F}" type="slidenum">
              <a:rPr lang="en-US" altLang="zh-CN" sz="1400" smtClean="0">
                <a:solidFill>
                  <a:schemeClr val="bg2"/>
                </a:solidFill>
              </a:rPr>
              <a:pPr eaLnBrk="1" hangingPunct="1">
                <a:spcBef>
                  <a:spcPct val="50000"/>
                </a:spcBef>
                <a:buClrTx/>
                <a:buFontTx/>
                <a:buNone/>
              </a:pPr>
              <a:t>11</a:t>
            </a:fld>
            <a:endParaRPr lang="en-US" altLang="zh-CN" sz="1400" smtClean="0">
              <a:solidFill>
                <a:schemeClr val="bg2"/>
              </a:solidFill>
            </a:endParaRPr>
          </a:p>
        </p:txBody>
      </p:sp>
      <p:sp>
        <p:nvSpPr>
          <p:cNvPr id="13315" name="Text Box 2"/>
          <p:cNvSpPr txBox="1">
            <a:spLocks noChangeArrowheads="1"/>
          </p:cNvSpPr>
          <p:nvPr/>
        </p:nvSpPr>
        <p:spPr bwMode="auto">
          <a:xfrm>
            <a:off x="366713" y="901700"/>
            <a:ext cx="6604000" cy="2028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r>
              <a:rPr lang="en-US" altLang="zh-CN" sz="3600" dirty="0">
                <a:solidFill>
                  <a:srgbClr val="000000"/>
                </a:solidFill>
                <a:latin typeface="黑体" pitchFamily="2" charset="-122"/>
                <a:ea typeface="黑体" pitchFamily="2" charset="-122"/>
              </a:rPr>
              <a:t>  </a:t>
            </a:r>
            <a:r>
              <a:rPr lang="zh-CN" altLang="en-US" sz="3600" dirty="0">
                <a:solidFill>
                  <a:srgbClr val="000000"/>
                </a:solidFill>
                <a:latin typeface="黑体" pitchFamily="2" charset="-122"/>
                <a:ea typeface="黑体" pitchFamily="2" charset="-122"/>
              </a:rPr>
              <a:t>基本特性 </a:t>
            </a:r>
            <a:endParaRPr lang="zh-CN" altLang="en-US" sz="2800" dirty="0">
              <a:solidFill>
                <a:srgbClr val="000000"/>
              </a:solidFill>
              <a:latin typeface="黑体" pitchFamily="2" charset="-122"/>
              <a:ea typeface="黑体" pitchFamily="2" charset="-122"/>
            </a:endParaRPr>
          </a:p>
          <a:p>
            <a:pPr lvl="2" eaLnBrk="1" hangingPunct="1">
              <a:spcBef>
                <a:spcPct val="25000"/>
              </a:spcBef>
            </a:pPr>
            <a:r>
              <a:rPr lang="zh-CN" altLang="en-US" sz="2800" dirty="0">
                <a:solidFill>
                  <a:srgbClr val="000000"/>
                </a:solidFill>
                <a:latin typeface="黑体" pitchFamily="2" charset="-122"/>
                <a:ea typeface="黑体" pitchFamily="2" charset="-122"/>
              </a:rPr>
              <a:t> 平行线的投影仍平行。</a:t>
            </a:r>
          </a:p>
          <a:p>
            <a:pPr lvl="2" eaLnBrk="1" hangingPunct="1">
              <a:spcBef>
                <a:spcPct val="0"/>
              </a:spcBef>
            </a:pPr>
            <a:r>
              <a:rPr lang="zh-CN" altLang="en-US" sz="2800" dirty="0">
                <a:solidFill>
                  <a:srgbClr val="000000"/>
                </a:solidFill>
                <a:latin typeface="黑体" pitchFamily="2" charset="-122"/>
                <a:ea typeface="黑体" pitchFamily="2" charset="-122"/>
              </a:rPr>
              <a:t> 平行线的投影的比值不变。</a:t>
            </a:r>
          </a:p>
          <a:p>
            <a:pPr lvl="2" eaLnBrk="1" hangingPunct="1">
              <a:spcBef>
                <a:spcPct val="0"/>
              </a:spcBef>
            </a:pPr>
            <a:r>
              <a:rPr lang="zh-CN" altLang="en-US" sz="2800" dirty="0">
                <a:solidFill>
                  <a:srgbClr val="000000"/>
                </a:solidFill>
                <a:latin typeface="黑体" pitchFamily="2" charset="-122"/>
                <a:ea typeface="黑体" pitchFamily="2" charset="-122"/>
              </a:rPr>
              <a:t> </a:t>
            </a:r>
            <a:r>
              <a:rPr lang="zh-CN" altLang="en-US" sz="2800" dirty="0" smtClean="0">
                <a:solidFill>
                  <a:srgbClr val="000000"/>
                </a:solidFill>
                <a:latin typeface="黑体" pitchFamily="2" charset="-122"/>
                <a:ea typeface="黑体" pitchFamily="2" charset="-122"/>
              </a:rPr>
              <a:t>与坐标轴平行的</a:t>
            </a:r>
            <a:r>
              <a:rPr lang="zh-CN" altLang="en-US" sz="2800" dirty="0">
                <a:solidFill>
                  <a:srgbClr val="000000"/>
                </a:solidFill>
                <a:latin typeface="黑体" pitchFamily="2" charset="-122"/>
                <a:ea typeface="黑体" pitchFamily="2" charset="-122"/>
              </a:rPr>
              <a:t>线段可度量。</a:t>
            </a:r>
          </a:p>
        </p:txBody>
      </p:sp>
      <p:sp>
        <p:nvSpPr>
          <p:cNvPr id="13316" name="Text Box 3"/>
          <p:cNvSpPr txBox="1">
            <a:spLocks noChangeArrowheads="1"/>
          </p:cNvSpPr>
          <p:nvPr/>
        </p:nvSpPr>
        <p:spPr bwMode="auto">
          <a:xfrm>
            <a:off x="561975" y="3816350"/>
            <a:ext cx="8777288" cy="170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r>
              <a:rPr lang="en-US" altLang="zh-CN" sz="3600">
                <a:solidFill>
                  <a:srgbClr val="000000"/>
                </a:solidFill>
                <a:latin typeface="黑体" pitchFamily="2" charset="-122"/>
                <a:ea typeface="黑体" pitchFamily="2" charset="-122"/>
              </a:rPr>
              <a:t> </a:t>
            </a:r>
            <a:r>
              <a:rPr lang="zh-CN" altLang="en-US" sz="3600">
                <a:solidFill>
                  <a:srgbClr val="000000"/>
                </a:solidFill>
                <a:latin typeface="黑体" pitchFamily="2" charset="-122"/>
                <a:ea typeface="黑体" pitchFamily="2" charset="-122"/>
              </a:rPr>
              <a:t>优点和缺点</a:t>
            </a:r>
          </a:p>
          <a:p>
            <a:pPr lvl="2" eaLnBrk="1" hangingPunct="1">
              <a:spcBef>
                <a:spcPct val="25000"/>
              </a:spcBef>
            </a:pPr>
            <a:r>
              <a:rPr lang="zh-CN" altLang="en-US" sz="2800">
                <a:solidFill>
                  <a:srgbClr val="000000"/>
                </a:solidFill>
                <a:latin typeface="黑体" pitchFamily="2" charset="-122"/>
                <a:ea typeface="黑体" pitchFamily="2" charset="-122"/>
              </a:rPr>
              <a:t>缺点</a:t>
            </a:r>
            <a:r>
              <a:rPr lang="en-US" altLang="zh-CN" sz="2800">
                <a:solidFill>
                  <a:srgbClr val="000000"/>
                </a:solidFill>
                <a:latin typeface="黑体" pitchFamily="2" charset="-122"/>
                <a:ea typeface="黑体" pitchFamily="2" charset="-122"/>
              </a:rPr>
              <a:t>: </a:t>
            </a:r>
            <a:r>
              <a:rPr lang="zh-CN" altLang="en-US" sz="2800">
                <a:solidFill>
                  <a:srgbClr val="000000"/>
                </a:solidFill>
                <a:latin typeface="黑体" pitchFamily="2" charset="-122"/>
                <a:ea typeface="黑体" pitchFamily="2" charset="-122"/>
              </a:rPr>
              <a:t>度量性差</a:t>
            </a:r>
            <a:r>
              <a:rPr lang="en-US" altLang="zh-CN" sz="2800">
                <a:solidFill>
                  <a:srgbClr val="000000"/>
                </a:solidFill>
                <a:latin typeface="黑体" pitchFamily="2" charset="-122"/>
                <a:ea typeface="黑体" pitchFamily="2" charset="-122"/>
              </a:rPr>
              <a:t>,</a:t>
            </a:r>
            <a:r>
              <a:rPr lang="zh-CN" altLang="en-US" sz="2800">
                <a:solidFill>
                  <a:srgbClr val="000000"/>
                </a:solidFill>
                <a:latin typeface="黑体" pitchFamily="2" charset="-122"/>
                <a:ea typeface="黑体" pitchFamily="2" charset="-122"/>
              </a:rPr>
              <a:t>有些线和角度变大或变小</a:t>
            </a:r>
          </a:p>
          <a:p>
            <a:pPr lvl="2" eaLnBrk="1" hangingPunct="1">
              <a:spcBef>
                <a:spcPct val="25000"/>
              </a:spcBef>
            </a:pPr>
            <a:r>
              <a:rPr lang="zh-CN" altLang="en-US" sz="2800">
                <a:solidFill>
                  <a:srgbClr val="000000"/>
                </a:solidFill>
                <a:latin typeface="黑体" pitchFamily="2" charset="-122"/>
                <a:ea typeface="黑体" pitchFamily="2" charset="-122"/>
              </a:rPr>
              <a:t>优点</a:t>
            </a:r>
            <a:r>
              <a:rPr lang="en-US" altLang="zh-CN" sz="2800">
                <a:solidFill>
                  <a:srgbClr val="000000"/>
                </a:solidFill>
                <a:latin typeface="黑体" pitchFamily="2" charset="-122"/>
                <a:ea typeface="黑体" pitchFamily="2" charset="-122"/>
              </a:rPr>
              <a:t>: </a:t>
            </a:r>
            <a:r>
              <a:rPr lang="zh-CN" altLang="en-US" sz="2800">
                <a:solidFill>
                  <a:srgbClr val="000000"/>
                </a:solidFill>
                <a:latin typeface="黑体" pitchFamily="2" charset="-122"/>
                <a:ea typeface="黑体" pitchFamily="2" charset="-122"/>
              </a:rPr>
              <a:t>有一定立体感</a:t>
            </a:r>
            <a:r>
              <a:rPr lang="en-US" altLang="zh-CN" sz="2800">
                <a:solidFill>
                  <a:srgbClr val="000000"/>
                </a:solidFill>
                <a:latin typeface="黑体" pitchFamily="2" charset="-122"/>
                <a:ea typeface="黑体" pitchFamily="2" charset="-122"/>
              </a:rPr>
              <a:t>,</a:t>
            </a:r>
            <a:r>
              <a:rPr lang="zh-CN" altLang="en-US" sz="2800">
                <a:solidFill>
                  <a:srgbClr val="000000"/>
                </a:solidFill>
                <a:latin typeface="黑体" pitchFamily="2" charset="-122"/>
                <a:ea typeface="黑体" pitchFamily="2" charset="-122"/>
              </a:rPr>
              <a:t>容易理解。</a:t>
            </a: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50000"/>
              </a:spcBef>
              <a:buClrTx/>
              <a:buFontTx/>
              <a:buNone/>
            </a:pPr>
            <a:fld id="{187070A3-1649-46FA-9B99-0913C41F4B30}" type="slidenum">
              <a:rPr lang="en-US" altLang="zh-CN" sz="1400" smtClean="0">
                <a:solidFill>
                  <a:schemeClr val="bg2"/>
                </a:solidFill>
              </a:rPr>
              <a:pPr eaLnBrk="1" hangingPunct="1">
                <a:spcBef>
                  <a:spcPct val="50000"/>
                </a:spcBef>
                <a:buClrTx/>
                <a:buFontTx/>
                <a:buNone/>
              </a:pPr>
              <a:t>12</a:t>
            </a:fld>
            <a:endParaRPr lang="en-US" altLang="zh-CN" sz="1400" smtClean="0">
              <a:solidFill>
                <a:schemeClr val="bg2"/>
              </a:solidFill>
            </a:endParaRPr>
          </a:p>
        </p:txBody>
      </p:sp>
      <p:graphicFrame>
        <p:nvGraphicFramePr>
          <p:cNvPr id="205830" name="Object 6"/>
          <p:cNvGraphicFramePr>
            <a:graphicFrameLocks noChangeAspect="1"/>
          </p:cNvGraphicFramePr>
          <p:nvPr/>
        </p:nvGraphicFramePr>
        <p:xfrm>
          <a:off x="319088" y="241300"/>
          <a:ext cx="3502025" cy="3546475"/>
        </p:xfrm>
        <a:graphic>
          <a:graphicData uri="http://schemas.openxmlformats.org/presentationml/2006/ole">
            <mc:AlternateContent xmlns:mc="http://schemas.openxmlformats.org/markup-compatibility/2006">
              <mc:Choice xmlns:v="urn:schemas-microsoft-com:vml" Requires="v">
                <p:oleObj spid="_x0000_s14402" name="Image" r:id="rId3" imgW="2950220" imgH="2987046" progId="Photoshop.Image.6">
                  <p:embed/>
                </p:oleObj>
              </mc:Choice>
              <mc:Fallback>
                <p:oleObj name="Image" r:id="rId3" imgW="2950220" imgH="2987046" progId="Photoshop.Image.6">
                  <p:embed/>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9088" y="241300"/>
                        <a:ext cx="3502025" cy="3546475"/>
                      </a:xfrm>
                      <a:prstGeom prst="rect">
                        <a:avLst/>
                      </a:prstGeom>
                      <a:noFill/>
                      <a:ln>
                        <a:noFill/>
                      </a:ln>
                      <a:effectLst/>
                      <a:extLst>
                        <a:ext uri="{909E8E84-426E-40DD-AFC4-6F175D3DCCD1}">
                          <a14:hiddenFill xmlns:a14="http://schemas.microsoft.com/office/drawing/2010/main">
                            <a:solidFill>
                              <a:srgbClr val="FF6600"/>
                            </a:solidFill>
                          </a14:hiddenFill>
                        </a:ext>
                        <a:ext uri="{91240B29-F687-4F45-9708-019B960494DF}">
                          <a14:hiddenLine xmlns:a14="http://schemas.microsoft.com/office/drawing/2010/main" w="9525">
                            <a:solidFill>
                              <a:srgbClr val="FF0000"/>
                            </a:solidFill>
                            <a:miter lim="800000"/>
                            <a:headEnd/>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05831" name="Object 7"/>
          <p:cNvGraphicFramePr>
            <a:graphicFrameLocks noChangeAspect="1"/>
          </p:cNvGraphicFramePr>
          <p:nvPr/>
        </p:nvGraphicFramePr>
        <p:xfrm>
          <a:off x="4802188" y="214313"/>
          <a:ext cx="3749675" cy="2901950"/>
        </p:xfrm>
        <a:graphic>
          <a:graphicData uri="http://schemas.openxmlformats.org/presentationml/2006/ole">
            <mc:AlternateContent xmlns:mc="http://schemas.openxmlformats.org/markup-compatibility/2006">
              <mc:Choice xmlns:v="urn:schemas-microsoft-com:vml" Requires="v">
                <p:oleObj spid="_x0000_s14403" name="Image" r:id="rId5" imgW="14095238" imgH="10907937" progId="Photoshop.Image.6">
                  <p:embed/>
                </p:oleObj>
              </mc:Choice>
              <mc:Fallback>
                <p:oleObj name="Image" r:id="rId5" imgW="14095238" imgH="10907937" progId="Photoshop.Image.6">
                  <p:embed/>
                  <p:pic>
                    <p:nvPicPr>
                      <p:cNvPr id="0" name="Object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802188" y="214313"/>
                        <a:ext cx="3749675" cy="2901950"/>
                      </a:xfrm>
                      <a:prstGeom prst="rect">
                        <a:avLst/>
                      </a:prstGeom>
                      <a:noFill/>
                      <a:ln>
                        <a:noFill/>
                      </a:ln>
                      <a:effectLst/>
                      <a:extLst>
                        <a:ext uri="{909E8E84-426E-40DD-AFC4-6F175D3DCCD1}">
                          <a14:hiddenFill xmlns:a14="http://schemas.microsoft.com/office/drawing/2010/main">
                            <a:solidFill>
                              <a:srgbClr val="FF6600"/>
                            </a:solidFill>
                          </a14:hiddenFill>
                        </a:ext>
                        <a:ext uri="{91240B29-F687-4F45-9708-019B960494DF}">
                          <a14:hiddenLine xmlns:a14="http://schemas.microsoft.com/office/drawing/2010/main" w="9525">
                            <a:solidFill>
                              <a:srgbClr val="FF0000"/>
                            </a:solidFill>
                            <a:miter lim="800000"/>
                            <a:headEnd/>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05832" name="Object 8"/>
          <p:cNvGraphicFramePr>
            <a:graphicFrameLocks noChangeAspect="1"/>
          </p:cNvGraphicFramePr>
          <p:nvPr/>
        </p:nvGraphicFramePr>
        <p:xfrm>
          <a:off x="4292600" y="3140075"/>
          <a:ext cx="4441825" cy="3525838"/>
        </p:xfrm>
        <a:graphic>
          <a:graphicData uri="http://schemas.openxmlformats.org/presentationml/2006/ole">
            <mc:AlternateContent xmlns:mc="http://schemas.openxmlformats.org/markup-compatibility/2006">
              <mc:Choice xmlns:v="urn:schemas-microsoft-com:vml" Requires="v">
                <p:oleObj spid="_x0000_s14404" name="Image" r:id="rId7" imgW="13777778" imgH="10933333" progId="Photoshop.Image.6">
                  <p:embed/>
                </p:oleObj>
              </mc:Choice>
              <mc:Fallback>
                <p:oleObj name="Image" r:id="rId7" imgW="13777778" imgH="10933333" progId="Photoshop.Image.6">
                  <p:embed/>
                  <p:pic>
                    <p:nvPicPr>
                      <p:cNvPr id="0" name="Object 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292600" y="3140075"/>
                        <a:ext cx="4441825" cy="3525838"/>
                      </a:xfrm>
                      <a:prstGeom prst="rect">
                        <a:avLst/>
                      </a:prstGeom>
                      <a:noFill/>
                      <a:ln>
                        <a:noFill/>
                      </a:ln>
                      <a:effectLst/>
                      <a:extLst>
                        <a:ext uri="{909E8E84-426E-40DD-AFC4-6F175D3DCCD1}">
                          <a14:hiddenFill xmlns:a14="http://schemas.microsoft.com/office/drawing/2010/main">
                            <a:solidFill>
                              <a:srgbClr val="FF6600"/>
                            </a:solidFill>
                          </a14:hiddenFill>
                        </a:ext>
                        <a:ext uri="{91240B29-F687-4F45-9708-019B960494DF}">
                          <a14:hiddenLine xmlns:a14="http://schemas.microsoft.com/office/drawing/2010/main" w="9525">
                            <a:solidFill>
                              <a:srgbClr val="FF0000"/>
                            </a:solidFill>
                            <a:miter lim="800000"/>
                            <a:headEnd/>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05830"/>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2" presetClass="entr" presetSubtype="4" fill="hold" nodeType="clickEffect">
                                  <p:stCondLst>
                                    <p:cond delay="0"/>
                                  </p:stCondLst>
                                  <p:childTnLst>
                                    <p:set>
                                      <p:cBhvr>
                                        <p:cTn id="10" dur="1" fill="hold">
                                          <p:stCondLst>
                                            <p:cond delay="0"/>
                                          </p:stCondLst>
                                        </p:cTn>
                                        <p:tgtEl>
                                          <p:spTgt spid="205831"/>
                                        </p:tgtEl>
                                        <p:attrNameLst>
                                          <p:attrName>style.visibility</p:attrName>
                                        </p:attrNameLst>
                                      </p:cBhvr>
                                      <p:to>
                                        <p:strVal val="visible"/>
                                      </p:to>
                                    </p:set>
                                    <p:anim calcmode="lin" valueType="num">
                                      <p:cBhvr additive="base">
                                        <p:cTn id="11" dur="500" fill="hold"/>
                                        <p:tgtEl>
                                          <p:spTgt spid="205831"/>
                                        </p:tgtEl>
                                        <p:attrNameLst>
                                          <p:attrName>ppt_x</p:attrName>
                                        </p:attrNameLst>
                                      </p:cBhvr>
                                      <p:tavLst>
                                        <p:tav tm="0">
                                          <p:val>
                                            <p:strVal val="#ppt_x"/>
                                          </p:val>
                                        </p:tav>
                                        <p:tav tm="100000">
                                          <p:val>
                                            <p:strVal val="#ppt_x"/>
                                          </p:val>
                                        </p:tav>
                                      </p:tavLst>
                                    </p:anim>
                                    <p:anim calcmode="lin" valueType="num">
                                      <p:cBhvr additive="base">
                                        <p:cTn id="12" dur="500" fill="hold"/>
                                        <p:tgtEl>
                                          <p:spTgt spid="205831"/>
                                        </p:tgtEl>
                                        <p:attrNameLst>
                                          <p:attrName>ppt_y</p:attrName>
                                        </p:attrNameLst>
                                      </p:cBhvr>
                                      <p:tavLst>
                                        <p:tav tm="0">
                                          <p:val>
                                            <p:strVal val="1+#ppt_h/2"/>
                                          </p:val>
                                        </p:tav>
                                        <p:tav tm="100000">
                                          <p:val>
                                            <p:strVal val="#ppt_y"/>
                                          </p:val>
                                        </p:tav>
                                      </p:tavLst>
                                    </p:anim>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4" fill="hold" nodeType="clickEffect">
                                  <p:stCondLst>
                                    <p:cond delay="0"/>
                                  </p:stCondLst>
                                  <p:childTnLst>
                                    <p:set>
                                      <p:cBhvr>
                                        <p:cTn id="16" dur="1" fill="hold">
                                          <p:stCondLst>
                                            <p:cond delay="0"/>
                                          </p:stCondLst>
                                        </p:cTn>
                                        <p:tgtEl>
                                          <p:spTgt spid="205832"/>
                                        </p:tgtEl>
                                        <p:attrNameLst>
                                          <p:attrName>style.visibility</p:attrName>
                                        </p:attrNameLst>
                                      </p:cBhvr>
                                      <p:to>
                                        <p:strVal val="visible"/>
                                      </p:to>
                                    </p:set>
                                    <p:anim calcmode="lin" valueType="num">
                                      <p:cBhvr additive="base">
                                        <p:cTn id="17" dur="500" fill="hold"/>
                                        <p:tgtEl>
                                          <p:spTgt spid="205832"/>
                                        </p:tgtEl>
                                        <p:attrNameLst>
                                          <p:attrName>ppt_x</p:attrName>
                                        </p:attrNameLst>
                                      </p:cBhvr>
                                      <p:tavLst>
                                        <p:tav tm="0">
                                          <p:val>
                                            <p:strVal val="#ppt_x"/>
                                          </p:val>
                                        </p:tav>
                                        <p:tav tm="100000">
                                          <p:val>
                                            <p:strVal val="#ppt_x"/>
                                          </p:val>
                                        </p:tav>
                                      </p:tavLst>
                                    </p:anim>
                                    <p:anim calcmode="lin" valueType="num">
                                      <p:cBhvr additive="base">
                                        <p:cTn id="18" dur="500" fill="hold"/>
                                        <p:tgtEl>
                                          <p:spTgt spid="20583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50000"/>
              </a:spcBef>
              <a:buClrTx/>
              <a:buFontTx/>
              <a:buNone/>
            </a:pPr>
            <a:fld id="{8DA6CC7D-38FA-4120-9337-E6437592DF93}" type="slidenum">
              <a:rPr lang="en-US" altLang="zh-CN" sz="1400" smtClean="0">
                <a:solidFill>
                  <a:schemeClr val="bg2"/>
                </a:solidFill>
              </a:rPr>
              <a:pPr eaLnBrk="1" hangingPunct="1">
                <a:spcBef>
                  <a:spcPct val="50000"/>
                </a:spcBef>
                <a:buClrTx/>
                <a:buFontTx/>
                <a:buNone/>
              </a:pPr>
              <a:t>13</a:t>
            </a:fld>
            <a:endParaRPr lang="en-US" altLang="zh-CN" sz="1400" smtClean="0">
              <a:solidFill>
                <a:schemeClr val="bg2"/>
              </a:solidFill>
            </a:endParaRPr>
          </a:p>
        </p:txBody>
      </p:sp>
      <p:sp>
        <p:nvSpPr>
          <p:cNvPr id="177180" name="Text Box 28"/>
          <p:cNvSpPr txBox="1">
            <a:spLocks noChangeArrowheads="1"/>
          </p:cNvSpPr>
          <p:nvPr/>
        </p:nvSpPr>
        <p:spPr bwMode="auto">
          <a:xfrm>
            <a:off x="725488" y="5326063"/>
            <a:ext cx="8418512" cy="1230312"/>
          </a:xfrm>
          <a:prstGeom prst="rect">
            <a:avLst/>
          </a:prstGeom>
          <a:noFill/>
          <a:ln w="9525">
            <a:solidFill>
              <a:schemeClr val="tx2"/>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r>
              <a:rPr lang="zh-CN" altLang="en-US" sz="2000">
                <a:solidFill>
                  <a:srgbClr val="000000"/>
                </a:solidFill>
                <a:latin typeface="黑体" pitchFamily="2" charset="-122"/>
                <a:ea typeface="黑体" pitchFamily="2" charset="-122"/>
              </a:rPr>
              <a:t>轴向伸缩系数</a:t>
            </a:r>
            <a:r>
              <a:rPr lang="en-US" altLang="zh-CN" sz="1800">
                <a:solidFill>
                  <a:srgbClr val="000000"/>
                </a:solidFill>
                <a:latin typeface="黑体" pitchFamily="2" charset="-122"/>
                <a:ea typeface="黑体" pitchFamily="2" charset="-122"/>
              </a:rPr>
              <a:t>-  </a:t>
            </a:r>
            <a:r>
              <a:rPr lang="zh-CN" altLang="en-US" sz="1800">
                <a:solidFill>
                  <a:srgbClr val="000000"/>
                </a:solidFill>
                <a:latin typeface="黑体" pitchFamily="2" charset="-122"/>
                <a:ea typeface="黑体" pitchFamily="2" charset="-122"/>
              </a:rPr>
              <a:t>线段的轴测投影的长度 </a:t>
            </a:r>
            <a:r>
              <a:rPr lang="en-US" altLang="zh-CN" sz="1800">
                <a:solidFill>
                  <a:srgbClr val="000000"/>
                </a:solidFill>
                <a:latin typeface="黑体" pitchFamily="2" charset="-122"/>
                <a:ea typeface="黑体" pitchFamily="2" charset="-122"/>
              </a:rPr>
              <a:t>/ </a:t>
            </a:r>
            <a:r>
              <a:rPr lang="zh-CN" altLang="en-US" sz="1800">
                <a:solidFill>
                  <a:srgbClr val="000000"/>
                </a:solidFill>
                <a:latin typeface="黑体" pitchFamily="2" charset="-122"/>
                <a:ea typeface="黑体" pitchFamily="2" charset="-122"/>
              </a:rPr>
              <a:t>实长</a:t>
            </a:r>
          </a:p>
          <a:p>
            <a:pPr eaLnBrk="1" hangingPunct="1">
              <a:spcBef>
                <a:spcPct val="0"/>
              </a:spcBef>
              <a:buClrTx/>
              <a:buFontTx/>
              <a:buNone/>
            </a:pPr>
            <a:r>
              <a:rPr lang="zh-CN" altLang="en-US" sz="1800">
                <a:solidFill>
                  <a:srgbClr val="000000"/>
                </a:solidFill>
                <a:latin typeface="黑体" pitchFamily="2" charset="-122"/>
                <a:ea typeface="黑体" pitchFamily="2" charset="-122"/>
              </a:rPr>
              <a:t>	</a:t>
            </a:r>
            <a:r>
              <a:rPr lang="en-US" altLang="zh-CN" sz="1800">
                <a:solidFill>
                  <a:srgbClr val="000000"/>
                </a:solidFill>
                <a:latin typeface="黑体" pitchFamily="2" charset="-122"/>
                <a:ea typeface="黑体" pitchFamily="2" charset="-122"/>
              </a:rPr>
              <a:t>OX </a:t>
            </a:r>
            <a:r>
              <a:rPr lang="zh-CN" altLang="en-US" sz="1800">
                <a:solidFill>
                  <a:srgbClr val="000000"/>
                </a:solidFill>
                <a:latin typeface="黑体" pitchFamily="2" charset="-122"/>
                <a:ea typeface="黑体" pitchFamily="2" charset="-122"/>
              </a:rPr>
              <a:t>轴</a:t>
            </a:r>
            <a:r>
              <a:rPr lang="en-US" altLang="zh-CN" sz="1800">
                <a:solidFill>
                  <a:srgbClr val="000000"/>
                </a:solidFill>
                <a:latin typeface="黑体" pitchFamily="2" charset="-122"/>
                <a:ea typeface="黑体" pitchFamily="2" charset="-122"/>
              </a:rPr>
              <a:t>:	p</a:t>
            </a:r>
          </a:p>
          <a:p>
            <a:pPr eaLnBrk="1" hangingPunct="1">
              <a:spcBef>
                <a:spcPct val="0"/>
              </a:spcBef>
              <a:buClrTx/>
              <a:buFontTx/>
              <a:buNone/>
            </a:pPr>
            <a:r>
              <a:rPr lang="en-US" altLang="zh-CN" sz="1800">
                <a:solidFill>
                  <a:srgbClr val="000000"/>
                </a:solidFill>
                <a:latin typeface="黑体" pitchFamily="2" charset="-122"/>
                <a:ea typeface="黑体" pitchFamily="2" charset="-122"/>
              </a:rPr>
              <a:t>	OY </a:t>
            </a:r>
            <a:r>
              <a:rPr lang="zh-CN" altLang="en-US" sz="1800">
                <a:solidFill>
                  <a:srgbClr val="000000"/>
                </a:solidFill>
                <a:latin typeface="黑体" pitchFamily="2" charset="-122"/>
                <a:ea typeface="黑体" pitchFamily="2" charset="-122"/>
              </a:rPr>
              <a:t>轴</a:t>
            </a:r>
            <a:r>
              <a:rPr lang="en-US" altLang="zh-CN" sz="1800">
                <a:solidFill>
                  <a:srgbClr val="000000"/>
                </a:solidFill>
                <a:latin typeface="黑体" pitchFamily="2" charset="-122"/>
                <a:ea typeface="黑体" pitchFamily="2" charset="-122"/>
              </a:rPr>
              <a:t>:	q</a:t>
            </a:r>
          </a:p>
          <a:p>
            <a:pPr eaLnBrk="1" hangingPunct="1">
              <a:spcBef>
                <a:spcPct val="0"/>
              </a:spcBef>
              <a:buClrTx/>
              <a:buFontTx/>
              <a:buNone/>
            </a:pPr>
            <a:r>
              <a:rPr lang="en-US" altLang="zh-CN" sz="1800">
                <a:solidFill>
                  <a:srgbClr val="000000"/>
                </a:solidFill>
                <a:latin typeface="黑体" pitchFamily="2" charset="-122"/>
                <a:ea typeface="黑体" pitchFamily="2" charset="-122"/>
              </a:rPr>
              <a:t>	OZ </a:t>
            </a:r>
            <a:r>
              <a:rPr lang="zh-CN" altLang="en-US" sz="1800">
                <a:solidFill>
                  <a:srgbClr val="000000"/>
                </a:solidFill>
                <a:latin typeface="黑体" pitchFamily="2" charset="-122"/>
                <a:ea typeface="黑体" pitchFamily="2" charset="-122"/>
              </a:rPr>
              <a:t>轴</a:t>
            </a:r>
            <a:r>
              <a:rPr lang="en-US" altLang="zh-CN" sz="1800">
                <a:solidFill>
                  <a:srgbClr val="000000"/>
                </a:solidFill>
                <a:latin typeface="黑体" pitchFamily="2" charset="-122"/>
                <a:ea typeface="黑体" pitchFamily="2" charset="-122"/>
              </a:rPr>
              <a:t>:	r</a:t>
            </a:r>
          </a:p>
        </p:txBody>
      </p:sp>
      <p:grpSp>
        <p:nvGrpSpPr>
          <p:cNvPr id="2" name="Group 29"/>
          <p:cNvGrpSpPr>
            <a:grpSpLocks/>
          </p:cNvGrpSpPr>
          <p:nvPr/>
        </p:nvGrpSpPr>
        <p:grpSpPr bwMode="auto">
          <a:xfrm>
            <a:off x="6005513" y="2616200"/>
            <a:ext cx="1019175" cy="1328738"/>
            <a:chOff x="3783" y="1365"/>
            <a:chExt cx="642" cy="837"/>
          </a:xfrm>
        </p:grpSpPr>
        <p:sp>
          <p:nvSpPr>
            <p:cNvPr id="15419" name="Line 30"/>
            <p:cNvSpPr>
              <a:spLocks noChangeShapeType="1"/>
            </p:cNvSpPr>
            <p:nvPr/>
          </p:nvSpPr>
          <p:spPr bwMode="auto">
            <a:xfrm flipV="1">
              <a:off x="4425" y="1593"/>
              <a:ext cx="0" cy="474"/>
            </a:xfrm>
            <a:prstGeom prst="line">
              <a:avLst/>
            </a:prstGeom>
            <a:noFill/>
            <a:ln w="3175">
              <a:solidFill>
                <a:schemeClr val="tx1"/>
              </a:solidFill>
              <a:round/>
              <a:headEnd/>
              <a:tailEnd type="non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420" name="Line 31"/>
            <p:cNvSpPr>
              <a:spLocks noChangeShapeType="1"/>
            </p:cNvSpPr>
            <p:nvPr/>
          </p:nvSpPr>
          <p:spPr bwMode="auto">
            <a:xfrm flipV="1">
              <a:off x="3783" y="1500"/>
              <a:ext cx="0" cy="462"/>
            </a:xfrm>
            <a:prstGeom prst="line">
              <a:avLst/>
            </a:prstGeom>
            <a:noFill/>
            <a:ln w="3175">
              <a:solidFill>
                <a:schemeClr val="tx1"/>
              </a:solidFill>
              <a:round/>
              <a:headEnd/>
              <a:tailEnd type="non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421" name="Line 32"/>
            <p:cNvSpPr>
              <a:spLocks noChangeShapeType="1"/>
            </p:cNvSpPr>
            <p:nvPr/>
          </p:nvSpPr>
          <p:spPr bwMode="auto">
            <a:xfrm flipV="1">
              <a:off x="4191" y="1731"/>
              <a:ext cx="0" cy="471"/>
            </a:xfrm>
            <a:prstGeom prst="line">
              <a:avLst/>
            </a:prstGeom>
            <a:noFill/>
            <a:ln w="3175">
              <a:solidFill>
                <a:schemeClr val="tx1"/>
              </a:solidFill>
              <a:round/>
              <a:headEnd/>
              <a:tailEnd type="non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422" name="Freeform 33"/>
            <p:cNvSpPr>
              <a:spLocks/>
            </p:cNvSpPr>
            <p:nvPr/>
          </p:nvSpPr>
          <p:spPr bwMode="auto">
            <a:xfrm>
              <a:off x="3783" y="1365"/>
              <a:ext cx="639" cy="367"/>
            </a:xfrm>
            <a:custGeom>
              <a:avLst/>
              <a:gdLst>
                <a:gd name="T0" fmla="*/ 0 w 639"/>
                <a:gd name="T1" fmla="*/ 135 h 367"/>
                <a:gd name="T2" fmla="*/ 234 w 639"/>
                <a:gd name="T3" fmla="*/ 0 h 367"/>
                <a:gd name="T4" fmla="*/ 639 w 639"/>
                <a:gd name="T5" fmla="*/ 234 h 367"/>
                <a:gd name="T6" fmla="*/ 408 w 639"/>
                <a:gd name="T7" fmla="*/ 367 h 367"/>
                <a:gd name="T8" fmla="*/ 0 w 639"/>
                <a:gd name="T9" fmla="*/ 135 h 367"/>
                <a:gd name="T10" fmla="*/ 0 60000 65536"/>
                <a:gd name="T11" fmla="*/ 0 60000 65536"/>
                <a:gd name="T12" fmla="*/ 0 60000 65536"/>
                <a:gd name="T13" fmla="*/ 0 60000 65536"/>
                <a:gd name="T14" fmla="*/ 0 60000 65536"/>
                <a:gd name="T15" fmla="*/ 0 w 639"/>
                <a:gd name="T16" fmla="*/ 0 h 367"/>
                <a:gd name="T17" fmla="*/ 639 w 639"/>
                <a:gd name="T18" fmla="*/ 367 h 367"/>
              </a:gdLst>
              <a:ahLst/>
              <a:cxnLst>
                <a:cxn ang="T10">
                  <a:pos x="T0" y="T1"/>
                </a:cxn>
                <a:cxn ang="T11">
                  <a:pos x="T2" y="T3"/>
                </a:cxn>
                <a:cxn ang="T12">
                  <a:pos x="T4" y="T5"/>
                </a:cxn>
                <a:cxn ang="T13">
                  <a:pos x="T6" y="T7"/>
                </a:cxn>
                <a:cxn ang="T14">
                  <a:pos x="T8" y="T9"/>
                </a:cxn>
              </a:cxnLst>
              <a:rect l="T15" t="T16" r="T17" b="T18"/>
              <a:pathLst>
                <a:path w="639" h="367">
                  <a:moveTo>
                    <a:pt x="0" y="135"/>
                  </a:moveTo>
                  <a:lnTo>
                    <a:pt x="234" y="0"/>
                  </a:lnTo>
                  <a:lnTo>
                    <a:pt x="639" y="234"/>
                  </a:lnTo>
                  <a:lnTo>
                    <a:pt x="408" y="367"/>
                  </a:lnTo>
                  <a:lnTo>
                    <a:pt x="0" y="135"/>
                  </a:lnTo>
                  <a:close/>
                </a:path>
              </a:pathLst>
            </a:custGeom>
            <a:noFill/>
            <a:ln w="3175" cap="flat" cmpd="sng">
              <a:solidFill>
                <a:schemeClr val="tx1"/>
              </a:solidFill>
              <a:prstDash val="solid"/>
              <a:round/>
              <a:headEnd type="none" w="med" len="med"/>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5423" name="Line 34"/>
            <p:cNvSpPr>
              <a:spLocks noChangeShapeType="1"/>
            </p:cNvSpPr>
            <p:nvPr/>
          </p:nvSpPr>
          <p:spPr bwMode="auto">
            <a:xfrm flipV="1">
              <a:off x="4017" y="1368"/>
              <a:ext cx="0" cy="462"/>
            </a:xfrm>
            <a:prstGeom prst="line">
              <a:avLst/>
            </a:prstGeom>
            <a:noFill/>
            <a:ln w="3175">
              <a:solidFill>
                <a:schemeClr val="tx1"/>
              </a:solidFill>
              <a:round/>
              <a:headEnd/>
              <a:tailEnd type="none" w="sm" len="lg"/>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3" name="Group 35"/>
          <p:cNvGrpSpPr>
            <a:grpSpLocks/>
          </p:cNvGrpSpPr>
          <p:nvPr/>
        </p:nvGrpSpPr>
        <p:grpSpPr bwMode="auto">
          <a:xfrm>
            <a:off x="5321300" y="3352800"/>
            <a:ext cx="1703388" cy="1393825"/>
            <a:chOff x="3352" y="1828"/>
            <a:chExt cx="1073" cy="878"/>
          </a:xfrm>
        </p:grpSpPr>
        <p:sp>
          <p:nvSpPr>
            <p:cNvPr id="15413" name="Freeform 36"/>
            <p:cNvSpPr>
              <a:spLocks/>
            </p:cNvSpPr>
            <p:nvPr/>
          </p:nvSpPr>
          <p:spPr bwMode="auto">
            <a:xfrm>
              <a:off x="3352" y="1828"/>
              <a:ext cx="1072" cy="623"/>
            </a:xfrm>
            <a:custGeom>
              <a:avLst/>
              <a:gdLst>
                <a:gd name="T0" fmla="*/ 0 w 1072"/>
                <a:gd name="T1" fmla="*/ 384 h 623"/>
                <a:gd name="T2" fmla="*/ 665 w 1072"/>
                <a:gd name="T3" fmla="*/ 0 h 623"/>
                <a:gd name="T4" fmla="*/ 1072 w 1072"/>
                <a:gd name="T5" fmla="*/ 235 h 623"/>
                <a:gd name="T6" fmla="*/ 400 w 1072"/>
                <a:gd name="T7" fmla="*/ 623 h 623"/>
                <a:gd name="T8" fmla="*/ 0 w 1072"/>
                <a:gd name="T9" fmla="*/ 384 h 623"/>
                <a:gd name="T10" fmla="*/ 0 60000 65536"/>
                <a:gd name="T11" fmla="*/ 0 60000 65536"/>
                <a:gd name="T12" fmla="*/ 0 60000 65536"/>
                <a:gd name="T13" fmla="*/ 0 60000 65536"/>
                <a:gd name="T14" fmla="*/ 0 60000 65536"/>
                <a:gd name="T15" fmla="*/ 0 w 1072"/>
                <a:gd name="T16" fmla="*/ 0 h 623"/>
                <a:gd name="T17" fmla="*/ 1072 w 1072"/>
                <a:gd name="T18" fmla="*/ 623 h 623"/>
              </a:gdLst>
              <a:ahLst/>
              <a:cxnLst>
                <a:cxn ang="T10">
                  <a:pos x="T0" y="T1"/>
                </a:cxn>
                <a:cxn ang="T11">
                  <a:pos x="T2" y="T3"/>
                </a:cxn>
                <a:cxn ang="T12">
                  <a:pos x="T4" y="T5"/>
                </a:cxn>
                <a:cxn ang="T13">
                  <a:pos x="T6" y="T7"/>
                </a:cxn>
                <a:cxn ang="T14">
                  <a:pos x="T8" y="T9"/>
                </a:cxn>
              </a:cxnLst>
              <a:rect l="T15" t="T16" r="T17" b="T18"/>
              <a:pathLst>
                <a:path w="1072" h="623">
                  <a:moveTo>
                    <a:pt x="0" y="384"/>
                  </a:moveTo>
                  <a:lnTo>
                    <a:pt x="665" y="0"/>
                  </a:lnTo>
                  <a:lnTo>
                    <a:pt x="1072" y="235"/>
                  </a:lnTo>
                  <a:lnTo>
                    <a:pt x="400" y="623"/>
                  </a:lnTo>
                  <a:lnTo>
                    <a:pt x="0" y="384"/>
                  </a:lnTo>
                  <a:close/>
                </a:path>
              </a:pathLst>
            </a:custGeom>
            <a:noFill/>
            <a:ln w="3175" cap="flat" cmpd="sng">
              <a:solidFill>
                <a:schemeClr val="tx1"/>
              </a:solidFill>
              <a:prstDash val="solid"/>
              <a:round/>
              <a:headEnd type="none" w="med" len="med"/>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5414" name="Freeform 37"/>
            <p:cNvSpPr>
              <a:spLocks/>
            </p:cNvSpPr>
            <p:nvPr/>
          </p:nvSpPr>
          <p:spPr bwMode="auto">
            <a:xfrm>
              <a:off x="3352" y="2080"/>
              <a:ext cx="1072" cy="623"/>
            </a:xfrm>
            <a:custGeom>
              <a:avLst/>
              <a:gdLst>
                <a:gd name="T0" fmla="*/ 0 w 1072"/>
                <a:gd name="T1" fmla="*/ 384 h 623"/>
                <a:gd name="T2" fmla="*/ 665 w 1072"/>
                <a:gd name="T3" fmla="*/ 0 h 623"/>
                <a:gd name="T4" fmla="*/ 1072 w 1072"/>
                <a:gd name="T5" fmla="*/ 235 h 623"/>
                <a:gd name="T6" fmla="*/ 400 w 1072"/>
                <a:gd name="T7" fmla="*/ 623 h 623"/>
                <a:gd name="T8" fmla="*/ 0 w 1072"/>
                <a:gd name="T9" fmla="*/ 384 h 623"/>
                <a:gd name="T10" fmla="*/ 0 60000 65536"/>
                <a:gd name="T11" fmla="*/ 0 60000 65536"/>
                <a:gd name="T12" fmla="*/ 0 60000 65536"/>
                <a:gd name="T13" fmla="*/ 0 60000 65536"/>
                <a:gd name="T14" fmla="*/ 0 60000 65536"/>
                <a:gd name="T15" fmla="*/ 0 w 1072"/>
                <a:gd name="T16" fmla="*/ 0 h 623"/>
                <a:gd name="T17" fmla="*/ 1072 w 1072"/>
                <a:gd name="T18" fmla="*/ 623 h 623"/>
              </a:gdLst>
              <a:ahLst/>
              <a:cxnLst>
                <a:cxn ang="T10">
                  <a:pos x="T0" y="T1"/>
                </a:cxn>
                <a:cxn ang="T11">
                  <a:pos x="T2" y="T3"/>
                </a:cxn>
                <a:cxn ang="T12">
                  <a:pos x="T4" y="T5"/>
                </a:cxn>
                <a:cxn ang="T13">
                  <a:pos x="T6" y="T7"/>
                </a:cxn>
                <a:cxn ang="T14">
                  <a:pos x="T8" y="T9"/>
                </a:cxn>
              </a:cxnLst>
              <a:rect l="T15" t="T16" r="T17" b="T18"/>
              <a:pathLst>
                <a:path w="1072" h="623">
                  <a:moveTo>
                    <a:pt x="0" y="384"/>
                  </a:moveTo>
                  <a:lnTo>
                    <a:pt x="665" y="0"/>
                  </a:lnTo>
                  <a:lnTo>
                    <a:pt x="1072" y="235"/>
                  </a:lnTo>
                  <a:lnTo>
                    <a:pt x="400" y="623"/>
                  </a:lnTo>
                  <a:lnTo>
                    <a:pt x="0" y="384"/>
                  </a:lnTo>
                  <a:close/>
                </a:path>
              </a:pathLst>
            </a:custGeom>
            <a:noFill/>
            <a:ln w="3175" cap="flat" cmpd="sng">
              <a:solidFill>
                <a:schemeClr val="tx1"/>
              </a:solidFill>
              <a:prstDash val="solid"/>
              <a:round/>
              <a:headEnd type="none" w="med" len="med"/>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5415" name="Line 38"/>
            <p:cNvSpPr>
              <a:spLocks noChangeShapeType="1"/>
            </p:cNvSpPr>
            <p:nvPr/>
          </p:nvSpPr>
          <p:spPr bwMode="auto">
            <a:xfrm>
              <a:off x="3354" y="2211"/>
              <a:ext cx="0" cy="255"/>
            </a:xfrm>
            <a:prstGeom prst="line">
              <a:avLst/>
            </a:prstGeom>
            <a:noFill/>
            <a:ln w="3175">
              <a:solidFill>
                <a:schemeClr val="tx1"/>
              </a:solidFill>
              <a:round/>
              <a:headEnd/>
              <a:tailEnd type="non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416" name="Line 39"/>
            <p:cNvSpPr>
              <a:spLocks noChangeShapeType="1"/>
            </p:cNvSpPr>
            <p:nvPr/>
          </p:nvSpPr>
          <p:spPr bwMode="auto">
            <a:xfrm>
              <a:off x="4020" y="1833"/>
              <a:ext cx="0" cy="255"/>
            </a:xfrm>
            <a:prstGeom prst="line">
              <a:avLst/>
            </a:prstGeom>
            <a:noFill/>
            <a:ln w="3175">
              <a:solidFill>
                <a:schemeClr val="tx1"/>
              </a:solidFill>
              <a:round/>
              <a:headEnd/>
              <a:tailEnd type="non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417" name="Line 40"/>
            <p:cNvSpPr>
              <a:spLocks noChangeShapeType="1"/>
            </p:cNvSpPr>
            <p:nvPr/>
          </p:nvSpPr>
          <p:spPr bwMode="auto">
            <a:xfrm>
              <a:off x="3753" y="2451"/>
              <a:ext cx="0" cy="255"/>
            </a:xfrm>
            <a:prstGeom prst="line">
              <a:avLst/>
            </a:prstGeom>
            <a:noFill/>
            <a:ln w="3175">
              <a:solidFill>
                <a:schemeClr val="tx1"/>
              </a:solidFill>
              <a:round/>
              <a:headEnd/>
              <a:tailEnd type="non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418" name="Line 41"/>
            <p:cNvSpPr>
              <a:spLocks noChangeShapeType="1"/>
            </p:cNvSpPr>
            <p:nvPr/>
          </p:nvSpPr>
          <p:spPr bwMode="auto">
            <a:xfrm>
              <a:off x="4425" y="2067"/>
              <a:ext cx="0" cy="255"/>
            </a:xfrm>
            <a:prstGeom prst="line">
              <a:avLst/>
            </a:prstGeom>
            <a:noFill/>
            <a:ln w="3175">
              <a:solidFill>
                <a:schemeClr val="tx1"/>
              </a:solidFill>
              <a:round/>
              <a:headEnd/>
              <a:tailEnd type="none" w="sm" len="lg"/>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177194" name="Rectangle 42"/>
          <p:cNvSpPr>
            <a:spLocks noChangeArrowheads="1"/>
          </p:cNvSpPr>
          <p:nvPr/>
        </p:nvSpPr>
        <p:spPr bwMode="auto">
          <a:xfrm>
            <a:off x="5240338" y="2460625"/>
            <a:ext cx="2151062" cy="235585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type="none" w="sm" len="lg"/>
              </a14:hiddenLine>
            </a:ext>
          </a:extLst>
        </p:spPr>
        <p:txBody>
          <a:bodyPr wrap="none" anchor="ct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endParaRPr kumimoji="0" lang="zh-CN" altLang="en-US" sz="2000"/>
          </a:p>
        </p:txBody>
      </p:sp>
      <p:grpSp>
        <p:nvGrpSpPr>
          <p:cNvPr id="4" name="Group 43"/>
          <p:cNvGrpSpPr>
            <a:grpSpLocks/>
          </p:cNvGrpSpPr>
          <p:nvPr/>
        </p:nvGrpSpPr>
        <p:grpSpPr bwMode="auto">
          <a:xfrm>
            <a:off x="4799013" y="2152650"/>
            <a:ext cx="3040062" cy="2508250"/>
            <a:chOff x="3026" y="1072"/>
            <a:chExt cx="1915" cy="1580"/>
          </a:xfrm>
        </p:grpSpPr>
        <p:sp>
          <p:nvSpPr>
            <p:cNvPr id="15410" name="Line 44"/>
            <p:cNvSpPr>
              <a:spLocks noChangeAspect="1" noChangeShapeType="1"/>
            </p:cNvSpPr>
            <p:nvPr/>
          </p:nvSpPr>
          <p:spPr bwMode="auto">
            <a:xfrm flipV="1">
              <a:off x="4020" y="1072"/>
              <a:ext cx="0" cy="1393"/>
            </a:xfrm>
            <a:prstGeom prst="line">
              <a:avLst/>
            </a:prstGeom>
            <a:noFill/>
            <a:ln w="9525">
              <a:solidFill>
                <a:srgbClr val="FF0000"/>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411" name="Line 45"/>
            <p:cNvSpPr>
              <a:spLocks noChangeShapeType="1"/>
            </p:cNvSpPr>
            <p:nvPr/>
          </p:nvSpPr>
          <p:spPr bwMode="auto">
            <a:xfrm flipH="1">
              <a:off x="3026" y="1988"/>
              <a:ext cx="1149" cy="664"/>
            </a:xfrm>
            <a:prstGeom prst="line">
              <a:avLst/>
            </a:prstGeom>
            <a:noFill/>
            <a:ln w="9525">
              <a:solidFill>
                <a:srgbClr val="FF0000"/>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412" name="Line 46"/>
            <p:cNvSpPr>
              <a:spLocks noChangeShapeType="1"/>
            </p:cNvSpPr>
            <p:nvPr/>
          </p:nvSpPr>
          <p:spPr bwMode="auto">
            <a:xfrm>
              <a:off x="3680" y="1880"/>
              <a:ext cx="1261" cy="728"/>
            </a:xfrm>
            <a:prstGeom prst="line">
              <a:avLst/>
            </a:prstGeom>
            <a:noFill/>
            <a:ln w="9525">
              <a:solidFill>
                <a:srgbClr val="FF0000"/>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177199" name="Line 47"/>
          <p:cNvSpPr>
            <a:spLocks noChangeShapeType="1"/>
          </p:cNvSpPr>
          <p:nvPr/>
        </p:nvSpPr>
        <p:spPr bwMode="auto">
          <a:xfrm>
            <a:off x="6005513" y="3568700"/>
            <a:ext cx="647700" cy="373063"/>
          </a:xfrm>
          <a:prstGeom prst="line">
            <a:avLst/>
          </a:prstGeom>
          <a:noFill/>
          <a:ln w="3175">
            <a:solidFill>
              <a:schemeClr val="tx1"/>
            </a:solidFill>
            <a:round/>
            <a:headEnd/>
            <a:tailEnd type="non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77200" name="Freeform 48"/>
          <p:cNvSpPr>
            <a:spLocks/>
          </p:cNvSpPr>
          <p:nvPr/>
        </p:nvSpPr>
        <p:spPr bwMode="auto">
          <a:xfrm>
            <a:off x="6005513" y="2617788"/>
            <a:ext cx="1019175" cy="581025"/>
          </a:xfrm>
          <a:custGeom>
            <a:avLst/>
            <a:gdLst>
              <a:gd name="T0" fmla="*/ 0 w 642"/>
              <a:gd name="T1" fmla="*/ 2147483647 h 366"/>
              <a:gd name="T2" fmla="*/ 2147483647 w 642"/>
              <a:gd name="T3" fmla="*/ 0 h 366"/>
              <a:gd name="T4" fmla="*/ 2147483647 w 642"/>
              <a:gd name="T5" fmla="*/ 2147483647 h 366"/>
              <a:gd name="T6" fmla="*/ 2147483647 w 642"/>
              <a:gd name="T7" fmla="*/ 2147483647 h 366"/>
              <a:gd name="T8" fmla="*/ 0 w 642"/>
              <a:gd name="T9" fmla="*/ 2147483647 h 366"/>
              <a:gd name="T10" fmla="*/ 0 60000 65536"/>
              <a:gd name="T11" fmla="*/ 0 60000 65536"/>
              <a:gd name="T12" fmla="*/ 0 60000 65536"/>
              <a:gd name="T13" fmla="*/ 0 60000 65536"/>
              <a:gd name="T14" fmla="*/ 0 60000 65536"/>
              <a:gd name="T15" fmla="*/ 0 w 642"/>
              <a:gd name="T16" fmla="*/ 0 h 366"/>
              <a:gd name="T17" fmla="*/ 642 w 642"/>
              <a:gd name="T18" fmla="*/ 366 h 366"/>
            </a:gdLst>
            <a:ahLst/>
            <a:cxnLst>
              <a:cxn ang="T10">
                <a:pos x="T0" y="T1"/>
              </a:cxn>
              <a:cxn ang="T11">
                <a:pos x="T2" y="T3"/>
              </a:cxn>
              <a:cxn ang="T12">
                <a:pos x="T4" y="T5"/>
              </a:cxn>
              <a:cxn ang="T13">
                <a:pos x="T6" y="T7"/>
              </a:cxn>
              <a:cxn ang="T14">
                <a:pos x="T8" y="T9"/>
              </a:cxn>
            </a:cxnLst>
            <a:rect l="T15" t="T16" r="T17" b="T18"/>
            <a:pathLst>
              <a:path w="642" h="366">
                <a:moveTo>
                  <a:pt x="0" y="135"/>
                </a:moveTo>
                <a:lnTo>
                  <a:pt x="234" y="0"/>
                </a:lnTo>
                <a:lnTo>
                  <a:pt x="642" y="236"/>
                </a:lnTo>
                <a:lnTo>
                  <a:pt x="416" y="366"/>
                </a:lnTo>
                <a:lnTo>
                  <a:pt x="0" y="135"/>
                </a:lnTo>
                <a:close/>
              </a:path>
            </a:pathLst>
          </a:custGeom>
          <a:noFill/>
          <a:ln w="28575" cap="flat" cmpd="sng">
            <a:solidFill>
              <a:schemeClr val="tx1"/>
            </a:solidFill>
            <a:prstDash val="solid"/>
            <a:round/>
            <a:headEnd type="none" w="med" len="med"/>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77201" name="Freeform 49"/>
          <p:cNvSpPr>
            <a:spLocks/>
          </p:cNvSpPr>
          <p:nvPr/>
        </p:nvSpPr>
        <p:spPr bwMode="auto">
          <a:xfrm>
            <a:off x="6010275" y="2832100"/>
            <a:ext cx="642938" cy="1109663"/>
          </a:xfrm>
          <a:custGeom>
            <a:avLst/>
            <a:gdLst>
              <a:gd name="T0" fmla="*/ 0 w 405"/>
              <a:gd name="T1" fmla="*/ 0 h 699"/>
              <a:gd name="T2" fmla="*/ 0 w 405"/>
              <a:gd name="T3" fmla="*/ 2147483647 h 699"/>
              <a:gd name="T4" fmla="*/ 2147483647 w 405"/>
              <a:gd name="T5" fmla="*/ 2147483647 h 699"/>
              <a:gd name="T6" fmla="*/ 2147483647 w 405"/>
              <a:gd name="T7" fmla="*/ 2147483647 h 699"/>
              <a:gd name="T8" fmla="*/ 0 60000 65536"/>
              <a:gd name="T9" fmla="*/ 0 60000 65536"/>
              <a:gd name="T10" fmla="*/ 0 60000 65536"/>
              <a:gd name="T11" fmla="*/ 0 60000 65536"/>
              <a:gd name="T12" fmla="*/ 0 w 405"/>
              <a:gd name="T13" fmla="*/ 0 h 699"/>
              <a:gd name="T14" fmla="*/ 405 w 405"/>
              <a:gd name="T15" fmla="*/ 699 h 699"/>
            </a:gdLst>
            <a:ahLst/>
            <a:cxnLst>
              <a:cxn ang="T8">
                <a:pos x="T0" y="T1"/>
              </a:cxn>
              <a:cxn ang="T9">
                <a:pos x="T2" y="T3"/>
              </a:cxn>
              <a:cxn ang="T10">
                <a:pos x="T4" y="T5"/>
              </a:cxn>
              <a:cxn ang="T11">
                <a:pos x="T6" y="T7"/>
              </a:cxn>
            </a:cxnLst>
            <a:rect l="T12" t="T13" r="T14" b="T15"/>
            <a:pathLst>
              <a:path w="405" h="699">
                <a:moveTo>
                  <a:pt x="0" y="0"/>
                </a:moveTo>
                <a:lnTo>
                  <a:pt x="0" y="465"/>
                </a:lnTo>
                <a:lnTo>
                  <a:pt x="405" y="699"/>
                </a:lnTo>
                <a:lnTo>
                  <a:pt x="405" y="228"/>
                </a:lnTo>
              </a:path>
            </a:pathLst>
          </a:custGeom>
          <a:noFill/>
          <a:ln w="28575" cap="flat" cmpd="sng">
            <a:solidFill>
              <a:schemeClr val="tx1"/>
            </a:solidFill>
            <a:prstDash val="solid"/>
            <a:round/>
            <a:headEnd type="none" w="med" len="med"/>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77202" name="Freeform 50"/>
          <p:cNvSpPr>
            <a:spLocks/>
          </p:cNvSpPr>
          <p:nvPr/>
        </p:nvSpPr>
        <p:spPr bwMode="auto">
          <a:xfrm>
            <a:off x="5324475" y="3565525"/>
            <a:ext cx="1328738" cy="771525"/>
          </a:xfrm>
          <a:custGeom>
            <a:avLst/>
            <a:gdLst>
              <a:gd name="T0" fmla="*/ 2147483647 w 837"/>
              <a:gd name="T1" fmla="*/ 0 h 486"/>
              <a:gd name="T2" fmla="*/ 0 w 837"/>
              <a:gd name="T3" fmla="*/ 2147483647 h 486"/>
              <a:gd name="T4" fmla="*/ 2147483647 w 837"/>
              <a:gd name="T5" fmla="*/ 2147483647 h 486"/>
              <a:gd name="T6" fmla="*/ 2147483647 w 837"/>
              <a:gd name="T7" fmla="*/ 2147483647 h 486"/>
              <a:gd name="T8" fmla="*/ 0 60000 65536"/>
              <a:gd name="T9" fmla="*/ 0 60000 65536"/>
              <a:gd name="T10" fmla="*/ 0 60000 65536"/>
              <a:gd name="T11" fmla="*/ 0 60000 65536"/>
              <a:gd name="T12" fmla="*/ 0 w 837"/>
              <a:gd name="T13" fmla="*/ 0 h 486"/>
              <a:gd name="T14" fmla="*/ 837 w 837"/>
              <a:gd name="T15" fmla="*/ 486 h 486"/>
            </a:gdLst>
            <a:ahLst/>
            <a:cxnLst>
              <a:cxn ang="T8">
                <a:pos x="T0" y="T1"/>
              </a:cxn>
              <a:cxn ang="T9">
                <a:pos x="T2" y="T3"/>
              </a:cxn>
              <a:cxn ang="T10">
                <a:pos x="T4" y="T5"/>
              </a:cxn>
              <a:cxn ang="T11">
                <a:pos x="T6" y="T7"/>
              </a:cxn>
            </a:cxnLst>
            <a:rect l="T12" t="T13" r="T14" b="T15"/>
            <a:pathLst>
              <a:path w="837" h="486">
                <a:moveTo>
                  <a:pt x="429" y="0"/>
                </a:moveTo>
                <a:lnTo>
                  <a:pt x="0" y="249"/>
                </a:lnTo>
                <a:lnTo>
                  <a:pt x="399" y="486"/>
                </a:lnTo>
                <a:lnTo>
                  <a:pt x="837" y="234"/>
                </a:lnTo>
              </a:path>
            </a:pathLst>
          </a:custGeom>
          <a:noFill/>
          <a:ln w="28575" cap="flat" cmpd="sng">
            <a:solidFill>
              <a:schemeClr val="tx1"/>
            </a:solidFill>
            <a:prstDash val="solid"/>
            <a:round/>
            <a:headEnd type="none" w="med" len="med"/>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77203" name="Freeform 51"/>
          <p:cNvSpPr>
            <a:spLocks/>
          </p:cNvSpPr>
          <p:nvPr/>
        </p:nvSpPr>
        <p:spPr bwMode="auto">
          <a:xfrm>
            <a:off x="5324475" y="3960813"/>
            <a:ext cx="633413" cy="781050"/>
          </a:xfrm>
          <a:custGeom>
            <a:avLst/>
            <a:gdLst>
              <a:gd name="T0" fmla="*/ 0 w 399"/>
              <a:gd name="T1" fmla="*/ 0 h 492"/>
              <a:gd name="T2" fmla="*/ 0 w 399"/>
              <a:gd name="T3" fmla="*/ 2147483647 h 492"/>
              <a:gd name="T4" fmla="*/ 2147483647 w 399"/>
              <a:gd name="T5" fmla="*/ 2147483647 h 492"/>
              <a:gd name="T6" fmla="*/ 2147483647 w 399"/>
              <a:gd name="T7" fmla="*/ 2147483647 h 492"/>
              <a:gd name="T8" fmla="*/ 0 60000 65536"/>
              <a:gd name="T9" fmla="*/ 0 60000 65536"/>
              <a:gd name="T10" fmla="*/ 0 60000 65536"/>
              <a:gd name="T11" fmla="*/ 0 60000 65536"/>
              <a:gd name="T12" fmla="*/ 0 w 399"/>
              <a:gd name="T13" fmla="*/ 0 h 492"/>
              <a:gd name="T14" fmla="*/ 399 w 399"/>
              <a:gd name="T15" fmla="*/ 492 h 492"/>
            </a:gdLst>
            <a:ahLst/>
            <a:cxnLst>
              <a:cxn ang="T8">
                <a:pos x="T0" y="T1"/>
              </a:cxn>
              <a:cxn ang="T9">
                <a:pos x="T2" y="T3"/>
              </a:cxn>
              <a:cxn ang="T10">
                <a:pos x="T4" y="T5"/>
              </a:cxn>
              <a:cxn ang="T11">
                <a:pos x="T6" y="T7"/>
              </a:cxn>
            </a:cxnLst>
            <a:rect l="T12" t="T13" r="T14" b="T15"/>
            <a:pathLst>
              <a:path w="399" h="492">
                <a:moveTo>
                  <a:pt x="0" y="0"/>
                </a:moveTo>
                <a:lnTo>
                  <a:pt x="0" y="258"/>
                </a:lnTo>
                <a:lnTo>
                  <a:pt x="399" y="492"/>
                </a:lnTo>
                <a:lnTo>
                  <a:pt x="399" y="237"/>
                </a:lnTo>
              </a:path>
            </a:pathLst>
          </a:custGeom>
          <a:noFill/>
          <a:ln w="28575" cap="flat" cmpd="sng">
            <a:solidFill>
              <a:schemeClr val="tx1"/>
            </a:solidFill>
            <a:prstDash val="solid"/>
            <a:round/>
            <a:headEnd type="none" w="med" len="med"/>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77204" name="Freeform 52"/>
          <p:cNvSpPr>
            <a:spLocks/>
          </p:cNvSpPr>
          <p:nvPr/>
        </p:nvSpPr>
        <p:spPr bwMode="auto">
          <a:xfrm>
            <a:off x="5957888" y="3717925"/>
            <a:ext cx="1066800" cy="1023938"/>
          </a:xfrm>
          <a:custGeom>
            <a:avLst/>
            <a:gdLst>
              <a:gd name="T0" fmla="*/ 0 w 672"/>
              <a:gd name="T1" fmla="*/ 2147483647 h 645"/>
              <a:gd name="T2" fmla="*/ 2147483647 w 672"/>
              <a:gd name="T3" fmla="*/ 2147483647 h 645"/>
              <a:gd name="T4" fmla="*/ 2147483647 w 672"/>
              <a:gd name="T5" fmla="*/ 0 h 645"/>
              <a:gd name="T6" fmla="*/ 0 60000 65536"/>
              <a:gd name="T7" fmla="*/ 0 60000 65536"/>
              <a:gd name="T8" fmla="*/ 0 60000 65536"/>
              <a:gd name="T9" fmla="*/ 0 w 672"/>
              <a:gd name="T10" fmla="*/ 0 h 645"/>
              <a:gd name="T11" fmla="*/ 672 w 672"/>
              <a:gd name="T12" fmla="*/ 645 h 645"/>
            </a:gdLst>
            <a:ahLst/>
            <a:cxnLst>
              <a:cxn ang="T6">
                <a:pos x="T0" y="T1"/>
              </a:cxn>
              <a:cxn ang="T7">
                <a:pos x="T2" y="T3"/>
              </a:cxn>
              <a:cxn ang="T8">
                <a:pos x="T4" y="T5"/>
              </a:cxn>
            </a:cxnLst>
            <a:rect l="T9" t="T10" r="T11" b="T12"/>
            <a:pathLst>
              <a:path w="672" h="645">
                <a:moveTo>
                  <a:pt x="0" y="645"/>
                </a:moveTo>
                <a:lnTo>
                  <a:pt x="672" y="261"/>
                </a:lnTo>
                <a:lnTo>
                  <a:pt x="672" y="0"/>
                </a:lnTo>
              </a:path>
            </a:pathLst>
          </a:custGeom>
          <a:noFill/>
          <a:ln w="28575" cap="flat" cmpd="sng">
            <a:solidFill>
              <a:schemeClr val="tx1"/>
            </a:solidFill>
            <a:prstDash val="solid"/>
            <a:round/>
            <a:headEnd type="none" w="med" len="med"/>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77205" name="Line 53"/>
          <p:cNvSpPr>
            <a:spLocks noChangeShapeType="1"/>
          </p:cNvSpPr>
          <p:nvPr/>
        </p:nvSpPr>
        <p:spPr bwMode="auto">
          <a:xfrm>
            <a:off x="7024688" y="2994025"/>
            <a:ext cx="0" cy="747713"/>
          </a:xfrm>
          <a:prstGeom prst="line">
            <a:avLst/>
          </a:prstGeom>
          <a:noFill/>
          <a:ln w="28575">
            <a:solidFill>
              <a:schemeClr val="tx1"/>
            </a:solidFill>
            <a:round/>
            <a:headEnd/>
            <a:tailEnd type="none" w="sm" len="lg"/>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5" name="Group 54"/>
          <p:cNvGrpSpPr>
            <a:grpSpLocks/>
          </p:cNvGrpSpPr>
          <p:nvPr/>
        </p:nvGrpSpPr>
        <p:grpSpPr bwMode="auto">
          <a:xfrm>
            <a:off x="4373563" y="2057400"/>
            <a:ext cx="3413125" cy="2849563"/>
            <a:chOff x="2917" y="1053"/>
            <a:chExt cx="2150" cy="1609"/>
          </a:xfrm>
        </p:grpSpPr>
        <p:sp>
          <p:nvSpPr>
            <p:cNvPr id="15406" name="Text Box 55"/>
            <p:cNvSpPr txBox="1">
              <a:spLocks noChangeArrowheads="1"/>
            </p:cNvSpPr>
            <p:nvPr/>
          </p:nvSpPr>
          <p:spPr bwMode="auto">
            <a:xfrm>
              <a:off x="3980" y="1833"/>
              <a:ext cx="220" cy="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eaLnBrk="1" hangingPunct="1">
                <a:spcBef>
                  <a:spcPct val="0"/>
                </a:spcBef>
                <a:buClrTx/>
                <a:buFontTx/>
                <a:buNone/>
              </a:pPr>
              <a:r>
                <a:rPr lang="en-US" altLang="zh-CN" sz="1800" i="1">
                  <a:solidFill>
                    <a:srgbClr val="000000"/>
                  </a:solidFill>
                  <a:latin typeface="ISOCPEUR" pitchFamily="34" charset="0"/>
                </a:rPr>
                <a:t>O</a:t>
              </a:r>
              <a:r>
                <a:rPr lang="en-US" altLang="zh-CN" sz="1000" i="1">
                  <a:solidFill>
                    <a:srgbClr val="000000"/>
                  </a:solidFill>
                  <a:latin typeface="ISOCPEUR" pitchFamily="34" charset="0"/>
                </a:rPr>
                <a:t>1</a:t>
              </a:r>
              <a:endParaRPr lang="en-US" altLang="zh-CN" sz="1800" i="1">
                <a:solidFill>
                  <a:srgbClr val="000000"/>
                </a:solidFill>
                <a:latin typeface="ISOCPEUR" pitchFamily="34" charset="0"/>
              </a:endParaRPr>
            </a:p>
          </p:txBody>
        </p:sp>
        <p:sp>
          <p:nvSpPr>
            <p:cNvPr id="15407" name="Text Box 56"/>
            <p:cNvSpPr txBox="1">
              <a:spLocks noChangeArrowheads="1"/>
            </p:cNvSpPr>
            <p:nvPr/>
          </p:nvSpPr>
          <p:spPr bwMode="auto">
            <a:xfrm>
              <a:off x="2917" y="2385"/>
              <a:ext cx="230" cy="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eaLnBrk="1" hangingPunct="1">
                <a:spcBef>
                  <a:spcPct val="0"/>
                </a:spcBef>
                <a:buClrTx/>
                <a:buFontTx/>
                <a:buNone/>
              </a:pPr>
              <a:r>
                <a:rPr lang="en-US" altLang="zh-CN" sz="1800" i="1">
                  <a:solidFill>
                    <a:srgbClr val="000000"/>
                  </a:solidFill>
                  <a:latin typeface="ISOCPEUR" pitchFamily="34" charset="0"/>
                </a:rPr>
                <a:t>X</a:t>
              </a:r>
              <a:r>
                <a:rPr lang="en-US" altLang="zh-CN" sz="1000" i="1">
                  <a:solidFill>
                    <a:srgbClr val="000000"/>
                  </a:solidFill>
                  <a:latin typeface="ISOCPEUR" pitchFamily="34" charset="0"/>
                </a:rPr>
                <a:t>1</a:t>
              </a:r>
            </a:p>
          </p:txBody>
        </p:sp>
        <p:sp>
          <p:nvSpPr>
            <p:cNvPr id="15408" name="Text Box 57"/>
            <p:cNvSpPr txBox="1">
              <a:spLocks noChangeArrowheads="1"/>
            </p:cNvSpPr>
            <p:nvPr/>
          </p:nvSpPr>
          <p:spPr bwMode="auto">
            <a:xfrm>
              <a:off x="4837" y="2455"/>
              <a:ext cx="230" cy="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eaLnBrk="1" hangingPunct="1">
                <a:spcBef>
                  <a:spcPct val="0"/>
                </a:spcBef>
                <a:buClrTx/>
                <a:buFontTx/>
                <a:buNone/>
              </a:pPr>
              <a:r>
                <a:rPr lang="en-US" altLang="zh-CN" sz="1800" i="1">
                  <a:solidFill>
                    <a:srgbClr val="000000"/>
                  </a:solidFill>
                  <a:latin typeface="ISOCPEUR" pitchFamily="34" charset="0"/>
                </a:rPr>
                <a:t>Y</a:t>
              </a:r>
              <a:r>
                <a:rPr lang="en-US" altLang="zh-CN" sz="1000" i="1">
                  <a:solidFill>
                    <a:srgbClr val="000000"/>
                  </a:solidFill>
                  <a:latin typeface="ISOCPEUR" pitchFamily="34" charset="0"/>
                </a:rPr>
                <a:t>1</a:t>
              </a:r>
            </a:p>
          </p:txBody>
        </p:sp>
        <p:sp>
          <p:nvSpPr>
            <p:cNvPr id="15409" name="Text Box 58"/>
            <p:cNvSpPr txBox="1">
              <a:spLocks noChangeArrowheads="1"/>
            </p:cNvSpPr>
            <p:nvPr/>
          </p:nvSpPr>
          <p:spPr bwMode="auto">
            <a:xfrm>
              <a:off x="3945" y="1053"/>
              <a:ext cx="316" cy="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r>
                <a:rPr lang="en-US" altLang="zh-CN" sz="1800" i="1">
                  <a:solidFill>
                    <a:srgbClr val="000000"/>
                  </a:solidFill>
                  <a:latin typeface="ISOCPEUR" pitchFamily="34" charset="0"/>
                </a:rPr>
                <a:t>Z</a:t>
              </a:r>
              <a:r>
                <a:rPr lang="en-US" altLang="zh-CN" sz="1000" i="1">
                  <a:solidFill>
                    <a:srgbClr val="000000"/>
                  </a:solidFill>
                  <a:latin typeface="ISOCPEUR" pitchFamily="34" charset="0"/>
                </a:rPr>
                <a:t>1   </a:t>
              </a:r>
            </a:p>
          </p:txBody>
        </p:sp>
      </p:grpSp>
      <p:sp>
        <p:nvSpPr>
          <p:cNvPr id="177211" name="AutoShape 59"/>
          <p:cNvSpPr>
            <a:spLocks noChangeArrowheads="1"/>
          </p:cNvSpPr>
          <p:nvPr/>
        </p:nvSpPr>
        <p:spPr bwMode="auto">
          <a:xfrm>
            <a:off x="6994525" y="1414463"/>
            <a:ext cx="2149475" cy="965200"/>
          </a:xfrm>
          <a:prstGeom prst="wedgeRoundRectCallout">
            <a:avLst>
              <a:gd name="adj1" fmla="val -65287"/>
              <a:gd name="adj2" fmla="val 97370"/>
              <a:gd name="adj3" fmla="val 16667"/>
            </a:avLst>
          </a:prstGeom>
          <a:solidFill>
            <a:srgbClr val="FFFFCC"/>
          </a:solidFill>
          <a:ln w="9525">
            <a:solidFill>
              <a:srgbClr val="9900FF"/>
            </a:solidFill>
            <a:miter lim="800000"/>
            <a:headEnd/>
            <a:tailEnd/>
          </a:ln>
        </p:spPr>
        <p:txBody>
          <a:bodyPr wrap="none" lIns="36000" rIns="36000" anchor="ct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eaLnBrk="1" hangingPunct="1">
              <a:spcBef>
                <a:spcPct val="0"/>
              </a:spcBef>
              <a:buClrTx/>
              <a:buFontTx/>
              <a:buNone/>
            </a:pPr>
            <a:r>
              <a:rPr lang="zh-CN" altLang="en-US" sz="2000">
                <a:solidFill>
                  <a:srgbClr val="000000"/>
                </a:solidFill>
                <a:latin typeface="黑体" pitchFamily="2" charset="-122"/>
                <a:ea typeface="黑体" pitchFamily="2" charset="-122"/>
              </a:rPr>
              <a:t>轴间角</a:t>
            </a:r>
          </a:p>
          <a:p>
            <a:pPr algn="ctr" eaLnBrk="1" hangingPunct="1">
              <a:spcBef>
                <a:spcPct val="0"/>
              </a:spcBef>
              <a:buClrTx/>
              <a:buFontTx/>
              <a:buNone/>
            </a:pPr>
            <a:r>
              <a:rPr lang="zh-CN" altLang="en-US" sz="1800">
                <a:solidFill>
                  <a:srgbClr val="000000"/>
                </a:solidFill>
                <a:latin typeface="黑体" pitchFamily="2" charset="-122"/>
                <a:ea typeface="黑体" pitchFamily="2" charset="-122"/>
              </a:rPr>
              <a:t>轴测轴间的夹角</a:t>
            </a:r>
          </a:p>
        </p:txBody>
      </p:sp>
      <p:sp>
        <p:nvSpPr>
          <p:cNvPr id="177212" name="Arc 60"/>
          <p:cNvSpPr>
            <a:spLocks/>
          </p:cNvSpPr>
          <p:nvPr/>
        </p:nvSpPr>
        <p:spPr bwMode="auto">
          <a:xfrm>
            <a:off x="6381750" y="3155950"/>
            <a:ext cx="476250" cy="869950"/>
          </a:xfrm>
          <a:custGeom>
            <a:avLst/>
            <a:gdLst>
              <a:gd name="T0" fmla="*/ 0 w 21600"/>
              <a:gd name="T1" fmla="*/ 0 h 21600"/>
              <a:gd name="T2" fmla="*/ 2147483647 w 21600"/>
              <a:gd name="T3" fmla="*/ 2147483647 h 21600"/>
              <a:gd name="T4" fmla="*/ 0 w 21600"/>
              <a:gd name="T5" fmla="*/ 2147483647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9525">
            <a:solidFill>
              <a:srgbClr val="FF0066"/>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77213" name="AutoShape 61"/>
          <p:cNvSpPr>
            <a:spLocks noChangeArrowheads="1"/>
          </p:cNvSpPr>
          <p:nvPr/>
        </p:nvSpPr>
        <p:spPr bwMode="auto">
          <a:xfrm>
            <a:off x="2389188" y="404813"/>
            <a:ext cx="5194300" cy="1268412"/>
          </a:xfrm>
          <a:prstGeom prst="wedgeEllipseCallout">
            <a:avLst>
              <a:gd name="adj1" fmla="val 27292"/>
              <a:gd name="adj2" fmla="val 82917"/>
            </a:avLst>
          </a:prstGeom>
          <a:solidFill>
            <a:srgbClr val="FFFFCC"/>
          </a:solidFill>
          <a:ln w="9525">
            <a:solidFill>
              <a:srgbClr val="9900FF"/>
            </a:solidFill>
            <a:miter lim="800000"/>
            <a:headEnd/>
            <a:tailEnd/>
          </a:ln>
        </p:spPr>
        <p:txBody>
          <a:bodyPr wrap="none" lIns="18000" tIns="10800" rIns="18000" bIns="10800" anchor="ct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eaLnBrk="1" hangingPunct="1">
              <a:spcBef>
                <a:spcPct val="0"/>
              </a:spcBef>
              <a:buClrTx/>
              <a:buFontTx/>
              <a:buNone/>
            </a:pPr>
            <a:r>
              <a:rPr lang="zh-CN" altLang="en-US" sz="2000">
                <a:solidFill>
                  <a:srgbClr val="000000"/>
                </a:solidFill>
                <a:latin typeface="黑体" pitchFamily="2" charset="-122"/>
                <a:ea typeface="黑体" pitchFamily="2" charset="-122"/>
              </a:rPr>
              <a:t>轴测投影轴 </a:t>
            </a:r>
            <a:r>
              <a:rPr lang="zh-CN" altLang="en-US" sz="1800">
                <a:solidFill>
                  <a:srgbClr val="000000"/>
                </a:solidFill>
                <a:latin typeface="黑体" pitchFamily="2" charset="-122"/>
                <a:ea typeface="黑体" pitchFamily="2" charset="-122"/>
              </a:rPr>
              <a:t> </a:t>
            </a:r>
          </a:p>
          <a:p>
            <a:pPr algn="ctr" eaLnBrk="1" hangingPunct="1">
              <a:spcBef>
                <a:spcPct val="0"/>
              </a:spcBef>
              <a:buClrTx/>
              <a:buFontTx/>
              <a:buNone/>
            </a:pPr>
            <a:r>
              <a:rPr lang="zh-CN" altLang="en-US" sz="1800">
                <a:solidFill>
                  <a:srgbClr val="000000"/>
                </a:solidFill>
                <a:latin typeface="黑体" pitchFamily="2" charset="-122"/>
                <a:ea typeface="黑体" pitchFamily="2" charset="-122"/>
              </a:rPr>
              <a:t>空间坐标系的坐标轴在轴测投影面上的投影</a:t>
            </a:r>
          </a:p>
          <a:p>
            <a:pPr algn="ctr" eaLnBrk="1" hangingPunct="1">
              <a:spcBef>
                <a:spcPct val="0"/>
              </a:spcBef>
              <a:buClrTx/>
              <a:buFontTx/>
              <a:buNone/>
            </a:pPr>
            <a:endParaRPr lang="en-US" altLang="zh-CN" sz="1800">
              <a:solidFill>
                <a:srgbClr val="000000"/>
              </a:solidFill>
              <a:latin typeface="黑体" pitchFamily="2" charset="-122"/>
              <a:ea typeface="黑体" pitchFamily="2" charset="-122"/>
            </a:endParaRPr>
          </a:p>
        </p:txBody>
      </p:sp>
      <p:sp>
        <p:nvSpPr>
          <p:cNvPr id="177216" name="Text Box 64"/>
          <p:cNvSpPr txBox="1">
            <a:spLocks noChangeArrowheads="1"/>
          </p:cNvSpPr>
          <p:nvPr/>
        </p:nvSpPr>
        <p:spPr bwMode="auto">
          <a:xfrm>
            <a:off x="8175625" y="2882900"/>
            <a:ext cx="538163" cy="2235200"/>
          </a:xfrm>
          <a:prstGeom prst="rect">
            <a:avLst/>
          </a:prstGeom>
          <a:solidFill>
            <a:srgbClr val="FFFF99"/>
          </a:solidFill>
          <a:ln w="9525">
            <a:solidFill>
              <a:srgbClr val="800080"/>
            </a:solidFill>
            <a:miter lim="800000"/>
            <a:headEnd/>
            <a:tailEnd type="none" w="sm" len="lg"/>
          </a:ln>
        </p:spPr>
        <p:txBody>
          <a:bodyPr lIns="90000" tIns="46800" rIns="90000" bIns="46800">
            <a:spAutoFit/>
          </a:bodyP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50000"/>
              </a:spcBef>
              <a:buClrTx/>
              <a:buFontTx/>
              <a:buNone/>
            </a:pPr>
            <a:r>
              <a:rPr kumimoji="0" lang="zh-CN" altLang="en-US" sz="2000"/>
              <a:t>轴</a:t>
            </a:r>
          </a:p>
          <a:p>
            <a:pPr eaLnBrk="1" hangingPunct="1">
              <a:spcBef>
                <a:spcPct val="50000"/>
              </a:spcBef>
              <a:buClrTx/>
              <a:buFontTx/>
              <a:buNone/>
            </a:pPr>
            <a:r>
              <a:rPr kumimoji="0" lang="zh-CN" altLang="en-US" sz="2000"/>
              <a:t>测</a:t>
            </a:r>
          </a:p>
          <a:p>
            <a:pPr eaLnBrk="1" hangingPunct="1">
              <a:spcBef>
                <a:spcPct val="50000"/>
              </a:spcBef>
              <a:buClrTx/>
              <a:buFontTx/>
              <a:buNone/>
            </a:pPr>
            <a:r>
              <a:rPr kumimoji="0" lang="zh-CN" altLang="en-US" sz="2000"/>
              <a:t>投</a:t>
            </a:r>
          </a:p>
          <a:p>
            <a:pPr eaLnBrk="1" hangingPunct="1">
              <a:spcBef>
                <a:spcPct val="50000"/>
              </a:spcBef>
              <a:buClrTx/>
              <a:buFontTx/>
              <a:buNone/>
            </a:pPr>
            <a:r>
              <a:rPr kumimoji="0" lang="zh-CN" altLang="en-US" sz="2000"/>
              <a:t>影</a:t>
            </a:r>
          </a:p>
          <a:p>
            <a:pPr eaLnBrk="1" hangingPunct="1">
              <a:spcBef>
                <a:spcPct val="50000"/>
              </a:spcBef>
              <a:buClrTx/>
              <a:buFontTx/>
              <a:buNone/>
            </a:pPr>
            <a:r>
              <a:rPr kumimoji="0" lang="zh-CN" altLang="en-US" sz="2000"/>
              <a:t>面</a:t>
            </a:r>
          </a:p>
        </p:txBody>
      </p:sp>
      <p:grpSp>
        <p:nvGrpSpPr>
          <p:cNvPr id="6" name="Group 66"/>
          <p:cNvGrpSpPr>
            <a:grpSpLocks/>
          </p:cNvGrpSpPr>
          <p:nvPr/>
        </p:nvGrpSpPr>
        <p:grpSpPr bwMode="auto">
          <a:xfrm>
            <a:off x="1458913" y="2293938"/>
            <a:ext cx="1490662" cy="1181100"/>
            <a:chOff x="1150" y="1344"/>
            <a:chExt cx="939" cy="744"/>
          </a:xfrm>
        </p:grpSpPr>
        <p:sp>
          <p:nvSpPr>
            <p:cNvPr id="15404" name="Line 67"/>
            <p:cNvSpPr>
              <a:spLocks noChangeShapeType="1"/>
            </p:cNvSpPr>
            <p:nvPr/>
          </p:nvSpPr>
          <p:spPr bwMode="auto">
            <a:xfrm flipH="1">
              <a:off x="1150" y="2082"/>
              <a:ext cx="929" cy="4"/>
            </a:xfrm>
            <a:prstGeom prst="line">
              <a:avLst/>
            </a:prstGeom>
            <a:noFill/>
            <a:ln w="9525">
              <a:solidFill>
                <a:srgbClr val="FF0000"/>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405" name="Line 68"/>
            <p:cNvSpPr>
              <a:spLocks noChangeShapeType="1"/>
            </p:cNvSpPr>
            <p:nvPr/>
          </p:nvSpPr>
          <p:spPr bwMode="auto">
            <a:xfrm flipV="1">
              <a:off x="2089" y="1344"/>
              <a:ext cx="0" cy="744"/>
            </a:xfrm>
            <a:prstGeom prst="line">
              <a:avLst/>
            </a:prstGeom>
            <a:noFill/>
            <a:ln w="9525">
              <a:solidFill>
                <a:srgbClr val="FF0000"/>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7" name="Group 69"/>
          <p:cNvGrpSpPr>
            <a:grpSpLocks/>
          </p:cNvGrpSpPr>
          <p:nvPr/>
        </p:nvGrpSpPr>
        <p:grpSpPr bwMode="auto">
          <a:xfrm>
            <a:off x="1460500" y="3917950"/>
            <a:ext cx="1489075" cy="1084263"/>
            <a:chOff x="1151" y="2367"/>
            <a:chExt cx="938" cy="683"/>
          </a:xfrm>
        </p:grpSpPr>
        <p:sp>
          <p:nvSpPr>
            <p:cNvPr id="15402" name="Line 70"/>
            <p:cNvSpPr>
              <a:spLocks noChangeShapeType="1"/>
            </p:cNvSpPr>
            <p:nvPr/>
          </p:nvSpPr>
          <p:spPr bwMode="auto">
            <a:xfrm flipH="1">
              <a:off x="1151" y="2367"/>
              <a:ext cx="921" cy="0"/>
            </a:xfrm>
            <a:prstGeom prst="line">
              <a:avLst/>
            </a:prstGeom>
            <a:noFill/>
            <a:ln w="9525">
              <a:solidFill>
                <a:srgbClr val="FF0000"/>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403" name="Line 71"/>
            <p:cNvSpPr>
              <a:spLocks noChangeShapeType="1"/>
            </p:cNvSpPr>
            <p:nvPr/>
          </p:nvSpPr>
          <p:spPr bwMode="auto">
            <a:xfrm>
              <a:off x="2089" y="2368"/>
              <a:ext cx="0" cy="682"/>
            </a:xfrm>
            <a:prstGeom prst="line">
              <a:avLst/>
            </a:prstGeom>
            <a:noFill/>
            <a:ln w="9525">
              <a:solidFill>
                <a:srgbClr val="FF0000"/>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8" name="Group 72"/>
          <p:cNvGrpSpPr>
            <a:grpSpLocks/>
          </p:cNvGrpSpPr>
          <p:nvPr/>
        </p:nvGrpSpPr>
        <p:grpSpPr bwMode="auto">
          <a:xfrm>
            <a:off x="3475038" y="2265363"/>
            <a:ext cx="1104900" cy="1198562"/>
            <a:chOff x="2420" y="1326"/>
            <a:chExt cx="696" cy="755"/>
          </a:xfrm>
        </p:grpSpPr>
        <p:sp>
          <p:nvSpPr>
            <p:cNvPr id="15400" name="Line 73"/>
            <p:cNvSpPr>
              <a:spLocks noChangeShapeType="1"/>
            </p:cNvSpPr>
            <p:nvPr/>
          </p:nvSpPr>
          <p:spPr bwMode="auto">
            <a:xfrm flipH="1" flipV="1">
              <a:off x="2420" y="1326"/>
              <a:ext cx="0" cy="744"/>
            </a:xfrm>
            <a:prstGeom prst="line">
              <a:avLst/>
            </a:prstGeom>
            <a:noFill/>
            <a:ln w="9525">
              <a:solidFill>
                <a:srgbClr val="FF0000"/>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401" name="Line 74"/>
            <p:cNvSpPr>
              <a:spLocks noChangeShapeType="1"/>
            </p:cNvSpPr>
            <p:nvPr/>
          </p:nvSpPr>
          <p:spPr bwMode="auto">
            <a:xfrm rot="-5400000">
              <a:off x="2775" y="1740"/>
              <a:ext cx="0" cy="682"/>
            </a:xfrm>
            <a:prstGeom prst="line">
              <a:avLst/>
            </a:prstGeom>
            <a:noFill/>
            <a:ln w="9525">
              <a:solidFill>
                <a:srgbClr val="FF0000"/>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177227" name="Freeform 75"/>
          <p:cNvSpPr>
            <a:spLocks/>
          </p:cNvSpPr>
          <p:nvPr/>
        </p:nvSpPr>
        <p:spPr bwMode="auto">
          <a:xfrm>
            <a:off x="1831975" y="2540000"/>
            <a:ext cx="1117600" cy="936625"/>
          </a:xfrm>
          <a:custGeom>
            <a:avLst/>
            <a:gdLst>
              <a:gd name="T0" fmla="*/ 2147483647 w 611"/>
              <a:gd name="T1" fmla="*/ 2147483647 h 590"/>
              <a:gd name="T2" fmla="*/ 0 w 611"/>
              <a:gd name="T3" fmla="*/ 2147483647 h 590"/>
              <a:gd name="T4" fmla="*/ 0 w 611"/>
              <a:gd name="T5" fmla="*/ 2147483647 h 590"/>
              <a:gd name="T6" fmla="*/ 2147483647 w 611"/>
              <a:gd name="T7" fmla="*/ 2147483647 h 590"/>
              <a:gd name="T8" fmla="*/ 2147483647 w 611"/>
              <a:gd name="T9" fmla="*/ 0 h 590"/>
              <a:gd name="T10" fmla="*/ 2147483647 w 611"/>
              <a:gd name="T11" fmla="*/ 0 h 590"/>
              <a:gd name="T12" fmla="*/ 2147483647 w 611"/>
              <a:gd name="T13" fmla="*/ 2147483647 h 590"/>
              <a:gd name="T14" fmla="*/ 0 60000 65536"/>
              <a:gd name="T15" fmla="*/ 0 60000 65536"/>
              <a:gd name="T16" fmla="*/ 0 60000 65536"/>
              <a:gd name="T17" fmla="*/ 0 60000 65536"/>
              <a:gd name="T18" fmla="*/ 0 60000 65536"/>
              <a:gd name="T19" fmla="*/ 0 60000 65536"/>
              <a:gd name="T20" fmla="*/ 0 60000 65536"/>
              <a:gd name="T21" fmla="*/ 0 w 611"/>
              <a:gd name="T22" fmla="*/ 0 h 590"/>
              <a:gd name="T23" fmla="*/ 611 w 611"/>
              <a:gd name="T24" fmla="*/ 590 h 59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11" h="590">
                <a:moveTo>
                  <a:pt x="611" y="590"/>
                </a:moveTo>
                <a:lnTo>
                  <a:pt x="0" y="590"/>
                </a:lnTo>
                <a:lnTo>
                  <a:pt x="0" y="372"/>
                </a:lnTo>
                <a:lnTo>
                  <a:pt x="383" y="372"/>
                </a:lnTo>
                <a:lnTo>
                  <a:pt x="383" y="0"/>
                </a:lnTo>
                <a:lnTo>
                  <a:pt x="611" y="0"/>
                </a:lnTo>
                <a:lnTo>
                  <a:pt x="611" y="590"/>
                </a:lnTo>
                <a:close/>
              </a:path>
            </a:pathLst>
          </a:custGeom>
          <a:noFill/>
          <a:ln w="38100" cap="flat" cmpd="sng">
            <a:solidFill>
              <a:schemeClr val="tx1"/>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nvGrpSpPr>
          <p:cNvPr id="9" name="Group 76"/>
          <p:cNvGrpSpPr>
            <a:grpSpLocks/>
          </p:cNvGrpSpPr>
          <p:nvPr/>
        </p:nvGrpSpPr>
        <p:grpSpPr bwMode="auto">
          <a:xfrm>
            <a:off x="1816100" y="3919538"/>
            <a:ext cx="1133475" cy="771525"/>
            <a:chOff x="1375" y="2368"/>
            <a:chExt cx="714" cy="486"/>
          </a:xfrm>
        </p:grpSpPr>
        <p:sp>
          <p:nvSpPr>
            <p:cNvPr id="15398" name="Rectangle 77"/>
            <p:cNvSpPr>
              <a:spLocks noChangeArrowheads="1"/>
            </p:cNvSpPr>
            <p:nvPr/>
          </p:nvSpPr>
          <p:spPr bwMode="auto">
            <a:xfrm>
              <a:off x="1375" y="2368"/>
              <a:ext cx="714" cy="476"/>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endParaRPr kumimoji="0" lang="zh-CN" altLang="en-US" sz="2000"/>
            </a:p>
          </p:txBody>
        </p:sp>
        <p:sp>
          <p:nvSpPr>
            <p:cNvPr id="15399" name="Line 78"/>
            <p:cNvSpPr>
              <a:spLocks noChangeShapeType="1"/>
            </p:cNvSpPr>
            <p:nvPr/>
          </p:nvSpPr>
          <p:spPr bwMode="auto">
            <a:xfrm>
              <a:off x="1819" y="2378"/>
              <a:ext cx="0" cy="476"/>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10" name="Group 79"/>
          <p:cNvGrpSpPr>
            <a:grpSpLocks/>
          </p:cNvGrpSpPr>
          <p:nvPr/>
        </p:nvGrpSpPr>
        <p:grpSpPr bwMode="auto">
          <a:xfrm>
            <a:off x="3475038" y="2540000"/>
            <a:ext cx="755650" cy="936625"/>
            <a:chOff x="2420" y="1499"/>
            <a:chExt cx="476" cy="590"/>
          </a:xfrm>
        </p:grpSpPr>
        <p:sp>
          <p:nvSpPr>
            <p:cNvPr id="15396" name="Rectangle 80"/>
            <p:cNvSpPr>
              <a:spLocks noChangeArrowheads="1"/>
            </p:cNvSpPr>
            <p:nvPr/>
          </p:nvSpPr>
          <p:spPr bwMode="auto">
            <a:xfrm>
              <a:off x="2420" y="1499"/>
              <a:ext cx="476" cy="590"/>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endParaRPr kumimoji="0" lang="zh-CN" altLang="en-US" sz="2000"/>
            </a:p>
          </p:txBody>
        </p:sp>
        <p:sp>
          <p:nvSpPr>
            <p:cNvPr id="15397" name="Line 81"/>
            <p:cNvSpPr>
              <a:spLocks noChangeShapeType="1"/>
            </p:cNvSpPr>
            <p:nvPr/>
          </p:nvSpPr>
          <p:spPr bwMode="auto">
            <a:xfrm>
              <a:off x="2420" y="1871"/>
              <a:ext cx="476"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177234" name="AutoShape 82"/>
          <p:cNvSpPr>
            <a:spLocks noChangeArrowheads="1"/>
          </p:cNvSpPr>
          <p:nvPr/>
        </p:nvSpPr>
        <p:spPr bwMode="auto">
          <a:xfrm>
            <a:off x="0" y="981075"/>
            <a:ext cx="2014538" cy="1746250"/>
          </a:xfrm>
          <a:prstGeom prst="wedgeRectCallout">
            <a:avLst>
              <a:gd name="adj1" fmla="val 72380"/>
              <a:gd name="adj2" fmla="val 40273"/>
            </a:avLst>
          </a:prstGeom>
          <a:solidFill>
            <a:srgbClr val="FFFF99">
              <a:alpha val="50195"/>
            </a:srgbClr>
          </a:solidFill>
          <a:ln w="9525">
            <a:solidFill>
              <a:srgbClr val="9900FF"/>
            </a:solidFill>
            <a:miter lim="800000"/>
            <a:headEnd/>
            <a:tailEnd/>
          </a:ln>
        </p:spPr>
        <p:txBody>
          <a:bodyPr wrap="none" anchor="ct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r>
              <a:rPr lang="zh-CN" altLang="en-US" sz="1800">
                <a:solidFill>
                  <a:srgbClr val="000000"/>
                </a:solidFill>
                <a:latin typeface="黑体" pitchFamily="2" charset="-122"/>
                <a:ea typeface="黑体" pitchFamily="2" charset="-122"/>
              </a:rPr>
              <a:t>先将物体放在一</a:t>
            </a:r>
          </a:p>
          <a:p>
            <a:pPr eaLnBrk="1" hangingPunct="1">
              <a:spcBef>
                <a:spcPct val="0"/>
              </a:spcBef>
              <a:buClrTx/>
              <a:buFontTx/>
              <a:buNone/>
            </a:pPr>
            <a:r>
              <a:rPr lang="zh-CN" altLang="en-US" sz="1800">
                <a:solidFill>
                  <a:srgbClr val="000000"/>
                </a:solidFill>
                <a:latin typeface="黑体" pitchFamily="2" charset="-122"/>
                <a:ea typeface="黑体" pitchFamily="2" charset="-122"/>
              </a:rPr>
              <a:t>直角坐标系中</a:t>
            </a:r>
            <a:r>
              <a:rPr lang="en-US" altLang="zh-CN" sz="1800">
                <a:solidFill>
                  <a:srgbClr val="000000"/>
                </a:solidFill>
                <a:latin typeface="黑体" pitchFamily="2" charset="-122"/>
                <a:ea typeface="黑体" pitchFamily="2" charset="-122"/>
              </a:rPr>
              <a:t>,</a:t>
            </a:r>
          </a:p>
          <a:p>
            <a:pPr eaLnBrk="1" hangingPunct="1">
              <a:spcBef>
                <a:spcPct val="0"/>
              </a:spcBef>
              <a:buClrTx/>
              <a:buFontTx/>
              <a:buNone/>
            </a:pPr>
            <a:r>
              <a:rPr lang="zh-CN" altLang="en-US" sz="1800">
                <a:solidFill>
                  <a:srgbClr val="000000"/>
                </a:solidFill>
                <a:latin typeface="黑体" pitchFamily="2" charset="-122"/>
                <a:ea typeface="黑体" pitchFamily="2" charset="-122"/>
              </a:rPr>
              <a:t>然后将其同物体</a:t>
            </a:r>
          </a:p>
          <a:p>
            <a:pPr eaLnBrk="1" hangingPunct="1">
              <a:spcBef>
                <a:spcPct val="0"/>
              </a:spcBef>
              <a:buClrTx/>
              <a:buFontTx/>
              <a:buNone/>
            </a:pPr>
            <a:r>
              <a:rPr lang="zh-CN" altLang="en-US" sz="1800">
                <a:solidFill>
                  <a:srgbClr val="000000"/>
                </a:solidFill>
                <a:latin typeface="黑体" pitchFamily="2" charset="-122"/>
                <a:ea typeface="黑体" pitchFamily="2" charset="-122"/>
              </a:rPr>
              <a:t>一起投影到</a:t>
            </a:r>
            <a:r>
              <a:rPr lang="en-US" altLang="zh-CN" sz="1800">
                <a:solidFill>
                  <a:srgbClr val="000000"/>
                </a:solidFill>
                <a:latin typeface="黑体" pitchFamily="2" charset="-122"/>
                <a:ea typeface="黑体" pitchFamily="2" charset="-122"/>
              </a:rPr>
              <a:t>P</a:t>
            </a:r>
            <a:r>
              <a:rPr lang="zh-CN" altLang="en-US" sz="1800">
                <a:solidFill>
                  <a:srgbClr val="000000"/>
                </a:solidFill>
                <a:latin typeface="黑体" pitchFamily="2" charset="-122"/>
                <a:ea typeface="黑体" pitchFamily="2" charset="-122"/>
              </a:rPr>
              <a:t>面上</a:t>
            </a:r>
          </a:p>
        </p:txBody>
      </p:sp>
      <p:grpSp>
        <p:nvGrpSpPr>
          <p:cNvPr id="11" name="Group 83"/>
          <p:cNvGrpSpPr>
            <a:grpSpLocks/>
          </p:cNvGrpSpPr>
          <p:nvPr/>
        </p:nvGrpSpPr>
        <p:grpSpPr bwMode="auto">
          <a:xfrm>
            <a:off x="1090613" y="1965325"/>
            <a:ext cx="3536950" cy="3124200"/>
            <a:chOff x="935" y="1163"/>
            <a:chExt cx="2228" cy="1968"/>
          </a:xfrm>
        </p:grpSpPr>
        <p:sp>
          <p:nvSpPr>
            <p:cNvPr id="15389" name="Text Box 84"/>
            <p:cNvSpPr txBox="1">
              <a:spLocks noChangeArrowheads="1"/>
            </p:cNvSpPr>
            <p:nvPr/>
          </p:nvSpPr>
          <p:spPr bwMode="auto">
            <a:xfrm>
              <a:off x="2048" y="2210"/>
              <a:ext cx="181"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eaLnBrk="1" hangingPunct="1">
                <a:spcBef>
                  <a:spcPct val="0"/>
                </a:spcBef>
                <a:buClrTx/>
                <a:buFontTx/>
                <a:buNone/>
              </a:pPr>
              <a:r>
                <a:rPr lang="en-US" altLang="zh-CN" sz="1800" i="1">
                  <a:solidFill>
                    <a:srgbClr val="000000"/>
                  </a:solidFill>
                  <a:latin typeface="ISOCPEUR" pitchFamily="34" charset="0"/>
                </a:rPr>
                <a:t>o</a:t>
              </a:r>
            </a:p>
          </p:txBody>
        </p:sp>
        <p:sp>
          <p:nvSpPr>
            <p:cNvPr id="15390" name="Text Box 85"/>
            <p:cNvSpPr txBox="1">
              <a:spLocks noChangeArrowheads="1"/>
            </p:cNvSpPr>
            <p:nvPr/>
          </p:nvSpPr>
          <p:spPr bwMode="auto">
            <a:xfrm>
              <a:off x="935" y="1916"/>
              <a:ext cx="301"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eaLnBrk="1" hangingPunct="1">
                <a:spcBef>
                  <a:spcPct val="0"/>
                </a:spcBef>
                <a:buClrTx/>
                <a:buFontTx/>
                <a:buNone/>
              </a:pPr>
              <a:r>
                <a:rPr lang="en-US" altLang="zh-CN" sz="1800" i="1">
                  <a:solidFill>
                    <a:srgbClr val="000000"/>
                  </a:solidFill>
                  <a:latin typeface="ISOCPEUR" pitchFamily="34" charset="0"/>
                </a:rPr>
                <a:t>x</a:t>
              </a:r>
              <a:r>
                <a:rPr lang="en-US" altLang="zh-CN" sz="1600" i="1">
                  <a:solidFill>
                    <a:srgbClr val="000000"/>
                  </a:solidFill>
                  <a:latin typeface="ISOCPEUR" pitchFamily="34" charset="0"/>
                </a:rPr>
                <a:t>'</a:t>
              </a:r>
            </a:p>
          </p:txBody>
        </p:sp>
        <p:sp>
          <p:nvSpPr>
            <p:cNvPr id="15391" name="Text Box 86"/>
            <p:cNvSpPr txBox="1">
              <a:spLocks noChangeArrowheads="1"/>
            </p:cNvSpPr>
            <p:nvPr/>
          </p:nvSpPr>
          <p:spPr bwMode="auto">
            <a:xfrm>
              <a:off x="976" y="2240"/>
              <a:ext cx="181"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eaLnBrk="1" hangingPunct="1">
                <a:spcBef>
                  <a:spcPct val="0"/>
                </a:spcBef>
                <a:buClrTx/>
                <a:buFontTx/>
                <a:buNone/>
              </a:pPr>
              <a:r>
                <a:rPr lang="en-US" altLang="zh-CN" sz="1800" i="1">
                  <a:solidFill>
                    <a:srgbClr val="000000"/>
                  </a:solidFill>
                  <a:latin typeface="ISOCPEUR" pitchFamily="34" charset="0"/>
                </a:rPr>
                <a:t>x</a:t>
              </a:r>
              <a:endParaRPr lang="en-US" altLang="zh-CN" sz="1000" i="1">
                <a:solidFill>
                  <a:srgbClr val="000000"/>
                </a:solidFill>
                <a:latin typeface="ISOCPEUR" pitchFamily="34" charset="0"/>
              </a:endParaRPr>
            </a:p>
          </p:txBody>
        </p:sp>
        <p:sp>
          <p:nvSpPr>
            <p:cNvPr id="15392" name="Text Box 87"/>
            <p:cNvSpPr txBox="1">
              <a:spLocks noChangeArrowheads="1"/>
            </p:cNvSpPr>
            <p:nvPr/>
          </p:nvSpPr>
          <p:spPr bwMode="auto">
            <a:xfrm>
              <a:off x="2082" y="1163"/>
              <a:ext cx="41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r>
                <a:rPr lang="en-US" altLang="zh-CN" sz="1800" i="1">
                  <a:solidFill>
                    <a:srgbClr val="000000"/>
                  </a:solidFill>
                  <a:latin typeface="ISOCPEUR" pitchFamily="34" charset="0"/>
                </a:rPr>
                <a:t>z</a:t>
              </a:r>
              <a:r>
                <a:rPr lang="en-US" altLang="zh-CN" sz="1600" i="1">
                  <a:solidFill>
                    <a:srgbClr val="000000"/>
                  </a:solidFill>
                  <a:latin typeface="ISOCPEUR" pitchFamily="34" charset="0"/>
                </a:rPr>
                <a:t>' </a:t>
              </a:r>
              <a:r>
                <a:rPr lang="en-US" altLang="zh-CN" sz="1800" i="1">
                  <a:solidFill>
                    <a:srgbClr val="000000"/>
                  </a:solidFill>
                  <a:latin typeface="ISOCPEUR" pitchFamily="34" charset="0"/>
                </a:rPr>
                <a:t>z</a:t>
              </a:r>
              <a:r>
                <a:rPr lang="en-US" altLang="zh-CN" sz="1600" i="1">
                  <a:solidFill>
                    <a:srgbClr val="000000"/>
                  </a:solidFill>
                  <a:latin typeface="ISOCPEUR" pitchFamily="34" charset="0"/>
                </a:rPr>
                <a:t>"</a:t>
              </a:r>
            </a:p>
          </p:txBody>
        </p:sp>
        <p:sp>
          <p:nvSpPr>
            <p:cNvPr id="15393" name="Text Box 88"/>
            <p:cNvSpPr txBox="1">
              <a:spLocks noChangeArrowheads="1"/>
            </p:cNvSpPr>
            <p:nvPr/>
          </p:nvSpPr>
          <p:spPr bwMode="auto">
            <a:xfrm>
              <a:off x="2931" y="1868"/>
              <a:ext cx="23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eaLnBrk="1" hangingPunct="1">
                <a:spcBef>
                  <a:spcPct val="0"/>
                </a:spcBef>
                <a:buClrTx/>
                <a:buFontTx/>
                <a:buNone/>
              </a:pPr>
              <a:r>
                <a:rPr lang="en-US" altLang="zh-CN" sz="1800" i="1">
                  <a:solidFill>
                    <a:srgbClr val="000000"/>
                  </a:solidFill>
                  <a:latin typeface="ISOCPEUR" pitchFamily="34" charset="0"/>
                </a:rPr>
                <a:t>y</a:t>
              </a:r>
              <a:r>
                <a:rPr lang="en-US" altLang="zh-CN" sz="1600" i="1">
                  <a:solidFill>
                    <a:srgbClr val="000000"/>
                  </a:solidFill>
                  <a:latin typeface="ISOCPEUR" pitchFamily="34" charset="0"/>
                </a:rPr>
                <a:t>"</a:t>
              </a:r>
            </a:p>
          </p:txBody>
        </p:sp>
        <p:sp>
          <p:nvSpPr>
            <p:cNvPr id="15394" name="Text Box 89"/>
            <p:cNvSpPr txBox="1">
              <a:spLocks noChangeArrowheads="1"/>
            </p:cNvSpPr>
            <p:nvPr/>
          </p:nvSpPr>
          <p:spPr bwMode="auto">
            <a:xfrm>
              <a:off x="2064" y="2900"/>
              <a:ext cx="181"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eaLnBrk="1" hangingPunct="1">
                <a:spcBef>
                  <a:spcPct val="0"/>
                </a:spcBef>
                <a:buClrTx/>
                <a:buFontTx/>
                <a:buNone/>
              </a:pPr>
              <a:r>
                <a:rPr lang="en-US" altLang="zh-CN" sz="1800" i="1">
                  <a:solidFill>
                    <a:srgbClr val="000000"/>
                  </a:solidFill>
                  <a:latin typeface="ISOCPEUR" pitchFamily="34" charset="0"/>
                </a:rPr>
                <a:t>y</a:t>
              </a:r>
            </a:p>
          </p:txBody>
        </p:sp>
        <p:sp>
          <p:nvSpPr>
            <p:cNvPr id="15395" name="Text Box 90"/>
            <p:cNvSpPr txBox="1">
              <a:spLocks noChangeArrowheads="1"/>
            </p:cNvSpPr>
            <p:nvPr/>
          </p:nvSpPr>
          <p:spPr bwMode="auto">
            <a:xfrm>
              <a:off x="2060" y="1988"/>
              <a:ext cx="3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eaLnBrk="1" hangingPunct="1">
                <a:spcBef>
                  <a:spcPct val="0"/>
                </a:spcBef>
                <a:buClrTx/>
                <a:buFontTx/>
                <a:buNone/>
              </a:pPr>
              <a:r>
                <a:rPr lang="en-US" altLang="zh-CN" sz="1800" i="1">
                  <a:solidFill>
                    <a:srgbClr val="000000"/>
                  </a:solidFill>
                  <a:latin typeface="ISOCPEUR" pitchFamily="34" charset="0"/>
                </a:rPr>
                <a:t>o</a:t>
              </a:r>
              <a:r>
                <a:rPr lang="en-US" altLang="zh-CN" sz="1600" i="1">
                  <a:solidFill>
                    <a:srgbClr val="000000"/>
                  </a:solidFill>
                  <a:latin typeface="ISOCPEUR" pitchFamily="34" charset="0"/>
                </a:rPr>
                <a:t>'</a:t>
              </a:r>
              <a:r>
                <a:rPr lang="en-US" altLang="zh-CN" sz="1800" i="1">
                  <a:solidFill>
                    <a:srgbClr val="000000"/>
                  </a:solidFill>
                  <a:latin typeface="ISOCPEUR" pitchFamily="34" charset="0"/>
                </a:rPr>
                <a:t> o</a:t>
              </a:r>
              <a:r>
                <a:rPr lang="en-US" altLang="zh-CN" sz="1600" i="1">
                  <a:solidFill>
                    <a:srgbClr val="000000"/>
                  </a:solidFill>
                  <a:latin typeface="ISOCPEUR" pitchFamily="34" charset="0"/>
                </a:rPr>
                <a:t>"</a:t>
              </a:r>
            </a:p>
          </p:txBody>
        </p:sp>
      </p:grpSp>
      <p:sp>
        <p:nvSpPr>
          <p:cNvPr id="177243" name="Text Box 91"/>
          <p:cNvSpPr txBox="1">
            <a:spLocks noChangeArrowheads="1"/>
          </p:cNvSpPr>
          <p:nvPr/>
        </p:nvSpPr>
        <p:spPr bwMode="auto">
          <a:xfrm>
            <a:off x="134938" y="147638"/>
            <a:ext cx="3384550" cy="701675"/>
          </a:xfrm>
          <a:prstGeom prst="rect">
            <a:avLst/>
          </a:prstGeom>
          <a:noFill/>
          <a:ln w="9525">
            <a:noFill/>
            <a:miter lim="800000"/>
            <a:headEnd/>
            <a:tailEnd/>
          </a:ln>
        </p:spPr>
        <p:txBody>
          <a:bodyPr>
            <a:spAutoFit/>
          </a:bodyPr>
          <a:lstStyle/>
          <a:p>
            <a:pPr>
              <a:defRPr/>
            </a:pPr>
            <a:r>
              <a:rPr kumimoji="1" lang="zh-CN" altLang="en-US" sz="4000">
                <a:solidFill>
                  <a:srgbClr val="A50021"/>
                </a:solidFill>
                <a:effectLst>
                  <a:outerShdw blurRad="38100" dist="38100" dir="2700000" algn="tl">
                    <a:srgbClr val="C0C0C0"/>
                  </a:outerShdw>
                </a:effectLst>
                <a:latin typeface="隶书" pitchFamily="49" charset="-122"/>
                <a:ea typeface="隶书" pitchFamily="49" charset="-122"/>
              </a:rPr>
              <a:t>基本参数</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 presetClass="entr" presetSubtype="10" fill="hold" grpId="0" nodeType="afterEffect">
                                  <p:stCondLst>
                                    <p:cond delay="0"/>
                                  </p:stCondLst>
                                  <p:childTnLst>
                                    <p:set>
                                      <p:cBhvr>
                                        <p:cTn id="6" dur="1" fill="hold">
                                          <p:stCondLst>
                                            <p:cond delay="0"/>
                                          </p:stCondLst>
                                        </p:cTn>
                                        <p:tgtEl>
                                          <p:spTgt spid="177243"/>
                                        </p:tgtEl>
                                        <p:attrNameLst>
                                          <p:attrName>style.visibility</p:attrName>
                                        </p:attrNameLst>
                                      </p:cBhvr>
                                      <p:to>
                                        <p:strVal val="visible"/>
                                      </p:to>
                                    </p:set>
                                    <p:animEffect transition="in" filter="checkerboard(across)">
                                      <p:cBhvr>
                                        <p:cTn id="7" dur="500"/>
                                        <p:tgtEl>
                                          <p:spTgt spid="17724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177216"/>
                                        </p:tgtEl>
                                        <p:attrNameLst>
                                          <p:attrName>style.visibility</p:attrName>
                                        </p:attrNameLst>
                                      </p:cBhvr>
                                      <p:to>
                                        <p:strVal val="visible"/>
                                      </p:to>
                                    </p:set>
                                    <p:anim calcmode="lin" valueType="num">
                                      <p:cBhvr additive="base">
                                        <p:cTn id="12" dur="500" fill="hold"/>
                                        <p:tgtEl>
                                          <p:spTgt spid="177216"/>
                                        </p:tgtEl>
                                        <p:attrNameLst>
                                          <p:attrName>ppt_x</p:attrName>
                                        </p:attrNameLst>
                                      </p:cBhvr>
                                      <p:tavLst>
                                        <p:tav tm="0">
                                          <p:val>
                                            <p:strVal val="#ppt_x"/>
                                          </p:val>
                                        </p:tav>
                                        <p:tav tm="100000">
                                          <p:val>
                                            <p:strVal val="#ppt_x"/>
                                          </p:val>
                                        </p:tav>
                                      </p:tavLst>
                                    </p:anim>
                                    <p:anim calcmode="lin" valueType="num">
                                      <p:cBhvr additive="base">
                                        <p:cTn id="13" dur="500" fill="hold"/>
                                        <p:tgtEl>
                                          <p:spTgt spid="177216"/>
                                        </p:tgtEl>
                                        <p:attrNameLst>
                                          <p:attrName>ppt_y</p:attrName>
                                        </p:attrNameLst>
                                      </p:cBhvr>
                                      <p:tavLst>
                                        <p:tav tm="0">
                                          <p:val>
                                            <p:strVal val="1+#ppt_h/2"/>
                                          </p:val>
                                        </p:tav>
                                        <p:tav tm="100000">
                                          <p:val>
                                            <p:strVal val="#ppt_y"/>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22" presetClass="entr" presetSubtype="1" fill="hold" nodeType="clickEffect">
                                  <p:stCondLst>
                                    <p:cond delay="0"/>
                                  </p:stCondLst>
                                  <p:childTnLst>
                                    <p:set>
                                      <p:cBhvr>
                                        <p:cTn id="17" dur="1" fill="hold">
                                          <p:stCondLst>
                                            <p:cond delay="0"/>
                                          </p:stCondLst>
                                        </p:cTn>
                                        <p:tgtEl>
                                          <p:spTgt spid="4"/>
                                        </p:tgtEl>
                                        <p:attrNameLst>
                                          <p:attrName>style.visibility</p:attrName>
                                        </p:attrNameLst>
                                      </p:cBhvr>
                                      <p:to>
                                        <p:strVal val="visible"/>
                                      </p:to>
                                    </p:set>
                                    <p:animEffect transition="in" filter="wipe(up)">
                                      <p:cBhvr>
                                        <p:cTn id="18" dur="500"/>
                                        <p:tgtEl>
                                          <p:spTgt spid="4"/>
                                        </p:tgtEl>
                                      </p:cBhvr>
                                    </p:animEffect>
                                  </p:childTnLst>
                                </p:cTn>
                              </p:par>
                            </p:childTnLst>
                          </p:cTn>
                        </p:par>
                        <p:par>
                          <p:cTn id="19" fill="hold" nodeType="afterGroup">
                            <p:stCondLst>
                              <p:cond delay="500"/>
                            </p:stCondLst>
                            <p:childTnLst>
                              <p:par>
                                <p:cTn id="20" presetID="22" presetClass="entr" presetSubtype="1" fill="hold" nodeType="after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wipe(up)">
                                      <p:cBhvr>
                                        <p:cTn id="22" dur="500"/>
                                        <p:tgtEl>
                                          <p:spTgt spid="5"/>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1" fill="hold" grpId="0" nodeType="clickEffect">
                                  <p:stCondLst>
                                    <p:cond delay="0"/>
                                  </p:stCondLst>
                                  <p:iterate type="wd">
                                    <p:tmPct val="100000"/>
                                  </p:iterate>
                                  <p:childTnLst>
                                    <p:set>
                                      <p:cBhvr>
                                        <p:cTn id="26" dur="1" fill="hold">
                                          <p:stCondLst>
                                            <p:cond delay="0"/>
                                          </p:stCondLst>
                                        </p:cTn>
                                        <p:tgtEl>
                                          <p:spTgt spid="177213"/>
                                        </p:tgtEl>
                                        <p:attrNameLst>
                                          <p:attrName>style.visibility</p:attrName>
                                        </p:attrNameLst>
                                      </p:cBhvr>
                                      <p:to>
                                        <p:strVal val="visible"/>
                                      </p:to>
                                    </p:set>
                                    <p:animEffect transition="in" filter="wipe(up)">
                                      <p:cBhvr>
                                        <p:cTn id="27" dur="300"/>
                                        <p:tgtEl>
                                          <p:spTgt spid="177213"/>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1" fill="hold" grpId="0" nodeType="clickEffect">
                                  <p:stCondLst>
                                    <p:cond delay="0"/>
                                  </p:stCondLst>
                                  <p:childTnLst>
                                    <p:set>
                                      <p:cBhvr>
                                        <p:cTn id="31" dur="1" fill="hold">
                                          <p:stCondLst>
                                            <p:cond delay="0"/>
                                          </p:stCondLst>
                                        </p:cTn>
                                        <p:tgtEl>
                                          <p:spTgt spid="177212"/>
                                        </p:tgtEl>
                                        <p:attrNameLst>
                                          <p:attrName>style.visibility</p:attrName>
                                        </p:attrNameLst>
                                      </p:cBhvr>
                                      <p:to>
                                        <p:strVal val="visible"/>
                                      </p:to>
                                    </p:set>
                                    <p:animEffect transition="in" filter="wipe(up)">
                                      <p:cBhvr>
                                        <p:cTn id="32" dur="500"/>
                                        <p:tgtEl>
                                          <p:spTgt spid="177212"/>
                                        </p:tgtEl>
                                      </p:cBhvr>
                                    </p:animEffect>
                                  </p:childTnLst>
                                </p:cTn>
                              </p:par>
                            </p:childTnLst>
                          </p:cTn>
                        </p:par>
                        <p:par>
                          <p:cTn id="33" fill="hold" nodeType="afterGroup">
                            <p:stCondLst>
                              <p:cond delay="500"/>
                            </p:stCondLst>
                            <p:childTnLst>
                              <p:par>
                                <p:cTn id="34" presetID="22" presetClass="entr" presetSubtype="1" fill="hold" grpId="0" nodeType="afterEffect">
                                  <p:stCondLst>
                                    <p:cond delay="0"/>
                                  </p:stCondLst>
                                  <p:childTnLst>
                                    <p:set>
                                      <p:cBhvr>
                                        <p:cTn id="35" dur="1" fill="hold">
                                          <p:stCondLst>
                                            <p:cond delay="0"/>
                                          </p:stCondLst>
                                        </p:cTn>
                                        <p:tgtEl>
                                          <p:spTgt spid="177211"/>
                                        </p:tgtEl>
                                        <p:attrNameLst>
                                          <p:attrName>style.visibility</p:attrName>
                                        </p:attrNameLst>
                                      </p:cBhvr>
                                      <p:to>
                                        <p:strVal val="visible"/>
                                      </p:to>
                                    </p:set>
                                    <p:animEffect transition="in" filter="wipe(up)">
                                      <p:cBhvr>
                                        <p:cTn id="36" dur="500"/>
                                        <p:tgtEl>
                                          <p:spTgt spid="177211"/>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22" presetClass="entr" presetSubtype="1" fill="hold" grpId="0" nodeType="clickEffect">
                                  <p:stCondLst>
                                    <p:cond delay="0"/>
                                  </p:stCondLst>
                                  <p:iterate type="wd">
                                    <p:tmPct val="100000"/>
                                  </p:iterate>
                                  <p:childTnLst>
                                    <p:set>
                                      <p:cBhvr>
                                        <p:cTn id="40" dur="1" fill="hold">
                                          <p:stCondLst>
                                            <p:cond delay="0"/>
                                          </p:stCondLst>
                                        </p:cTn>
                                        <p:tgtEl>
                                          <p:spTgt spid="177180"/>
                                        </p:tgtEl>
                                        <p:attrNameLst>
                                          <p:attrName>style.visibility</p:attrName>
                                        </p:attrNameLst>
                                      </p:cBhvr>
                                      <p:to>
                                        <p:strVal val="visible"/>
                                      </p:to>
                                    </p:set>
                                    <p:animEffect transition="in" filter="wipe(up)">
                                      <p:cBhvr>
                                        <p:cTn id="41" dur="300"/>
                                        <p:tgtEl>
                                          <p:spTgt spid="177180"/>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22" presetClass="entr" presetSubtype="1" fill="hold" grpId="0" nodeType="clickEffect">
                                  <p:stCondLst>
                                    <p:cond delay="0"/>
                                  </p:stCondLst>
                                  <p:childTnLst>
                                    <p:set>
                                      <p:cBhvr>
                                        <p:cTn id="45" dur="1" fill="hold">
                                          <p:stCondLst>
                                            <p:cond delay="0"/>
                                          </p:stCondLst>
                                        </p:cTn>
                                        <p:tgtEl>
                                          <p:spTgt spid="177227"/>
                                        </p:tgtEl>
                                        <p:attrNameLst>
                                          <p:attrName>style.visibility</p:attrName>
                                        </p:attrNameLst>
                                      </p:cBhvr>
                                      <p:to>
                                        <p:strVal val="visible"/>
                                      </p:to>
                                    </p:set>
                                    <p:animEffect transition="in" filter="wipe(up)">
                                      <p:cBhvr>
                                        <p:cTn id="46" dur="500"/>
                                        <p:tgtEl>
                                          <p:spTgt spid="177227"/>
                                        </p:tgtEl>
                                      </p:cBhvr>
                                    </p:animEffect>
                                  </p:childTnLst>
                                </p:cTn>
                              </p:par>
                            </p:childTnLst>
                          </p:cTn>
                        </p:par>
                        <p:par>
                          <p:cTn id="47" fill="hold" nodeType="afterGroup">
                            <p:stCondLst>
                              <p:cond delay="500"/>
                            </p:stCondLst>
                            <p:childTnLst>
                              <p:par>
                                <p:cTn id="48" presetID="22" presetClass="entr" presetSubtype="1" fill="hold" nodeType="afterEffect">
                                  <p:stCondLst>
                                    <p:cond delay="0"/>
                                  </p:stCondLst>
                                  <p:childTnLst>
                                    <p:set>
                                      <p:cBhvr>
                                        <p:cTn id="49" dur="1" fill="hold">
                                          <p:stCondLst>
                                            <p:cond delay="0"/>
                                          </p:stCondLst>
                                        </p:cTn>
                                        <p:tgtEl>
                                          <p:spTgt spid="9"/>
                                        </p:tgtEl>
                                        <p:attrNameLst>
                                          <p:attrName>style.visibility</p:attrName>
                                        </p:attrNameLst>
                                      </p:cBhvr>
                                      <p:to>
                                        <p:strVal val="visible"/>
                                      </p:to>
                                    </p:set>
                                    <p:animEffect transition="in" filter="wipe(up)">
                                      <p:cBhvr>
                                        <p:cTn id="50" dur="500"/>
                                        <p:tgtEl>
                                          <p:spTgt spid="9"/>
                                        </p:tgtEl>
                                      </p:cBhvr>
                                    </p:animEffect>
                                  </p:childTnLst>
                                </p:cTn>
                              </p:par>
                            </p:childTnLst>
                          </p:cTn>
                        </p:par>
                        <p:par>
                          <p:cTn id="51" fill="hold" nodeType="afterGroup">
                            <p:stCondLst>
                              <p:cond delay="1000"/>
                            </p:stCondLst>
                            <p:childTnLst>
                              <p:par>
                                <p:cTn id="52" presetID="22" presetClass="entr" presetSubtype="1" fill="hold" nodeType="afterEffect">
                                  <p:stCondLst>
                                    <p:cond delay="0"/>
                                  </p:stCondLst>
                                  <p:childTnLst>
                                    <p:set>
                                      <p:cBhvr>
                                        <p:cTn id="53" dur="1" fill="hold">
                                          <p:stCondLst>
                                            <p:cond delay="0"/>
                                          </p:stCondLst>
                                        </p:cTn>
                                        <p:tgtEl>
                                          <p:spTgt spid="10"/>
                                        </p:tgtEl>
                                        <p:attrNameLst>
                                          <p:attrName>style.visibility</p:attrName>
                                        </p:attrNameLst>
                                      </p:cBhvr>
                                      <p:to>
                                        <p:strVal val="visible"/>
                                      </p:to>
                                    </p:set>
                                    <p:animEffect transition="in" filter="wipe(up)">
                                      <p:cBhvr>
                                        <p:cTn id="54" dur="500"/>
                                        <p:tgtEl>
                                          <p:spTgt spid="10"/>
                                        </p:tgtEl>
                                      </p:cBhvr>
                                    </p:animEffect>
                                  </p:childTnLst>
                                </p:cTn>
                              </p:par>
                            </p:childTnLst>
                          </p:cTn>
                        </p:par>
                      </p:childTnLst>
                    </p:cTn>
                  </p:par>
                  <p:par>
                    <p:cTn id="55" fill="hold" nodeType="clickPar">
                      <p:stCondLst>
                        <p:cond delay="indefinite"/>
                      </p:stCondLst>
                      <p:childTnLst>
                        <p:par>
                          <p:cTn id="56" fill="hold" nodeType="withGroup">
                            <p:stCondLst>
                              <p:cond delay="0"/>
                            </p:stCondLst>
                            <p:childTnLst>
                              <p:par>
                                <p:cTn id="57" presetID="22" presetClass="entr" presetSubtype="1" fill="hold" grpId="0" nodeType="clickEffect">
                                  <p:stCondLst>
                                    <p:cond delay="0"/>
                                  </p:stCondLst>
                                  <p:childTnLst>
                                    <p:set>
                                      <p:cBhvr>
                                        <p:cTn id="58" dur="1" fill="hold">
                                          <p:stCondLst>
                                            <p:cond delay="0"/>
                                          </p:stCondLst>
                                        </p:cTn>
                                        <p:tgtEl>
                                          <p:spTgt spid="177234"/>
                                        </p:tgtEl>
                                        <p:attrNameLst>
                                          <p:attrName>style.visibility</p:attrName>
                                        </p:attrNameLst>
                                      </p:cBhvr>
                                      <p:to>
                                        <p:strVal val="visible"/>
                                      </p:to>
                                    </p:set>
                                    <p:animEffect transition="in" filter="wipe(up)">
                                      <p:cBhvr>
                                        <p:cTn id="59" dur="500"/>
                                        <p:tgtEl>
                                          <p:spTgt spid="177234"/>
                                        </p:tgtEl>
                                      </p:cBhvr>
                                    </p:animEffect>
                                  </p:childTnLst>
                                </p:cTn>
                              </p:par>
                            </p:childTnLst>
                          </p:cTn>
                        </p:par>
                      </p:childTnLst>
                    </p:cTn>
                  </p:par>
                  <p:par>
                    <p:cTn id="60" fill="hold" nodeType="clickPar">
                      <p:stCondLst>
                        <p:cond delay="indefinite"/>
                      </p:stCondLst>
                      <p:childTnLst>
                        <p:par>
                          <p:cTn id="61" fill="hold" nodeType="withGroup">
                            <p:stCondLst>
                              <p:cond delay="0"/>
                            </p:stCondLst>
                            <p:childTnLst>
                              <p:par>
                                <p:cTn id="62" presetID="22" presetClass="entr" presetSubtype="1" fill="hold" nodeType="clickEffect">
                                  <p:stCondLst>
                                    <p:cond delay="0"/>
                                  </p:stCondLst>
                                  <p:childTnLst>
                                    <p:set>
                                      <p:cBhvr>
                                        <p:cTn id="63" dur="1" fill="hold">
                                          <p:stCondLst>
                                            <p:cond delay="0"/>
                                          </p:stCondLst>
                                        </p:cTn>
                                        <p:tgtEl>
                                          <p:spTgt spid="6"/>
                                        </p:tgtEl>
                                        <p:attrNameLst>
                                          <p:attrName>style.visibility</p:attrName>
                                        </p:attrNameLst>
                                      </p:cBhvr>
                                      <p:to>
                                        <p:strVal val="visible"/>
                                      </p:to>
                                    </p:set>
                                    <p:animEffect transition="in" filter="wipe(up)">
                                      <p:cBhvr>
                                        <p:cTn id="64" dur="500"/>
                                        <p:tgtEl>
                                          <p:spTgt spid="6"/>
                                        </p:tgtEl>
                                      </p:cBhvr>
                                    </p:animEffect>
                                  </p:childTnLst>
                                </p:cTn>
                              </p:par>
                            </p:childTnLst>
                          </p:cTn>
                        </p:par>
                        <p:par>
                          <p:cTn id="65" fill="hold" nodeType="afterGroup">
                            <p:stCondLst>
                              <p:cond delay="500"/>
                            </p:stCondLst>
                            <p:childTnLst>
                              <p:par>
                                <p:cTn id="66" presetID="22" presetClass="entr" presetSubtype="1" fill="hold" nodeType="afterEffect">
                                  <p:stCondLst>
                                    <p:cond delay="0"/>
                                  </p:stCondLst>
                                  <p:childTnLst>
                                    <p:set>
                                      <p:cBhvr>
                                        <p:cTn id="67" dur="1" fill="hold">
                                          <p:stCondLst>
                                            <p:cond delay="0"/>
                                          </p:stCondLst>
                                        </p:cTn>
                                        <p:tgtEl>
                                          <p:spTgt spid="7"/>
                                        </p:tgtEl>
                                        <p:attrNameLst>
                                          <p:attrName>style.visibility</p:attrName>
                                        </p:attrNameLst>
                                      </p:cBhvr>
                                      <p:to>
                                        <p:strVal val="visible"/>
                                      </p:to>
                                    </p:set>
                                    <p:animEffect transition="in" filter="wipe(up)">
                                      <p:cBhvr>
                                        <p:cTn id="68" dur="500"/>
                                        <p:tgtEl>
                                          <p:spTgt spid="7"/>
                                        </p:tgtEl>
                                      </p:cBhvr>
                                    </p:animEffect>
                                  </p:childTnLst>
                                </p:cTn>
                              </p:par>
                            </p:childTnLst>
                          </p:cTn>
                        </p:par>
                        <p:par>
                          <p:cTn id="69" fill="hold" nodeType="afterGroup">
                            <p:stCondLst>
                              <p:cond delay="1000"/>
                            </p:stCondLst>
                            <p:childTnLst>
                              <p:par>
                                <p:cTn id="70" presetID="22" presetClass="entr" presetSubtype="1" fill="hold" nodeType="afterEffect">
                                  <p:stCondLst>
                                    <p:cond delay="0"/>
                                  </p:stCondLst>
                                  <p:childTnLst>
                                    <p:set>
                                      <p:cBhvr>
                                        <p:cTn id="71" dur="1" fill="hold">
                                          <p:stCondLst>
                                            <p:cond delay="0"/>
                                          </p:stCondLst>
                                        </p:cTn>
                                        <p:tgtEl>
                                          <p:spTgt spid="8"/>
                                        </p:tgtEl>
                                        <p:attrNameLst>
                                          <p:attrName>style.visibility</p:attrName>
                                        </p:attrNameLst>
                                      </p:cBhvr>
                                      <p:to>
                                        <p:strVal val="visible"/>
                                      </p:to>
                                    </p:set>
                                    <p:animEffect transition="in" filter="wipe(up)">
                                      <p:cBhvr>
                                        <p:cTn id="72" dur="500"/>
                                        <p:tgtEl>
                                          <p:spTgt spid="8"/>
                                        </p:tgtEl>
                                      </p:cBhvr>
                                    </p:animEffect>
                                  </p:childTnLst>
                                </p:cTn>
                              </p:par>
                            </p:childTnLst>
                          </p:cTn>
                        </p:par>
                        <p:par>
                          <p:cTn id="73" fill="hold" nodeType="afterGroup">
                            <p:stCondLst>
                              <p:cond delay="1500"/>
                            </p:stCondLst>
                            <p:childTnLst>
                              <p:par>
                                <p:cTn id="74" presetID="22" presetClass="entr" presetSubtype="1" fill="hold" nodeType="afterEffect">
                                  <p:stCondLst>
                                    <p:cond delay="0"/>
                                  </p:stCondLst>
                                  <p:childTnLst>
                                    <p:set>
                                      <p:cBhvr>
                                        <p:cTn id="75" dur="1" fill="hold">
                                          <p:stCondLst>
                                            <p:cond delay="0"/>
                                          </p:stCondLst>
                                        </p:cTn>
                                        <p:tgtEl>
                                          <p:spTgt spid="11"/>
                                        </p:tgtEl>
                                        <p:attrNameLst>
                                          <p:attrName>style.visibility</p:attrName>
                                        </p:attrNameLst>
                                      </p:cBhvr>
                                      <p:to>
                                        <p:strVal val="visible"/>
                                      </p:to>
                                    </p:set>
                                    <p:animEffect transition="in" filter="wipe(up)">
                                      <p:cBhvr>
                                        <p:cTn id="76" dur="500"/>
                                        <p:tgtEl>
                                          <p:spTgt spid="11"/>
                                        </p:tgtEl>
                                      </p:cBhvr>
                                    </p:animEffect>
                                  </p:childTnLst>
                                </p:cTn>
                              </p:par>
                            </p:childTnLst>
                          </p:cTn>
                        </p:par>
                      </p:childTnLst>
                    </p:cTn>
                  </p:par>
                  <p:par>
                    <p:cTn id="77" fill="hold" nodeType="clickPar">
                      <p:stCondLst>
                        <p:cond delay="indefinite"/>
                      </p:stCondLst>
                      <p:childTnLst>
                        <p:par>
                          <p:cTn id="78" fill="hold" nodeType="withGroup">
                            <p:stCondLst>
                              <p:cond delay="0"/>
                            </p:stCondLst>
                            <p:childTnLst>
                              <p:par>
                                <p:cTn id="79" presetID="22" presetClass="entr" presetSubtype="1" fill="hold" nodeType="clickEffect">
                                  <p:stCondLst>
                                    <p:cond delay="0"/>
                                  </p:stCondLst>
                                  <p:childTnLst>
                                    <p:set>
                                      <p:cBhvr>
                                        <p:cTn id="80" dur="1" fill="hold">
                                          <p:stCondLst>
                                            <p:cond delay="0"/>
                                          </p:stCondLst>
                                        </p:cTn>
                                        <p:tgtEl>
                                          <p:spTgt spid="2"/>
                                        </p:tgtEl>
                                        <p:attrNameLst>
                                          <p:attrName>style.visibility</p:attrName>
                                        </p:attrNameLst>
                                      </p:cBhvr>
                                      <p:to>
                                        <p:strVal val="visible"/>
                                      </p:to>
                                    </p:set>
                                    <p:animEffect transition="in" filter="wipe(up)">
                                      <p:cBhvr>
                                        <p:cTn id="81" dur="500"/>
                                        <p:tgtEl>
                                          <p:spTgt spid="2"/>
                                        </p:tgtEl>
                                      </p:cBhvr>
                                    </p:animEffect>
                                  </p:childTnLst>
                                </p:cTn>
                              </p:par>
                            </p:childTnLst>
                          </p:cTn>
                        </p:par>
                        <p:par>
                          <p:cTn id="82" fill="hold" nodeType="afterGroup">
                            <p:stCondLst>
                              <p:cond delay="500"/>
                            </p:stCondLst>
                            <p:childTnLst>
                              <p:par>
                                <p:cTn id="83" presetID="22" presetClass="entr" presetSubtype="1" fill="hold" grpId="0" nodeType="afterEffect">
                                  <p:stCondLst>
                                    <p:cond delay="0"/>
                                  </p:stCondLst>
                                  <p:childTnLst>
                                    <p:set>
                                      <p:cBhvr>
                                        <p:cTn id="84" dur="1" fill="hold">
                                          <p:stCondLst>
                                            <p:cond delay="0"/>
                                          </p:stCondLst>
                                        </p:cTn>
                                        <p:tgtEl>
                                          <p:spTgt spid="177199"/>
                                        </p:tgtEl>
                                        <p:attrNameLst>
                                          <p:attrName>style.visibility</p:attrName>
                                        </p:attrNameLst>
                                      </p:cBhvr>
                                      <p:to>
                                        <p:strVal val="visible"/>
                                      </p:to>
                                    </p:set>
                                    <p:animEffect transition="in" filter="wipe(up)">
                                      <p:cBhvr>
                                        <p:cTn id="85" dur="500"/>
                                        <p:tgtEl>
                                          <p:spTgt spid="177199"/>
                                        </p:tgtEl>
                                      </p:cBhvr>
                                    </p:animEffect>
                                  </p:childTnLst>
                                </p:cTn>
                              </p:par>
                            </p:childTnLst>
                          </p:cTn>
                        </p:par>
                        <p:par>
                          <p:cTn id="86" fill="hold" nodeType="afterGroup">
                            <p:stCondLst>
                              <p:cond delay="1000"/>
                            </p:stCondLst>
                            <p:childTnLst>
                              <p:par>
                                <p:cTn id="87" presetID="22" presetClass="entr" presetSubtype="1" fill="hold" nodeType="afterEffect">
                                  <p:stCondLst>
                                    <p:cond delay="0"/>
                                  </p:stCondLst>
                                  <p:childTnLst>
                                    <p:set>
                                      <p:cBhvr>
                                        <p:cTn id="88" dur="1" fill="hold">
                                          <p:stCondLst>
                                            <p:cond delay="0"/>
                                          </p:stCondLst>
                                        </p:cTn>
                                        <p:tgtEl>
                                          <p:spTgt spid="3"/>
                                        </p:tgtEl>
                                        <p:attrNameLst>
                                          <p:attrName>style.visibility</p:attrName>
                                        </p:attrNameLst>
                                      </p:cBhvr>
                                      <p:to>
                                        <p:strVal val="visible"/>
                                      </p:to>
                                    </p:set>
                                    <p:animEffect transition="in" filter="wipe(up)">
                                      <p:cBhvr>
                                        <p:cTn id="89" dur="500"/>
                                        <p:tgtEl>
                                          <p:spTgt spid="3"/>
                                        </p:tgtEl>
                                      </p:cBhvr>
                                    </p:animEffect>
                                  </p:childTnLst>
                                </p:cTn>
                              </p:par>
                            </p:childTnLst>
                          </p:cTn>
                        </p:par>
                      </p:childTnLst>
                    </p:cTn>
                  </p:par>
                  <p:par>
                    <p:cTn id="90" fill="hold" nodeType="clickPar">
                      <p:stCondLst>
                        <p:cond delay="indefinite"/>
                      </p:stCondLst>
                      <p:childTnLst>
                        <p:par>
                          <p:cTn id="91" fill="hold" nodeType="withGroup">
                            <p:stCondLst>
                              <p:cond delay="0"/>
                            </p:stCondLst>
                            <p:childTnLst>
                              <p:par>
                                <p:cTn id="92" presetID="22" presetClass="entr" presetSubtype="1" fill="hold" grpId="0" nodeType="clickEffect">
                                  <p:stCondLst>
                                    <p:cond delay="0"/>
                                  </p:stCondLst>
                                  <p:childTnLst>
                                    <p:set>
                                      <p:cBhvr>
                                        <p:cTn id="93" dur="1" fill="hold">
                                          <p:stCondLst>
                                            <p:cond delay="0"/>
                                          </p:stCondLst>
                                        </p:cTn>
                                        <p:tgtEl>
                                          <p:spTgt spid="177200"/>
                                        </p:tgtEl>
                                        <p:attrNameLst>
                                          <p:attrName>style.visibility</p:attrName>
                                        </p:attrNameLst>
                                      </p:cBhvr>
                                      <p:to>
                                        <p:strVal val="visible"/>
                                      </p:to>
                                    </p:set>
                                    <p:animEffect transition="in" filter="wipe(up)">
                                      <p:cBhvr>
                                        <p:cTn id="94" dur="500"/>
                                        <p:tgtEl>
                                          <p:spTgt spid="177200"/>
                                        </p:tgtEl>
                                      </p:cBhvr>
                                    </p:animEffect>
                                  </p:childTnLst>
                                </p:cTn>
                              </p:par>
                            </p:childTnLst>
                          </p:cTn>
                        </p:par>
                      </p:childTnLst>
                    </p:cTn>
                  </p:par>
                  <p:par>
                    <p:cTn id="95" fill="hold" nodeType="clickPar">
                      <p:stCondLst>
                        <p:cond delay="indefinite"/>
                      </p:stCondLst>
                      <p:childTnLst>
                        <p:par>
                          <p:cTn id="96" fill="hold" nodeType="withGroup">
                            <p:stCondLst>
                              <p:cond delay="0"/>
                            </p:stCondLst>
                            <p:childTnLst>
                              <p:par>
                                <p:cTn id="97" presetID="22" presetClass="entr" presetSubtype="1" fill="hold" grpId="0" nodeType="clickEffect">
                                  <p:stCondLst>
                                    <p:cond delay="0"/>
                                  </p:stCondLst>
                                  <p:childTnLst>
                                    <p:set>
                                      <p:cBhvr>
                                        <p:cTn id="98" dur="1" fill="hold">
                                          <p:stCondLst>
                                            <p:cond delay="0"/>
                                          </p:stCondLst>
                                        </p:cTn>
                                        <p:tgtEl>
                                          <p:spTgt spid="177201"/>
                                        </p:tgtEl>
                                        <p:attrNameLst>
                                          <p:attrName>style.visibility</p:attrName>
                                        </p:attrNameLst>
                                      </p:cBhvr>
                                      <p:to>
                                        <p:strVal val="visible"/>
                                      </p:to>
                                    </p:set>
                                    <p:animEffect transition="in" filter="wipe(up)">
                                      <p:cBhvr>
                                        <p:cTn id="99" dur="500"/>
                                        <p:tgtEl>
                                          <p:spTgt spid="177201"/>
                                        </p:tgtEl>
                                      </p:cBhvr>
                                    </p:animEffect>
                                  </p:childTnLst>
                                </p:cTn>
                              </p:par>
                            </p:childTnLst>
                          </p:cTn>
                        </p:par>
                      </p:childTnLst>
                    </p:cTn>
                  </p:par>
                  <p:par>
                    <p:cTn id="100" fill="hold" nodeType="clickPar">
                      <p:stCondLst>
                        <p:cond delay="indefinite"/>
                      </p:stCondLst>
                      <p:childTnLst>
                        <p:par>
                          <p:cTn id="101" fill="hold" nodeType="withGroup">
                            <p:stCondLst>
                              <p:cond delay="0"/>
                            </p:stCondLst>
                            <p:childTnLst>
                              <p:par>
                                <p:cTn id="102" presetID="22" presetClass="entr" presetSubtype="1" fill="hold" grpId="0" nodeType="clickEffect">
                                  <p:stCondLst>
                                    <p:cond delay="0"/>
                                  </p:stCondLst>
                                  <p:childTnLst>
                                    <p:set>
                                      <p:cBhvr>
                                        <p:cTn id="103" dur="1" fill="hold">
                                          <p:stCondLst>
                                            <p:cond delay="0"/>
                                          </p:stCondLst>
                                        </p:cTn>
                                        <p:tgtEl>
                                          <p:spTgt spid="177202"/>
                                        </p:tgtEl>
                                        <p:attrNameLst>
                                          <p:attrName>style.visibility</p:attrName>
                                        </p:attrNameLst>
                                      </p:cBhvr>
                                      <p:to>
                                        <p:strVal val="visible"/>
                                      </p:to>
                                    </p:set>
                                    <p:animEffect transition="in" filter="wipe(up)">
                                      <p:cBhvr>
                                        <p:cTn id="104" dur="500"/>
                                        <p:tgtEl>
                                          <p:spTgt spid="177202"/>
                                        </p:tgtEl>
                                      </p:cBhvr>
                                    </p:animEffect>
                                  </p:childTnLst>
                                </p:cTn>
                              </p:par>
                            </p:childTnLst>
                          </p:cTn>
                        </p:par>
                      </p:childTnLst>
                    </p:cTn>
                  </p:par>
                  <p:par>
                    <p:cTn id="105" fill="hold" nodeType="clickPar">
                      <p:stCondLst>
                        <p:cond delay="indefinite"/>
                      </p:stCondLst>
                      <p:childTnLst>
                        <p:par>
                          <p:cTn id="106" fill="hold" nodeType="withGroup">
                            <p:stCondLst>
                              <p:cond delay="0"/>
                            </p:stCondLst>
                            <p:childTnLst>
                              <p:par>
                                <p:cTn id="107" presetID="22" presetClass="entr" presetSubtype="1" fill="hold" grpId="0" nodeType="clickEffect">
                                  <p:stCondLst>
                                    <p:cond delay="0"/>
                                  </p:stCondLst>
                                  <p:childTnLst>
                                    <p:set>
                                      <p:cBhvr>
                                        <p:cTn id="108" dur="1" fill="hold">
                                          <p:stCondLst>
                                            <p:cond delay="0"/>
                                          </p:stCondLst>
                                        </p:cTn>
                                        <p:tgtEl>
                                          <p:spTgt spid="177203"/>
                                        </p:tgtEl>
                                        <p:attrNameLst>
                                          <p:attrName>style.visibility</p:attrName>
                                        </p:attrNameLst>
                                      </p:cBhvr>
                                      <p:to>
                                        <p:strVal val="visible"/>
                                      </p:to>
                                    </p:set>
                                    <p:animEffect transition="in" filter="wipe(up)">
                                      <p:cBhvr>
                                        <p:cTn id="109" dur="500"/>
                                        <p:tgtEl>
                                          <p:spTgt spid="177203"/>
                                        </p:tgtEl>
                                      </p:cBhvr>
                                    </p:animEffect>
                                  </p:childTnLst>
                                </p:cTn>
                              </p:par>
                            </p:childTnLst>
                          </p:cTn>
                        </p:par>
                      </p:childTnLst>
                    </p:cTn>
                  </p:par>
                  <p:par>
                    <p:cTn id="110" fill="hold" nodeType="clickPar">
                      <p:stCondLst>
                        <p:cond delay="indefinite"/>
                      </p:stCondLst>
                      <p:childTnLst>
                        <p:par>
                          <p:cTn id="111" fill="hold" nodeType="withGroup">
                            <p:stCondLst>
                              <p:cond delay="0"/>
                            </p:stCondLst>
                            <p:childTnLst>
                              <p:par>
                                <p:cTn id="112" presetID="22" presetClass="entr" presetSubtype="4" fill="hold" grpId="0" nodeType="clickEffect">
                                  <p:stCondLst>
                                    <p:cond delay="0"/>
                                  </p:stCondLst>
                                  <p:childTnLst>
                                    <p:set>
                                      <p:cBhvr>
                                        <p:cTn id="113" dur="1" fill="hold">
                                          <p:stCondLst>
                                            <p:cond delay="0"/>
                                          </p:stCondLst>
                                        </p:cTn>
                                        <p:tgtEl>
                                          <p:spTgt spid="177204"/>
                                        </p:tgtEl>
                                        <p:attrNameLst>
                                          <p:attrName>style.visibility</p:attrName>
                                        </p:attrNameLst>
                                      </p:cBhvr>
                                      <p:to>
                                        <p:strVal val="visible"/>
                                      </p:to>
                                    </p:set>
                                    <p:animEffect transition="in" filter="wipe(down)">
                                      <p:cBhvr>
                                        <p:cTn id="114" dur="500"/>
                                        <p:tgtEl>
                                          <p:spTgt spid="177204"/>
                                        </p:tgtEl>
                                      </p:cBhvr>
                                    </p:animEffect>
                                  </p:childTnLst>
                                </p:cTn>
                              </p:par>
                            </p:childTnLst>
                          </p:cTn>
                        </p:par>
                        <p:par>
                          <p:cTn id="115" fill="hold" nodeType="afterGroup">
                            <p:stCondLst>
                              <p:cond delay="500"/>
                            </p:stCondLst>
                            <p:childTnLst>
                              <p:par>
                                <p:cTn id="116" presetID="22" presetClass="entr" presetSubtype="4" fill="hold" grpId="0" nodeType="afterEffect">
                                  <p:stCondLst>
                                    <p:cond delay="0"/>
                                  </p:stCondLst>
                                  <p:childTnLst>
                                    <p:set>
                                      <p:cBhvr>
                                        <p:cTn id="117" dur="1" fill="hold">
                                          <p:stCondLst>
                                            <p:cond delay="0"/>
                                          </p:stCondLst>
                                        </p:cTn>
                                        <p:tgtEl>
                                          <p:spTgt spid="177205"/>
                                        </p:tgtEl>
                                        <p:attrNameLst>
                                          <p:attrName>style.visibility</p:attrName>
                                        </p:attrNameLst>
                                      </p:cBhvr>
                                      <p:to>
                                        <p:strVal val="visible"/>
                                      </p:to>
                                    </p:set>
                                    <p:animEffect transition="in" filter="wipe(down)">
                                      <p:cBhvr>
                                        <p:cTn id="118" dur="500"/>
                                        <p:tgtEl>
                                          <p:spTgt spid="177205"/>
                                        </p:tgtEl>
                                      </p:cBhvr>
                                    </p:animEffect>
                                  </p:childTnLst>
                                </p:cTn>
                              </p:par>
                            </p:childTnLst>
                          </p:cTn>
                        </p:par>
                      </p:childTnLst>
                    </p:cTn>
                  </p:par>
                  <p:par>
                    <p:cTn id="119" fill="hold" nodeType="clickPar">
                      <p:stCondLst>
                        <p:cond delay="indefinite"/>
                      </p:stCondLst>
                      <p:childTnLst>
                        <p:par>
                          <p:cTn id="120" fill="hold" nodeType="withGroup">
                            <p:stCondLst>
                              <p:cond delay="0"/>
                            </p:stCondLst>
                            <p:childTnLst>
                              <p:par>
                                <p:cTn id="121" presetID="22" presetClass="entr" presetSubtype="1" fill="hold" grpId="0" nodeType="clickEffect">
                                  <p:stCondLst>
                                    <p:cond delay="0"/>
                                  </p:stCondLst>
                                  <p:childTnLst>
                                    <p:set>
                                      <p:cBhvr>
                                        <p:cTn id="122" dur="1" fill="hold">
                                          <p:stCondLst>
                                            <p:cond delay="0"/>
                                          </p:stCondLst>
                                        </p:cTn>
                                        <p:tgtEl>
                                          <p:spTgt spid="177194"/>
                                        </p:tgtEl>
                                        <p:attrNameLst>
                                          <p:attrName>style.visibility</p:attrName>
                                        </p:attrNameLst>
                                      </p:cBhvr>
                                      <p:to>
                                        <p:strVal val="visible"/>
                                      </p:to>
                                    </p:set>
                                    <p:animEffect transition="in" filter="wipe(up)">
                                      <p:cBhvr>
                                        <p:cTn id="123" dur="500"/>
                                        <p:tgtEl>
                                          <p:spTgt spid="17719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7180" grpId="0" animBg="1" autoUpdateAnimBg="0"/>
      <p:bldP spid="177194" grpId="0" animBg="1"/>
      <p:bldP spid="177199" grpId="0" animBg="1"/>
      <p:bldP spid="177200" grpId="0" animBg="1"/>
      <p:bldP spid="177201" grpId="0" animBg="1"/>
      <p:bldP spid="177202" grpId="0" animBg="1"/>
      <p:bldP spid="177203" grpId="0" animBg="1"/>
      <p:bldP spid="177204" grpId="0" animBg="1"/>
      <p:bldP spid="177205" grpId="0" animBg="1"/>
      <p:bldP spid="177211" grpId="0" animBg="1" autoUpdateAnimBg="0"/>
      <p:bldP spid="177212" grpId="0" animBg="1"/>
      <p:bldP spid="177213" grpId="0" animBg="1" autoUpdateAnimBg="0"/>
      <p:bldP spid="177216" grpId="0" animBg="1"/>
      <p:bldP spid="177227" grpId="0" animBg="1"/>
      <p:bldP spid="177234" grpId="0" animBg="1" autoUpdateAnimBg="0"/>
      <p:bldP spid="177243" grpId="0" autoUpdateAnimBg="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50000"/>
              </a:spcBef>
              <a:buClrTx/>
              <a:buFontTx/>
              <a:buNone/>
            </a:pPr>
            <a:fld id="{CFC32B67-F55C-44FE-A7A4-1199B2A4AA5D}" type="slidenum">
              <a:rPr lang="en-US" altLang="zh-CN" sz="1400" smtClean="0">
                <a:solidFill>
                  <a:schemeClr val="bg2"/>
                </a:solidFill>
              </a:rPr>
              <a:pPr eaLnBrk="1" hangingPunct="1">
                <a:spcBef>
                  <a:spcPct val="50000"/>
                </a:spcBef>
                <a:buClrTx/>
                <a:buFontTx/>
                <a:buNone/>
              </a:pPr>
              <a:t>14</a:t>
            </a:fld>
            <a:endParaRPr lang="en-US" altLang="zh-CN" sz="1400" smtClean="0">
              <a:solidFill>
                <a:schemeClr val="bg2"/>
              </a:solidFill>
            </a:endParaRPr>
          </a:p>
        </p:txBody>
      </p:sp>
      <p:sp>
        <p:nvSpPr>
          <p:cNvPr id="178294" name="Text Box 118"/>
          <p:cNvSpPr txBox="1">
            <a:spLocks noChangeArrowheads="1"/>
          </p:cNvSpPr>
          <p:nvPr/>
        </p:nvSpPr>
        <p:spPr bwMode="auto">
          <a:xfrm>
            <a:off x="5935663" y="1019175"/>
            <a:ext cx="43973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r>
              <a:rPr lang="el-GR" altLang="zh-CN" sz="2000" i="1">
                <a:solidFill>
                  <a:srgbClr val="A50021"/>
                </a:solidFill>
                <a:latin typeface="宋体" pitchFamily="2" charset="-122"/>
                <a:cs typeface="Times New Roman" pitchFamily="18" charset="0"/>
              </a:rPr>
              <a:t>θ</a:t>
            </a:r>
            <a:endParaRPr lang="el-GR" altLang="zh-CN" sz="2000" i="1">
              <a:solidFill>
                <a:srgbClr val="A50021"/>
              </a:solidFill>
              <a:cs typeface="Times New Roman" pitchFamily="18" charset="0"/>
            </a:endParaRPr>
          </a:p>
        </p:txBody>
      </p:sp>
      <p:sp>
        <p:nvSpPr>
          <p:cNvPr id="16388" name="Line 120"/>
          <p:cNvSpPr>
            <a:spLocks noChangeAspect="1" noChangeShapeType="1"/>
          </p:cNvSpPr>
          <p:nvPr/>
        </p:nvSpPr>
        <p:spPr bwMode="auto">
          <a:xfrm flipV="1">
            <a:off x="1890713" y="368300"/>
            <a:ext cx="0" cy="1909763"/>
          </a:xfrm>
          <a:prstGeom prst="line">
            <a:avLst/>
          </a:prstGeom>
          <a:noFill/>
          <a:ln w="19050">
            <a:solidFill>
              <a:srgbClr val="FF0000"/>
            </a:solidFill>
            <a:round/>
            <a:headEnd/>
            <a:tailEnd type="stealth" w="lg"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6389" name="Line 121"/>
          <p:cNvSpPr>
            <a:spLocks noChangeShapeType="1"/>
          </p:cNvSpPr>
          <p:nvPr/>
        </p:nvSpPr>
        <p:spPr bwMode="auto">
          <a:xfrm flipH="1">
            <a:off x="217488" y="2273300"/>
            <a:ext cx="1692275" cy="987425"/>
          </a:xfrm>
          <a:prstGeom prst="line">
            <a:avLst/>
          </a:prstGeom>
          <a:noFill/>
          <a:ln w="19050">
            <a:solidFill>
              <a:srgbClr val="FF0000"/>
            </a:solidFill>
            <a:round/>
            <a:headEnd/>
            <a:tailEnd type="stealth" w="lg"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6390" name="Line 122"/>
          <p:cNvSpPr>
            <a:spLocks noChangeShapeType="1"/>
          </p:cNvSpPr>
          <p:nvPr/>
        </p:nvSpPr>
        <p:spPr bwMode="auto">
          <a:xfrm>
            <a:off x="1900238" y="2286000"/>
            <a:ext cx="2230437" cy="4763"/>
          </a:xfrm>
          <a:prstGeom prst="line">
            <a:avLst/>
          </a:prstGeom>
          <a:noFill/>
          <a:ln w="19050">
            <a:solidFill>
              <a:srgbClr val="FF0000"/>
            </a:solidFill>
            <a:round/>
            <a:headEnd/>
            <a:tailEnd type="stealth" w="lg"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78299" name="Line 123"/>
          <p:cNvSpPr>
            <a:spLocks noChangeShapeType="1"/>
          </p:cNvSpPr>
          <p:nvPr/>
        </p:nvSpPr>
        <p:spPr bwMode="auto">
          <a:xfrm flipV="1">
            <a:off x="1898650" y="1500188"/>
            <a:ext cx="2017713" cy="784225"/>
          </a:xfrm>
          <a:prstGeom prst="line">
            <a:avLst/>
          </a:prstGeom>
          <a:noFill/>
          <a:ln w="38100">
            <a:solidFill>
              <a:schemeClr val="tx2"/>
            </a:solidFill>
            <a:round/>
            <a:headEnd/>
            <a:tailEnd type="stealth" w="lg"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78300" name="Line 124"/>
          <p:cNvSpPr>
            <a:spLocks noChangeShapeType="1"/>
          </p:cNvSpPr>
          <p:nvPr/>
        </p:nvSpPr>
        <p:spPr bwMode="auto">
          <a:xfrm flipH="1">
            <a:off x="1543050" y="2286000"/>
            <a:ext cx="347663" cy="1173163"/>
          </a:xfrm>
          <a:prstGeom prst="line">
            <a:avLst/>
          </a:prstGeom>
          <a:noFill/>
          <a:ln w="38100">
            <a:solidFill>
              <a:schemeClr val="tx2"/>
            </a:solidFill>
            <a:round/>
            <a:headEnd/>
            <a:tailEnd type="stealth" w="lg"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78301" name="Arc 125"/>
          <p:cNvSpPr>
            <a:spLocks/>
          </p:cNvSpPr>
          <p:nvPr/>
        </p:nvSpPr>
        <p:spPr bwMode="auto">
          <a:xfrm rot="9928708">
            <a:off x="895350" y="2767013"/>
            <a:ext cx="666750" cy="546100"/>
          </a:xfrm>
          <a:custGeom>
            <a:avLst/>
            <a:gdLst>
              <a:gd name="T0" fmla="*/ 2147483647 w 21600"/>
              <a:gd name="T1" fmla="*/ 0 h 21600"/>
              <a:gd name="T2" fmla="*/ 2147483647 w 21600"/>
              <a:gd name="T3" fmla="*/ 2147483647 h 21600"/>
              <a:gd name="T4" fmla="*/ 0 w 21600"/>
              <a:gd name="T5" fmla="*/ 2147483647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33" y="0"/>
                </a:moveTo>
                <a:cubicBezTo>
                  <a:pt x="11950" y="18"/>
                  <a:pt x="21600" y="9683"/>
                  <a:pt x="21600" y="21600"/>
                </a:cubicBezTo>
              </a:path>
              <a:path w="21600" h="21600" stroke="0" extrusionOk="0">
                <a:moveTo>
                  <a:pt x="33" y="0"/>
                </a:moveTo>
                <a:cubicBezTo>
                  <a:pt x="11950" y="18"/>
                  <a:pt x="21600" y="9683"/>
                  <a:pt x="21600" y="21600"/>
                </a:cubicBezTo>
                <a:lnTo>
                  <a:pt x="0" y="21600"/>
                </a:lnTo>
                <a:lnTo>
                  <a:pt x="33" y="0"/>
                </a:lnTo>
                <a:close/>
              </a:path>
            </a:pathLst>
          </a:custGeom>
          <a:noFill/>
          <a:ln w="19050">
            <a:solidFill>
              <a:schemeClr val="tx2"/>
            </a:solidFill>
            <a:round/>
            <a:headEnd type="stealth" w="lg" len="lg"/>
            <a:tailEnd type="stealth" w="lg"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6394" name="Text Box 126"/>
          <p:cNvSpPr txBox="1">
            <a:spLocks noChangeArrowheads="1"/>
          </p:cNvSpPr>
          <p:nvPr/>
        </p:nvSpPr>
        <p:spPr bwMode="auto">
          <a:xfrm>
            <a:off x="244475" y="2678113"/>
            <a:ext cx="311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r>
              <a:rPr lang="en-US" altLang="zh-CN" sz="2000" i="1">
                <a:solidFill>
                  <a:srgbClr val="A50021"/>
                </a:solidFill>
              </a:rPr>
              <a:t>x</a:t>
            </a:r>
          </a:p>
        </p:txBody>
      </p:sp>
      <p:sp>
        <p:nvSpPr>
          <p:cNvPr id="16395" name="Text Box 127"/>
          <p:cNvSpPr txBox="1">
            <a:spLocks noChangeArrowheads="1"/>
          </p:cNvSpPr>
          <p:nvPr/>
        </p:nvSpPr>
        <p:spPr bwMode="auto">
          <a:xfrm>
            <a:off x="4002088" y="1958975"/>
            <a:ext cx="36036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r>
              <a:rPr lang="en-US" altLang="zh-CN" sz="2000" i="1">
                <a:solidFill>
                  <a:srgbClr val="A50021"/>
                </a:solidFill>
              </a:rPr>
              <a:t> y</a:t>
            </a:r>
          </a:p>
        </p:txBody>
      </p:sp>
      <p:sp>
        <p:nvSpPr>
          <p:cNvPr id="16396" name="Text Box 128"/>
          <p:cNvSpPr txBox="1">
            <a:spLocks noChangeArrowheads="1"/>
          </p:cNvSpPr>
          <p:nvPr/>
        </p:nvSpPr>
        <p:spPr bwMode="auto">
          <a:xfrm>
            <a:off x="1484313" y="271463"/>
            <a:ext cx="3460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r>
              <a:rPr lang="en-US" altLang="zh-CN" sz="2000" i="1">
                <a:solidFill>
                  <a:srgbClr val="A50021"/>
                </a:solidFill>
              </a:rPr>
              <a:t> z</a:t>
            </a:r>
          </a:p>
        </p:txBody>
      </p:sp>
      <p:sp>
        <p:nvSpPr>
          <p:cNvPr id="178305" name="Text Box 129"/>
          <p:cNvSpPr txBox="1">
            <a:spLocks noChangeArrowheads="1"/>
          </p:cNvSpPr>
          <p:nvPr/>
        </p:nvSpPr>
        <p:spPr bwMode="auto">
          <a:xfrm>
            <a:off x="1611313" y="3097213"/>
            <a:ext cx="39528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r>
              <a:rPr lang="en-US" altLang="zh-CN" sz="2000" i="1">
                <a:solidFill>
                  <a:srgbClr val="A50021"/>
                </a:solidFill>
              </a:rPr>
              <a:t>x’</a:t>
            </a:r>
          </a:p>
        </p:txBody>
      </p:sp>
      <p:sp>
        <p:nvSpPr>
          <p:cNvPr id="178306" name="Text Box 130"/>
          <p:cNvSpPr txBox="1">
            <a:spLocks noChangeArrowheads="1"/>
          </p:cNvSpPr>
          <p:nvPr/>
        </p:nvSpPr>
        <p:spPr bwMode="auto">
          <a:xfrm>
            <a:off x="3441700" y="1185863"/>
            <a:ext cx="4445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r>
              <a:rPr lang="en-US" altLang="zh-CN" sz="2000" i="1">
                <a:solidFill>
                  <a:srgbClr val="A50021"/>
                </a:solidFill>
              </a:rPr>
              <a:t> y’</a:t>
            </a:r>
          </a:p>
        </p:txBody>
      </p:sp>
      <p:sp>
        <p:nvSpPr>
          <p:cNvPr id="178307" name="Text Box 131"/>
          <p:cNvSpPr txBox="1">
            <a:spLocks noChangeArrowheads="1"/>
          </p:cNvSpPr>
          <p:nvPr/>
        </p:nvSpPr>
        <p:spPr bwMode="auto">
          <a:xfrm>
            <a:off x="1957388" y="442913"/>
            <a:ext cx="4302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r>
              <a:rPr lang="en-US" altLang="zh-CN" sz="2000" i="1">
                <a:solidFill>
                  <a:srgbClr val="A50021"/>
                </a:solidFill>
              </a:rPr>
              <a:t> z’</a:t>
            </a:r>
          </a:p>
        </p:txBody>
      </p:sp>
      <p:sp>
        <p:nvSpPr>
          <p:cNvPr id="178308" name="Arc 132"/>
          <p:cNvSpPr>
            <a:spLocks/>
          </p:cNvSpPr>
          <p:nvPr/>
        </p:nvSpPr>
        <p:spPr bwMode="auto">
          <a:xfrm rot="3409470">
            <a:off x="3169444" y="1780382"/>
            <a:ext cx="581025" cy="547687"/>
          </a:xfrm>
          <a:custGeom>
            <a:avLst/>
            <a:gdLst>
              <a:gd name="T0" fmla="*/ 0 w 18821"/>
              <a:gd name="T1" fmla="*/ 0 h 21600"/>
              <a:gd name="T2" fmla="*/ 2147483647 w 18821"/>
              <a:gd name="T3" fmla="*/ 2147483647 h 21600"/>
              <a:gd name="T4" fmla="*/ 0 w 18821"/>
              <a:gd name="T5" fmla="*/ 2147483647 h 21600"/>
              <a:gd name="T6" fmla="*/ 0 60000 65536"/>
              <a:gd name="T7" fmla="*/ 0 60000 65536"/>
              <a:gd name="T8" fmla="*/ 0 60000 65536"/>
              <a:gd name="T9" fmla="*/ 0 w 18821"/>
              <a:gd name="T10" fmla="*/ 0 h 21600"/>
              <a:gd name="T11" fmla="*/ 18821 w 18821"/>
              <a:gd name="T12" fmla="*/ 21600 h 21600"/>
            </a:gdLst>
            <a:ahLst/>
            <a:cxnLst>
              <a:cxn ang="T6">
                <a:pos x="T0" y="T1"/>
              </a:cxn>
              <a:cxn ang="T7">
                <a:pos x="T2" y="T3"/>
              </a:cxn>
              <a:cxn ang="T8">
                <a:pos x="T4" y="T5"/>
              </a:cxn>
            </a:cxnLst>
            <a:rect l="T9" t="T10" r="T11" b="T12"/>
            <a:pathLst>
              <a:path w="18821" h="21600" fill="none" extrusionOk="0">
                <a:moveTo>
                  <a:pt x="-1" y="0"/>
                </a:moveTo>
                <a:cubicBezTo>
                  <a:pt x="7800" y="0"/>
                  <a:pt x="14994" y="4205"/>
                  <a:pt x="18821" y="11001"/>
                </a:cubicBezTo>
              </a:path>
              <a:path w="18821" h="21600" stroke="0" extrusionOk="0">
                <a:moveTo>
                  <a:pt x="-1" y="0"/>
                </a:moveTo>
                <a:cubicBezTo>
                  <a:pt x="7800" y="0"/>
                  <a:pt x="14994" y="4205"/>
                  <a:pt x="18821" y="11001"/>
                </a:cubicBezTo>
                <a:lnTo>
                  <a:pt x="0" y="21600"/>
                </a:lnTo>
                <a:lnTo>
                  <a:pt x="-1" y="0"/>
                </a:lnTo>
                <a:close/>
              </a:path>
            </a:pathLst>
          </a:custGeom>
          <a:noFill/>
          <a:ln w="19050">
            <a:solidFill>
              <a:schemeClr val="tx2"/>
            </a:solidFill>
            <a:round/>
            <a:headEnd type="stealth" w="lg" len="lg"/>
            <a:tailEnd type="stealth" w="lg"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78309" name="Text Box 133"/>
          <p:cNvSpPr txBox="1">
            <a:spLocks noChangeArrowheads="1"/>
          </p:cNvSpPr>
          <p:nvPr/>
        </p:nvSpPr>
        <p:spPr bwMode="auto">
          <a:xfrm>
            <a:off x="954088" y="2736850"/>
            <a:ext cx="43973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r>
              <a:rPr lang="el-GR" altLang="zh-CN" sz="2000" i="1">
                <a:solidFill>
                  <a:srgbClr val="A50021"/>
                </a:solidFill>
                <a:latin typeface="宋体" pitchFamily="2" charset="-122"/>
                <a:cs typeface="Times New Roman" pitchFamily="18" charset="0"/>
              </a:rPr>
              <a:t>φ</a:t>
            </a:r>
          </a:p>
        </p:txBody>
      </p:sp>
      <p:sp>
        <p:nvSpPr>
          <p:cNvPr id="178310" name="Text Box 134"/>
          <p:cNvSpPr txBox="1">
            <a:spLocks noChangeArrowheads="1"/>
          </p:cNvSpPr>
          <p:nvPr/>
        </p:nvSpPr>
        <p:spPr bwMode="auto">
          <a:xfrm>
            <a:off x="3154363" y="1766888"/>
            <a:ext cx="43973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r>
              <a:rPr lang="el-GR" altLang="zh-CN" sz="2000" i="1">
                <a:solidFill>
                  <a:srgbClr val="A50021"/>
                </a:solidFill>
                <a:latin typeface="宋体" pitchFamily="2" charset="-122"/>
                <a:cs typeface="Times New Roman" pitchFamily="18" charset="0"/>
              </a:rPr>
              <a:t>φ</a:t>
            </a:r>
          </a:p>
        </p:txBody>
      </p:sp>
      <p:sp>
        <p:nvSpPr>
          <p:cNvPr id="178311" name="Line 135"/>
          <p:cNvSpPr>
            <a:spLocks noChangeAspect="1" noChangeShapeType="1"/>
          </p:cNvSpPr>
          <p:nvPr/>
        </p:nvSpPr>
        <p:spPr bwMode="auto">
          <a:xfrm flipV="1">
            <a:off x="6408738" y="369888"/>
            <a:ext cx="0" cy="3259137"/>
          </a:xfrm>
          <a:prstGeom prst="line">
            <a:avLst/>
          </a:prstGeom>
          <a:noFill/>
          <a:ln w="19050">
            <a:solidFill>
              <a:srgbClr val="FF0000"/>
            </a:solidFill>
            <a:round/>
            <a:headEnd/>
            <a:tailEnd type="stealth" w="lg"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78314" name="Line 138"/>
          <p:cNvSpPr>
            <a:spLocks noChangeShapeType="1"/>
          </p:cNvSpPr>
          <p:nvPr/>
        </p:nvSpPr>
        <p:spPr bwMode="auto">
          <a:xfrm flipV="1">
            <a:off x="6416675" y="1136650"/>
            <a:ext cx="1608138" cy="1149350"/>
          </a:xfrm>
          <a:prstGeom prst="line">
            <a:avLst/>
          </a:prstGeom>
          <a:noFill/>
          <a:ln w="38100">
            <a:solidFill>
              <a:schemeClr val="tx2"/>
            </a:solidFill>
            <a:round/>
            <a:headEnd/>
            <a:tailEnd type="stealth" w="lg"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78316" name="Arc 140"/>
          <p:cNvSpPr>
            <a:spLocks/>
          </p:cNvSpPr>
          <p:nvPr/>
        </p:nvSpPr>
        <p:spPr bwMode="auto">
          <a:xfrm rot="-2358028">
            <a:off x="5903913" y="868363"/>
            <a:ext cx="584200" cy="547687"/>
          </a:xfrm>
          <a:custGeom>
            <a:avLst/>
            <a:gdLst>
              <a:gd name="T0" fmla="*/ 0 w 18943"/>
              <a:gd name="T1" fmla="*/ 0 h 21600"/>
              <a:gd name="T2" fmla="*/ 2147483647 w 18943"/>
              <a:gd name="T3" fmla="*/ 2147483647 h 21600"/>
              <a:gd name="T4" fmla="*/ 0 w 18943"/>
              <a:gd name="T5" fmla="*/ 2147483647 h 21600"/>
              <a:gd name="T6" fmla="*/ 0 60000 65536"/>
              <a:gd name="T7" fmla="*/ 0 60000 65536"/>
              <a:gd name="T8" fmla="*/ 0 60000 65536"/>
              <a:gd name="T9" fmla="*/ 0 w 18943"/>
              <a:gd name="T10" fmla="*/ 0 h 21600"/>
              <a:gd name="T11" fmla="*/ 18943 w 18943"/>
              <a:gd name="T12" fmla="*/ 21600 h 21600"/>
            </a:gdLst>
            <a:ahLst/>
            <a:cxnLst>
              <a:cxn ang="T6">
                <a:pos x="T0" y="T1"/>
              </a:cxn>
              <a:cxn ang="T7">
                <a:pos x="T2" y="T3"/>
              </a:cxn>
              <a:cxn ang="T8">
                <a:pos x="T4" y="T5"/>
              </a:cxn>
            </a:cxnLst>
            <a:rect l="T9" t="T10" r="T11" b="T12"/>
            <a:pathLst>
              <a:path w="18943" h="21600" fill="none" extrusionOk="0">
                <a:moveTo>
                  <a:pt x="-1" y="0"/>
                </a:moveTo>
                <a:cubicBezTo>
                  <a:pt x="7889" y="0"/>
                  <a:pt x="15151" y="4301"/>
                  <a:pt x="18942" y="11220"/>
                </a:cubicBezTo>
              </a:path>
              <a:path w="18943" h="21600" stroke="0" extrusionOk="0">
                <a:moveTo>
                  <a:pt x="-1" y="0"/>
                </a:moveTo>
                <a:cubicBezTo>
                  <a:pt x="7889" y="0"/>
                  <a:pt x="15151" y="4301"/>
                  <a:pt x="18942" y="11220"/>
                </a:cubicBezTo>
                <a:lnTo>
                  <a:pt x="0" y="21600"/>
                </a:lnTo>
                <a:lnTo>
                  <a:pt x="-1" y="0"/>
                </a:lnTo>
                <a:close/>
              </a:path>
            </a:pathLst>
          </a:custGeom>
          <a:noFill/>
          <a:ln w="19050">
            <a:solidFill>
              <a:schemeClr val="tx2"/>
            </a:solidFill>
            <a:round/>
            <a:headEnd type="stealth" w="lg" len="lg"/>
            <a:tailEnd type="stealth" w="lg"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78319" name="Text Box 143"/>
          <p:cNvSpPr txBox="1">
            <a:spLocks noChangeArrowheads="1"/>
          </p:cNvSpPr>
          <p:nvPr/>
        </p:nvSpPr>
        <p:spPr bwMode="auto">
          <a:xfrm>
            <a:off x="6002338" y="257175"/>
            <a:ext cx="3460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r>
              <a:rPr lang="en-US" altLang="zh-CN" sz="2000" i="1">
                <a:solidFill>
                  <a:srgbClr val="A50021"/>
                </a:solidFill>
              </a:rPr>
              <a:t> z</a:t>
            </a:r>
          </a:p>
        </p:txBody>
      </p:sp>
      <p:sp>
        <p:nvSpPr>
          <p:cNvPr id="178320" name="Text Box 144"/>
          <p:cNvSpPr txBox="1">
            <a:spLocks noChangeArrowheads="1"/>
          </p:cNvSpPr>
          <p:nvPr/>
        </p:nvSpPr>
        <p:spPr bwMode="auto">
          <a:xfrm>
            <a:off x="6677025" y="3413125"/>
            <a:ext cx="39528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r>
              <a:rPr lang="en-US" altLang="zh-CN" sz="2000" i="1">
                <a:solidFill>
                  <a:srgbClr val="A50021"/>
                </a:solidFill>
              </a:rPr>
              <a:t>x’</a:t>
            </a:r>
          </a:p>
        </p:txBody>
      </p:sp>
      <p:sp>
        <p:nvSpPr>
          <p:cNvPr id="178321" name="Text Box 145"/>
          <p:cNvSpPr txBox="1">
            <a:spLocks noChangeArrowheads="1"/>
          </p:cNvSpPr>
          <p:nvPr/>
        </p:nvSpPr>
        <p:spPr bwMode="auto">
          <a:xfrm>
            <a:off x="8047038" y="1014413"/>
            <a:ext cx="4445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r>
              <a:rPr lang="en-US" altLang="zh-CN" sz="2000" i="1">
                <a:solidFill>
                  <a:srgbClr val="A50021"/>
                </a:solidFill>
              </a:rPr>
              <a:t> y’</a:t>
            </a:r>
          </a:p>
        </p:txBody>
      </p:sp>
      <p:sp>
        <p:nvSpPr>
          <p:cNvPr id="178322" name="Text Box 146"/>
          <p:cNvSpPr txBox="1">
            <a:spLocks noChangeArrowheads="1"/>
          </p:cNvSpPr>
          <p:nvPr/>
        </p:nvSpPr>
        <p:spPr bwMode="auto">
          <a:xfrm>
            <a:off x="5143500" y="511175"/>
            <a:ext cx="4302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r>
              <a:rPr lang="en-US" altLang="zh-CN" sz="2000" i="1">
                <a:solidFill>
                  <a:srgbClr val="A50021"/>
                </a:solidFill>
              </a:rPr>
              <a:t> z’</a:t>
            </a:r>
          </a:p>
        </p:txBody>
      </p:sp>
      <p:sp>
        <p:nvSpPr>
          <p:cNvPr id="178326" name="Line 150"/>
          <p:cNvSpPr>
            <a:spLocks noChangeShapeType="1"/>
          </p:cNvSpPr>
          <p:nvPr/>
        </p:nvSpPr>
        <p:spPr bwMode="auto">
          <a:xfrm>
            <a:off x="6408738" y="2287588"/>
            <a:ext cx="169862" cy="1244600"/>
          </a:xfrm>
          <a:prstGeom prst="line">
            <a:avLst/>
          </a:prstGeom>
          <a:noFill/>
          <a:ln w="38100">
            <a:solidFill>
              <a:schemeClr val="tx2"/>
            </a:solidFill>
            <a:round/>
            <a:headEnd/>
            <a:tailEnd type="stealth" w="lg"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78327" name="Line 151"/>
          <p:cNvSpPr>
            <a:spLocks noChangeShapeType="1"/>
          </p:cNvSpPr>
          <p:nvPr/>
        </p:nvSpPr>
        <p:spPr bwMode="auto">
          <a:xfrm flipH="1" flipV="1">
            <a:off x="5681663" y="869950"/>
            <a:ext cx="727075" cy="1397000"/>
          </a:xfrm>
          <a:prstGeom prst="line">
            <a:avLst/>
          </a:prstGeom>
          <a:noFill/>
          <a:ln w="38100">
            <a:solidFill>
              <a:schemeClr val="tx2"/>
            </a:solidFill>
            <a:round/>
            <a:headEnd/>
            <a:tailEnd type="stealth" w="lg" len="lg"/>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178332" name="Object 156"/>
          <p:cNvGraphicFramePr>
            <a:graphicFrameLocks noChangeAspect="1"/>
          </p:cNvGraphicFramePr>
          <p:nvPr/>
        </p:nvGraphicFramePr>
        <p:xfrm>
          <a:off x="3205163" y="4298950"/>
          <a:ext cx="593725" cy="1466850"/>
        </p:xfrm>
        <a:graphic>
          <a:graphicData uri="http://schemas.openxmlformats.org/presentationml/2006/ole">
            <mc:AlternateContent xmlns:mc="http://schemas.openxmlformats.org/markup-compatibility/2006">
              <mc:Choice xmlns:v="urn:schemas-microsoft-com:vml" Requires="v">
                <p:oleObj spid="_x0000_s16643" name="公式" r:id="rId3" imgW="482391" imgH="710891" progId="Equation.3">
                  <p:embed/>
                </p:oleObj>
              </mc:Choice>
              <mc:Fallback>
                <p:oleObj name="公式" r:id="rId3" imgW="482391" imgH="710891" progId="Equation.3">
                  <p:embed/>
                  <p:pic>
                    <p:nvPicPr>
                      <p:cNvPr id="0" name="Object 15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05163" y="4298950"/>
                        <a:ext cx="593725" cy="1466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78334" name="Object 158"/>
          <p:cNvGraphicFramePr>
            <a:graphicFrameLocks noChangeAspect="1"/>
          </p:cNvGraphicFramePr>
          <p:nvPr/>
        </p:nvGraphicFramePr>
        <p:xfrm>
          <a:off x="2487613" y="4318000"/>
          <a:ext cx="781050" cy="1449388"/>
        </p:xfrm>
        <a:graphic>
          <a:graphicData uri="http://schemas.openxmlformats.org/presentationml/2006/ole">
            <mc:AlternateContent xmlns:mc="http://schemas.openxmlformats.org/markup-compatibility/2006">
              <mc:Choice xmlns:v="urn:schemas-microsoft-com:vml" Requires="v">
                <p:oleObj spid="_x0000_s16644" name="公式" r:id="rId5" imgW="406224" imgH="710891" progId="Equation.3">
                  <p:embed/>
                </p:oleObj>
              </mc:Choice>
              <mc:Fallback>
                <p:oleObj name="公式" r:id="rId5" imgW="406224" imgH="710891" progId="Equation.3">
                  <p:embed/>
                  <p:pic>
                    <p:nvPicPr>
                      <p:cNvPr id="0" name="Object 15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487613" y="4318000"/>
                        <a:ext cx="781050" cy="1449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78338" name="Object 162"/>
          <p:cNvGraphicFramePr>
            <a:graphicFrameLocks noChangeAspect="1"/>
          </p:cNvGraphicFramePr>
          <p:nvPr/>
        </p:nvGraphicFramePr>
        <p:xfrm>
          <a:off x="323850" y="4310063"/>
          <a:ext cx="582613" cy="1408112"/>
        </p:xfrm>
        <a:graphic>
          <a:graphicData uri="http://schemas.openxmlformats.org/presentationml/2006/ole">
            <mc:AlternateContent xmlns:mc="http://schemas.openxmlformats.org/markup-compatibility/2006">
              <mc:Choice xmlns:v="urn:schemas-microsoft-com:vml" Requires="v">
                <p:oleObj spid="_x0000_s16645" name="公式" r:id="rId7" imgW="291973" imgH="710891" progId="Equation.3">
                  <p:embed/>
                </p:oleObj>
              </mc:Choice>
              <mc:Fallback>
                <p:oleObj name="公式" r:id="rId7" imgW="291973" imgH="710891" progId="Equation.3">
                  <p:embed/>
                  <p:pic>
                    <p:nvPicPr>
                      <p:cNvPr id="0" name="Object 16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23850" y="4310063"/>
                        <a:ext cx="582613" cy="1408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78340" name="Object 164"/>
          <p:cNvGraphicFramePr>
            <a:graphicFrameLocks noChangeAspect="1"/>
          </p:cNvGraphicFramePr>
          <p:nvPr/>
        </p:nvGraphicFramePr>
        <p:xfrm>
          <a:off x="830263" y="4310063"/>
          <a:ext cx="582612" cy="1412875"/>
        </p:xfrm>
        <a:graphic>
          <a:graphicData uri="http://schemas.openxmlformats.org/presentationml/2006/ole">
            <mc:AlternateContent xmlns:mc="http://schemas.openxmlformats.org/markup-compatibility/2006">
              <mc:Choice xmlns:v="urn:schemas-microsoft-com:vml" Requires="v">
                <p:oleObj spid="_x0000_s16646" name="公式" r:id="rId9" imgW="291973" imgH="710891" progId="Equation.3">
                  <p:embed/>
                </p:oleObj>
              </mc:Choice>
              <mc:Fallback>
                <p:oleObj name="公式" r:id="rId9" imgW="291973" imgH="710891" progId="Equation.3">
                  <p:embed/>
                  <p:pic>
                    <p:nvPicPr>
                      <p:cNvPr id="0" name="Object 164"/>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830263" y="4310063"/>
                        <a:ext cx="582612" cy="1412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78342" name="Object 166"/>
          <p:cNvGraphicFramePr>
            <a:graphicFrameLocks noChangeAspect="1"/>
          </p:cNvGraphicFramePr>
          <p:nvPr/>
        </p:nvGraphicFramePr>
        <p:xfrm>
          <a:off x="3840163" y="4319588"/>
          <a:ext cx="593725" cy="1435100"/>
        </p:xfrm>
        <a:graphic>
          <a:graphicData uri="http://schemas.openxmlformats.org/presentationml/2006/ole">
            <mc:AlternateContent xmlns:mc="http://schemas.openxmlformats.org/markup-compatibility/2006">
              <mc:Choice xmlns:v="urn:schemas-microsoft-com:vml" Requires="v">
                <p:oleObj spid="_x0000_s16647" name="公式" r:id="rId11" imgW="291973" imgH="710891" progId="Equation.3">
                  <p:embed/>
                </p:oleObj>
              </mc:Choice>
              <mc:Fallback>
                <p:oleObj name="公式" r:id="rId11" imgW="291973" imgH="710891" progId="Equation.3">
                  <p:embed/>
                  <p:pic>
                    <p:nvPicPr>
                      <p:cNvPr id="0" name="Object 16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840163" y="4319588"/>
                        <a:ext cx="593725" cy="143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78343" name="Object 167"/>
          <p:cNvGraphicFramePr>
            <a:graphicFrameLocks noChangeAspect="1"/>
          </p:cNvGraphicFramePr>
          <p:nvPr/>
        </p:nvGraphicFramePr>
        <p:xfrm>
          <a:off x="1366838" y="4308475"/>
          <a:ext cx="593725" cy="1435100"/>
        </p:xfrm>
        <a:graphic>
          <a:graphicData uri="http://schemas.openxmlformats.org/presentationml/2006/ole">
            <mc:AlternateContent xmlns:mc="http://schemas.openxmlformats.org/markup-compatibility/2006">
              <mc:Choice xmlns:v="urn:schemas-microsoft-com:vml" Requires="v">
                <p:oleObj spid="_x0000_s16648" name="公式" r:id="rId13" imgW="291973" imgH="710891" progId="Equation.3">
                  <p:embed/>
                </p:oleObj>
              </mc:Choice>
              <mc:Fallback>
                <p:oleObj name="公式" r:id="rId13" imgW="291973" imgH="710891" progId="Equation.3">
                  <p:embed/>
                  <p:pic>
                    <p:nvPicPr>
                      <p:cNvPr id="0" name="Object 167"/>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366838" y="4308475"/>
                        <a:ext cx="593725" cy="143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78344" name="Object 168"/>
          <p:cNvGraphicFramePr>
            <a:graphicFrameLocks noChangeAspect="1"/>
          </p:cNvGraphicFramePr>
          <p:nvPr/>
        </p:nvGraphicFramePr>
        <p:xfrm>
          <a:off x="5087938" y="4340225"/>
          <a:ext cx="1258887" cy="1328738"/>
        </p:xfrm>
        <a:graphic>
          <a:graphicData uri="http://schemas.openxmlformats.org/presentationml/2006/ole">
            <mc:AlternateContent xmlns:mc="http://schemas.openxmlformats.org/markup-compatibility/2006">
              <mc:Choice xmlns:v="urn:schemas-microsoft-com:vml" Requires="v">
                <p:oleObj spid="_x0000_s16649" name="公式" r:id="rId14" imgW="672808" imgH="710891" progId="Equation.3">
                  <p:embed/>
                </p:oleObj>
              </mc:Choice>
              <mc:Fallback>
                <p:oleObj name="公式" r:id="rId14" imgW="672808" imgH="710891" progId="Equation.3">
                  <p:embed/>
                  <p:pic>
                    <p:nvPicPr>
                      <p:cNvPr id="0" name="Object 168"/>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5087938" y="4340225"/>
                        <a:ext cx="1258887" cy="1328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78346" name="Object 170"/>
          <p:cNvGraphicFramePr>
            <a:graphicFrameLocks noChangeAspect="1"/>
          </p:cNvGraphicFramePr>
          <p:nvPr/>
        </p:nvGraphicFramePr>
        <p:xfrm>
          <a:off x="6235700" y="4335463"/>
          <a:ext cx="1184275" cy="1323975"/>
        </p:xfrm>
        <a:graphic>
          <a:graphicData uri="http://schemas.openxmlformats.org/presentationml/2006/ole">
            <mc:AlternateContent xmlns:mc="http://schemas.openxmlformats.org/markup-compatibility/2006">
              <mc:Choice xmlns:v="urn:schemas-microsoft-com:vml" Requires="v">
                <p:oleObj spid="_x0000_s16650" name="公式" r:id="rId16" imgW="634725" imgH="710891" progId="Equation.3">
                  <p:embed/>
                </p:oleObj>
              </mc:Choice>
              <mc:Fallback>
                <p:oleObj name="公式" r:id="rId16" imgW="634725" imgH="710891" progId="Equation.3">
                  <p:embed/>
                  <p:pic>
                    <p:nvPicPr>
                      <p:cNvPr id="0" name="Object 170"/>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6235700" y="4335463"/>
                        <a:ext cx="1184275" cy="1323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78348" name="Object 172"/>
          <p:cNvGraphicFramePr>
            <a:graphicFrameLocks noChangeAspect="1"/>
          </p:cNvGraphicFramePr>
          <p:nvPr/>
        </p:nvGraphicFramePr>
        <p:xfrm>
          <a:off x="7388225" y="4344988"/>
          <a:ext cx="704850" cy="1319212"/>
        </p:xfrm>
        <a:graphic>
          <a:graphicData uri="http://schemas.openxmlformats.org/presentationml/2006/ole">
            <mc:AlternateContent xmlns:mc="http://schemas.openxmlformats.org/markup-compatibility/2006">
              <mc:Choice xmlns:v="urn:schemas-microsoft-com:vml" Requires="v">
                <p:oleObj spid="_x0000_s16651" name="公式" r:id="rId18" imgW="380835" imgH="710891" progId="Equation.3">
                  <p:embed/>
                </p:oleObj>
              </mc:Choice>
              <mc:Fallback>
                <p:oleObj name="公式" r:id="rId18" imgW="380835" imgH="710891" progId="Equation.3">
                  <p:embed/>
                  <p:pic>
                    <p:nvPicPr>
                      <p:cNvPr id="0" name="Object 172"/>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7388225" y="4344988"/>
                        <a:ext cx="704850" cy="1319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78352" name="Text Box 176"/>
          <p:cNvSpPr txBox="1">
            <a:spLocks noChangeArrowheads="1"/>
          </p:cNvSpPr>
          <p:nvPr/>
        </p:nvSpPr>
        <p:spPr bwMode="auto">
          <a:xfrm>
            <a:off x="407988" y="3884613"/>
            <a:ext cx="14922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r>
              <a:rPr lang="en-US" altLang="zh-CN" sz="2000" i="1">
                <a:solidFill>
                  <a:srgbClr val="A50021"/>
                </a:solidFill>
              </a:rPr>
              <a:t>x’     y’     z’</a:t>
            </a:r>
          </a:p>
        </p:txBody>
      </p:sp>
      <p:sp>
        <p:nvSpPr>
          <p:cNvPr id="178353" name="Text Box 177"/>
          <p:cNvSpPr txBox="1">
            <a:spLocks noChangeArrowheads="1"/>
          </p:cNvSpPr>
          <p:nvPr/>
        </p:nvSpPr>
        <p:spPr bwMode="auto">
          <a:xfrm>
            <a:off x="2625725" y="3895725"/>
            <a:ext cx="18256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r>
              <a:rPr lang="en-US" altLang="zh-CN" sz="2000" i="1">
                <a:solidFill>
                  <a:srgbClr val="A50021"/>
                </a:solidFill>
              </a:rPr>
              <a:t>x’       y’      z’</a:t>
            </a:r>
          </a:p>
        </p:txBody>
      </p:sp>
      <p:sp>
        <p:nvSpPr>
          <p:cNvPr id="178354" name="Text Box 178"/>
          <p:cNvSpPr txBox="1">
            <a:spLocks noChangeArrowheads="1"/>
          </p:cNvSpPr>
          <p:nvPr/>
        </p:nvSpPr>
        <p:spPr bwMode="auto">
          <a:xfrm>
            <a:off x="5489575" y="3917950"/>
            <a:ext cx="290036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r>
              <a:rPr lang="en-US" altLang="zh-CN" sz="2000" i="1">
                <a:solidFill>
                  <a:srgbClr val="A50021"/>
                </a:solidFill>
              </a:rPr>
              <a:t>x’              y’           z’</a:t>
            </a:r>
          </a:p>
        </p:txBody>
      </p:sp>
      <p:sp>
        <p:nvSpPr>
          <p:cNvPr id="178357" name="Line 181"/>
          <p:cNvSpPr>
            <a:spLocks noChangeShapeType="1"/>
          </p:cNvSpPr>
          <p:nvPr/>
        </p:nvSpPr>
        <p:spPr bwMode="auto">
          <a:xfrm flipV="1">
            <a:off x="6591300" y="2949575"/>
            <a:ext cx="0" cy="541338"/>
          </a:xfrm>
          <a:prstGeom prst="line">
            <a:avLst/>
          </a:prstGeom>
          <a:noFill/>
          <a:ln w="9525">
            <a:solidFill>
              <a:srgbClr val="FF0000"/>
            </a:solidFill>
            <a:round/>
            <a:headEnd/>
            <a:tailEnd type="none" w="sm" len="lg"/>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178363" name="Line 187"/>
          <p:cNvSpPr>
            <a:spLocks noChangeShapeType="1"/>
          </p:cNvSpPr>
          <p:nvPr/>
        </p:nvSpPr>
        <p:spPr bwMode="auto">
          <a:xfrm>
            <a:off x="5341938" y="2941638"/>
            <a:ext cx="1223962" cy="7937"/>
          </a:xfrm>
          <a:prstGeom prst="line">
            <a:avLst/>
          </a:prstGeom>
          <a:noFill/>
          <a:ln w="9525">
            <a:solidFill>
              <a:srgbClr val="FF0000"/>
            </a:solidFill>
            <a:round/>
            <a:headEnd/>
            <a:tailEnd type="none" w="sm" len="lg"/>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178366" name="Line 190"/>
          <p:cNvSpPr>
            <a:spLocks noChangeShapeType="1"/>
          </p:cNvSpPr>
          <p:nvPr/>
        </p:nvSpPr>
        <p:spPr bwMode="auto">
          <a:xfrm flipH="1" flipV="1">
            <a:off x="5335588" y="2938463"/>
            <a:ext cx="0" cy="550862"/>
          </a:xfrm>
          <a:prstGeom prst="line">
            <a:avLst/>
          </a:prstGeom>
          <a:noFill/>
          <a:ln w="9525">
            <a:solidFill>
              <a:srgbClr val="FF0000"/>
            </a:solidFill>
            <a:round/>
            <a:headEnd/>
            <a:tailEnd type="none" w="sm" len="lg"/>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178367" name="Line 191"/>
          <p:cNvSpPr>
            <a:spLocks noChangeShapeType="1"/>
          </p:cNvSpPr>
          <p:nvPr/>
        </p:nvSpPr>
        <p:spPr bwMode="auto">
          <a:xfrm flipH="1">
            <a:off x="5348288" y="2308225"/>
            <a:ext cx="1065212" cy="1169988"/>
          </a:xfrm>
          <a:prstGeom prst="line">
            <a:avLst/>
          </a:prstGeom>
          <a:noFill/>
          <a:ln w="19050">
            <a:solidFill>
              <a:srgbClr val="660066"/>
            </a:solidFill>
            <a:round/>
            <a:headEnd/>
            <a:tailEnd type="stealth" w="sm" len="lg"/>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178368" name="Line 192"/>
          <p:cNvSpPr>
            <a:spLocks noChangeShapeType="1"/>
          </p:cNvSpPr>
          <p:nvPr/>
        </p:nvSpPr>
        <p:spPr bwMode="auto">
          <a:xfrm flipV="1">
            <a:off x="5345113" y="2887663"/>
            <a:ext cx="1082675" cy="593725"/>
          </a:xfrm>
          <a:prstGeom prst="line">
            <a:avLst/>
          </a:prstGeom>
          <a:noFill/>
          <a:ln w="9525">
            <a:solidFill>
              <a:srgbClr val="FF0000"/>
            </a:solidFill>
            <a:prstDash val="dash"/>
            <a:round/>
            <a:headEnd/>
            <a:tailEnd type="none" w="sm" len="lg"/>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178371" name="Line 195"/>
          <p:cNvSpPr>
            <a:spLocks noChangeShapeType="1"/>
          </p:cNvSpPr>
          <p:nvPr/>
        </p:nvSpPr>
        <p:spPr bwMode="auto">
          <a:xfrm flipV="1">
            <a:off x="5708650" y="598488"/>
            <a:ext cx="682625" cy="292100"/>
          </a:xfrm>
          <a:prstGeom prst="line">
            <a:avLst/>
          </a:prstGeom>
          <a:noFill/>
          <a:ln w="9525">
            <a:solidFill>
              <a:srgbClr val="FF0000"/>
            </a:solidFill>
            <a:round/>
            <a:headEnd/>
            <a:tailEnd type="none" w="sm" len="lg"/>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178374" name="Text Box 198"/>
          <p:cNvSpPr txBox="1">
            <a:spLocks noChangeArrowheads="1"/>
          </p:cNvSpPr>
          <p:nvPr/>
        </p:nvSpPr>
        <p:spPr bwMode="auto">
          <a:xfrm>
            <a:off x="6515100" y="519113"/>
            <a:ext cx="5746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r>
              <a:rPr lang="en-US" altLang="zh-CN" sz="2000" i="1">
                <a:solidFill>
                  <a:srgbClr val="A50021"/>
                </a:solidFill>
              </a:rPr>
              <a:t>z</a:t>
            </a:r>
            <a:r>
              <a:rPr lang="en-US" altLang="zh-CN" sz="2000" i="1" baseline="-25000">
                <a:solidFill>
                  <a:srgbClr val="A50021"/>
                </a:solidFill>
              </a:rPr>
              <a:t>yz</a:t>
            </a:r>
            <a:r>
              <a:rPr lang="en-US" altLang="zh-CN" sz="2000" i="1">
                <a:solidFill>
                  <a:srgbClr val="A50021"/>
                </a:solidFill>
              </a:rPr>
              <a:t>’</a:t>
            </a:r>
          </a:p>
        </p:txBody>
      </p:sp>
      <p:sp>
        <p:nvSpPr>
          <p:cNvPr id="178375" name="Line 199"/>
          <p:cNvSpPr>
            <a:spLocks noChangeShapeType="1"/>
          </p:cNvSpPr>
          <p:nvPr/>
        </p:nvSpPr>
        <p:spPr bwMode="auto">
          <a:xfrm flipH="1" flipV="1">
            <a:off x="6405563" y="571500"/>
            <a:ext cx="9525" cy="1697038"/>
          </a:xfrm>
          <a:prstGeom prst="line">
            <a:avLst/>
          </a:prstGeom>
          <a:noFill/>
          <a:ln w="38100">
            <a:solidFill>
              <a:srgbClr val="660066"/>
            </a:solidFill>
            <a:round/>
            <a:headEnd/>
            <a:tailEnd type="stealth" w="lg" len="lg"/>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178376" name="Arc 200"/>
          <p:cNvSpPr>
            <a:spLocks/>
          </p:cNvSpPr>
          <p:nvPr/>
        </p:nvSpPr>
        <p:spPr bwMode="auto">
          <a:xfrm rot="2888940">
            <a:off x="6088856" y="1764507"/>
            <a:ext cx="1006475" cy="760412"/>
          </a:xfrm>
          <a:custGeom>
            <a:avLst/>
            <a:gdLst>
              <a:gd name="T0" fmla="*/ 0 w 32613"/>
              <a:gd name="T1" fmla="*/ 2147483647 h 21600"/>
              <a:gd name="T2" fmla="*/ 2147483647 w 32613"/>
              <a:gd name="T3" fmla="*/ 2147483647 h 21600"/>
              <a:gd name="T4" fmla="*/ 2147483647 w 32613"/>
              <a:gd name="T5" fmla="*/ 2147483647 h 21600"/>
              <a:gd name="T6" fmla="*/ 0 60000 65536"/>
              <a:gd name="T7" fmla="*/ 0 60000 65536"/>
              <a:gd name="T8" fmla="*/ 0 60000 65536"/>
              <a:gd name="T9" fmla="*/ 0 w 32613"/>
              <a:gd name="T10" fmla="*/ 0 h 21600"/>
              <a:gd name="T11" fmla="*/ 32613 w 32613"/>
              <a:gd name="T12" fmla="*/ 21600 h 21600"/>
            </a:gdLst>
            <a:ahLst/>
            <a:cxnLst>
              <a:cxn ang="T6">
                <a:pos x="T0" y="T1"/>
              </a:cxn>
              <a:cxn ang="T7">
                <a:pos x="T2" y="T3"/>
              </a:cxn>
              <a:cxn ang="T8">
                <a:pos x="T4" y="T5"/>
              </a:cxn>
            </a:cxnLst>
            <a:rect l="T9" t="T10" r="T11" b="T12"/>
            <a:pathLst>
              <a:path w="32613" h="21600" fill="none" extrusionOk="0">
                <a:moveTo>
                  <a:pt x="0" y="4253"/>
                </a:moveTo>
                <a:cubicBezTo>
                  <a:pt x="3722" y="1491"/>
                  <a:pt x="8235" y="-1"/>
                  <a:pt x="12871" y="0"/>
                </a:cubicBezTo>
                <a:cubicBezTo>
                  <a:pt x="21410" y="0"/>
                  <a:pt x="29148" y="5030"/>
                  <a:pt x="32613" y="12835"/>
                </a:cubicBezTo>
              </a:path>
              <a:path w="32613" h="21600" stroke="0" extrusionOk="0">
                <a:moveTo>
                  <a:pt x="0" y="4253"/>
                </a:moveTo>
                <a:cubicBezTo>
                  <a:pt x="3722" y="1491"/>
                  <a:pt x="8235" y="-1"/>
                  <a:pt x="12871" y="0"/>
                </a:cubicBezTo>
                <a:cubicBezTo>
                  <a:pt x="21410" y="0"/>
                  <a:pt x="29148" y="5030"/>
                  <a:pt x="32613" y="12835"/>
                </a:cubicBezTo>
                <a:lnTo>
                  <a:pt x="12871" y="21600"/>
                </a:lnTo>
                <a:lnTo>
                  <a:pt x="0" y="4253"/>
                </a:lnTo>
                <a:close/>
              </a:path>
            </a:pathLst>
          </a:custGeom>
          <a:noFill/>
          <a:ln w="19050">
            <a:solidFill>
              <a:schemeClr val="tx2"/>
            </a:solidFill>
            <a:round/>
            <a:headEnd type="stealth" w="lg" len="lg"/>
            <a:tailEnd type="stealth" w="lg"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78377" name="Text Box 201"/>
          <p:cNvSpPr txBox="1">
            <a:spLocks noChangeArrowheads="1"/>
          </p:cNvSpPr>
          <p:nvPr/>
        </p:nvSpPr>
        <p:spPr bwMode="auto">
          <a:xfrm>
            <a:off x="6513513" y="1381125"/>
            <a:ext cx="6588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r>
              <a:rPr lang="el-GR" altLang="zh-CN" sz="2000" i="1">
                <a:solidFill>
                  <a:srgbClr val="A50021"/>
                </a:solidFill>
                <a:latin typeface="宋体" pitchFamily="2" charset="-122"/>
                <a:cs typeface="Times New Roman" pitchFamily="18" charset="0"/>
              </a:rPr>
              <a:t>θ</a:t>
            </a:r>
            <a:r>
              <a:rPr lang="en-US" altLang="zh-CN" sz="2000" i="1" baseline="-25000">
                <a:solidFill>
                  <a:srgbClr val="A50021"/>
                </a:solidFill>
                <a:latin typeface="宋体" pitchFamily="2" charset="-122"/>
                <a:cs typeface="Times New Roman" pitchFamily="18" charset="0"/>
              </a:rPr>
              <a:t>xz</a:t>
            </a:r>
            <a:endParaRPr lang="el-GR" altLang="zh-CN" sz="2000" i="1" baseline="-25000">
              <a:solidFill>
                <a:srgbClr val="A50021"/>
              </a:solidFill>
              <a:cs typeface="Times New Roman" pitchFamily="18" charset="0"/>
            </a:endParaRPr>
          </a:p>
        </p:txBody>
      </p:sp>
      <p:sp>
        <p:nvSpPr>
          <p:cNvPr id="178378" name="Text Box 202"/>
          <p:cNvSpPr txBox="1">
            <a:spLocks noChangeArrowheads="1"/>
          </p:cNvSpPr>
          <p:nvPr/>
        </p:nvSpPr>
        <p:spPr bwMode="auto">
          <a:xfrm>
            <a:off x="6434138" y="1074738"/>
            <a:ext cx="5746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r>
              <a:rPr lang="en-US" altLang="zh-CN" sz="2000" i="1">
                <a:solidFill>
                  <a:srgbClr val="A50021"/>
                </a:solidFill>
              </a:rPr>
              <a:t>r</a:t>
            </a:r>
          </a:p>
        </p:txBody>
      </p:sp>
      <p:sp>
        <p:nvSpPr>
          <p:cNvPr id="178379" name="Text Box 203"/>
          <p:cNvSpPr txBox="1">
            <a:spLocks noChangeArrowheads="1"/>
          </p:cNvSpPr>
          <p:nvPr/>
        </p:nvSpPr>
        <p:spPr bwMode="auto">
          <a:xfrm>
            <a:off x="7150100" y="2359025"/>
            <a:ext cx="5746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r>
              <a:rPr lang="en-US" altLang="zh-CN" sz="2000" i="1">
                <a:solidFill>
                  <a:srgbClr val="A50021"/>
                </a:solidFill>
              </a:rPr>
              <a:t>p</a:t>
            </a:r>
          </a:p>
        </p:txBody>
      </p:sp>
      <p:sp>
        <p:nvSpPr>
          <p:cNvPr id="178381" name="Arc 205"/>
          <p:cNvSpPr>
            <a:spLocks/>
          </p:cNvSpPr>
          <p:nvPr/>
        </p:nvSpPr>
        <p:spPr bwMode="auto">
          <a:xfrm rot="8847981">
            <a:off x="1587500" y="966788"/>
            <a:ext cx="684213" cy="504825"/>
          </a:xfrm>
          <a:custGeom>
            <a:avLst/>
            <a:gdLst>
              <a:gd name="T0" fmla="*/ 2147483647 w 21436"/>
              <a:gd name="T1" fmla="*/ 0 h 21365"/>
              <a:gd name="T2" fmla="*/ 2147483647 w 21436"/>
              <a:gd name="T3" fmla="*/ 2147483647 h 21365"/>
              <a:gd name="T4" fmla="*/ 0 w 21436"/>
              <a:gd name="T5" fmla="*/ 2147483647 h 21365"/>
              <a:gd name="T6" fmla="*/ 0 60000 65536"/>
              <a:gd name="T7" fmla="*/ 0 60000 65536"/>
              <a:gd name="T8" fmla="*/ 0 60000 65536"/>
              <a:gd name="T9" fmla="*/ 0 w 21436"/>
              <a:gd name="T10" fmla="*/ 0 h 21365"/>
              <a:gd name="T11" fmla="*/ 21436 w 21436"/>
              <a:gd name="T12" fmla="*/ 21365 h 21365"/>
            </a:gdLst>
            <a:ahLst/>
            <a:cxnLst>
              <a:cxn ang="T6">
                <a:pos x="T0" y="T1"/>
              </a:cxn>
              <a:cxn ang="T7">
                <a:pos x="T2" y="T3"/>
              </a:cxn>
              <a:cxn ang="T8">
                <a:pos x="T4" y="T5"/>
              </a:cxn>
            </a:cxnLst>
            <a:rect l="T9" t="T10" r="T11" b="T12"/>
            <a:pathLst>
              <a:path w="21436" h="21365" fill="none" extrusionOk="0">
                <a:moveTo>
                  <a:pt x="3175" y="-1"/>
                </a:moveTo>
                <a:cubicBezTo>
                  <a:pt x="12774" y="1426"/>
                  <a:pt x="20243" y="9079"/>
                  <a:pt x="21436" y="18710"/>
                </a:cubicBezTo>
              </a:path>
              <a:path w="21436" h="21365" stroke="0" extrusionOk="0">
                <a:moveTo>
                  <a:pt x="3175" y="-1"/>
                </a:moveTo>
                <a:cubicBezTo>
                  <a:pt x="12774" y="1426"/>
                  <a:pt x="20243" y="9079"/>
                  <a:pt x="21436" y="18710"/>
                </a:cubicBezTo>
                <a:lnTo>
                  <a:pt x="0" y="21365"/>
                </a:lnTo>
                <a:lnTo>
                  <a:pt x="3175" y="-1"/>
                </a:lnTo>
                <a:close/>
              </a:path>
            </a:pathLst>
          </a:custGeom>
          <a:noFill/>
          <a:ln w="19050">
            <a:solidFill>
              <a:schemeClr val="tx2"/>
            </a:solidFill>
            <a:round/>
            <a:headEnd type="stealth" w="lg" len="lg"/>
            <a:tailEnd type="stealth" w="lg"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78382" name="Arc 206"/>
          <p:cNvSpPr>
            <a:spLocks/>
          </p:cNvSpPr>
          <p:nvPr/>
        </p:nvSpPr>
        <p:spPr bwMode="auto">
          <a:xfrm rot="-6422876">
            <a:off x="7908132" y="1972469"/>
            <a:ext cx="673100" cy="547687"/>
          </a:xfrm>
          <a:custGeom>
            <a:avLst/>
            <a:gdLst>
              <a:gd name="T0" fmla="*/ 0 w 21819"/>
              <a:gd name="T1" fmla="*/ 2147483647 h 21600"/>
              <a:gd name="T2" fmla="*/ 2147483647 w 21819"/>
              <a:gd name="T3" fmla="*/ 2147483647 h 21600"/>
              <a:gd name="T4" fmla="*/ 2147483647 w 21819"/>
              <a:gd name="T5" fmla="*/ 2147483647 h 21600"/>
              <a:gd name="T6" fmla="*/ 0 60000 65536"/>
              <a:gd name="T7" fmla="*/ 0 60000 65536"/>
              <a:gd name="T8" fmla="*/ 0 60000 65536"/>
              <a:gd name="T9" fmla="*/ 0 w 21819"/>
              <a:gd name="T10" fmla="*/ 0 h 21600"/>
              <a:gd name="T11" fmla="*/ 21819 w 21819"/>
              <a:gd name="T12" fmla="*/ 21600 h 21600"/>
            </a:gdLst>
            <a:ahLst/>
            <a:cxnLst>
              <a:cxn ang="T6">
                <a:pos x="T0" y="T1"/>
              </a:cxn>
              <a:cxn ang="T7">
                <a:pos x="T2" y="T3"/>
              </a:cxn>
              <a:cxn ang="T8">
                <a:pos x="T4" y="T5"/>
              </a:cxn>
            </a:cxnLst>
            <a:rect l="T9" t="T10" r="T11" b="T12"/>
            <a:pathLst>
              <a:path w="21819" h="21600" fill="none" extrusionOk="0">
                <a:moveTo>
                  <a:pt x="0" y="209"/>
                </a:moveTo>
                <a:cubicBezTo>
                  <a:pt x="993" y="69"/>
                  <a:pt x="1995" y="-1"/>
                  <a:pt x="2998" y="0"/>
                </a:cubicBezTo>
                <a:cubicBezTo>
                  <a:pt x="10798" y="0"/>
                  <a:pt x="17992" y="4205"/>
                  <a:pt x="21819" y="11001"/>
                </a:cubicBezTo>
              </a:path>
              <a:path w="21819" h="21600" stroke="0" extrusionOk="0">
                <a:moveTo>
                  <a:pt x="0" y="209"/>
                </a:moveTo>
                <a:cubicBezTo>
                  <a:pt x="993" y="69"/>
                  <a:pt x="1995" y="-1"/>
                  <a:pt x="2998" y="0"/>
                </a:cubicBezTo>
                <a:cubicBezTo>
                  <a:pt x="10798" y="0"/>
                  <a:pt x="17992" y="4205"/>
                  <a:pt x="21819" y="11001"/>
                </a:cubicBezTo>
                <a:lnTo>
                  <a:pt x="2998" y="21600"/>
                </a:lnTo>
                <a:lnTo>
                  <a:pt x="0" y="209"/>
                </a:lnTo>
                <a:close/>
              </a:path>
            </a:pathLst>
          </a:custGeom>
          <a:noFill/>
          <a:ln w="19050">
            <a:solidFill>
              <a:schemeClr val="tx2"/>
            </a:solidFill>
            <a:round/>
            <a:headEnd type="stealth" w="lg" len="lg"/>
            <a:tailEnd type="stealth" w="lg"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78383" name="Line 207"/>
          <p:cNvSpPr>
            <a:spLocks noChangeShapeType="1"/>
          </p:cNvSpPr>
          <p:nvPr/>
        </p:nvSpPr>
        <p:spPr bwMode="auto">
          <a:xfrm flipV="1">
            <a:off x="1890713" y="581025"/>
            <a:ext cx="4762" cy="1751013"/>
          </a:xfrm>
          <a:prstGeom prst="line">
            <a:avLst/>
          </a:prstGeom>
          <a:noFill/>
          <a:ln w="38100">
            <a:solidFill>
              <a:schemeClr val="tx2"/>
            </a:solidFill>
            <a:round/>
            <a:headEnd/>
            <a:tailEnd type="stealth" w="lg"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6439" name="Text Box 210"/>
          <p:cNvSpPr txBox="1">
            <a:spLocks noChangeArrowheads="1"/>
          </p:cNvSpPr>
          <p:nvPr/>
        </p:nvSpPr>
        <p:spPr bwMode="auto">
          <a:xfrm>
            <a:off x="1493838" y="2011363"/>
            <a:ext cx="3683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r>
              <a:rPr lang="en-US" altLang="zh-CN" sz="2000" i="1">
                <a:solidFill>
                  <a:srgbClr val="A50021"/>
                </a:solidFill>
              </a:rPr>
              <a:t>O</a:t>
            </a:r>
          </a:p>
        </p:txBody>
      </p:sp>
      <p:sp>
        <p:nvSpPr>
          <p:cNvPr id="178387" name="Text Box 211"/>
          <p:cNvSpPr txBox="1">
            <a:spLocks noChangeArrowheads="1"/>
          </p:cNvSpPr>
          <p:nvPr/>
        </p:nvSpPr>
        <p:spPr bwMode="auto">
          <a:xfrm>
            <a:off x="5980113" y="1970088"/>
            <a:ext cx="3683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r>
              <a:rPr lang="en-US" altLang="zh-CN" sz="2000" i="1">
                <a:solidFill>
                  <a:srgbClr val="A50021"/>
                </a:solidFill>
              </a:rPr>
              <a:t>O</a:t>
            </a:r>
          </a:p>
        </p:txBody>
      </p:sp>
      <p:sp>
        <p:nvSpPr>
          <p:cNvPr id="178388" name="Line 212"/>
          <p:cNvSpPr>
            <a:spLocks noChangeShapeType="1"/>
          </p:cNvSpPr>
          <p:nvPr/>
        </p:nvSpPr>
        <p:spPr bwMode="auto">
          <a:xfrm>
            <a:off x="1954213" y="2286000"/>
            <a:ext cx="1992312" cy="4763"/>
          </a:xfrm>
          <a:prstGeom prst="line">
            <a:avLst/>
          </a:prstGeom>
          <a:noFill/>
          <a:ln w="38100">
            <a:solidFill>
              <a:schemeClr val="tx2"/>
            </a:solidFill>
            <a:round/>
            <a:headEnd/>
            <a:tailEnd type="stealth" w="lg"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78390" name="Line 214"/>
          <p:cNvSpPr>
            <a:spLocks noChangeShapeType="1"/>
          </p:cNvSpPr>
          <p:nvPr/>
        </p:nvSpPr>
        <p:spPr bwMode="auto">
          <a:xfrm flipH="1">
            <a:off x="517525" y="2298700"/>
            <a:ext cx="1363663" cy="779463"/>
          </a:xfrm>
          <a:prstGeom prst="line">
            <a:avLst/>
          </a:prstGeom>
          <a:noFill/>
          <a:ln w="38100">
            <a:solidFill>
              <a:schemeClr val="tx2"/>
            </a:solidFill>
            <a:round/>
            <a:headEnd/>
            <a:tailEnd type="stealth" w="lg"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78391" name="Text Box 215"/>
          <p:cNvSpPr txBox="1">
            <a:spLocks noChangeArrowheads="1"/>
          </p:cNvSpPr>
          <p:nvPr/>
        </p:nvSpPr>
        <p:spPr bwMode="auto">
          <a:xfrm>
            <a:off x="558800" y="2957513"/>
            <a:ext cx="39528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r>
              <a:rPr lang="en-US" altLang="zh-CN" sz="2000" i="1">
                <a:solidFill>
                  <a:srgbClr val="A50021"/>
                </a:solidFill>
              </a:rPr>
              <a:t>x’</a:t>
            </a:r>
          </a:p>
        </p:txBody>
      </p:sp>
      <p:sp>
        <p:nvSpPr>
          <p:cNvPr id="178392" name="Text Box 216"/>
          <p:cNvSpPr txBox="1">
            <a:spLocks noChangeArrowheads="1"/>
          </p:cNvSpPr>
          <p:nvPr/>
        </p:nvSpPr>
        <p:spPr bwMode="auto">
          <a:xfrm>
            <a:off x="3333750" y="2336800"/>
            <a:ext cx="4445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r>
              <a:rPr lang="en-US" altLang="zh-CN" sz="2000" i="1">
                <a:solidFill>
                  <a:srgbClr val="A50021"/>
                </a:solidFill>
              </a:rPr>
              <a:t> y’</a:t>
            </a:r>
          </a:p>
        </p:txBody>
      </p:sp>
      <p:sp>
        <p:nvSpPr>
          <p:cNvPr id="16445" name="Oval 154"/>
          <p:cNvSpPr>
            <a:spLocks noChangeArrowheads="1"/>
          </p:cNvSpPr>
          <p:nvPr/>
        </p:nvSpPr>
        <p:spPr bwMode="auto">
          <a:xfrm>
            <a:off x="1808163" y="2184400"/>
            <a:ext cx="193675" cy="182563"/>
          </a:xfrm>
          <a:prstGeom prst="ellipse">
            <a:avLst/>
          </a:prstGeom>
          <a:solidFill>
            <a:srgbClr val="FF0000"/>
          </a:solidFill>
          <a:ln w="9525">
            <a:solidFill>
              <a:srgbClr val="FF0000"/>
            </a:solidFill>
            <a:round/>
            <a:headEnd/>
            <a:tailEnd type="none" w="sm" len="lg"/>
          </a:ln>
        </p:spPr>
        <p:txBody>
          <a:bodyPr wrap="none" anchor="ctr">
            <a:spAutoFit/>
          </a:bodyP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endParaRPr kumimoji="0" lang="zh-CN" altLang="en-US" sz="2000"/>
          </a:p>
        </p:txBody>
      </p:sp>
      <p:sp>
        <p:nvSpPr>
          <p:cNvPr id="178400" name="Line 224"/>
          <p:cNvSpPr>
            <a:spLocks noChangeShapeType="1"/>
          </p:cNvSpPr>
          <p:nvPr/>
        </p:nvSpPr>
        <p:spPr bwMode="auto">
          <a:xfrm flipH="1">
            <a:off x="4665663" y="2295525"/>
            <a:ext cx="1719262" cy="1031875"/>
          </a:xfrm>
          <a:prstGeom prst="line">
            <a:avLst/>
          </a:prstGeom>
          <a:noFill/>
          <a:ln w="19050">
            <a:solidFill>
              <a:srgbClr val="FF0000"/>
            </a:solidFill>
            <a:round/>
            <a:headEnd/>
            <a:tailEnd type="stealth" w="lg"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78401" name="Line 225"/>
          <p:cNvSpPr>
            <a:spLocks noChangeShapeType="1"/>
          </p:cNvSpPr>
          <p:nvPr/>
        </p:nvSpPr>
        <p:spPr bwMode="auto">
          <a:xfrm flipV="1">
            <a:off x="6438900" y="2298700"/>
            <a:ext cx="2216150" cy="0"/>
          </a:xfrm>
          <a:prstGeom prst="line">
            <a:avLst/>
          </a:prstGeom>
          <a:noFill/>
          <a:ln w="19050">
            <a:solidFill>
              <a:srgbClr val="FF0000"/>
            </a:solidFill>
            <a:round/>
            <a:headEnd/>
            <a:tailEnd type="stealth" w="lg"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78402" name="Text Box 226"/>
          <p:cNvSpPr txBox="1">
            <a:spLocks noChangeArrowheads="1"/>
          </p:cNvSpPr>
          <p:nvPr/>
        </p:nvSpPr>
        <p:spPr bwMode="auto">
          <a:xfrm>
            <a:off x="4654550" y="2765425"/>
            <a:ext cx="311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r>
              <a:rPr lang="en-US" altLang="zh-CN" sz="2000" i="1">
                <a:solidFill>
                  <a:srgbClr val="A50021"/>
                </a:solidFill>
              </a:rPr>
              <a:t>x</a:t>
            </a:r>
          </a:p>
        </p:txBody>
      </p:sp>
      <p:sp>
        <p:nvSpPr>
          <p:cNvPr id="178403" name="Text Box 227"/>
          <p:cNvSpPr txBox="1">
            <a:spLocks noChangeArrowheads="1"/>
          </p:cNvSpPr>
          <p:nvPr/>
        </p:nvSpPr>
        <p:spPr bwMode="auto">
          <a:xfrm>
            <a:off x="8493125" y="1906588"/>
            <a:ext cx="36036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r>
              <a:rPr lang="en-US" altLang="zh-CN" sz="2000" i="1">
                <a:solidFill>
                  <a:srgbClr val="A50021"/>
                </a:solidFill>
              </a:rPr>
              <a:t> y</a:t>
            </a:r>
          </a:p>
        </p:txBody>
      </p:sp>
      <p:sp>
        <p:nvSpPr>
          <p:cNvPr id="178410" name="Line 234"/>
          <p:cNvSpPr>
            <a:spLocks noChangeShapeType="1"/>
          </p:cNvSpPr>
          <p:nvPr/>
        </p:nvSpPr>
        <p:spPr bwMode="auto">
          <a:xfrm flipH="1">
            <a:off x="6389688" y="2894013"/>
            <a:ext cx="1073150" cy="1587"/>
          </a:xfrm>
          <a:prstGeom prst="line">
            <a:avLst/>
          </a:prstGeom>
          <a:noFill/>
          <a:ln w="9525">
            <a:solidFill>
              <a:srgbClr val="FF0000"/>
            </a:solidFill>
            <a:prstDash val="dash"/>
            <a:round/>
            <a:headEnd/>
            <a:tailEnd type="none" w="sm" len="lg"/>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178411" name="Line 235"/>
          <p:cNvSpPr>
            <a:spLocks noChangeShapeType="1"/>
          </p:cNvSpPr>
          <p:nvPr/>
        </p:nvSpPr>
        <p:spPr bwMode="auto">
          <a:xfrm>
            <a:off x="6408738" y="2911475"/>
            <a:ext cx="158750" cy="595313"/>
          </a:xfrm>
          <a:prstGeom prst="line">
            <a:avLst/>
          </a:prstGeom>
          <a:noFill/>
          <a:ln w="9525">
            <a:solidFill>
              <a:srgbClr val="FF0000"/>
            </a:solidFill>
            <a:prstDash val="dash"/>
            <a:round/>
            <a:headEnd/>
            <a:tailEnd type="none" w="sm" len="lg"/>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178412" name="Line 236"/>
          <p:cNvSpPr>
            <a:spLocks noChangeShapeType="1"/>
          </p:cNvSpPr>
          <p:nvPr/>
        </p:nvSpPr>
        <p:spPr bwMode="auto">
          <a:xfrm flipV="1">
            <a:off x="6591300" y="2297113"/>
            <a:ext cx="903288" cy="647700"/>
          </a:xfrm>
          <a:prstGeom prst="line">
            <a:avLst/>
          </a:prstGeom>
          <a:noFill/>
          <a:ln w="9525">
            <a:solidFill>
              <a:srgbClr val="FF0000"/>
            </a:solidFill>
            <a:round/>
            <a:headEnd/>
            <a:tailEnd type="none" w="sm" len="lg"/>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178413" name="Line 237"/>
          <p:cNvSpPr>
            <a:spLocks noChangeShapeType="1"/>
          </p:cNvSpPr>
          <p:nvPr/>
        </p:nvSpPr>
        <p:spPr bwMode="auto">
          <a:xfrm>
            <a:off x="6423025" y="2298700"/>
            <a:ext cx="1055688" cy="585788"/>
          </a:xfrm>
          <a:prstGeom prst="line">
            <a:avLst/>
          </a:prstGeom>
          <a:noFill/>
          <a:ln w="38100">
            <a:solidFill>
              <a:srgbClr val="660066"/>
            </a:solidFill>
            <a:round/>
            <a:headEnd/>
            <a:tailEnd type="stealth" w="lg" len="lg"/>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178414" name="Line 238"/>
          <p:cNvSpPr>
            <a:spLocks noChangeShapeType="1"/>
          </p:cNvSpPr>
          <p:nvPr/>
        </p:nvSpPr>
        <p:spPr bwMode="auto">
          <a:xfrm flipH="1" flipV="1">
            <a:off x="7478713" y="2284413"/>
            <a:ext cx="0" cy="577850"/>
          </a:xfrm>
          <a:prstGeom prst="line">
            <a:avLst/>
          </a:prstGeom>
          <a:noFill/>
          <a:ln w="9525">
            <a:solidFill>
              <a:srgbClr val="FF0000"/>
            </a:solidFill>
            <a:round/>
            <a:headEnd/>
            <a:tailEnd type="none" w="sm" len="lg"/>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178415" name="Line 239"/>
          <p:cNvSpPr>
            <a:spLocks noChangeShapeType="1"/>
          </p:cNvSpPr>
          <p:nvPr/>
        </p:nvSpPr>
        <p:spPr bwMode="auto">
          <a:xfrm flipV="1">
            <a:off x="6559550" y="2881313"/>
            <a:ext cx="922338" cy="585787"/>
          </a:xfrm>
          <a:prstGeom prst="line">
            <a:avLst/>
          </a:prstGeom>
          <a:noFill/>
          <a:ln w="9525">
            <a:solidFill>
              <a:srgbClr val="FF0000"/>
            </a:solidFill>
            <a:round/>
            <a:headEnd/>
            <a:tailEnd type="none" w="sm" len="lg"/>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178416" name="Line 240"/>
          <p:cNvSpPr>
            <a:spLocks noChangeShapeType="1"/>
          </p:cNvSpPr>
          <p:nvPr/>
        </p:nvSpPr>
        <p:spPr bwMode="auto">
          <a:xfrm>
            <a:off x="6421438" y="2271713"/>
            <a:ext cx="168275" cy="684212"/>
          </a:xfrm>
          <a:prstGeom prst="line">
            <a:avLst/>
          </a:prstGeom>
          <a:noFill/>
          <a:ln w="19050">
            <a:solidFill>
              <a:srgbClr val="660066"/>
            </a:solidFill>
            <a:round/>
            <a:headEnd/>
            <a:tailEnd type="stealth" w="sm" len="lg"/>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178417" name="Line 241"/>
          <p:cNvSpPr>
            <a:spLocks noChangeShapeType="1"/>
          </p:cNvSpPr>
          <p:nvPr/>
        </p:nvSpPr>
        <p:spPr bwMode="auto">
          <a:xfrm>
            <a:off x="5345113" y="3470275"/>
            <a:ext cx="1233487" cy="6350"/>
          </a:xfrm>
          <a:prstGeom prst="line">
            <a:avLst/>
          </a:prstGeom>
          <a:noFill/>
          <a:ln w="9525">
            <a:solidFill>
              <a:srgbClr val="FF0000"/>
            </a:solidFill>
            <a:round/>
            <a:headEnd/>
            <a:tailEnd type="none" w="sm" len="lg"/>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178331" name="Oval 155"/>
          <p:cNvSpPr>
            <a:spLocks noChangeArrowheads="1"/>
          </p:cNvSpPr>
          <p:nvPr/>
        </p:nvSpPr>
        <p:spPr bwMode="auto">
          <a:xfrm>
            <a:off x="6319838" y="2185988"/>
            <a:ext cx="193675" cy="182562"/>
          </a:xfrm>
          <a:prstGeom prst="ellipse">
            <a:avLst/>
          </a:prstGeom>
          <a:solidFill>
            <a:srgbClr val="FF0000"/>
          </a:solidFill>
          <a:ln w="9525">
            <a:solidFill>
              <a:srgbClr val="FF0000"/>
            </a:solidFill>
            <a:round/>
            <a:headEnd/>
            <a:tailEnd type="none" w="sm" len="lg"/>
          </a:ln>
        </p:spPr>
        <p:txBody>
          <a:bodyPr wrap="none" anchor="ctr">
            <a:spAutoFit/>
          </a:bodyP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endParaRPr kumimoji="0" lang="zh-CN" altLang="en-US" sz="2000"/>
          </a:p>
        </p:txBody>
      </p:sp>
      <p:sp>
        <p:nvSpPr>
          <p:cNvPr id="178421" name="Text Box 245"/>
          <p:cNvSpPr txBox="1">
            <a:spLocks noChangeArrowheads="1"/>
          </p:cNvSpPr>
          <p:nvPr/>
        </p:nvSpPr>
        <p:spPr bwMode="auto">
          <a:xfrm>
            <a:off x="7456488" y="2744788"/>
            <a:ext cx="5746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r>
              <a:rPr lang="en-US" altLang="zh-CN" sz="2000" i="1">
                <a:solidFill>
                  <a:srgbClr val="A50021"/>
                </a:solidFill>
              </a:rPr>
              <a:t>x</a:t>
            </a:r>
            <a:r>
              <a:rPr lang="en-US" altLang="zh-CN" sz="2000" i="1" baseline="-25000">
                <a:solidFill>
                  <a:srgbClr val="A50021"/>
                </a:solidFill>
              </a:rPr>
              <a:t>yz</a:t>
            </a:r>
            <a:r>
              <a:rPr lang="en-US" altLang="zh-CN" sz="2000" i="1">
                <a:solidFill>
                  <a:srgbClr val="A50021"/>
                </a:solidFill>
              </a:rPr>
              <a:t>’</a:t>
            </a:r>
          </a:p>
        </p:txBody>
      </p:sp>
      <p:sp>
        <p:nvSpPr>
          <p:cNvPr id="178422" name="Text Box 246"/>
          <p:cNvSpPr txBox="1">
            <a:spLocks noChangeArrowheads="1"/>
          </p:cNvSpPr>
          <p:nvPr/>
        </p:nvSpPr>
        <p:spPr bwMode="auto">
          <a:xfrm>
            <a:off x="7362825" y="1860550"/>
            <a:ext cx="5746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r>
              <a:rPr lang="en-US" altLang="zh-CN" sz="2000" i="1">
                <a:solidFill>
                  <a:srgbClr val="A50021"/>
                </a:solidFill>
              </a:rPr>
              <a:t>x</a:t>
            </a:r>
            <a:r>
              <a:rPr lang="en-US" altLang="zh-CN" sz="2000" i="1" baseline="-25000">
                <a:solidFill>
                  <a:srgbClr val="A50021"/>
                </a:solidFill>
              </a:rPr>
              <a:t>y</a:t>
            </a:r>
            <a:r>
              <a:rPr lang="en-US" altLang="zh-CN" sz="2000" i="1">
                <a:solidFill>
                  <a:srgbClr val="A50021"/>
                </a:solidFill>
              </a:rPr>
              <a:t>’</a:t>
            </a:r>
          </a:p>
        </p:txBody>
      </p:sp>
      <p:sp>
        <p:nvSpPr>
          <p:cNvPr id="178423" name="Text Box 247"/>
          <p:cNvSpPr txBox="1">
            <a:spLocks noChangeArrowheads="1"/>
          </p:cNvSpPr>
          <p:nvPr/>
        </p:nvSpPr>
        <p:spPr bwMode="auto">
          <a:xfrm>
            <a:off x="6018213" y="2576513"/>
            <a:ext cx="5746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r>
              <a:rPr lang="en-US" altLang="zh-CN" sz="2000" i="1">
                <a:solidFill>
                  <a:srgbClr val="A50021"/>
                </a:solidFill>
              </a:rPr>
              <a:t>x</a:t>
            </a:r>
            <a:r>
              <a:rPr lang="en-US" altLang="zh-CN" sz="2000" i="1" baseline="-25000">
                <a:solidFill>
                  <a:srgbClr val="A50021"/>
                </a:solidFill>
              </a:rPr>
              <a:t>z</a:t>
            </a:r>
            <a:r>
              <a:rPr lang="en-US" altLang="zh-CN" sz="2000" i="1">
                <a:solidFill>
                  <a:srgbClr val="A50021"/>
                </a:solidFill>
              </a:rPr>
              <a:t>’</a:t>
            </a:r>
          </a:p>
        </p:txBody>
      </p:sp>
      <p:sp>
        <p:nvSpPr>
          <p:cNvPr id="178424" name="Text Box 248"/>
          <p:cNvSpPr txBox="1">
            <a:spLocks noChangeArrowheads="1"/>
          </p:cNvSpPr>
          <p:nvPr/>
        </p:nvSpPr>
        <p:spPr bwMode="auto">
          <a:xfrm>
            <a:off x="5146675" y="2454275"/>
            <a:ext cx="5746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r>
              <a:rPr lang="en-US" altLang="zh-CN" sz="2000" i="1">
                <a:solidFill>
                  <a:srgbClr val="A50021"/>
                </a:solidFill>
              </a:rPr>
              <a:t>x</a:t>
            </a:r>
            <a:r>
              <a:rPr lang="en-US" altLang="zh-CN" sz="2000" i="1" baseline="-25000">
                <a:solidFill>
                  <a:srgbClr val="A50021"/>
                </a:solidFill>
              </a:rPr>
              <a:t>x</a:t>
            </a:r>
            <a:r>
              <a:rPr lang="en-US" altLang="zh-CN" sz="2000" i="1">
                <a:solidFill>
                  <a:srgbClr val="A50021"/>
                </a:solidFill>
              </a:rPr>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3" presetClass="entr" presetSubtype="16" fill="hold" grpId="0" nodeType="clickEffect">
                                  <p:stCondLst>
                                    <p:cond delay="0"/>
                                  </p:stCondLst>
                                  <p:childTnLst>
                                    <p:set>
                                      <p:cBhvr>
                                        <p:cTn id="6" dur="1" fill="hold">
                                          <p:stCondLst>
                                            <p:cond delay="0"/>
                                          </p:stCondLst>
                                        </p:cTn>
                                        <p:tgtEl>
                                          <p:spTgt spid="178383"/>
                                        </p:tgtEl>
                                        <p:attrNameLst>
                                          <p:attrName>style.visibility</p:attrName>
                                        </p:attrNameLst>
                                      </p:cBhvr>
                                      <p:to>
                                        <p:strVal val="visible"/>
                                      </p:to>
                                    </p:set>
                                    <p:animEffect transition="in" filter="plus(in)">
                                      <p:cBhvr>
                                        <p:cTn id="7" dur="1000"/>
                                        <p:tgtEl>
                                          <p:spTgt spid="178383"/>
                                        </p:tgtEl>
                                      </p:cBhvr>
                                    </p:animEffect>
                                  </p:childTnLst>
                                </p:cTn>
                              </p:par>
                              <p:par>
                                <p:cTn id="8" presetID="13" presetClass="entr" presetSubtype="16" fill="hold" grpId="0" nodeType="withEffect">
                                  <p:stCondLst>
                                    <p:cond delay="0"/>
                                  </p:stCondLst>
                                  <p:childTnLst>
                                    <p:set>
                                      <p:cBhvr>
                                        <p:cTn id="9" dur="1" fill="hold">
                                          <p:stCondLst>
                                            <p:cond delay="0"/>
                                          </p:stCondLst>
                                        </p:cTn>
                                        <p:tgtEl>
                                          <p:spTgt spid="178390"/>
                                        </p:tgtEl>
                                        <p:attrNameLst>
                                          <p:attrName>style.visibility</p:attrName>
                                        </p:attrNameLst>
                                      </p:cBhvr>
                                      <p:to>
                                        <p:strVal val="visible"/>
                                      </p:to>
                                    </p:set>
                                    <p:animEffect transition="in" filter="plus(in)">
                                      <p:cBhvr>
                                        <p:cTn id="10" dur="1000"/>
                                        <p:tgtEl>
                                          <p:spTgt spid="178390"/>
                                        </p:tgtEl>
                                      </p:cBhvr>
                                    </p:animEffect>
                                  </p:childTnLst>
                                </p:cTn>
                              </p:par>
                              <p:par>
                                <p:cTn id="11" presetID="13" presetClass="entr" presetSubtype="16" fill="hold" grpId="0" nodeType="withEffect">
                                  <p:stCondLst>
                                    <p:cond delay="0"/>
                                  </p:stCondLst>
                                  <p:childTnLst>
                                    <p:set>
                                      <p:cBhvr>
                                        <p:cTn id="12" dur="1" fill="hold">
                                          <p:stCondLst>
                                            <p:cond delay="0"/>
                                          </p:stCondLst>
                                        </p:cTn>
                                        <p:tgtEl>
                                          <p:spTgt spid="178388"/>
                                        </p:tgtEl>
                                        <p:attrNameLst>
                                          <p:attrName>style.visibility</p:attrName>
                                        </p:attrNameLst>
                                      </p:cBhvr>
                                      <p:to>
                                        <p:strVal val="visible"/>
                                      </p:to>
                                    </p:set>
                                    <p:animEffect transition="in" filter="plus(in)">
                                      <p:cBhvr>
                                        <p:cTn id="13" dur="1000"/>
                                        <p:tgtEl>
                                          <p:spTgt spid="178388"/>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13" presetClass="entr" presetSubtype="16" fill="hold" grpId="0" nodeType="clickEffect">
                                  <p:stCondLst>
                                    <p:cond delay="0"/>
                                  </p:stCondLst>
                                  <p:childTnLst>
                                    <p:set>
                                      <p:cBhvr>
                                        <p:cTn id="17" dur="1" fill="hold">
                                          <p:stCondLst>
                                            <p:cond delay="0"/>
                                          </p:stCondLst>
                                        </p:cTn>
                                        <p:tgtEl>
                                          <p:spTgt spid="178391"/>
                                        </p:tgtEl>
                                        <p:attrNameLst>
                                          <p:attrName>style.visibility</p:attrName>
                                        </p:attrNameLst>
                                      </p:cBhvr>
                                      <p:to>
                                        <p:strVal val="visible"/>
                                      </p:to>
                                    </p:set>
                                    <p:animEffect transition="in" filter="plus(in)">
                                      <p:cBhvr>
                                        <p:cTn id="18" dur="1000"/>
                                        <p:tgtEl>
                                          <p:spTgt spid="178391"/>
                                        </p:tgtEl>
                                      </p:cBhvr>
                                    </p:animEffect>
                                  </p:childTnLst>
                                </p:cTn>
                              </p:par>
                              <p:par>
                                <p:cTn id="19" presetID="13" presetClass="entr" presetSubtype="16" fill="hold" grpId="0" nodeType="withEffect">
                                  <p:stCondLst>
                                    <p:cond delay="0"/>
                                  </p:stCondLst>
                                  <p:childTnLst>
                                    <p:set>
                                      <p:cBhvr>
                                        <p:cTn id="20" dur="1" fill="hold">
                                          <p:stCondLst>
                                            <p:cond delay="0"/>
                                          </p:stCondLst>
                                        </p:cTn>
                                        <p:tgtEl>
                                          <p:spTgt spid="178307"/>
                                        </p:tgtEl>
                                        <p:attrNameLst>
                                          <p:attrName>style.visibility</p:attrName>
                                        </p:attrNameLst>
                                      </p:cBhvr>
                                      <p:to>
                                        <p:strVal val="visible"/>
                                      </p:to>
                                    </p:set>
                                    <p:animEffect transition="in" filter="plus(in)">
                                      <p:cBhvr>
                                        <p:cTn id="21" dur="1000"/>
                                        <p:tgtEl>
                                          <p:spTgt spid="178307"/>
                                        </p:tgtEl>
                                      </p:cBhvr>
                                    </p:animEffect>
                                  </p:childTnLst>
                                </p:cTn>
                              </p:par>
                              <p:par>
                                <p:cTn id="22" presetID="13" presetClass="entr" presetSubtype="16" fill="hold" grpId="0" nodeType="withEffect">
                                  <p:stCondLst>
                                    <p:cond delay="0"/>
                                  </p:stCondLst>
                                  <p:childTnLst>
                                    <p:set>
                                      <p:cBhvr>
                                        <p:cTn id="23" dur="1" fill="hold">
                                          <p:stCondLst>
                                            <p:cond delay="0"/>
                                          </p:stCondLst>
                                        </p:cTn>
                                        <p:tgtEl>
                                          <p:spTgt spid="178392"/>
                                        </p:tgtEl>
                                        <p:attrNameLst>
                                          <p:attrName>style.visibility</p:attrName>
                                        </p:attrNameLst>
                                      </p:cBhvr>
                                      <p:to>
                                        <p:strVal val="visible"/>
                                      </p:to>
                                    </p:set>
                                    <p:animEffect transition="in" filter="plus(in)">
                                      <p:cBhvr>
                                        <p:cTn id="24" dur="1000"/>
                                        <p:tgtEl>
                                          <p:spTgt spid="178392"/>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13" presetClass="entr" presetSubtype="16" fill="hold" grpId="0" nodeType="clickEffect">
                                  <p:stCondLst>
                                    <p:cond delay="0"/>
                                  </p:stCondLst>
                                  <p:childTnLst>
                                    <p:set>
                                      <p:cBhvr>
                                        <p:cTn id="28" dur="1" fill="hold">
                                          <p:stCondLst>
                                            <p:cond delay="0"/>
                                          </p:stCondLst>
                                        </p:cTn>
                                        <p:tgtEl>
                                          <p:spTgt spid="178352"/>
                                        </p:tgtEl>
                                        <p:attrNameLst>
                                          <p:attrName>style.visibility</p:attrName>
                                        </p:attrNameLst>
                                      </p:cBhvr>
                                      <p:to>
                                        <p:strVal val="visible"/>
                                      </p:to>
                                    </p:set>
                                    <p:animEffect transition="in" filter="plus(in)">
                                      <p:cBhvr>
                                        <p:cTn id="29" dur="1000"/>
                                        <p:tgtEl>
                                          <p:spTgt spid="178352"/>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16" presetClass="entr" presetSubtype="26" fill="hold" nodeType="clickEffect">
                                  <p:stCondLst>
                                    <p:cond delay="0"/>
                                  </p:stCondLst>
                                  <p:childTnLst>
                                    <p:set>
                                      <p:cBhvr>
                                        <p:cTn id="33" dur="1" fill="hold">
                                          <p:stCondLst>
                                            <p:cond delay="0"/>
                                          </p:stCondLst>
                                        </p:cTn>
                                        <p:tgtEl>
                                          <p:spTgt spid="178338"/>
                                        </p:tgtEl>
                                        <p:attrNameLst>
                                          <p:attrName>style.visibility</p:attrName>
                                        </p:attrNameLst>
                                      </p:cBhvr>
                                      <p:to>
                                        <p:strVal val="visible"/>
                                      </p:to>
                                    </p:set>
                                    <p:animEffect transition="in" filter="barn(inHorizontal)">
                                      <p:cBhvr>
                                        <p:cTn id="34" dur="500"/>
                                        <p:tgtEl>
                                          <p:spTgt spid="178338"/>
                                        </p:tgtEl>
                                      </p:cBhvr>
                                    </p:animEffect>
                                  </p:childTnLst>
                                </p:cTn>
                              </p:par>
                              <p:par>
                                <p:cTn id="35" presetID="16" presetClass="entr" presetSubtype="26" fill="hold" nodeType="withEffect">
                                  <p:stCondLst>
                                    <p:cond delay="0"/>
                                  </p:stCondLst>
                                  <p:childTnLst>
                                    <p:set>
                                      <p:cBhvr>
                                        <p:cTn id="36" dur="1" fill="hold">
                                          <p:stCondLst>
                                            <p:cond delay="0"/>
                                          </p:stCondLst>
                                        </p:cTn>
                                        <p:tgtEl>
                                          <p:spTgt spid="178340"/>
                                        </p:tgtEl>
                                        <p:attrNameLst>
                                          <p:attrName>style.visibility</p:attrName>
                                        </p:attrNameLst>
                                      </p:cBhvr>
                                      <p:to>
                                        <p:strVal val="visible"/>
                                      </p:to>
                                    </p:set>
                                    <p:animEffect transition="in" filter="barn(inHorizontal)">
                                      <p:cBhvr>
                                        <p:cTn id="37" dur="500"/>
                                        <p:tgtEl>
                                          <p:spTgt spid="178340"/>
                                        </p:tgtEl>
                                      </p:cBhvr>
                                    </p:animEffect>
                                  </p:childTnLst>
                                </p:cTn>
                              </p:par>
                              <p:par>
                                <p:cTn id="38" presetID="16" presetClass="entr" presetSubtype="26" fill="hold" nodeType="withEffect">
                                  <p:stCondLst>
                                    <p:cond delay="0"/>
                                  </p:stCondLst>
                                  <p:childTnLst>
                                    <p:set>
                                      <p:cBhvr>
                                        <p:cTn id="39" dur="1" fill="hold">
                                          <p:stCondLst>
                                            <p:cond delay="0"/>
                                          </p:stCondLst>
                                        </p:cTn>
                                        <p:tgtEl>
                                          <p:spTgt spid="178343"/>
                                        </p:tgtEl>
                                        <p:attrNameLst>
                                          <p:attrName>style.visibility</p:attrName>
                                        </p:attrNameLst>
                                      </p:cBhvr>
                                      <p:to>
                                        <p:strVal val="visible"/>
                                      </p:to>
                                    </p:set>
                                    <p:animEffect transition="in" filter="barn(inHorizontal)">
                                      <p:cBhvr>
                                        <p:cTn id="40" dur="500"/>
                                        <p:tgtEl>
                                          <p:spTgt spid="178343"/>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16" presetClass="entr" presetSubtype="26" fill="hold" grpId="0" nodeType="clickEffect">
                                  <p:stCondLst>
                                    <p:cond delay="0"/>
                                  </p:stCondLst>
                                  <p:childTnLst>
                                    <p:set>
                                      <p:cBhvr>
                                        <p:cTn id="44" dur="1" fill="hold">
                                          <p:stCondLst>
                                            <p:cond delay="0"/>
                                          </p:stCondLst>
                                        </p:cTn>
                                        <p:tgtEl>
                                          <p:spTgt spid="178381"/>
                                        </p:tgtEl>
                                        <p:attrNameLst>
                                          <p:attrName>style.visibility</p:attrName>
                                        </p:attrNameLst>
                                      </p:cBhvr>
                                      <p:to>
                                        <p:strVal val="visible"/>
                                      </p:to>
                                    </p:set>
                                    <p:animEffect transition="in" filter="barn(inHorizontal)">
                                      <p:cBhvr>
                                        <p:cTn id="45" dur="1000"/>
                                        <p:tgtEl>
                                          <p:spTgt spid="178381"/>
                                        </p:tgtEl>
                                      </p:cBhvr>
                                    </p:animEffect>
                                  </p:childTnLst>
                                </p:cTn>
                              </p:par>
                            </p:childTnLst>
                          </p:cTn>
                        </p:par>
                      </p:childTnLst>
                    </p:cTn>
                  </p:par>
                  <p:par>
                    <p:cTn id="46" fill="hold" nodeType="clickPar">
                      <p:stCondLst>
                        <p:cond delay="indefinite"/>
                      </p:stCondLst>
                      <p:childTnLst>
                        <p:par>
                          <p:cTn id="47" fill="hold" nodeType="withGroup">
                            <p:stCondLst>
                              <p:cond delay="0"/>
                            </p:stCondLst>
                            <p:childTnLst>
                              <p:par>
                                <p:cTn id="48" presetID="16" presetClass="entr" presetSubtype="26" fill="hold" grpId="0" nodeType="clickEffect">
                                  <p:stCondLst>
                                    <p:cond delay="0"/>
                                  </p:stCondLst>
                                  <p:childTnLst>
                                    <p:set>
                                      <p:cBhvr>
                                        <p:cTn id="49" dur="1" fill="hold">
                                          <p:stCondLst>
                                            <p:cond delay="0"/>
                                          </p:stCondLst>
                                        </p:cTn>
                                        <p:tgtEl>
                                          <p:spTgt spid="178301"/>
                                        </p:tgtEl>
                                        <p:attrNameLst>
                                          <p:attrName>style.visibility</p:attrName>
                                        </p:attrNameLst>
                                      </p:cBhvr>
                                      <p:to>
                                        <p:strVal val="visible"/>
                                      </p:to>
                                    </p:set>
                                    <p:animEffect transition="in" filter="barn(inHorizontal)">
                                      <p:cBhvr>
                                        <p:cTn id="50" dur="500"/>
                                        <p:tgtEl>
                                          <p:spTgt spid="178301"/>
                                        </p:tgtEl>
                                      </p:cBhvr>
                                    </p:animEffect>
                                  </p:childTnLst>
                                </p:cTn>
                              </p:par>
                            </p:childTnLst>
                          </p:cTn>
                        </p:par>
                        <p:par>
                          <p:cTn id="51" fill="hold" nodeType="afterGroup">
                            <p:stCondLst>
                              <p:cond delay="500"/>
                            </p:stCondLst>
                            <p:childTnLst>
                              <p:par>
                                <p:cTn id="52" presetID="13" presetClass="entr" presetSubtype="16" fill="hold" grpId="0" nodeType="afterEffect">
                                  <p:stCondLst>
                                    <p:cond delay="0"/>
                                  </p:stCondLst>
                                  <p:childTnLst>
                                    <p:set>
                                      <p:cBhvr>
                                        <p:cTn id="53" dur="1" fill="hold">
                                          <p:stCondLst>
                                            <p:cond delay="0"/>
                                          </p:stCondLst>
                                        </p:cTn>
                                        <p:tgtEl>
                                          <p:spTgt spid="178309"/>
                                        </p:tgtEl>
                                        <p:attrNameLst>
                                          <p:attrName>style.visibility</p:attrName>
                                        </p:attrNameLst>
                                      </p:cBhvr>
                                      <p:to>
                                        <p:strVal val="visible"/>
                                      </p:to>
                                    </p:set>
                                    <p:animEffect transition="in" filter="plus(in)">
                                      <p:cBhvr>
                                        <p:cTn id="54" dur="2000"/>
                                        <p:tgtEl>
                                          <p:spTgt spid="178309"/>
                                        </p:tgtEl>
                                      </p:cBhvr>
                                    </p:animEffect>
                                  </p:childTnLst>
                                </p:cTn>
                              </p:par>
                            </p:childTnLst>
                          </p:cTn>
                        </p:par>
                      </p:childTnLst>
                    </p:cTn>
                  </p:par>
                  <p:par>
                    <p:cTn id="55" fill="hold" nodeType="clickPar">
                      <p:stCondLst>
                        <p:cond delay="indefinite"/>
                      </p:stCondLst>
                      <p:childTnLst>
                        <p:par>
                          <p:cTn id="56" fill="hold" nodeType="withGroup">
                            <p:stCondLst>
                              <p:cond delay="0"/>
                            </p:stCondLst>
                            <p:childTnLst>
                              <p:par>
                                <p:cTn id="57" presetID="13" presetClass="entr" presetSubtype="16" fill="hold" grpId="0" nodeType="clickEffect">
                                  <p:stCondLst>
                                    <p:cond delay="0"/>
                                  </p:stCondLst>
                                  <p:childTnLst>
                                    <p:set>
                                      <p:cBhvr>
                                        <p:cTn id="58" dur="1" fill="hold">
                                          <p:stCondLst>
                                            <p:cond delay="0"/>
                                          </p:stCondLst>
                                        </p:cTn>
                                        <p:tgtEl>
                                          <p:spTgt spid="178300"/>
                                        </p:tgtEl>
                                        <p:attrNameLst>
                                          <p:attrName>style.visibility</p:attrName>
                                        </p:attrNameLst>
                                      </p:cBhvr>
                                      <p:to>
                                        <p:strVal val="visible"/>
                                      </p:to>
                                    </p:set>
                                    <p:animEffect transition="in" filter="plus(in)">
                                      <p:cBhvr>
                                        <p:cTn id="59" dur="1000"/>
                                        <p:tgtEl>
                                          <p:spTgt spid="178300"/>
                                        </p:tgtEl>
                                      </p:cBhvr>
                                    </p:animEffect>
                                  </p:childTnLst>
                                </p:cTn>
                              </p:par>
                            </p:childTnLst>
                          </p:cTn>
                        </p:par>
                      </p:childTnLst>
                    </p:cTn>
                  </p:par>
                  <p:par>
                    <p:cTn id="60" fill="hold" nodeType="clickPar">
                      <p:stCondLst>
                        <p:cond delay="indefinite"/>
                      </p:stCondLst>
                      <p:childTnLst>
                        <p:par>
                          <p:cTn id="61" fill="hold" nodeType="withGroup">
                            <p:stCondLst>
                              <p:cond delay="0"/>
                            </p:stCondLst>
                            <p:childTnLst>
                              <p:par>
                                <p:cTn id="62" presetID="1" presetClass="entr" presetSubtype="0" fill="hold" grpId="0" nodeType="clickEffect">
                                  <p:stCondLst>
                                    <p:cond delay="0"/>
                                  </p:stCondLst>
                                  <p:childTnLst>
                                    <p:set>
                                      <p:cBhvr>
                                        <p:cTn id="63" dur="1" fill="hold">
                                          <p:stCondLst>
                                            <p:cond delay="0"/>
                                          </p:stCondLst>
                                        </p:cTn>
                                        <p:tgtEl>
                                          <p:spTgt spid="178305"/>
                                        </p:tgtEl>
                                        <p:attrNameLst>
                                          <p:attrName>style.visibility</p:attrName>
                                        </p:attrNameLst>
                                      </p:cBhvr>
                                      <p:to>
                                        <p:strVal val="visible"/>
                                      </p:to>
                                    </p:set>
                                  </p:childTnLst>
                                </p:cTn>
                              </p:par>
                            </p:childTnLst>
                          </p:cTn>
                        </p:par>
                      </p:childTnLst>
                    </p:cTn>
                  </p:par>
                  <p:par>
                    <p:cTn id="64" fill="hold" nodeType="clickPar">
                      <p:stCondLst>
                        <p:cond delay="indefinite"/>
                      </p:stCondLst>
                      <p:childTnLst>
                        <p:par>
                          <p:cTn id="65" fill="hold" nodeType="withGroup">
                            <p:stCondLst>
                              <p:cond delay="0"/>
                            </p:stCondLst>
                            <p:childTnLst>
                              <p:par>
                                <p:cTn id="66" presetID="9" presetClass="exit" presetSubtype="0" fill="hold" grpId="1" nodeType="clickEffect">
                                  <p:stCondLst>
                                    <p:cond delay="0"/>
                                  </p:stCondLst>
                                  <p:childTnLst>
                                    <p:animEffect transition="out" filter="dissolve">
                                      <p:cBhvr>
                                        <p:cTn id="67" dur="500"/>
                                        <p:tgtEl>
                                          <p:spTgt spid="178390"/>
                                        </p:tgtEl>
                                      </p:cBhvr>
                                    </p:animEffect>
                                    <p:set>
                                      <p:cBhvr>
                                        <p:cTn id="68" dur="1" fill="hold">
                                          <p:stCondLst>
                                            <p:cond delay="499"/>
                                          </p:stCondLst>
                                        </p:cTn>
                                        <p:tgtEl>
                                          <p:spTgt spid="178390"/>
                                        </p:tgtEl>
                                        <p:attrNameLst>
                                          <p:attrName>style.visibility</p:attrName>
                                        </p:attrNameLst>
                                      </p:cBhvr>
                                      <p:to>
                                        <p:strVal val="hidden"/>
                                      </p:to>
                                    </p:set>
                                  </p:childTnLst>
                                </p:cTn>
                              </p:par>
                              <p:par>
                                <p:cTn id="69" presetID="9" presetClass="exit" presetSubtype="0" fill="hold" grpId="1" nodeType="withEffect">
                                  <p:stCondLst>
                                    <p:cond delay="0"/>
                                  </p:stCondLst>
                                  <p:childTnLst>
                                    <p:animEffect transition="out" filter="dissolve">
                                      <p:cBhvr>
                                        <p:cTn id="70" dur="500"/>
                                        <p:tgtEl>
                                          <p:spTgt spid="178391"/>
                                        </p:tgtEl>
                                      </p:cBhvr>
                                    </p:animEffect>
                                    <p:set>
                                      <p:cBhvr>
                                        <p:cTn id="71" dur="1" fill="hold">
                                          <p:stCondLst>
                                            <p:cond delay="499"/>
                                          </p:stCondLst>
                                        </p:cTn>
                                        <p:tgtEl>
                                          <p:spTgt spid="178391"/>
                                        </p:tgtEl>
                                        <p:attrNameLst>
                                          <p:attrName>style.visibility</p:attrName>
                                        </p:attrNameLst>
                                      </p:cBhvr>
                                      <p:to>
                                        <p:strVal val="hidden"/>
                                      </p:to>
                                    </p:set>
                                  </p:childTnLst>
                                </p:cTn>
                              </p:par>
                            </p:childTnLst>
                          </p:cTn>
                        </p:par>
                      </p:childTnLst>
                    </p:cTn>
                  </p:par>
                  <p:par>
                    <p:cTn id="72" fill="hold" nodeType="clickPar">
                      <p:stCondLst>
                        <p:cond delay="indefinite"/>
                      </p:stCondLst>
                      <p:childTnLst>
                        <p:par>
                          <p:cTn id="73" fill="hold" nodeType="withGroup">
                            <p:stCondLst>
                              <p:cond delay="0"/>
                            </p:stCondLst>
                            <p:childTnLst>
                              <p:par>
                                <p:cTn id="74" presetID="1" presetClass="entr" presetSubtype="0" fill="hold" grpId="0" nodeType="clickEffect">
                                  <p:stCondLst>
                                    <p:cond delay="0"/>
                                  </p:stCondLst>
                                  <p:childTnLst>
                                    <p:set>
                                      <p:cBhvr>
                                        <p:cTn id="75" dur="1" fill="hold">
                                          <p:stCondLst>
                                            <p:cond delay="0"/>
                                          </p:stCondLst>
                                        </p:cTn>
                                        <p:tgtEl>
                                          <p:spTgt spid="178308"/>
                                        </p:tgtEl>
                                        <p:attrNameLst>
                                          <p:attrName>style.visibility</p:attrName>
                                        </p:attrNameLst>
                                      </p:cBhvr>
                                      <p:to>
                                        <p:strVal val="visible"/>
                                      </p:to>
                                    </p:set>
                                  </p:childTnLst>
                                </p:cTn>
                              </p:par>
                            </p:childTnLst>
                          </p:cTn>
                        </p:par>
                      </p:childTnLst>
                    </p:cTn>
                  </p:par>
                  <p:par>
                    <p:cTn id="76" fill="hold" nodeType="clickPar">
                      <p:stCondLst>
                        <p:cond delay="indefinite"/>
                      </p:stCondLst>
                      <p:childTnLst>
                        <p:par>
                          <p:cTn id="77" fill="hold" nodeType="withGroup">
                            <p:stCondLst>
                              <p:cond delay="0"/>
                            </p:stCondLst>
                            <p:childTnLst>
                              <p:par>
                                <p:cTn id="78" presetID="1" presetClass="entr" presetSubtype="0" fill="hold" grpId="0" nodeType="clickEffect">
                                  <p:stCondLst>
                                    <p:cond delay="0"/>
                                  </p:stCondLst>
                                  <p:childTnLst>
                                    <p:set>
                                      <p:cBhvr>
                                        <p:cTn id="79" dur="1" fill="hold">
                                          <p:stCondLst>
                                            <p:cond delay="0"/>
                                          </p:stCondLst>
                                        </p:cTn>
                                        <p:tgtEl>
                                          <p:spTgt spid="178310"/>
                                        </p:tgtEl>
                                        <p:attrNameLst>
                                          <p:attrName>style.visibility</p:attrName>
                                        </p:attrNameLst>
                                      </p:cBhvr>
                                      <p:to>
                                        <p:strVal val="visible"/>
                                      </p:to>
                                    </p:set>
                                  </p:childTnLst>
                                </p:cTn>
                              </p:par>
                            </p:childTnLst>
                          </p:cTn>
                        </p:par>
                      </p:childTnLst>
                    </p:cTn>
                  </p:par>
                  <p:par>
                    <p:cTn id="80" fill="hold" nodeType="clickPar">
                      <p:stCondLst>
                        <p:cond delay="indefinite"/>
                      </p:stCondLst>
                      <p:childTnLst>
                        <p:par>
                          <p:cTn id="81" fill="hold" nodeType="withGroup">
                            <p:stCondLst>
                              <p:cond delay="0"/>
                            </p:stCondLst>
                            <p:childTnLst>
                              <p:par>
                                <p:cTn id="82" presetID="1" presetClass="entr" presetSubtype="0" fill="hold" grpId="0" nodeType="clickEffect">
                                  <p:stCondLst>
                                    <p:cond delay="0"/>
                                  </p:stCondLst>
                                  <p:childTnLst>
                                    <p:set>
                                      <p:cBhvr>
                                        <p:cTn id="83" dur="1" fill="hold">
                                          <p:stCondLst>
                                            <p:cond delay="0"/>
                                          </p:stCondLst>
                                        </p:cTn>
                                        <p:tgtEl>
                                          <p:spTgt spid="178299"/>
                                        </p:tgtEl>
                                        <p:attrNameLst>
                                          <p:attrName>style.visibility</p:attrName>
                                        </p:attrNameLst>
                                      </p:cBhvr>
                                      <p:to>
                                        <p:strVal val="visible"/>
                                      </p:to>
                                    </p:set>
                                  </p:childTnLst>
                                </p:cTn>
                              </p:par>
                            </p:childTnLst>
                          </p:cTn>
                        </p:par>
                      </p:childTnLst>
                    </p:cTn>
                  </p:par>
                  <p:par>
                    <p:cTn id="84" fill="hold" nodeType="clickPar">
                      <p:stCondLst>
                        <p:cond delay="indefinite"/>
                      </p:stCondLst>
                      <p:childTnLst>
                        <p:par>
                          <p:cTn id="85" fill="hold" nodeType="withGroup">
                            <p:stCondLst>
                              <p:cond delay="0"/>
                            </p:stCondLst>
                            <p:childTnLst>
                              <p:par>
                                <p:cTn id="86" presetID="1" presetClass="entr" presetSubtype="0" fill="hold" grpId="0" nodeType="clickEffect">
                                  <p:stCondLst>
                                    <p:cond delay="0"/>
                                  </p:stCondLst>
                                  <p:childTnLst>
                                    <p:set>
                                      <p:cBhvr>
                                        <p:cTn id="87" dur="1" fill="hold">
                                          <p:stCondLst>
                                            <p:cond delay="0"/>
                                          </p:stCondLst>
                                        </p:cTn>
                                        <p:tgtEl>
                                          <p:spTgt spid="178306"/>
                                        </p:tgtEl>
                                        <p:attrNameLst>
                                          <p:attrName>style.visibility</p:attrName>
                                        </p:attrNameLst>
                                      </p:cBhvr>
                                      <p:to>
                                        <p:strVal val="visible"/>
                                      </p:to>
                                    </p:set>
                                  </p:childTnLst>
                                </p:cTn>
                              </p:par>
                            </p:childTnLst>
                          </p:cTn>
                        </p:par>
                        <p:par>
                          <p:cTn id="88" fill="hold" nodeType="afterGroup">
                            <p:stCondLst>
                              <p:cond delay="0"/>
                            </p:stCondLst>
                            <p:childTnLst>
                              <p:par>
                                <p:cTn id="89" presetID="9" presetClass="exit" presetSubtype="0" fill="hold" grpId="1" nodeType="afterEffect">
                                  <p:stCondLst>
                                    <p:cond delay="0"/>
                                  </p:stCondLst>
                                  <p:childTnLst>
                                    <p:animEffect transition="out" filter="dissolve">
                                      <p:cBhvr>
                                        <p:cTn id="90" dur="500"/>
                                        <p:tgtEl>
                                          <p:spTgt spid="178388"/>
                                        </p:tgtEl>
                                      </p:cBhvr>
                                    </p:animEffect>
                                    <p:set>
                                      <p:cBhvr>
                                        <p:cTn id="91" dur="1" fill="hold">
                                          <p:stCondLst>
                                            <p:cond delay="499"/>
                                          </p:stCondLst>
                                        </p:cTn>
                                        <p:tgtEl>
                                          <p:spTgt spid="178388"/>
                                        </p:tgtEl>
                                        <p:attrNameLst>
                                          <p:attrName>style.visibility</p:attrName>
                                        </p:attrNameLst>
                                      </p:cBhvr>
                                      <p:to>
                                        <p:strVal val="hidden"/>
                                      </p:to>
                                    </p:set>
                                  </p:childTnLst>
                                </p:cTn>
                              </p:par>
                            </p:childTnLst>
                          </p:cTn>
                        </p:par>
                        <p:par>
                          <p:cTn id="92" fill="hold" nodeType="afterGroup">
                            <p:stCondLst>
                              <p:cond delay="500"/>
                            </p:stCondLst>
                            <p:childTnLst>
                              <p:par>
                                <p:cTn id="93" presetID="9" presetClass="exit" presetSubtype="0" fill="hold" grpId="1" nodeType="afterEffect">
                                  <p:stCondLst>
                                    <p:cond delay="0"/>
                                  </p:stCondLst>
                                  <p:childTnLst>
                                    <p:animEffect transition="out" filter="dissolve">
                                      <p:cBhvr>
                                        <p:cTn id="94" dur="500"/>
                                        <p:tgtEl>
                                          <p:spTgt spid="178392"/>
                                        </p:tgtEl>
                                      </p:cBhvr>
                                    </p:animEffect>
                                    <p:set>
                                      <p:cBhvr>
                                        <p:cTn id="95" dur="1" fill="hold">
                                          <p:stCondLst>
                                            <p:cond delay="499"/>
                                          </p:stCondLst>
                                        </p:cTn>
                                        <p:tgtEl>
                                          <p:spTgt spid="178392"/>
                                        </p:tgtEl>
                                        <p:attrNameLst>
                                          <p:attrName>style.visibility</p:attrName>
                                        </p:attrNameLst>
                                      </p:cBhvr>
                                      <p:to>
                                        <p:strVal val="hidden"/>
                                      </p:to>
                                    </p:set>
                                  </p:childTnLst>
                                </p:cTn>
                              </p:par>
                            </p:childTnLst>
                          </p:cTn>
                        </p:par>
                      </p:childTnLst>
                    </p:cTn>
                  </p:par>
                  <p:par>
                    <p:cTn id="96" fill="hold" nodeType="clickPar">
                      <p:stCondLst>
                        <p:cond delay="indefinite"/>
                      </p:stCondLst>
                      <p:childTnLst>
                        <p:par>
                          <p:cTn id="97" fill="hold" nodeType="withGroup">
                            <p:stCondLst>
                              <p:cond delay="0"/>
                            </p:stCondLst>
                            <p:childTnLst>
                              <p:par>
                                <p:cTn id="98" presetID="1" presetClass="entr" presetSubtype="0" fill="hold" grpId="0" nodeType="clickEffect">
                                  <p:stCondLst>
                                    <p:cond delay="0"/>
                                  </p:stCondLst>
                                  <p:childTnLst>
                                    <p:set>
                                      <p:cBhvr>
                                        <p:cTn id="99" dur="1" fill="hold">
                                          <p:stCondLst>
                                            <p:cond delay="0"/>
                                          </p:stCondLst>
                                        </p:cTn>
                                        <p:tgtEl>
                                          <p:spTgt spid="178353"/>
                                        </p:tgtEl>
                                        <p:attrNameLst>
                                          <p:attrName>style.visibility</p:attrName>
                                        </p:attrNameLst>
                                      </p:cBhvr>
                                      <p:to>
                                        <p:strVal val="visible"/>
                                      </p:to>
                                    </p:set>
                                  </p:childTnLst>
                                </p:cTn>
                              </p:par>
                            </p:childTnLst>
                          </p:cTn>
                        </p:par>
                      </p:childTnLst>
                    </p:cTn>
                  </p:par>
                  <p:par>
                    <p:cTn id="100" fill="hold" nodeType="clickPar">
                      <p:stCondLst>
                        <p:cond delay="indefinite"/>
                      </p:stCondLst>
                      <p:childTnLst>
                        <p:par>
                          <p:cTn id="101" fill="hold" nodeType="withGroup">
                            <p:stCondLst>
                              <p:cond delay="0"/>
                            </p:stCondLst>
                            <p:childTnLst>
                              <p:par>
                                <p:cTn id="102" presetID="1" presetClass="entr" presetSubtype="0" fill="hold" nodeType="clickEffect">
                                  <p:stCondLst>
                                    <p:cond delay="0"/>
                                  </p:stCondLst>
                                  <p:childTnLst>
                                    <p:set>
                                      <p:cBhvr>
                                        <p:cTn id="103" dur="1" fill="hold">
                                          <p:stCondLst>
                                            <p:cond delay="0"/>
                                          </p:stCondLst>
                                        </p:cTn>
                                        <p:tgtEl>
                                          <p:spTgt spid="178334"/>
                                        </p:tgtEl>
                                        <p:attrNameLst>
                                          <p:attrName>style.visibility</p:attrName>
                                        </p:attrNameLst>
                                      </p:cBhvr>
                                      <p:to>
                                        <p:strVal val="visible"/>
                                      </p:to>
                                    </p:set>
                                  </p:childTnLst>
                                </p:cTn>
                              </p:par>
                            </p:childTnLst>
                          </p:cTn>
                        </p:par>
                      </p:childTnLst>
                    </p:cTn>
                  </p:par>
                  <p:par>
                    <p:cTn id="104" fill="hold" nodeType="clickPar">
                      <p:stCondLst>
                        <p:cond delay="indefinite"/>
                      </p:stCondLst>
                      <p:childTnLst>
                        <p:par>
                          <p:cTn id="105" fill="hold" nodeType="withGroup">
                            <p:stCondLst>
                              <p:cond delay="0"/>
                            </p:stCondLst>
                            <p:childTnLst>
                              <p:par>
                                <p:cTn id="106" presetID="1" presetClass="entr" presetSubtype="0" fill="hold" nodeType="clickEffect">
                                  <p:stCondLst>
                                    <p:cond delay="0"/>
                                  </p:stCondLst>
                                  <p:childTnLst>
                                    <p:set>
                                      <p:cBhvr>
                                        <p:cTn id="107" dur="1" fill="hold">
                                          <p:stCondLst>
                                            <p:cond delay="0"/>
                                          </p:stCondLst>
                                        </p:cTn>
                                        <p:tgtEl>
                                          <p:spTgt spid="178332"/>
                                        </p:tgtEl>
                                        <p:attrNameLst>
                                          <p:attrName>style.visibility</p:attrName>
                                        </p:attrNameLst>
                                      </p:cBhvr>
                                      <p:to>
                                        <p:strVal val="visible"/>
                                      </p:to>
                                    </p:set>
                                  </p:childTnLst>
                                </p:cTn>
                              </p:par>
                            </p:childTnLst>
                          </p:cTn>
                        </p:par>
                      </p:childTnLst>
                    </p:cTn>
                  </p:par>
                  <p:par>
                    <p:cTn id="108" fill="hold" nodeType="clickPar">
                      <p:stCondLst>
                        <p:cond delay="indefinite"/>
                      </p:stCondLst>
                      <p:childTnLst>
                        <p:par>
                          <p:cTn id="109" fill="hold" nodeType="withGroup">
                            <p:stCondLst>
                              <p:cond delay="0"/>
                            </p:stCondLst>
                            <p:childTnLst>
                              <p:par>
                                <p:cTn id="110" presetID="1" presetClass="entr" presetSubtype="0" fill="hold" nodeType="clickEffect">
                                  <p:stCondLst>
                                    <p:cond delay="0"/>
                                  </p:stCondLst>
                                  <p:childTnLst>
                                    <p:set>
                                      <p:cBhvr>
                                        <p:cTn id="111" dur="1" fill="hold">
                                          <p:stCondLst>
                                            <p:cond delay="0"/>
                                          </p:stCondLst>
                                        </p:cTn>
                                        <p:tgtEl>
                                          <p:spTgt spid="178342"/>
                                        </p:tgtEl>
                                        <p:attrNameLst>
                                          <p:attrName>style.visibility</p:attrName>
                                        </p:attrNameLst>
                                      </p:cBhvr>
                                      <p:to>
                                        <p:strVal val="visible"/>
                                      </p:to>
                                    </p:set>
                                  </p:childTnLst>
                                </p:cTn>
                              </p:par>
                            </p:childTnLst>
                          </p:cTn>
                        </p:par>
                      </p:childTnLst>
                    </p:cTn>
                  </p:par>
                  <p:par>
                    <p:cTn id="112" fill="hold" nodeType="clickPar">
                      <p:stCondLst>
                        <p:cond delay="indefinite"/>
                      </p:stCondLst>
                      <p:childTnLst>
                        <p:par>
                          <p:cTn id="113" fill="hold" nodeType="withGroup">
                            <p:stCondLst>
                              <p:cond delay="0"/>
                            </p:stCondLst>
                            <p:childTnLst>
                              <p:par>
                                <p:cTn id="114" presetID="1" presetClass="entr" presetSubtype="0" fill="hold" grpId="0" nodeType="clickEffect">
                                  <p:stCondLst>
                                    <p:cond delay="0"/>
                                  </p:stCondLst>
                                  <p:childTnLst>
                                    <p:set>
                                      <p:cBhvr>
                                        <p:cTn id="115" dur="1" fill="hold">
                                          <p:stCondLst>
                                            <p:cond delay="0"/>
                                          </p:stCondLst>
                                        </p:cTn>
                                        <p:tgtEl>
                                          <p:spTgt spid="178311"/>
                                        </p:tgtEl>
                                        <p:attrNameLst>
                                          <p:attrName>style.visibility</p:attrName>
                                        </p:attrNameLst>
                                      </p:cBhvr>
                                      <p:to>
                                        <p:strVal val="visible"/>
                                      </p:to>
                                    </p:set>
                                  </p:childTnLst>
                                </p:cTn>
                              </p:par>
                              <p:par>
                                <p:cTn id="116" presetID="1" presetClass="entr" presetSubtype="0" fill="hold" grpId="0" nodeType="withEffect">
                                  <p:stCondLst>
                                    <p:cond delay="0"/>
                                  </p:stCondLst>
                                  <p:childTnLst>
                                    <p:set>
                                      <p:cBhvr>
                                        <p:cTn id="117" dur="1" fill="hold">
                                          <p:stCondLst>
                                            <p:cond delay="0"/>
                                          </p:stCondLst>
                                        </p:cTn>
                                        <p:tgtEl>
                                          <p:spTgt spid="178319"/>
                                        </p:tgtEl>
                                        <p:attrNameLst>
                                          <p:attrName>style.visibility</p:attrName>
                                        </p:attrNameLst>
                                      </p:cBhvr>
                                      <p:to>
                                        <p:strVal val="visible"/>
                                      </p:to>
                                    </p:set>
                                  </p:childTnLst>
                                </p:cTn>
                              </p:par>
                              <p:par>
                                <p:cTn id="118" presetID="1" presetClass="entr" presetSubtype="0" fill="hold" grpId="0" nodeType="withEffect">
                                  <p:stCondLst>
                                    <p:cond delay="0"/>
                                  </p:stCondLst>
                                  <p:childTnLst>
                                    <p:set>
                                      <p:cBhvr>
                                        <p:cTn id="119" dur="1" fill="hold">
                                          <p:stCondLst>
                                            <p:cond delay="0"/>
                                          </p:stCondLst>
                                        </p:cTn>
                                        <p:tgtEl>
                                          <p:spTgt spid="178401"/>
                                        </p:tgtEl>
                                        <p:attrNameLst>
                                          <p:attrName>style.visibility</p:attrName>
                                        </p:attrNameLst>
                                      </p:cBhvr>
                                      <p:to>
                                        <p:strVal val="visible"/>
                                      </p:to>
                                    </p:set>
                                  </p:childTnLst>
                                </p:cTn>
                              </p:par>
                              <p:par>
                                <p:cTn id="120" presetID="1" presetClass="entr" presetSubtype="0" fill="hold" grpId="0" nodeType="withEffect">
                                  <p:stCondLst>
                                    <p:cond delay="0"/>
                                  </p:stCondLst>
                                  <p:childTnLst>
                                    <p:set>
                                      <p:cBhvr>
                                        <p:cTn id="121" dur="1" fill="hold">
                                          <p:stCondLst>
                                            <p:cond delay="0"/>
                                          </p:stCondLst>
                                        </p:cTn>
                                        <p:tgtEl>
                                          <p:spTgt spid="178331"/>
                                        </p:tgtEl>
                                        <p:attrNameLst>
                                          <p:attrName>style.visibility</p:attrName>
                                        </p:attrNameLst>
                                      </p:cBhvr>
                                      <p:to>
                                        <p:strVal val="visible"/>
                                      </p:to>
                                    </p:set>
                                  </p:childTnLst>
                                </p:cTn>
                              </p:par>
                              <p:par>
                                <p:cTn id="122" presetID="1" presetClass="entr" presetSubtype="0" fill="hold" grpId="0" nodeType="withEffect">
                                  <p:stCondLst>
                                    <p:cond delay="0"/>
                                  </p:stCondLst>
                                  <p:childTnLst>
                                    <p:set>
                                      <p:cBhvr>
                                        <p:cTn id="123" dur="1" fill="hold">
                                          <p:stCondLst>
                                            <p:cond delay="0"/>
                                          </p:stCondLst>
                                        </p:cTn>
                                        <p:tgtEl>
                                          <p:spTgt spid="178403"/>
                                        </p:tgtEl>
                                        <p:attrNameLst>
                                          <p:attrName>style.visibility</p:attrName>
                                        </p:attrNameLst>
                                      </p:cBhvr>
                                      <p:to>
                                        <p:strVal val="visible"/>
                                      </p:to>
                                    </p:set>
                                  </p:childTnLst>
                                </p:cTn>
                              </p:par>
                              <p:par>
                                <p:cTn id="124" presetID="1" presetClass="entr" presetSubtype="0" fill="hold" grpId="0" nodeType="withEffect">
                                  <p:stCondLst>
                                    <p:cond delay="0"/>
                                  </p:stCondLst>
                                  <p:childTnLst>
                                    <p:set>
                                      <p:cBhvr>
                                        <p:cTn id="125" dur="1" fill="hold">
                                          <p:stCondLst>
                                            <p:cond delay="0"/>
                                          </p:stCondLst>
                                        </p:cTn>
                                        <p:tgtEl>
                                          <p:spTgt spid="178402"/>
                                        </p:tgtEl>
                                        <p:attrNameLst>
                                          <p:attrName>style.visibility</p:attrName>
                                        </p:attrNameLst>
                                      </p:cBhvr>
                                      <p:to>
                                        <p:strVal val="visible"/>
                                      </p:to>
                                    </p:set>
                                  </p:childTnLst>
                                </p:cTn>
                              </p:par>
                              <p:par>
                                <p:cTn id="126" presetID="1" presetClass="entr" presetSubtype="0" fill="hold" grpId="0" nodeType="withEffect">
                                  <p:stCondLst>
                                    <p:cond delay="0"/>
                                  </p:stCondLst>
                                  <p:childTnLst>
                                    <p:set>
                                      <p:cBhvr>
                                        <p:cTn id="127" dur="1" fill="hold">
                                          <p:stCondLst>
                                            <p:cond delay="0"/>
                                          </p:stCondLst>
                                        </p:cTn>
                                        <p:tgtEl>
                                          <p:spTgt spid="178400"/>
                                        </p:tgtEl>
                                        <p:attrNameLst>
                                          <p:attrName>style.visibility</p:attrName>
                                        </p:attrNameLst>
                                      </p:cBhvr>
                                      <p:to>
                                        <p:strVal val="visible"/>
                                      </p:to>
                                    </p:set>
                                  </p:childTnLst>
                                </p:cTn>
                              </p:par>
                            </p:childTnLst>
                          </p:cTn>
                        </p:par>
                        <p:par>
                          <p:cTn id="128" fill="hold" nodeType="afterGroup">
                            <p:stCondLst>
                              <p:cond delay="0"/>
                            </p:stCondLst>
                            <p:childTnLst>
                              <p:par>
                                <p:cTn id="129" presetID="1" presetClass="entr" presetSubtype="0" fill="hold" grpId="0" nodeType="afterEffect">
                                  <p:stCondLst>
                                    <p:cond delay="0"/>
                                  </p:stCondLst>
                                  <p:childTnLst>
                                    <p:set>
                                      <p:cBhvr>
                                        <p:cTn id="130" dur="1" fill="hold">
                                          <p:stCondLst>
                                            <p:cond delay="0"/>
                                          </p:stCondLst>
                                        </p:cTn>
                                        <p:tgtEl>
                                          <p:spTgt spid="178387"/>
                                        </p:tgtEl>
                                        <p:attrNameLst>
                                          <p:attrName>style.visibility</p:attrName>
                                        </p:attrNameLst>
                                      </p:cBhvr>
                                      <p:to>
                                        <p:strVal val="visible"/>
                                      </p:to>
                                    </p:set>
                                  </p:childTnLst>
                                </p:cTn>
                              </p:par>
                            </p:childTnLst>
                          </p:cTn>
                        </p:par>
                      </p:childTnLst>
                    </p:cTn>
                  </p:par>
                  <p:par>
                    <p:cTn id="131" fill="hold" nodeType="clickPar">
                      <p:stCondLst>
                        <p:cond delay="indefinite"/>
                      </p:stCondLst>
                      <p:childTnLst>
                        <p:par>
                          <p:cTn id="132" fill="hold" nodeType="withGroup">
                            <p:stCondLst>
                              <p:cond delay="0"/>
                            </p:stCondLst>
                            <p:childTnLst>
                              <p:par>
                                <p:cTn id="133" presetID="1" presetClass="entr" presetSubtype="0" fill="hold" grpId="0" nodeType="clickEffect">
                                  <p:stCondLst>
                                    <p:cond delay="0"/>
                                  </p:stCondLst>
                                  <p:childTnLst>
                                    <p:set>
                                      <p:cBhvr>
                                        <p:cTn id="134" dur="1" fill="hold">
                                          <p:stCondLst>
                                            <p:cond delay="0"/>
                                          </p:stCondLst>
                                        </p:cTn>
                                        <p:tgtEl>
                                          <p:spTgt spid="178382"/>
                                        </p:tgtEl>
                                        <p:attrNameLst>
                                          <p:attrName>style.visibility</p:attrName>
                                        </p:attrNameLst>
                                      </p:cBhvr>
                                      <p:to>
                                        <p:strVal val="visible"/>
                                      </p:to>
                                    </p:set>
                                  </p:childTnLst>
                                </p:cTn>
                              </p:par>
                            </p:childTnLst>
                          </p:cTn>
                        </p:par>
                      </p:childTnLst>
                    </p:cTn>
                  </p:par>
                  <p:par>
                    <p:cTn id="135" fill="hold" nodeType="clickPar">
                      <p:stCondLst>
                        <p:cond delay="indefinite"/>
                      </p:stCondLst>
                      <p:childTnLst>
                        <p:par>
                          <p:cTn id="136" fill="hold" nodeType="withGroup">
                            <p:stCondLst>
                              <p:cond delay="0"/>
                            </p:stCondLst>
                            <p:childTnLst>
                              <p:par>
                                <p:cTn id="137" presetID="1" presetClass="entr" presetSubtype="0" fill="hold" grpId="0" nodeType="clickEffect">
                                  <p:stCondLst>
                                    <p:cond delay="0"/>
                                  </p:stCondLst>
                                  <p:childTnLst>
                                    <p:set>
                                      <p:cBhvr>
                                        <p:cTn id="138" dur="1" fill="hold">
                                          <p:stCondLst>
                                            <p:cond delay="0"/>
                                          </p:stCondLst>
                                        </p:cTn>
                                        <p:tgtEl>
                                          <p:spTgt spid="178326"/>
                                        </p:tgtEl>
                                        <p:attrNameLst>
                                          <p:attrName>style.visibility</p:attrName>
                                        </p:attrNameLst>
                                      </p:cBhvr>
                                      <p:to>
                                        <p:strVal val="visible"/>
                                      </p:to>
                                    </p:set>
                                  </p:childTnLst>
                                </p:cTn>
                              </p:par>
                              <p:par>
                                <p:cTn id="139" presetID="1" presetClass="entr" presetSubtype="0" fill="hold" grpId="0" nodeType="withEffect">
                                  <p:stCondLst>
                                    <p:cond delay="0"/>
                                  </p:stCondLst>
                                  <p:childTnLst>
                                    <p:set>
                                      <p:cBhvr>
                                        <p:cTn id="140" dur="1" fill="hold">
                                          <p:stCondLst>
                                            <p:cond delay="0"/>
                                          </p:stCondLst>
                                        </p:cTn>
                                        <p:tgtEl>
                                          <p:spTgt spid="178320"/>
                                        </p:tgtEl>
                                        <p:attrNameLst>
                                          <p:attrName>style.visibility</p:attrName>
                                        </p:attrNameLst>
                                      </p:cBhvr>
                                      <p:to>
                                        <p:strVal val="visible"/>
                                      </p:to>
                                    </p:set>
                                  </p:childTnLst>
                                </p:cTn>
                              </p:par>
                            </p:childTnLst>
                          </p:cTn>
                        </p:par>
                      </p:childTnLst>
                    </p:cTn>
                  </p:par>
                  <p:par>
                    <p:cTn id="141" fill="hold" nodeType="clickPar">
                      <p:stCondLst>
                        <p:cond delay="indefinite"/>
                      </p:stCondLst>
                      <p:childTnLst>
                        <p:par>
                          <p:cTn id="142" fill="hold" nodeType="withGroup">
                            <p:stCondLst>
                              <p:cond delay="0"/>
                            </p:stCondLst>
                            <p:childTnLst>
                              <p:par>
                                <p:cTn id="143" presetID="1" presetClass="entr" presetSubtype="0" fill="hold" grpId="0" nodeType="clickEffect">
                                  <p:stCondLst>
                                    <p:cond delay="0"/>
                                  </p:stCondLst>
                                  <p:childTnLst>
                                    <p:set>
                                      <p:cBhvr>
                                        <p:cTn id="144" dur="1" fill="hold">
                                          <p:stCondLst>
                                            <p:cond delay="0"/>
                                          </p:stCondLst>
                                        </p:cTn>
                                        <p:tgtEl>
                                          <p:spTgt spid="178314"/>
                                        </p:tgtEl>
                                        <p:attrNameLst>
                                          <p:attrName>style.visibility</p:attrName>
                                        </p:attrNameLst>
                                      </p:cBhvr>
                                      <p:to>
                                        <p:strVal val="visible"/>
                                      </p:to>
                                    </p:set>
                                  </p:childTnLst>
                                </p:cTn>
                              </p:par>
                              <p:par>
                                <p:cTn id="145" presetID="1" presetClass="entr" presetSubtype="0" fill="hold" grpId="0" nodeType="withEffect">
                                  <p:stCondLst>
                                    <p:cond delay="0"/>
                                  </p:stCondLst>
                                  <p:childTnLst>
                                    <p:set>
                                      <p:cBhvr>
                                        <p:cTn id="146" dur="1" fill="hold">
                                          <p:stCondLst>
                                            <p:cond delay="0"/>
                                          </p:stCondLst>
                                        </p:cTn>
                                        <p:tgtEl>
                                          <p:spTgt spid="178321"/>
                                        </p:tgtEl>
                                        <p:attrNameLst>
                                          <p:attrName>style.visibility</p:attrName>
                                        </p:attrNameLst>
                                      </p:cBhvr>
                                      <p:to>
                                        <p:strVal val="visible"/>
                                      </p:to>
                                    </p:set>
                                  </p:childTnLst>
                                </p:cTn>
                              </p:par>
                            </p:childTnLst>
                          </p:cTn>
                        </p:par>
                      </p:childTnLst>
                    </p:cTn>
                  </p:par>
                  <p:par>
                    <p:cTn id="147" fill="hold" nodeType="clickPar">
                      <p:stCondLst>
                        <p:cond delay="indefinite"/>
                      </p:stCondLst>
                      <p:childTnLst>
                        <p:par>
                          <p:cTn id="148" fill="hold" nodeType="withGroup">
                            <p:stCondLst>
                              <p:cond delay="0"/>
                            </p:stCondLst>
                            <p:childTnLst>
                              <p:par>
                                <p:cTn id="149" presetID="1" presetClass="entr" presetSubtype="0" fill="hold" grpId="0" nodeType="clickEffect">
                                  <p:stCondLst>
                                    <p:cond delay="0"/>
                                  </p:stCondLst>
                                  <p:childTnLst>
                                    <p:set>
                                      <p:cBhvr>
                                        <p:cTn id="150" dur="1" fill="hold">
                                          <p:stCondLst>
                                            <p:cond delay="0"/>
                                          </p:stCondLst>
                                        </p:cTn>
                                        <p:tgtEl>
                                          <p:spTgt spid="178327"/>
                                        </p:tgtEl>
                                        <p:attrNameLst>
                                          <p:attrName>style.visibility</p:attrName>
                                        </p:attrNameLst>
                                      </p:cBhvr>
                                      <p:to>
                                        <p:strVal val="visible"/>
                                      </p:to>
                                    </p:set>
                                  </p:childTnLst>
                                </p:cTn>
                              </p:par>
                              <p:par>
                                <p:cTn id="151" presetID="1" presetClass="entr" presetSubtype="0" fill="hold" grpId="0" nodeType="withEffect">
                                  <p:stCondLst>
                                    <p:cond delay="0"/>
                                  </p:stCondLst>
                                  <p:childTnLst>
                                    <p:set>
                                      <p:cBhvr>
                                        <p:cTn id="152" dur="1" fill="hold">
                                          <p:stCondLst>
                                            <p:cond delay="0"/>
                                          </p:stCondLst>
                                        </p:cTn>
                                        <p:tgtEl>
                                          <p:spTgt spid="178316"/>
                                        </p:tgtEl>
                                        <p:attrNameLst>
                                          <p:attrName>style.visibility</p:attrName>
                                        </p:attrNameLst>
                                      </p:cBhvr>
                                      <p:to>
                                        <p:strVal val="visible"/>
                                      </p:to>
                                    </p:set>
                                  </p:childTnLst>
                                </p:cTn>
                              </p:par>
                              <p:par>
                                <p:cTn id="153" presetID="1" presetClass="entr" presetSubtype="0" fill="hold" grpId="0" nodeType="withEffect">
                                  <p:stCondLst>
                                    <p:cond delay="0"/>
                                  </p:stCondLst>
                                  <p:childTnLst>
                                    <p:set>
                                      <p:cBhvr>
                                        <p:cTn id="154" dur="1" fill="hold">
                                          <p:stCondLst>
                                            <p:cond delay="0"/>
                                          </p:stCondLst>
                                        </p:cTn>
                                        <p:tgtEl>
                                          <p:spTgt spid="178322"/>
                                        </p:tgtEl>
                                        <p:attrNameLst>
                                          <p:attrName>style.visibility</p:attrName>
                                        </p:attrNameLst>
                                      </p:cBhvr>
                                      <p:to>
                                        <p:strVal val="visible"/>
                                      </p:to>
                                    </p:set>
                                  </p:childTnLst>
                                </p:cTn>
                              </p:par>
                              <p:par>
                                <p:cTn id="155" presetID="1" presetClass="entr" presetSubtype="0" fill="hold" grpId="0" nodeType="withEffect">
                                  <p:stCondLst>
                                    <p:cond delay="0"/>
                                  </p:stCondLst>
                                  <p:childTnLst>
                                    <p:set>
                                      <p:cBhvr>
                                        <p:cTn id="156" dur="1" fill="hold">
                                          <p:stCondLst>
                                            <p:cond delay="0"/>
                                          </p:stCondLst>
                                        </p:cTn>
                                        <p:tgtEl>
                                          <p:spTgt spid="178294"/>
                                        </p:tgtEl>
                                        <p:attrNameLst>
                                          <p:attrName>style.visibility</p:attrName>
                                        </p:attrNameLst>
                                      </p:cBhvr>
                                      <p:to>
                                        <p:strVal val="visible"/>
                                      </p:to>
                                    </p:set>
                                  </p:childTnLst>
                                </p:cTn>
                              </p:par>
                            </p:childTnLst>
                          </p:cTn>
                        </p:par>
                      </p:childTnLst>
                    </p:cTn>
                  </p:par>
                  <p:par>
                    <p:cTn id="157" fill="hold" nodeType="clickPar">
                      <p:stCondLst>
                        <p:cond delay="indefinite"/>
                      </p:stCondLst>
                      <p:childTnLst>
                        <p:par>
                          <p:cTn id="158" fill="hold" nodeType="withGroup">
                            <p:stCondLst>
                              <p:cond delay="0"/>
                            </p:stCondLst>
                            <p:childTnLst>
                              <p:par>
                                <p:cTn id="159" presetID="1" presetClass="entr" presetSubtype="0" fill="hold" grpId="0" nodeType="clickEffect">
                                  <p:stCondLst>
                                    <p:cond delay="0"/>
                                  </p:stCondLst>
                                  <p:childTnLst>
                                    <p:set>
                                      <p:cBhvr>
                                        <p:cTn id="160" dur="1" fill="hold">
                                          <p:stCondLst>
                                            <p:cond delay="0"/>
                                          </p:stCondLst>
                                        </p:cTn>
                                        <p:tgtEl>
                                          <p:spTgt spid="178354"/>
                                        </p:tgtEl>
                                        <p:attrNameLst>
                                          <p:attrName>style.visibility</p:attrName>
                                        </p:attrNameLst>
                                      </p:cBhvr>
                                      <p:to>
                                        <p:strVal val="visible"/>
                                      </p:to>
                                    </p:set>
                                  </p:childTnLst>
                                </p:cTn>
                              </p:par>
                            </p:childTnLst>
                          </p:cTn>
                        </p:par>
                      </p:childTnLst>
                    </p:cTn>
                  </p:par>
                  <p:par>
                    <p:cTn id="161" fill="hold" nodeType="clickPar">
                      <p:stCondLst>
                        <p:cond delay="indefinite"/>
                      </p:stCondLst>
                      <p:childTnLst>
                        <p:par>
                          <p:cTn id="162" fill="hold" nodeType="withGroup">
                            <p:stCondLst>
                              <p:cond delay="0"/>
                            </p:stCondLst>
                            <p:childTnLst>
                              <p:par>
                                <p:cTn id="163" presetID="1" presetClass="entr" presetSubtype="0" fill="hold" nodeType="clickEffect">
                                  <p:stCondLst>
                                    <p:cond delay="0"/>
                                  </p:stCondLst>
                                  <p:childTnLst>
                                    <p:set>
                                      <p:cBhvr>
                                        <p:cTn id="164" dur="1" fill="hold">
                                          <p:stCondLst>
                                            <p:cond delay="0"/>
                                          </p:stCondLst>
                                        </p:cTn>
                                        <p:tgtEl>
                                          <p:spTgt spid="178344"/>
                                        </p:tgtEl>
                                        <p:attrNameLst>
                                          <p:attrName>style.visibility</p:attrName>
                                        </p:attrNameLst>
                                      </p:cBhvr>
                                      <p:to>
                                        <p:strVal val="visible"/>
                                      </p:to>
                                    </p:set>
                                  </p:childTnLst>
                                </p:cTn>
                              </p:par>
                            </p:childTnLst>
                          </p:cTn>
                        </p:par>
                      </p:childTnLst>
                    </p:cTn>
                  </p:par>
                  <p:par>
                    <p:cTn id="165" fill="hold" nodeType="clickPar">
                      <p:stCondLst>
                        <p:cond delay="indefinite"/>
                      </p:stCondLst>
                      <p:childTnLst>
                        <p:par>
                          <p:cTn id="166" fill="hold" nodeType="withGroup">
                            <p:stCondLst>
                              <p:cond delay="0"/>
                            </p:stCondLst>
                            <p:childTnLst>
                              <p:par>
                                <p:cTn id="167" presetID="1" presetClass="entr" presetSubtype="0" fill="hold" nodeType="clickEffect">
                                  <p:stCondLst>
                                    <p:cond delay="0"/>
                                  </p:stCondLst>
                                  <p:childTnLst>
                                    <p:set>
                                      <p:cBhvr>
                                        <p:cTn id="168" dur="1" fill="hold">
                                          <p:stCondLst>
                                            <p:cond delay="0"/>
                                          </p:stCondLst>
                                        </p:cTn>
                                        <p:tgtEl>
                                          <p:spTgt spid="178346"/>
                                        </p:tgtEl>
                                        <p:attrNameLst>
                                          <p:attrName>style.visibility</p:attrName>
                                        </p:attrNameLst>
                                      </p:cBhvr>
                                      <p:to>
                                        <p:strVal val="visible"/>
                                      </p:to>
                                    </p:set>
                                  </p:childTnLst>
                                </p:cTn>
                              </p:par>
                            </p:childTnLst>
                          </p:cTn>
                        </p:par>
                      </p:childTnLst>
                    </p:cTn>
                  </p:par>
                  <p:par>
                    <p:cTn id="169" fill="hold" nodeType="clickPar">
                      <p:stCondLst>
                        <p:cond delay="indefinite"/>
                      </p:stCondLst>
                      <p:childTnLst>
                        <p:par>
                          <p:cTn id="170" fill="hold" nodeType="withGroup">
                            <p:stCondLst>
                              <p:cond delay="0"/>
                            </p:stCondLst>
                            <p:childTnLst>
                              <p:par>
                                <p:cTn id="171" presetID="1" presetClass="entr" presetSubtype="0" fill="hold" nodeType="clickEffect">
                                  <p:stCondLst>
                                    <p:cond delay="0"/>
                                  </p:stCondLst>
                                  <p:childTnLst>
                                    <p:set>
                                      <p:cBhvr>
                                        <p:cTn id="172" dur="1" fill="hold">
                                          <p:stCondLst>
                                            <p:cond delay="0"/>
                                          </p:stCondLst>
                                        </p:cTn>
                                        <p:tgtEl>
                                          <p:spTgt spid="178348"/>
                                        </p:tgtEl>
                                        <p:attrNameLst>
                                          <p:attrName>style.visibility</p:attrName>
                                        </p:attrNameLst>
                                      </p:cBhvr>
                                      <p:to>
                                        <p:strVal val="visible"/>
                                      </p:to>
                                    </p:set>
                                  </p:childTnLst>
                                </p:cTn>
                              </p:par>
                            </p:childTnLst>
                          </p:cTn>
                        </p:par>
                      </p:childTnLst>
                    </p:cTn>
                  </p:par>
                  <p:par>
                    <p:cTn id="173" fill="hold" nodeType="clickPar">
                      <p:stCondLst>
                        <p:cond delay="indefinite"/>
                      </p:stCondLst>
                      <p:childTnLst>
                        <p:par>
                          <p:cTn id="174" fill="hold" nodeType="withGroup">
                            <p:stCondLst>
                              <p:cond delay="0"/>
                            </p:stCondLst>
                            <p:childTnLst>
                              <p:par>
                                <p:cTn id="175" presetID="1" presetClass="entr" presetSubtype="0" fill="hold" grpId="0" nodeType="clickEffect">
                                  <p:stCondLst>
                                    <p:cond delay="0"/>
                                  </p:stCondLst>
                                  <p:childTnLst>
                                    <p:set>
                                      <p:cBhvr>
                                        <p:cTn id="176" dur="1" fill="hold">
                                          <p:stCondLst>
                                            <p:cond delay="0"/>
                                          </p:stCondLst>
                                        </p:cTn>
                                        <p:tgtEl>
                                          <p:spTgt spid="178414"/>
                                        </p:tgtEl>
                                        <p:attrNameLst>
                                          <p:attrName>style.visibility</p:attrName>
                                        </p:attrNameLst>
                                      </p:cBhvr>
                                      <p:to>
                                        <p:strVal val="visible"/>
                                      </p:to>
                                    </p:set>
                                  </p:childTnLst>
                                </p:cTn>
                              </p:par>
                              <p:par>
                                <p:cTn id="177" presetID="1" presetClass="entr" presetSubtype="0" fill="hold" grpId="0" nodeType="withEffect">
                                  <p:stCondLst>
                                    <p:cond delay="0"/>
                                  </p:stCondLst>
                                  <p:childTnLst>
                                    <p:set>
                                      <p:cBhvr>
                                        <p:cTn id="178" dur="1" fill="hold">
                                          <p:stCondLst>
                                            <p:cond delay="0"/>
                                          </p:stCondLst>
                                        </p:cTn>
                                        <p:tgtEl>
                                          <p:spTgt spid="178412"/>
                                        </p:tgtEl>
                                        <p:attrNameLst>
                                          <p:attrName>style.visibility</p:attrName>
                                        </p:attrNameLst>
                                      </p:cBhvr>
                                      <p:to>
                                        <p:strVal val="visible"/>
                                      </p:to>
                                    </p:set>
                                  </p:childTnLst>
                                </p:cTn>
                              </p:par>
                              <p:par>
                                <p:cTn id="179" presetID="1" presetClass="entr" presetSubtype="0" fill="hold" grpId="0" nodeType="withEffect">
                                  <p:stCondLst>
                                    <p:cond delay="0"/>
                                  </p:stCondLst>
                                  <p:childTnLst>
                                    <p:set>
                                      <p:cBhvr>
                                        <p:cTn id="180" dur="1" fill="hold">
                                          <p:stCondLst>
                                            <p:cond delay="0"/>
                                          </p:stCondLst>
                                        </p:cTn>
                                        <p:tgtEl>
                                          <p:spTgt spid="178410"/>
                                        </p:tgtEl>
                                        <p:attrNameLst>
                                          <p:attrName>style.visibility</p:attrName>
                                        </p:attrNameLst>
                                      </p:cBhvr>
                                      <p:to>
                                        <p:strVal val="visible"/>
                                      </p:to>
                                    </p:set>
                                  </p:childTnLst>
                                </p:cTn>
                              </p:par>
                              <p:par>
                                <p:cTn id="181" presetID="1" presetClass="entr" presetSubtype="0" fill="hold" grpId="0" nodeType="withEffect">
                                  <p:stCondLst>
                                    <p:cond delay="0"/>
                                  </p:stCondLst>
                                  <p:childTnLst>
                                    <p:set>
                                      <p:cBhvr>
                                        <p:cTn id="182" dur="1" fill="hold">
                                          <p:stCondLst>
                                            <p:cond delay="0"/>
                                          </p:stCondLst>
                                        </p:cTn>
                                        <p:tgtEl>
                                          <p:spTgt spid="178413"/>
                                        </p:tgtEl>
                                        <p:attrNameLst>
                                          <p:attrName>style.visibility</p:attrName>
                                        </p:attrNameLst>
                                      </p:cBhvr>
                                      <p:to>
                                        <p:strVal val="visible"/>
                                      </p:to>
                                    </p:set>
                                  </p:childTnLst>
                                </p:cTn>
                              </p:par>
                              <p:par>
                                <p:cTn id="183" presetID="1" presetClass="entr" presetSubtype="0" fill="hold" grpId="0" nodeType="withEffect">
                                  <p:stCondLst>
                                    <p:cond delay="0"/>
                                  </p:stCondLst>
                                  <p:childTnLst>
                                    <p:set>
                                      <p:cBhvr>
                                        <p:cTn id="184" dur="1" fill="hold">
                                          <p:stCondLst>
                                            <p:cond delay="0"/>
                                          </p:stCondLst>
                                        </p:cTn>
                                        <p:tgtEl>
                                          <p:spTgt spid="178415"/>
                                        </p:tgtEl>
                                        <p:attrNameLst>
                                          <p:attrName>style.visibility</p:attrName>
                                        </p:attrNameLst>
                                      </p:cBhvr>
                                      <p:to>
                                        <p:strVal val="visible"/>
                                      </p:to>
                                    </p:set>
                                  </p:childTnLst>
                                </p:cTn>
                              </p:par>
                              <p:par>
                                <p:cTn id="185" presetID="1" presetClass="entr" presetSubtype="0" fill="hold" grpId="0" nodeType="withEffect">
                                  <p:stCondLst>
                                    <p:cond delay="0"/>
                                  </p:stCondLst>
                                  <p:childTnLst>
                                    <p:set>
                                      <p:cBhvr>
                                        <p:cTn id="186" dur="1" fill="hold">
                                          <p:stCondLst>
                                            <p:cond delay="0"/>
                                          </p:stCondLst>
                                        </p:cTn>
                                        <p:tgtEl>
                                          <p:spTgt spid="178416"/>
                                        </p:tgtEl>
                                        <p:attrNameLst>
                                          <p:attrName>style.visibility</p:attrName>
                                        </p:attrNameLst>
                                      </p:cBhvr>
                                      <p:to>
                                        <p:strVal val="visible"/>
                                      </p:to>
                                    </p:set>
                                  </p:childTnLst>
                                </p:cTn>
                              </p:par>
                              <p:par>
                                <p:cTn id="187" presetID="1" presetClass="entr" presetSubtype="0" fill="hold" grpId="0" nodeType="withEffect">
                                  <p:stCondLst>
                                    <p:cond delay="0"/>
                                  </p:stCondLst>
                                  <p:childTnLst>
                                    <p:set>
                                      <p:cBhvr>
                                        <p:cTn id="188" dur="1" fill="hold">
                                          <p:stCondLst>
                                            <p:cond delay="0"/>
                                          </p:stCondLst>
                                        </p:cTn>
                                        <p:tgtEl>
                                          <p:spTgt spid="178411"/>
                                        </p:tgtEl>
                                        <p:attrNameLst>
                                          <p:attrName>style.visibility</p:attrName>
                                        </p:attrNameLst>
                                      </p:cBhvr>
                                      <p:to>
                                        <p:strVal val="visible"/>
                                      </p:to>
                                    </p:set>
                                  </p:childTnLst>
                                </p:cTn>
                              </p:par>
                              <p:par>
                                <p:cTn id="189" presetID="1" presetClass="entr" presetSubtype="0" fill="hold" grpId="0" nodeType="withEffect">
                                  <p:stCondLst>
                                    <p:cond delay="0"/>
                                  </p:stCondLst>
                                  <p:childTnLst>
                                    <p:set>
                                      <p:cBhvr>
                                        <p:cTn id="190" dur="1" fill="hold">
                                          <p:stCondLst>
                                            <p:cond delay="0"/>
                                          </p:stCondLst>
                                        </p:cTn>
                                        <p:tgtEl>
                                          <p:spTgt spid="178417"/>
                                        </p:tgtEl>
                                        <p:attrNameLst>
                                          <p:attrName>style.visibility</p:attrName>
                                        </p:attrNameLst>
                                      </p:cBhvr>
                                      <p:to>
                                        <p:strVal val="visible"/>
                                      </p:to>
                                    </p:set>
                                  </p:childTnLst>
                                </p:cTn>
                              </p:par>
                              <p:par>
                                <p:cTn id="191" presetID="1" presetClass="entr" presetSubtype="0" fill="hold" grpId="0" nodeType="withEffect">
                                  <p:stCondLst>
                                    <p:cond delay="0"/>
                                  </p:stCondLst>
                                  <p:childTnLst>
                                    <p:set>
                                      <p:cBhvr>
                                        <p:cTn id="192" dur="1" fill="hold">
                                          <p:stCondLst>
                                            <p:cond delay="0"/>
                                          </p:stCondLst>
                                        </p:cTn>
                                        <p:tgtEl>
                                          <p:spTgt spid="178368"/>
                                        </p:tgtEl>
                                        <p:attrNameLst>
                                          <p:attrName>style.visibility</p:attrName>
                                        </p:attrNameLst>
                                      </p:cBhvr>
                                      <p:to>
                                        <p:strVal val="visible"/>
                                      </p:to>
                                    </p:set>
                                  </p:childTnLst>
                                </p:cTn>
                              </p:par>
                              <p:par>
                                <p:cTn id="193" presetID="1" presetClass="entr" presetSubtype="0" fill="hold" grpId="0" nodeType="withEffect">
                                  <p:stCondLst>
                                    <p:cond delay="0"/>
                                  </p:stCondLst>
                                  <p:childTnLst>
                                    <p:set>
                                      <p:cBhvr>
                                        <p:cTn id="194" dur="1" fill="hold">
                                          <p:stCondLst>
                                            <p:cond delay="0"/>
                                          </p:stCondLst>
                                        </p:cTn>
                                        <p:tgtEl>
                                          <p:spTgt spid="178367"/>
                                        </p:tgtEl>
                                        <p:attrNameLst>
                                          <p:attrName>style.visibility</p:attrName>
                                        </p:attrNameLst>
                                      </p:cBhvr>
                                      <p:to>
                                        <p:strVal val="visible"/>
                                      </p:to>
                                    </p:set>
                                  </p:childTnLst>
                                </p:cTn>
                              </p:par>
                              <p:par>
                                <p:cTn id="195" presetID="1" presetClass="entr" presetSubtype="0" fill="hold" grpId="0" nodeType="withEffect">
                                  <p:stCondLst>
                                    <p:cond delay="0"/>
                                  </p:stCondLst>
                                  <p:childTnLst>
                                    <p:set>
                                      <p:cBhvr>
                                        <p:cTn id="196" dur="1" fill="hold">
                                          <p:stCondLst>
                                            <p:cond delay="0"/>
                                          </p:stCondLst>
                                        </p:cTn>
                                        <p:tgtEl>
                                          <p:spTgt spid="178363"/>
                                        </p:tgtEl>
                                        <p:attrNameLst>
                                          <p:attrName>style.visibility</p:attrName>
                                        </p:attrNameLst>
                                      </p:cBhvr>
                                      <p:to>
                                        <p:strVal val="visible"/>
                                      </p:to>
                                    </p:set>
                                  </p:childTnLst>
                                </p:cTn>
                              </p:par>
                              <p:par>
                                <p:cTn id="197" presetID="1" presetClass="entr" presetSubtype="0" fill="hold" grpId="0" nodeType="withEffect">
                                  <p:stCondLst>
                                    <p:cond delay="0"/>
                                  </p:stCondLst>
                                  <p:childTnLst>
                                    <p:set>
                                      <p:cBhvr>
                                        <p:cTn id="198" dur="1" fill="hold">
                                          <p:stCondLst>
                                            <p:cond delay="0"/>
                                          </p:stCondLst>
                                        </p:cTn>
                                        <p:tgtEl>
                                          <p:spTgt spid="178366"/>
                                        </p:tgtEl>
                                        <p:attrNameLst>
                                          <p:attrName>style.visibility</p:attrName>
                                        </p:attrNameLst>
                                      </p:cBhvr>
                                      <p:to>
                                        <p:strVal val="visible"/>
                                      </p:to>
                                    </p:set>
                                  </p:childTnLst>
                                </p:cTn>
                              </p:par>
                            </p:childTnLst>
                          </p:cTn>
                        </p:par>
                        <p:par>
                          <p:cTn id="199" fill="hold" nodeType="afterGroup">
                            <p:stCondLst>
                              <p:cond delay="0"/>
                            </p:stCondLst>
                            <p:childTnLst>
                              <p:par>
                                <p:cTn id="200" presetID="1" presetClass="entr" presetSubtype="0" fill="hold" grpId="0" nodeType="afterEffect">
                                  <p:stCondLst>
                                    <p:cond delay="0"/>
                                  </p:stCondLst>
                                  <p:childTnLst>
                                    <p:set>
                                      <p:cBhvr>
                                        <p:cTn id="201" dur="1" fill="hold">
                                          <p:stCondLst>
                                            <p:cond delay="0"/>
                                          </p:stCondLst>
                                        </p:cTn>
                                        <p:tgtEl>
                                          <p:spTgt spid="178357"/>
                                        </p:tgtEl>
                                        <p:attrNameLst>
                                          <p:attrName>style.visibility</p:attrName>
                                        </p:attrNameLst>
                                      </p:cBhvr>
                                      <p:to>
                                        <p:strVal val="visible"/>
                                      </p:to>
                                    </p:set>
                                  </p:childTnLst>
                                </p:cTn>
                              </p:par>
                            </p:childTnLst>
                          </p:cTn>
                        </p:par>
                      </p:childTnLst>
                    </p:cTn>
                  </p:par>
                  <p:par>
                    <p:cTn id="202" fill="hold" nodeType="clickPar">
                      <p:stCondLst>
                        <p:cond delay="indefinite"/>
                      </p:stCondLst>
                      <p:childTnLst>
                        <p:par>
                          <p:cTn id="203" fill="hold" nodeType="withGroup">
                            <p:stCondLst>
                              <p:cond delay="0"/>
                            </p:stCondLst>
                            <p:childTnLst>
                              <p:par>
                                <p:cTn id="204" presetID="1" presetClass="entr" presetSubtype="0" fill="hold" grpId="0" nodeType="clickEffect">
                                  <p:stCondLst>
                                    <p:cond delay="0"/>
                                  </p:stCondLst>
                                  <p:childTnLst>
                                    <p:set>
                                      <p:cBhvr>
                                        <p:cTn id="205" dur="1" fill="hold">
                                          <p:stCondLst>
                                            <p:cond delay="0"/>
                                          </p:stCondLst>
                                        </p:cTn>
                                        <p:tgtEl>
                                          <p:spTgt spid="178424"/>
                                        </p:tgtEl>
                                        <p:attrNameLst>
                                          <p:attrName>style.visibility</p:attrName>
                                        </p:attrNameLst>
                                      </p:cBhvr>
                                      <p:to>
                                        <p:strVal val="visible"/>
                                      </p:to>
                                    </p:set>
                                  </p:childTnLst>
                                </p:cTn>
                              </p:par>
                              <p:par>
                                <p:cTn id="206" presetID="1" presetClass="entr" presetSubtype="0" fill="hold" grpId="0" nodeType="withEffect">
                                  <p:stCondLst>
                                    <p:cond delay="0"/>
                                  </p:stCondLst>
                                  <p:childTnLst>
                                    <p:set>
                                      <p:cBhvr>
                                        <p:cTn id="207" dur="1" fill="hold">
                                          <p:stCondLst>
                                            <p:cond delay="0"/>
                                          </p:stCondLst>
                                        </p:cTn>
                                        <p:tgtEl>
                                          <p:spTgt spid="178423"/>
                                        </p:tgtEl>
                                        <p:attrNameLst>
                                          <p:attrName>style.visibility</p:attrName>
                                        </p:attrNameLst>
                                      </p:cBhvr>
                                      <p:to>
                                        <p:strVal val="visible"/>
                                      </p:to>
                                    </p:set>
                                  </p:childTnLst>
                                </p:cTn>
                              </p:par>
                              <p:par>
                                <p:cTn id="208" presetID="1" presetClass="entr" presetSubtype="0" fill="hold" grpId="0" nodeType="withEffect">
                                  <p:stCondLst>
                                    <p:cond delay="0"/>
                                  </p:stCondLst>
                                  <p:childTnLst>
                                    <p:set>
                                      <p:cBhvr>
                                        <p:cTn id="209" dur="1" fill="hold">
                                          <p:stCondLst>
                                            <p:cond delay="0"/>
                                          </p:stCondLst>
                                        </p:cTn>
                                        <p:tgtEl>
                                          <p:spTgt spid="178422"/>
                                        </p:tgtEl>
                                        <p:attrNameLst>
                                          <p:attrName>style.visibility</p:attrName>
                                        </p:attrNameLst>
                                      </p:cBhvr>
                                      <p:to>
                                        <p:strVal val="visible"/>
                                      </p:to>
                                    </p:set>
                                  </p:childTnLst>
                                </p:cTn>
                              </p:par>
                              <p:par>
                                <p:cTn id="210" presetID="1" presetClass="entr" presetSubtype="0" fill="hold" grpId="0" nodeType="withEffect">
                                  <p:stCondLst>
                                    <p:cond delay="0"/>
                                  </p:stCondLst>
                                  <p:childTnLst>
                                    <p:set>
                                      <p:cBhvr>
                                        <p:cTn id="211" dur="1" fill="hold">
                                          <p:stCondLst>
                                            <p:cond delay="0"/>
                                          </p:stCondLst>
                                        </p:cTn>
                                        <p:tgtEl>
                                          <p:spTgt spid="178421"/>
                                        </p:tgtEl>
                                        <p:attrNameLst>
                                          <p:attrName>style.visibility</p:attrName>
                                        </p:attrNameLst>
                                      </p:cBhvr>
                                      <p:to>
                                        <p:strVal val="visible"/>
                                      </p:to>
                                    </p:set>
                                  </p:childTnLst>
                                </p:cTn>
                              </p:par>
                            </p:childTnLst>
                          </p:cTn>
                        </p:par>
                      </p:childTnLst>
                    </p:cTn>
                  </p:par>
                  <p:par>
                    <p:cTn id="212" fill="hold" nodeType="clickPar">
                      <p:stCondLst>
                        <p:cond delay="indefinite"/>
                      </p:stCondLst>
                      <p:childTnLst>
                        <p:par>
                          <p:cTn id="213" fill="hold" nodeType="withGroup">
                            <p:stCondLst>
                              <p:cond delay="0"/>
                            </p:stCondLst>
                            <p:childTnLst>
                              <p:par>
                                <p:cTn id="214" presetID="1" presetClass="entr" presetSubtype="0" fill="hold" grpId="0" nodeType="clickEffect">
                                  <p:stCondLst>
                                    <p:cond delay="0"/>
                                  </p:stCondLst>
                                  <p:childTnLst>
                                    <p:set>
                                      <p:cBhvr>
                                        <p:cTn id="215" dur="1" fill="hold">
                                          <p:stCondLst>
                                            <p:cond delay="0"/>
                                          </p:stCondLst>
                                        </p:cTn>
                                        <p:tgtEl>
                                          <p:spTgt spid="178379"/>
                                        </p:tgtEl>
                                        <p:attrNameLst>
                                          <p:attrName>style.visibility</p:attrName>
                                        </p:attrNameLst>
                                      </p:cBhvr>
                                      <p:to>
                                        <p:strVal val="visible"/>
                                      </p:to>
                                    </p:set>
                                  </p:childTnLst>
                                </p:cTn>
                              </p:par>
                            </p:childTnLst>
                          </p:cTn>
                        </p:par>
                      </p:childTnLst>
                    </p:cTn>
                  </p:par>
                  <p:par>
                    <p:cTn id="216" fill="hold" nodeType="clickPar">
                      <p:stCondLst>
                        <p:cond delay="indefinite"/>
                      </p:stCondLst>
                      <p:childTnLst>
                        <p:par>
                          <p:cTn id="217" fill="hold" nodeType="withGroup">
                            <p:stCondLst>
                              <p:cond delay="0"/>
                            </p:stCondLst>
                            <p:childTnLst>
                              <p:par>
                                <p:cTn id="218" presetID="1" presetClass="entr" presetSubtype="0" fill="hold" grpId="0" nodeType="clickEffect">
                                  <p:stCondLst>
                                    <p:cond delay="0"/>
                                  </p:stCondLst>
                                  <p:childTnLst>
                                    <p:set>
                                      <p:cBhvr>
                                        <p:cTn id="219" dur="1" fill="hold">
                                          <p:stCondLst>
                                            <p:cond delay="0"/>
                                          </p:stCondLst>
                                        </p:cTn>
                                        <p:tgtEl>
                                          <p:spTgt spid="178371"/>
                                        </p:tgtEl>
                                        <p:attrNameLst>
                                          <p:attrName>style.visibility</p:attrName>
                                        </p:attrNameLst>
                                      </p:cBhvr>
                                      <p:to>
                                        <p:strVal val="visible"/>
                                      </p:to>
                                    </p:set>
                                  </p:childTnLst>
                                </p:cTn>
                              </p:par>
                            </p:childTnLst>
                          </p:cTn>
                        </p:par>
                        <p:par>
                          <p:cTn id="220" fill="hold" nodeType="afterGroup">
                            <p:stCondLst>
                              <p:cond delay="0"/>
                            </p:stCondLst>
                            <p:childTnLst>
                              <p:par>
                                <p:cTn id="221" presetID="1" presetClass="entr" presetSubtype="0" fill="hold" grpId="0" nodeType="afterEffect">
                                  <p:stCondLst>
                                    <p:cond delay="0"/>
                                  </p:stCondLst>
                                  <p:childTnLst>
                                    <p:set>
                                      <p:cBhvr>
                                        <p:cTn id="222" dur="1" fill="hold">
                                          <p:stCondLst>
                                            <p:cond delay="0"/>
                                          </p:stCondLst>
                                        </p:cTn>
                                        <p:tgtEl>
                                          <p:spTgt spid="178375"/>
                                        </p:tgtEl>
                                        <p:attrNameLst>
                                          <p:attrName>style.visibility</p:attrName>
                                        </p:attrNameLst>
                                      </p:cBhvr>
                                      <p:to>
                                        <p:strVal val="visible"/>
                                      </p:to>
                                    </p:set>
                                  </p:childTnLst>
                                </p:cTn>
                              </p:par>
                            </p:childTnLst>
                          </p:cTn>
                        </p:par>
                        <p:par>
                          <p:cTn id="223" fill="hold" nodeType="afterGroup">
                            <p:stCondLst>
                              <p:cond delay="0"/>
                            </p:stCondLst>
                            <p:childTnLst>
                              <p:par>
                                <p:cTn id="224" presetID="1" presetClass="entr" presetSubtype="0" fill="hold" grpId="0" nodeType="afterEffect">
                                  <p:stCondLst>
                                    <p:cond delay="0"/>
                                  </p:stCondLst>
                                  <p:childTnLst>
                                    <p:set>
                                      <p:cBhvr>
                                        <p:cTn id="225" dur="1" fill="hold">
                                          <p:stCondLst>
                                            <p:cond delay="0"/>
                                          </p:stCondLst>
                                        </p:cTn>
                                        <p:tgtEl>
                                          <p:spTgt spid="178374"/>
                                        </p:tgtEl>
                                        <p:attrNameLst>
                                          <p:attrName>style.visibility</p:attrName>
                                        </p:attrNameLst>
                                      </p:cBhvr>
                                      <p:to>
                                        <p:strVal val="visible"/>
                                      </p:to>
                                    </p:set>
                                  </p:childTnLst>
                                </p:cTn>
                              </p:par>
                            </p:childTnLst>
                          </p:cTn>
                        </p:par>
                      </p:childTnLst>
                    </p:cTn>
                  </p:par>
                  <p:par>
                    <p:cTn id="226" fill="hold" nodeType="clickPar">
                      <p:stCondLst>
                        <p:cond delay="indefinite"/>
                      </p:stCondLst>
                      <p:childTnLst>
                        <p:par>
                          <p:cTn id="227" fill="hold" nodeType="withGroup">
                            <p:stCondLst>
                              <p:cond delay="0"/>
                            </p:stCondLst>
                            <p:childTnLst>
                              <p:par>
                                <p:cTn id="228" presetID="1" presetClass="entr" presetSubtype="0" fill="hold" grpId="0" nodeType="clickEffect">
                                  <p:stCondLst>
                                    <p:cond delay="0"/>
                                  </p:stCondLst>
                                  <p:childTnLst>
                                    <p:set>
                                      <p:cBhvr>
                                        <p:cTn id="229" dur="1" fill="hold">
                                          <p:stCondLst>
                                            <p:cond delay="0"/>
                                          </p:stCondLst>
                                        </p:cTn>
                                        <p:tgtEl>
                                          <p:spTgt spid="178378"/>
                                        </p:tgtEl>
                                        <p:attrNameLst>
                                          <p:attrName>style.visibility</p:attrName>
                                        </p:attrNameLst>
                                      </p:cBhvr>
                                      <p:to>
                                        <p:strVal val="visible"/>
                                      </p:to>
                                    </p:set>
                                  </p:childTnLst>
                                </p:cTn>
                              </p:par>
                            </p:childTnLst>
                          </p:cTn>
                        </p:par>
                      </p:childTnLst>
                    </p:cTn>
                  </p:par>
                  <p:par>
                    <p:cTn id="230" fill="hold" nodeType="clickPar">
                      <p:stCondLst>
                        <p:cond delay="indefinite"/>
                      </p:stCondLst>
                      <p:childTnLst>
                        <p:par>
                          <p:cTn id="231" fill="hold" nodeType="withGroup">
                            <p:stCondLst>
                              <p:cond delay="0"/>
                            </p:stCondLst>
                            <p:childTnLst>
                              <p:par>
                                <p:cTn id="232" presetID="1" presetClass="entr" presetSubtype="0" fill="hold" grpId="0" nodeType="clickEffect">
                                  <p:stCondLst>
                                    <p:cond delay="0"/>
                                  </p:stCondLst>
                                  <p:childTnLst>
                                    <p:set>
                                      <p:cBhvr>
                                        <p:cTn id="233" dur="1" fill="hold">
                                          <p:stCondLst>
                                            <p:cond delay="0"/>
                                          </p:stCondLst>
                                        </p:cTn>
                                        <p:tgtEl>
                                          <p:spTgt spid="178377"/>
                                        </p:tgtEl>
                                        <p:attrNameLst>
                                          <p:attrName>style.visibility</p:attrName>
                                        </p:attrNameLst>
                                      </p:cBhvr>
                                      <p:to>
                                        <p:strVal val="visible"/>
                                      </p:to>
                                    </p:set>
                                  </p:childTnLst>
                                </p:cTn>
                              </p:par>
                              <p:par>
                                <p:cTn id="234" presetID="1" presetClass="entr" presetSubtype="0" fill="hold" grpId="0" nodeType="withEffect">
                                  <p:stCondLst>
                                    <p:cond delay="0"/>
                                  </p:stCondLst>
                                  <p:childTnLst>
                                    <p:set>
                                      <p:cBhvr>
                                        <p:cTn id="235" dur="1" fill="hold">
                                          <p:stCondLst>
                                            <p:cond delay="0"/>
                                          </p:stCondLst>
                                        </p:cTn>
                                        <p:tgtEl>
                                          <p:spTgt spid="17837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8294" grpId="0"/>
      <p:bldP spid="178299" grpId="0" animBg="1"/>
      <p:bldP spid="178300" grpId="0" animBg="1"/>
      <p:bldP spid="178301" grpId="0" animBg="1"/>
      <p:bldP spid="178305" grpId="0"/>
      <p:bldP spid="178306" grpId="0"/>
      <p:bldP spid="178307" grpId="0"/>
      <p:bldP spid="178308" grpId="0" animBg="1"/>
      <p:bldP spid="178309" grpId="0"/>
      <p:bldP spid="178310" grpId="0"/>
      <p:bldP spid="178311" grpId="0" animBg="1"/>
      <p:bldP spid="178314" grpId="0" animBg="1"/>
      <p:bldP spid="178316" grpId="0" animBg="1"/>
      <p:bldP spid="178319" grpId="0"/>
      <p:bldP spid="178320" grpId="0"/>
      <p:bldP spid="178321" grpId="0"/>
      <p:bldP spid="178322" grpId="0"/>
      <p:bldP spid="178326" grpId="0" animBg="1"/>
      <p:bldP spid="178327" grpId="0" animBg="1"/>
      <p:bldP spid="178352" grpId="0"/>
      <p:bldP spid="178353" grpId="0"/>
      <p:bldP spid="178354" grpId="0"/>
      <p:bldP spid="178357" grpId="0" animBg="1"/>
      <p:bldP spid="178363" grpId="0" animBg="1"/>
      <p:bldP spid="178366" grpId="0" animBg="1"/>
      <p:bldP spid="178367" grpId="0" animBg="1"/>
      <p:bldP spid="178368" grpId="0" animBg="1"/>
      <p:bldP spid="178371" grpId="0" animBg="1"/>
      <p:bldP spid="178374" grpId="0"/>
      <p:bldP spid="178375" grpId="0" animBg="1"/>
      <p:bldP spid="178376" grpId="0" animBg="1"/>
      <p:bldP spid="178377" grpId="0"/>
      <p:bldP spid="178378" grpId="0"/>
      <p:bldP spid="178379" grpId="0"/>
      <p:bldP spid="178381" grpId="0" animBg="1"/>
      <p:bldP spid="178382" grpId="0" animBg="1"/>
      <p:bldP spid="178383" grpId="0" animBg="1"/>
      <p:bldP spid="178387" grpId="0"/>
      <p:bldP spid="178388" grpId="0" animBg="1"/>
      <p:bldP spid="178388" grpId="1" animBg="1"/>
      <p:bldP spid="178390" grpId="0" animBg="1"/>
      <p:bldP spid="178390" grpId="1" animBg="1"/>
      <p:bldP spid="178391" grpId="0"/>
      <p:bldP spid="178391" grpId="1"/>
      <p:bldP spid="178392" grpId="0"/>
      <p:bldP spid="178392" grpId="1"/>
      <p:bldP spid="178400" grpId="0" animBg="1"/>
      <p:bldP spid="178401" grpId="0" animBg="1"/>
      <p:bldP spid="178402" grpId="0"/>
      <p:bldP spid="178403" grpId="0"/>
      <p:bldP spid="178410" grpId="0" animBg="1"/>
      <p:bldP spid="178411" grpId="0" animBg="1"/>
      <p:bldP spid="178412" grpId="0" animBg="1"/>
      <p:bldP spid="178413" grpId="0" animBg="1"/>
      <p:bldP spid="178414" grpId="0" animBg="1"/>
      <p:bldP spid="178415" grpId="0" animBg="1"/>
      <p:bldP spid="178416" grpId="0" animBg="1"/>
      <p:bldP spid="178417" grpId="0" animBg="1"/>
      <p:bldP spid="178331" grpId="0" animBg="1"/>
      <p:bldP spid="178421" grpId="0"/>
      <p:bldP spid="178422" grpId="0"/>
      <p:bldP spid="178423" grpId="0"/>
      <p:bldP spid="178424"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50000"/>
              </a:spcBef>
              <a:buClrTx/>
              <a:buFontTx/>
              <a:buNone/>
            </a:pPr>
            <a:fld id="{75044BE5-0477-4ABE-BE39-EAA984A426F3}" type="slidenum">
              <a:rPr lang="en-US" altLang="zh-CN" sz="1400" smtClean="0">
                <a:solidFill>
                  <a:schemeClr val="bg2"/>
                </a:solidFill>
              </a:rPr>
              <a:pPr eaLnBrk="1" hangingPunct="1">
                <a:spcBef>
                  <a:spcPct val="50000"/>
                </a:spcBef>
                <a:buClrTx/>
                <a:buFontTx/>
                <a:buNone/>
              </a:pPr>
              <a:t>15</a:t>
            </a:fld>
            <a:endParaRPr lang="en-US" altLang="zh-CN" sz="1400" smtClean="0">
              <a:solidFill>
                <a:schemeClr val="bg2"/>
              </a:solidFill>
            </a:endParaRPr>
          </a:p>
        </p:txBody>
      </p:sp>
      <p:sp>
        <p:nvSpPr>
          <p:cNvPr id="17411" name="Rectangle 32"/>
          <p:cNvSpPr>
            <a:spLocks noChangeArrowheads="1"/>
          </p:cNvSpPr>
          <p:nvPr/>
        </p:nvSpPr>
        <p:spPr bwMode="auto">
          <a:xfrm>
            <a:off x="0" y="30718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sm" len="lg"/>
              </a14:hiddenLine>
            </a:ext>
          </a:extLst>
        </p:spPr>
        <p:txBody>
          <a:bodyPr wrap="none" anchor="ctr">
            <a:spAutoFit/>
          </a:bodyP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endParaRPr kumimoji="0" lang="zh-CN" altLang="en-US" sz="2000"/>
          </a:p>
        </p:txBody>
      </p:sp>
      <p:sp>
        <p:nvSpPr>
          <p:cNvPr id="17412" name="Rectangle 34"/>
          <p:cNvSpPr>
            <a:spLocks noChangeArrowheads="1"/>
          </p:cNvSpPr>
          <p:nvPr/>
        </p:nvSpPr>
        <p:spPr bwMode="auto">
          <a:xfrm>
            <a:off x="0" y="30718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sm" len="lg"/>
              </a14:hiddenLine>
            </a:ext>
          </a:extLst>
        </p:spPr>
        <p:txBody>
          <a:bodyPr wrap="none" anchor="ctr">
            <a:spAutoFit/>
          </a:bodyP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endParaRPr kumimoji="0" lang="zh-CN" altLang="en-US" sz="2000"/>
          </a:p>
        </p:txBody>
      </p:sp>
      <p:sp>
        <p:nvSpPr>
          <p:cNvPr id="17413" name="Rectangle 36"/>
          <p:cNvSpPr>
            <a:spLocks noChangeArrowheads="1"/>
          </p:cNvSpPr>
          <p:nvPr/>
        </p:nvSpPr>
        <p:spPr bwMode="auto">
          <a:xfrm>
            <a:off x="0" y="30718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sm" len="lg"/>
              </a14:hiddenLine>
            </a:ext>
          </a:extLst>
        </p:spPr>
        <p:txBody>
          <a:bodyPr wrap="none" anchor="ctr">
            <a:spAutoFit/>
          </a:bodyP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endParaRPr kumimoji="0" lang="zh-CN" altLang="en-US" sz="2000"/>
          </a:p>
        </p:txBody>
      </p:sp>
      <p:sp>
        <p:nvSpPr>
          <p:cNvPr id="17414" name="Rectangle 37"/>
          <p:cNvSpPr>
            <a:spLocks noChangeArrowheads="1"/>
          </p:cNvSpPr>
          <p:nvPr/>
        </p:nvSpPr>
        <p:spPr bwMode="auto">
          <a:xfrm>
            <a:off x="0" y="30718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sm" len="lg"/>
              </a14:hiddenLine>
            </a:ext>
          </a:extLst>
        </p:spPr>
        <p:txBody>
          <a:bodyPr wrap="none" anchor="ctr">
            <a:spAutoFit/>
          </a:bodyP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endParaRPr kumimoji="0" lang="zh-CN" altLang="en-US" sz="2000"/>
          </a:p>
        </p:txBody>
      </p:sp>
      <p:sp>
        <p:nvSpPr>
          <p:cNvPr id="17415" name="Rectangle 39"/>
          <p:cNvSpPr>
            <a:spLocks noChangeArrowheads="1"/>
          </p:cNvSpPr>
          <p:nvPr/>
        </p:nvSpPr>
        <p:spPr bwMode="auto">
          <a:xfrm>
            <a:off x="0" y="30718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sm" len="lg"/>
              </a14:hiddenLine>
            </a:ext>
          </a:extLst>
        </p:spPr>
        <p:txBody>
          <a:bodyPr wrap="none" anchor="ctr">
            <a:spAutoFit/>
          </a:bodyP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endParaRPr kumimoji="0" lang="zh-CN" altLang="en-US" sz="2000"/>
          </a:p>
        </p:txBody>
      </p:sp>
      <p:sp>
        <p:nvSpPr>
          <p:cNvPr id="17416" name="Rectangle 43"/>
          <p:cNvSpPr>
            <a:spLocks noChangeArrowheads="1"/>
          </p:cNvSpPr>
          <p:nvPr/>
        </p:nvSpPr>
        <p:spPr bwMode="auto">
          <a:xfrm>
            <a:off x="0" y="30718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sm" len="lg"/>
              </a14:hiddenLine>
            </a:ext>
          </a:extLst>
        </p:spPr>
        <p:txBody>
          <a:bodyPr wrap="none" anchor="ctr">
            <a:spAutoFit/>
          </a:bodyP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endParaRPr kumimoji="0" lang="zh-CN" altLang="en-US" sz="2000"/>
          </a:p>
        </p:txBody>
      </p:sp>
      <p:graphicFrame>
        <p:nvGraphicFramePr>
          <p:cNvPr id="204844" name="Object 44"/>
          <p:cNvGraphicFramePr>
            <a:graphicFrameLocks noChangeAspect="1"/>
          </p:cNvGraphicFramePr>
          <p:nvPr/>
        </p:nvGraphicFramePr>
        <p:xfrm>
          <a:off x="941388" y="941388"/>
          <a:ext cx="2470150" cy="520700"/>
        </p:xfrm>
        <a:graphic>
          <a:graphicData uri="http://schemas.openxmlformats.org/presentationml/2006/ole">
            <mc:AlternateContent xmlns:mc="http://schemas.openxmlformats.org/markup-compatibility/2006">
              <mc:Choice xmlns:v="urn:schemas-microsoft-com:vml" Requires="v">
                <p:oleObj spid="_x0000_s17546" name="公式" r:id="rId3" imgW="1320227" imgH="279279" progId="Equation.3">
                  <p:embed/>
                </p:oleObj>
              </mc:Choice>
              <mc:Fallback>
                <p:oleObj name="公式" r:id="rId3" imgW="1320227" imgH="279279" progId="Equation.3">
                  <p:embed/>
                  <p:pic>
                    <p:nvPicPr>
                      <p:cNvPr id="0" name="Object 4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41388" y="941388"/>
                        <a:ext cx="2470150" cy="520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7418" name="Rectangle 45"/>
          <p:cNvSpPr>
            <a:spLocks noChangeArrowheads="1"/>
          </p:cNvSpPr>
          <p:nvPr/>
        </p:nvSpPr>
        <p:spPr bwMode="auto">
          <a:xfrm>
            <a:off x="0" y="30718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sm" len="lg"/>
              </a14:hiddenLine>
            </a:ext>
          </a:extLst>
        </p:spPr>
        <p:txBody>
          <a:bodyPr wrap="none" anchor="ctr">
            <a:spAutoFit/>
          </a:bodyP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endParaRPr kumimoji="0" lang="zh-CN" altLang="en-US" sz="2000"/>
          </a:p>
        </p:txBody>
      </p:sp>
      <p:sp>
        <p:nvSpPr>
          <p:cNvPr id="17419" name="Rectangle 47"/>
          <p:cNvSpPr>
            <a:spLocks noChangeArrowheads="1"/>
          </p:cNvSpPr>
          <p:nvPr/>
        </p:nvSpPr>
        <p:spPr bwMode="auto">
          <a:xfrm>
            <a:off x="0" y="30718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sm" len="lg"/>
              </a14:hiddenLine>
            </a:ext>
          </a:extLst>
        </p:spPr>
        <p:txBody>
          <a:bodyPr wrap="none" anchor="ctr">
            <a:spAutoFit/>
          </a:bodyP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endParaRPr kumimoji="0" lang="zh-CN" altLang="en-US" sz="2000"/>
          </a:p>
        </p:txBody>
      </p:sp>
      <p:graphicFrame>
        <p:nvGraphicFramePr>
          <p:cNvPr id="204872" name="Object 72"/>
          <p:cNvGraphicFramePr>
            <a:graphicFrameLocks noChangeAspect="1"/>
          </p:cNvGraphicFramePr>
          <p:nvPr/>
        </p:nvGraphicFramePr>
        <p:xfrm>
          <a:off x="962025" y="1530350"/>
          <a:ext cx="2255838" cy="520700"/>
        </p:xfrm>
        <a:graphic>
          <a:graphicData uri="http://schemas.openxmlformats.org/presentationml/2006/ole">
            <mc:AlternateContent xmlns:mc="http://schemas.openxmlformats.org/markup-compatibility/2006">
              <mc:Choice xmlns:v="urn:schemas-microsoft-com:vml" Requires="v">
                <p:oleObj spid="_x0000_s17547" name="公式" r:id="rId5" imgW="1206500" imgH="279400" progId="Equation.3">
                  <p:embed/>
                </p:oleObj>
              </mc:Choice>
              <mc:Fallback>
                <p:oleObj name="公式" r:id="rId5" imgW="1206500" imgH="279400" progId="Equation.3">
                  <p:embed/>
                  <p:pic>
                    <p:nvPicPr>
                      <p:cNvPr id="0" name="Object 7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62025" y="1530350"/>
                        <a:ext cx="2255838" cy="520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04873" name="Object 73"/>
          <p:cNvGraphicFramePr>
            <a:graphicFrameLocks noChangeAspect="1"/>
          </p:cNvGraphicFramePr>
          <p:nvPr/>
        </p:nvGraphicFramePr>
        <p:xfrm>
          <a:off x="962025" y="2160588"/>
          <a:ext cx="808038" cy="331787"/>
        </p:xfrm>
        <a:graphic>
          <a:graphicData uri="http://schemas.openxmlformats.org/presentationml/2006/ole">
            <mc:AlternateContent xmlns:mc="http://schemas.openxmlformats.org/markup-compatibility/2006">
              <mc:Choice xmlns:v="urn:schemas-microsoft-com:vml" Requires="v">
                <p:oleObj spid="_x0000_s17548" name="公式" r:id="rId7" imgW="431425" imgH="177646" progId="Equation.3">
                  <p:embed/>
                </p:oleObj>
              </mc:Choice>
              <mc:Fallback>
                <p:oleObj name="公式" r:id="rId7" imgW="431425" imgH="177646" progId="Equation.3">
                  <p:embed/>
                  <p:pic>
                    <p:nvPicPr>
                      <p:cNvPr id="0" name="Object 7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62025" y="2160588"/>
                        <a:ext cx="808038" cy="331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04874" name="Object 74"/>
          <p:cNvGraphicFramePr>
            <a:graphicFrameLocks noChangeAspect="1"/>
          </p:cNvGraphicFramePr>
          <p:nvPr/>
        </p:nvGraphicFramePr>
        <p:xfrm>
          <a:off x="477838" y="2838450"/>
          <a:ext cx="3824287" cy="3179763"/>
        </p:xfrm>
        <a:graphic>
          <a:graphicData uri="http://schemas.openxmlformats.org/presentationml/2006/ole">
            <mc:AlternateContent xmlns:mc="http://schemas.openxmlformats.org/markup-compatibility/2006">
              <mc:Choice xmlns:v="urn:schemas-microsoft-com:vml" Requires="v">
                <p:oleObj spid="_x0000_s17549" name="公式" r:id="rId9" imgW="2044700" imgH="1701800" progId="Equation.3">
                  <p:embed/>
                </p:oleObj>
              </mc:Choice>
              <mc:Fallback>
                <p:oleObj name="公式" r:id="rId9" imgW="2044700" imgH="1701800" progId="Equation.3">
                  <p:embed/>
                  <p:pic>
                    <p:nvPicPr>
                      <p:cNvPr id="0" name="Object 74"/>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77838" y="2838450"/>
                        <a:ext cx="3824287" cy="3179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04879" name="AutoShape 79"/>
          <p:cNvSpPr>
            <a:spLocks noChangeArrowheads="1"/>
          </p:cNvSpPr>
          <p:nvPr/>
        </p:nvSpPr>
        <p:spPr bwMode="auto">
          <a:xfrm>
            <a:off x="4562475" y="4643438"/>
            <a:ext cx="612775" cy="496887"/>
          </a:xfrm>
          <a:prstGeom prst="rightArrow">
            <a:avLst>
              <a:gd name="adj1" fmla="val 50000"/>
              <a:gd name="adj2" fmla="val 30831"/>
            </a:avLst>
          </a:prstGeom>
          <a:noFill/>
          <a:ln w="9525">
            <a:solidFill>
              <a:srgbClr val="FF0000"/>
            </a:solidFill>
            <a:miter lim="800000"/>
            <a:headEnd/>
            <a:tailEnd type="none" w="sm" len="lg"/>
          </a:ln>
          <a:extLst>
            <a:ext uri="{909E8E84-426E-40DD-AFC4-6F175D3DCCD1}">
              <a14:hiddenFill xmlns:a14="http://schemas.microsoft.com/office/drawing/2010/main">
                <a:solidFill>
                  <a:srgbClr val="FFFFFF"/>
                </a:solidFill>
              </a14:hiddenFill>
            </a:ext>
          </a:extLst>
        </p:spPr>
        <p:txBody>
          <a:bodyPr wrap="none" anchor="ctr">
            <a:spAutoFit/>
          </a:bodyP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endParaRPr kumimoji="0" lang="zh-CN" altLang="en-US" sz="2000"/>
          </a:p>
        </p:txBody>
      </p:sp>
      <p:sp>
        <p:nvSpPr>
          <p:cNvPr id="204880" name="Text Box 80"/>
          <p:cNvSpPr txBox="1">
            <a:spLocks noChangeArrowheads="1"/>
          </p:cNvSpPr>
          <p:nvPr/>
        </p:nvSpPr>
        <p:spPr bwMode="auto">
          <a:xfrm>
            <a:off x="5318125" y="4095750"/>
            <a:ext cx="3178175" cy="1920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r>
              <a:rPr lang="zh-CN" altLang="en-US" sz="2000" dirty="0">
                <a:solidFill>
                  <a:srgbClr val="000000"/>
                </a:solidFill>
                <a:latin typeface="黑体" pitchFamily="2" charset="-122"/>
                <a:ea typeface="黑体" pitchFamily="2" charset="-122"/>
              </a:rPr>
              <a:t>当将物体坐标系绕垂直方向旋转</a:t>
            </a:r>
            <a:r>
              <a:rPr lang="en-US" altLang="zh-CN" sz="2000" dirty="0">
                <a:solidFill>
                  <a:srgbClr val="000000"/>
                </a:solidFill>
                <a:latin typeface="黑体" pitchFamily="2" charset="-122"/>
                <a:ea typeface="黑体" pitchFamily="2" charset="-122"/>
              </a:rPr>
              <a:t>45</a:t>
            </a:r>
            <a:r>
              <a:rPr lang="zh-CN" altLang="en-US" sz="2000" dirty="0">
                <a:solidFill>
                  <a:srgbClr val="000000"/>
                </a:solidFill>
                <a:latin typeface="黑体" pitchFamily="2" charset="-122"/>
                <a:ea typeface="黑体" pitchFamily="2" charset="-122"/>
              </a:rPr>
              <a:t>度，再基于水平面旋转</a:t>
            </a:r>
            <a:r>
              <a:rPr lang="en-US" altLang="zh-CN" sz="2000" dirty="0">
                <a:solidFill>
                  <a:srgbClr val="000000"/>
                </a:solidFill>
                <a:latin typeface="黑体" pitchFamily="2" charset="-122"/>
                <a:ea typeface="黑体" pitchFamily="2" charset="-122"/>
              </a:rPr>
              <a:t>35.27</a:t>
            </a:r>
            <a:r>
              <a:rPr lang="zh-CN" altLang="en-US" sz="2000" dirty="0">
                <a:solidFill>
                  <a:srgbClr val="000000"/>
                </a:solidFill>
                <a:latin typeface="黑体" pitchFamily="2" charset="-122"/>
                <a:ea typeface="黑体" pitchFamily="2" charset="-122"/>
              </a:rPr>
              <a:t>度，就形成了</a:t>
            </a:r>
            <a:r>
              <a:rPr lang="zh-CN" altLang="en-US" sz="2000" dirty="0">
                <a:solidFill>
                  <a:srgbClr val="FF0000"/>
                </a:solidFill>
                <a:latin typeface="黑体" pitchFamily="2" charset="-122"/>
                <a:ea typeface="黑体" pitchFamily="2" charset="-122"/>
              </a:rPr>
              <a:t>正等轴测图</a:t>
            </a:r>
            <a:r>
              <a:rPr lang="zh-CN" altLang="en-US" sz="2000" dirty="0">
                <a:latin typeface="黑体" pitchFamily="2" charset="-122"/>
                <a:ea typeface="黑体" pitchFamily="2" charset="-122"/>
              </a:rPr>
              <a:t>。</a:t>
            </a:r>
          </a:p>
          <a:p>
            <a:pPr eaLnBrk="1" hangingPunct="1">
              <a:spcBef>
                <a:spcPct val="0"/>
              </a:spcBef>
              <a:buClrTx/>
              <a:buFontTx/>
              <a:buNone/>
            </a:pPr>
            <a:r>
              <a:rPr lang="zh-CN" altLang="en-US" sz="2000" dirty="0">
                <a:latin typeface="黑体" pitchFamily="2" charset="-122"/>
                <a:ea typeface="黑体" pitchFamily="2" charset="-122"/>
              </a:rPr>
              <a:t>这时，轴间角等于</a:t>
            </a:r>
            <a:r>
              <a:rPr lang="en-US" altLang="zh-CN" sz="2000" dirty="0">
                <a:latin typeface="黑体" pitchFamily="2" charset="-122"/>
                <a:ea typeface="黑体" pitchFamily="2" charset="-122"/>
              </a:rPr>
              <a:t>120</a:t>
            </a:r>
            <a:r>
              <a:rPr lang="zh-CN" altLang="en-US" sz="2000" dirty="0">
                <a:latin typeface="黑体" pitchFamily="2" charset="-122"/>
                <a:ea typeface="黑体" pitchFamily="2" charset="-122"/>
              </a:rPr>
              <a:t>度。</a:t>
            </a:r>
          </a:p>
          <a:p>
            <a:pPr eaLnBrk="1" hangingPunct="1">
              <a:spcBef>
                <a:spcPct val="0"/>
              </a:spcBef>
              <a:buClrTx/>
              <a:buFontTx/>
              <a:buNone/>
            </a:pPr>
            <a:r>
              <a:rPr lang="en-US" altLang="zh-CN" sz="2000" b="0" i="1" dirty="0">
                <a:ea typeface="黑体" pitchFamily="2" charset="-122"/>
              </a:rPr>
              <a:t>p</a:t>
            </a:r>
            <a:r>
              <a:rPr lang="en-US" altLang="zh-CN" sz="2000" dirty="0">
                <a:ea typeface="黑体" pitchFamily="2" charset="-122"/>
              </a:rPr>
              <a:t> = </a:t>
            </a:r>
            <a:r>
              <a:rPr lang="en-US" altLang="zh-CN" sz="2000" b="0" i="1" dirty="0">
                <a:ea typeface="黑体" pitchFamily="2" charset="-122"/>
              </a:rPr>
              <a:t>q</a:t>
            </a:r>
            <a:r>
              <a:rPr lang="en-US" altLang="zh-CN" sz="2000" dirty="0">
                <a:ea typeface="黑体" pitchFamily="2" charset="-122"/>
              </a:rPr>
              <a:t> = </a:t>
            </a:r>
            <a:r>
              <a:rPr lang="en-US" altLang="zh-CN" sz="2000" b="0" i="1" dirty="0">
                <a:ea typeface="黑体" pitchFamily="2" charset="-122"/>
              </a:rPr>
              <a:t>r</a:t>
            </a:r>
            <a:r>
              <a:rPr lang="en-US" altLang="zh-CN" sz="2000" dirty="0">
                <a:ea typeface="黑体" pitchFamily="2" charset="-122"/>
              </a:rPr>
              <a:t> = 0.81647</a:t>
            </a:r>
          </a:p>
        </p:txBody>
      </p:sp>
      <p:sp>
        <p:nvSpPr>
          <p:cNvPr id="17425" name="Text Box 81"/>
          <p:cNvSpPr txBox="1">
            <a:spLocks noChangeArrowheads="1"/>
          </p:cNvSpPr>
          <p:nvPr/>
        </p:nvSpPr>
        <p:spPr bwMode="auto">
          <a:xfrm>
            <a:off x="5935663" y="1019175"/>
            <a:ext cx="43973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r>
              <a:rPr lang="el-GR" altLang="zh-CN" sz="2000" i="1">
                <a:solidFill>
                  <a:srgbClr val="A50021"/>
                </a:solidFill>
                <a:latin typeface="宋体" pitchFamily="2" charset="-122"/>
                <a:cs typeface="Times New Roman" pitchFamily="18" charset="0"/>
              </a:rPr>
              <a:t>θ</a:t>
            </a:r>
            <a:endParaRPr lang="el-GR" altLang="zh-CN" sz="2000" i="1">
              <a:solidFill>
                <a:srgbClr val="A50021"/>
              </a:solidFill>
              <a:cs typeface="Times New Roman" pitchFamily="18" charset="0"/>
            </a:endParaRPr>
          </a:p>
        </p:txBody>
      </p:sp>
      <p:sp>
        <p:nvSpPr>
          <p:cNvPr id="17426" name="Line 82"/>
          <p:cNvSpPr>
            <a:spLocks noChangeAspect="1" noChangeShapeType="1"/>
          </p:cNvSpPr>
          <p:nvPr/>
        </p:nvSpPr>
        <p:spPr bwMode="auto">
          <a:xfrm flipV="1">
            <a:off x="6408738" y="369888"/>
            <a:ext cx="0" cy="3259137"/>
          </a:xfrm>
          <a:prstGeom prst="line">
            <a:avLst/>
          </a:prstGeom>
          <a:noFill/>
          <a:ln w="19050">
            <a:solidFill>
              <a:srgbClr val="FF0000"/>
            </a:solidFill>
            <a:round/>
            <a:headEnd/>
            <a:tailEnd type="stealth" w="lg"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7427" name="Line 83"/>
          <p:cNvSpPr>
            <a:spLocks noChangeShapeType="1"/>
          </p:cNvSpPr>
          <p:nvPr/>
        </p:nvSpPr>
        <p:spPr bwMode="auto">
          <a:xfrm flipV="1">
            <a:off x="6416675" y="1136650"/>
            <a:ext cx="1608138" cy="1149350"/>
          </a:xfrm>
          <a:prstGeom prst="line">
            <a:avLst/>
          </a:prstGeom>
          <a:noFill/>
          <a:ln w="38100">
            <a:solidFill>
              <a:schemeClr val="tx2"/>
            </a:solidFill>
            <a:round/>
            <a:headEnd/>
            <a:tailEnd type="stealth" w="lg"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7428" name="Arc 84"/>
          <p:cNvSpPr>
            <a:spLocks/>
          </p:cNvSpPr>
          <p:nvPr/>
        </p:nvSpPr>
        <p:spPr bwMode="auto">
          <a:xfrm rot="-2358028">
            <a:off x="5903913" y="868363"/>
            <a:ext cx="584200" cy="547687"/>
          </a:xfrm>
          <a:custGeom>
            <a:avLst/>
            <a:gdLst>
              <a:gd name="T0" fmla="*/ 0 w 18943"/>
              <a:gd name="T1" fmla="*/ 0 h 21600"/>
              <a:gd name="T2" fmla="*/ 2147483647 w 18943"/>
              <a:gd name="T3" fmla="*/ 2147483647 h 21600"/>
              <a:gd name="T4" fmla="*/ 0 w 18943"/>
              <a:gd name="T5" fmla="*/ 2147483647 h 21600"/>
              <a:gd name="T6" fmla="*/ 0 60000 65536"/>
              <a:gd name="T7" fmla="*/ 0 60000 65536"/>
              <a:gd name="T8" fmla="*/ 0 60000 65536"/>
              <a:gd name="T9" fmla="*/ 0 w 18943"/>
              <a:gd name="T10" fmla="*/ 0 h 21600"/>
              <a:gd name="T11" fmla="*/ 18943 w 18943"/>
              <a:gd name="T12" fmla="*/ 21600 h 21600"/>
            </a:gdLst>
            <a:ahLst/>
            <a:cxnLst>
              <a:cxn ang="T6">
                <a:pos x="T0" y="T1"/>
              </a:cxn>
              <a:cxn ang="T7">
                <a:pos x="T2" y="T3"/>
              </a:cxn>
              <a:cxn ang="T8">
                <a:pos x="T4" y="T5"/>
              </a:cxn>
            </a:cxnLst>
            <a:rect l="T9" t="T10" r="T11" b="T12"/>
            <a:pathLst>
              <a:path w="18943" h="21600" fill="none" extrusionOk="0">
                <a:moveTo>
                  <a:pt x="-1" y="0"/>
                </a:moveTo>
                <a:cubicBezTo>
                  <a:pt x="7889" y="0"/>
                  <a:pt x="15151" y="4301"/>
                  <a:pt x="18942" y="11220"/>
                </a:cubicBezTo>
              </a:path>
              <a:path w="18943" h="21600" stroke="0" extrusionOk="0">
                <a:moveTo>
                  <a:pt x="-1" y="0"/>
                </a:moveTo>
                <a:cubicBezTo>
                  <a:pt x="7889" y="0"/>
                  <a:pt x="15151" y="4301"/>
                  <a:pt x="18942" y="11220"/>
                </a:cubicBezTo>
                <a:lnTo>
                  <a:pt x="0" y="21600"/>
                </a:lnTo>
                <a:lnTo>
                  <a:pt x="-1" y="0"/>
                </a:lnTo>
                <a:close/>
              </a:path>
            </a:pathLst>
          </a:custGeom>
          <a:noFill/>
          <a:ln w="19050">
            <a:solidFill>
              <a:schemeClr val="tx2"/>
            </a:solidFill>
            <a:round/>
            <a:headEnd type="stealth" w="lg" len="lg"/>
            <a:tailEnd type="stealth" w="lg"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7429" name="Text Box 85"/>
          <p:cNvSpPr txBox="1">
            <a:spLocks noChangeArrowheads="1"/>
          </p:cNvSpPr>
          <p:nvPr/>
        </p:nvSpPr>
        <p:spPr bwMode="auto">
          <a:xfrm>
            <a:off x="6002338" y="257175"/>
            <a:ext cx="3460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r>
              <a:rPr lang="en-US" altLang="zh-CN" sz="2000" i="1">
                <a:solidFill>
                  <a:srgbClr val="A50021"/>
                </a:solidFill>
              </a:rPr>
              <a:t> z</a:t>
            </a:r>
          </a:p>
        </p:txBody>
      </p:sp>
      <p:sp>
        <p:nvSpPr>
          <p:cNvPr id="17430" name="Text Box 86"/>
          <p:cNvSpPr txBox="1">
            <a:spLocks noChangeArrowheads="1"/>
          </p:cNvSpPr>
          <p:nvPr/>
        </p:nvSpPr>
        <p:spPr bwMode="auto">
          <a:xfrm>
            <a:off x="6677025" y="3413125"/>
            <a:ext cx="39528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r>
              <a:rPr lang="en-US" altLang="zh-CN" sz="2000" i="1">
                <a:solidFill>
                  <a:srgbClr val="A50021"/>
                </a:solidFill>
              </a:rPr>
              <a:t>x’</a:t>
            </a:r>
          </a:p>
        </p:txBody>
      </p:sp>
      <p:sp>
        <p:nvSpPr>
          <p:cNvPr id="17431" name="Text Box 87"/>
          <p:cNvSpPr txBox="1">
            <a:spLocks noChangeArrowheads="1"/>
          </p:cNvSpPr>
          <p:nvPr/>
        </p:nvSpPr>
        <p:spPr bwMode="auto">
          <a:xfrm>
            <a:off x="8047038" y="1014413"/>
            <a:ext cx="4445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r>
              <a:rPr lang="en-US" altLang="zh-CN" sz="2000" i="1">
                <a:solidFill>
                  <a:srgbClr val="A50021"/>
                </a:solidFill>
              </a:rPr>
              <a:t> y’</a:t>
            </a:r>
          </a:p>
        </p:txBody>
      </p:sp>
      <p:sp>
        <p:nvSpPr>
          <p:cNvPr id="17432" name="Text Box 88"/>
          <p:cNvSpPr txBox="1">
            <a:spLocks noChangeArrowheads="1"/>
          </p:cNvSpPr>
          <p:nvPr/>
        </p:nvSpPr>
        <p:spPr bwMode="auto">
          <a:xfrm>
            <a:off x="5143500" y="511175"/>
            <a:ext cx="4302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r>
              <a:rPr lang="en-US" altLang="zh-CN" sz="2000" i="1">
                <a:solidFill>
                  <a:srgbClr val="A50021"/>
                </a:solidFill>
              </a:rPr>
              <a:t> z’</a:t>
            </a:r>
          </a:p>
        </p:txBody>
      </p:sp>
      <p:sp>
        <p:nvSpPr>
          <p:cNvPr id="17433" name="Line 89"/>
          <p:cNvSpPr>
            <a:spLocks noChangeShapeType="1"/>
          </p:cNvSpPr>
          <p:nvPr/>
        </p:nvSpPr>
        <p:spPr bwMode="auto">
          <a:xfrm>
            <a:off x="6408738" y="2287588"/>
            <a:ext cx="169862" cy="1244600"/>
          </a:xfrm>
          <a:prstGeom prst="line">
            <a:avLst/>
          </a:prstGeom>
          <a:noFill/>
          <a:ln w="38100">
            <a:solidFill>
              <a:schemeClr val="tx2"/>
            </a:solidFill>
            <a:round/>
            <a:headEnd/>
            <a:tailEnd type="stealth" w="lg"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7434" name="Line 90"/>
          <p:cNvSpPr>
            <a:spLocks noChangeShapeType="1"/>
          </p:cNvSpPr>
          <p:nvPr/>
        </p:nvSpPr>
        <p:spPr bwMode="auto">
          <a:xfrm flipH="1" flipV="1">
            <a:off x="5681663" y="869950"/>
            <a:ext cx="727075" cy="1397000"/>
          </a:xfrm>
          <a:prstGeom prst="line">
            <a:avLst/>
          </a:prstGeom>
          <a:noFill/>
          <a:ln w="38100">
            <a:solidFill>
              <a:schemeClr val="tx2"/>
            </a:solidFill>
            <a:round/>
            <a:headEnd/>
            <a:tailEnd type="stealth" w="lg"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7435" name="Line 91"/>
          <p:cNvSpPr>
            <a:spLocks noChangeShapeType="1"/>
          </p:cNvSpPr>
          <p:nvPr/>
        </p:nvSpPr>
        <p:spPr bwMode="auto">
          <a:xfrm flipV="1">
            <a:off x="6591300" y="2949575"/>
            <a:ext cx="0" cy="541338"/>
          </a:xfrm>
          <a:prstGeom prst="line">
            <a:avLst/>
          </a:prstGeom>
          <a:noFill/>
          <a:ln w="9525">
            <a:solidFill>
              <a:srgbClr val="FF0000"/>
            </a:solidFill>
            <a:round/>
            <a:headEnd/>
            <a:tailEnd type="none" w="sm" len="lg"/>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17436" name="Line 92"/>
          <p:cNvSpPr>
            <a:spLocks noChangeShapeType="1"/>
          </p:cNvSpPr>
          <p:nvPr/>
        </p:nvSpPr>
        <p:spPr bwMode="auto">
          <a:xfrm>
            <a:off x="5341938" y="2941638"/>
            <a:ext cx="1223962" cy="7937"/>
          </a:xfrm>
          <a:prstGeom prst="line">
            <a:avLst/>
          </a:prstGeom>
          <a:noFill/>
          <a:ln w="9525">
            <a:solidFill>
              <a:srgbClr val="FF0000"/>
            </a:solidFill>
            <a:round/>
            <a:headEnd/>
            <a:tailEnd type="none" w="sm" len="lg"/>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17437" name="Line 93"/>
          <p:cNvSpPr>
            <a:spLocks noChangeShapeType="1"/>
          </p:cNvSpPr>
          <p:nvPr/>
        </p:nvSpPr>
        <p:spPr bwMode="auto">
          <a:xfrm flipH="1" flipV="1">
            <a:off x="5335588" y="2938463"/>
            <a:ext cx="0" cy="550862"/>
          </a:xfrm>
          <a:prstGeom prst="line">
            <a:avLst/>
          </a:prstGeom>
          <a:noFill/>
          <a:ln w="9525">
            <a:solidFill>
              <a:srgbClr val="FF0000"/>
            </a:solidFill>
            <a:round/>
            <a:headEnd/>
            <a:tailEnd type="none" w="sm" len="lg"/>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17438" name="Line 94"/>
          <p:cNvSpPr>
            <a:spLocks noChangeShapeType="1"/>
          </p:cNvSpPr>
          <p:nvPr/>
        </p:nvSpPr>
        <p:spPr bwMode="auto">
          <a:xfrm flipH="1">
            <a:off x="5348288" y="2308225"/>
            <a:ext cx="1065212" cy="1169988"/>
          </a:xfrm>
          <a:prstGeom prst="line">
            <a:avLst/>
          </a:prstGeom>
          <a:noFill/>
          <a:ln w="19050">
            <a:solidFill>
              <a:srgbClr val="660066"/>
            </a:solidFill>
            <a:round/>
            <a:headEnd/>
            <a:tailEnd type="stealth" w="sm" len="lg"/>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17439" name="Line 95"/>
          <p:cNvSpPr>
            <a:spLocks noChangeShapeType="1"/>
          </p:cNvSpPr>
          <p:nvPr/>
        </p:nvSpPr>
        <p:spPr bwMode="auto">
          <a:xfrm flipV="1">
            <a:off x="5345113" y="2887663"/>
            <a:ext cx="1082675" cy="593725"/>
          </a:xfrm>
          <a:prstGeom prst="line">
            <a:avLst/>
          </a:prstGeom>
          <a:noFill/>
          <a:ln w="9525">
            <a:solidFill>
              <a:srgbClr val="FF0000"/>
            </a:solidFill>
            <a:prstDash val="dash"/>
            <a:round/>
            <a:headEnd/>
            <a:tailEnd type="none" w="sm" len="lg"/>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17440" name="Line 96"/>
          <p:cNvSpPr>
            <a:spLocks noChangeShapeType="1"/>
          </p:cNvSpPr>
          <p:nvPr/>
        </p:nvSpPr>
        <p:spPr bwMode="auto">
          <a:xfrm flipV="1">
            <a:off x="5708650" y="598488"/>
            <a:ext cx="682625" cy="292100"/>
          </a:xfrm>
          <a:prstGeom prst="line">
            <a:avLst/>
          </a:prstGeom>
          <a:noFill/>
          <a:ln w="9525">
            <a:solidFill>
              <a:srgbClr val="FF0000"/>
            </a:solidFill>
            <a:round/>
            <a:headEnd/>
            <a:tailEnd type="none" w="sm" len="lg"/>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17441" name="Text Box 97"/>
          <p:cNvSpPr txBox="1">
            <a:spLocks noChangeArrowheads="1"/>
          </p:cNvSpPr>
          <p:nvPr/>
        </p:nvSpPr>
        <p:spPr bwMode="auto">
          <a:xfrm>
            <a:off x="6515100" y="519113"/>
            <a:ext cx="5746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r>
              <a:rPr lang="en-US" altLang="zh-CN" sz="2000" i="1">
                <a:solidFill>
                  <a:srgbClr val="A50021"/>
                </a:solidFill>
              </a:rPr>
              <a:t>z</a:t>
            </a:r>
            <a:r>
              <a:rPr lang="en-US" altLang="zh-CN" sz="2000" i="1" baseline="-25000">
                <a:solidFill>
                  <a:srgbClr val="A50021"/>
                </a:solidFill>
              </a:rPr>
              <a:t>yz</a:t>
            </a:r>
            <a:r>
              <a:rPr lang="en-US" altLang="zh-CN" sz="2000" i="1">
                <a:solidFill>
                  <a:srgbClr val="A50021"/>
                </a:solidFill>
              </a:rPr>
              <a:t>’</a:t>
            </a:r>
          </a:p>
        </p:txBody>
      </p:sp>
      <p:sp>
        <p:nvSpPr>
          <p:cNvPr id="17442" name="Line 98"/>
          <p:cNvSpPr>
            <a:spLocks noChangeShapeType="1"/>
          </p:cNvSpPr>
          <p:nvPr/>
        </p:nvSpPr>
        <p:spPr bwMode="auto">
          <a:xfrm flipH="1" flipV="1">
            <a:off x="6405563" y="571500"/>
            <a:ext cx="9525" cy="1697038"/>
          </a:xfrm>
          <a:prstGeom prst="line">
            <a:avLst/>
          </a:prstGeom>
          <a:noFill/>
          <a:ln w="38100">
            <a:solidFill>
              <a:srgbClr val="660066"/>
            </a:solidFill>
            <a:round/>
            <a:headEnd/>
            <a:tailEnd type="stealth" w="lg" len="lg"/>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17443" name="Arc 99"/>
          <p:cNvSpPr>
            <a:spLocks/>
          </p:cNvSpPr>
          <p:nvPr/>
        </p:nvSpPr>
        <p:spPr bwMode="auto">
          <a:xfrm rot="2888940">
            <a:off x="6088856" y="1764507"/>
            <a:ext cx="1006475" cy="760412"/>
          </a:xfrm>
          <a:custGeom>
            <a:avLst/>
            <a:gdLst>
              <a:gd name="T0" fmla="*/ 0 w 32613"/>
              <a:gd name="T1" fmla="*/ 2147483647 h 21600"/>
              <a:gd name="T2" fmla="*/ 2147483647 w 32613"/>
              <a:gd name="T3" fmla="*/ 2147483647 h 21600"/>
              <a:gd name="T4" fmla="*/ 2147483647 w 32613"/>
              <a:gd name="T5" fmla="*/ 2147483647 h 21600"/>
              <a:gd name="T6" fmla="*/ 0 60000 65536"/>
              <a:gd name="T7" fmla="*/ 0 60000 65536"/>
              <a:gd name="T8" fmla="*/ 0 60000 65536"/>
              <a:gd name="T9" fmla="*/ 0 w 32613"/>
              <a:gd name="T10" fmla="*/ 0 h 21600"/>
              <a:gd name="T11" fmla="*/ 32613 w 32613"/>
              <a:gd name="T12" fmla="*/ 21600 h 21600"/>
            </a:gdLst>
            <a:ahLst/>
            <a:cxnLst>
              <a:cxn ang="T6">
                <a:pos x="T0" y="T1"/>
              </a:cxn>
              <a:cxn ang="T7">
                <a:pos x="T2" y="T3"/>
              </a:cxn>
              <a:cxn ang="T8">
                <a:pos x="T4" y="T5"/>
              </a:cxn>
            </a:cxnLst>
            <a:rect l="T9" t="T10" r="T11" b="T12"/>
            <a:pathLst>
              <a:path w="32613" h="21600" fill="none" extrusionOk="0">
                <a:moveTo>
                  <a:pt x="0" y="4253"/>
                </a:moveTo>
                <a:cubicBezTo>
                  <a:pt x="3722" y="1491"/>
                  <a:pt x="8235" y="-1"/>
                  <a:pt x="12871" y="0"/>
                </a:cubicBezTo>
                <a:cubicBezTo>
                  <a:pt x="21410" y="0"/>
                  <a:pt x="29148" y="5030"/>
                  <a:pt x="32613" y="12835"/>
                </a:cubicBezTo>
              </a:path>
              <a:path w="32613" h="21600" stroke="0" extrusionOk="0">
                <a:moveTo>
                  <a:pt x="0" y="4253"/>
                </a:moveTo>
                <a:cubicBezTo>
                  <a:pt x="3722" y="1491"/>
                  <a:pt x="8235" y="-1"/>
                  <a:pt x="12871" y="0"/>
                </a:cubicBezTo>
                <a:cubicBezTo>
                  <a:pt x="21410" y="0"/>
                  <a:pt x="29148" y="5030"/>
                  <a:pt x="32613" y="12835"/>
                </a:cubicBezTo>
                <a:lnTo>
                  <a:pt x="12871" y="21600"/>
                </a:lnTo>
                <a:lnTo>
                  <a:pt x="0" y="4253"/>
                </a:lnTo>
                <a:close/>
              </a:path>
            </a:pathLst>
          </a:custGeom>
          <a:noFill/>
          <a:ln w="19050">
            <a:solidFill>
              <a:schemeClr val="tx2"/>
            </a:solidFill>
            <a:round/>
            <a:headEnd type="stealth" w="lg" len="lg"/>
            <a:tailEnd type="stealth" w="lg"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7444" name="Text Box 100"/>
          <p:cNvSpPr txBox="1">
            <a:spLocks noChangeArrowheads="1"/>
          </p:cNvSpPr>
          <p:nvPr/>
        </p:nvSpPr>
        <p:spPr bwMode="auto">
          <a:xfrm>
            <a:off x="6513513" y="1381125"/>
            <a:ext cx="6588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r>
              <a:rPr lang="el-GR" altLang="zh-CN" sz="2000" i="1">
                <a:solidFill>
                  <a:srgbClr val="A50021"/>
                </a:solidFill>
                <a:latin typeface="宋体" pitchFamily="2" charset="-122"/>
                <a:cs typeface="Times New Roman" pitchFamily="18" charset="0"/>
              </a:rPr>
              <a:t>θ</a:t>
            </a:r>
            <a:r>
              <a:rPr lang="en-US" altLang="zh-CN" sz="2000" i="1" baseline="-25000">
                <a:solidFill>
                  <a:srgbClr val="A50021"/>
                </a:solidFill>
                <a:latin typeface="宋体" pitchFamily="2" charset="-122"/>
                <a:cs typeface="Times New Roman" pitchFamily="18" charset="0"/>
              </a:rPr>
              <a:t>xz</a:t>
            </a:r>
            <a:endParaRPr lang="el-GR" altLang="zh-CN" sz="2000" i="1" baseline="-25000">
              <a:solidFill>
                <a:srgbClr val="A50021"/>
              </a:solidFill>
              <a:cs typeface="Times New Roman" pitchFamily="18" charset="0"/>
            </a:endParaRPr>
          </a:p>
        </p:txBody>
      </p:sp>
      <p:sp>
        <p:nvSpPr>
          <p:cNvPr id="17445" name="Text Box 101"/>
          <p:cNvSpPr txBox="1">
            <a:spLocks noChangeArrowheads="1"/>
          </p:cNvSpPr>
          <p:nvPr/>
        </p:nvSpPr>
        <p:spPr bwMode="auto">
          <a:xfrm>
            <a:off x="6434138" y="1074738"/>
            <a:ext cx="5746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r>
              <a:rPr lang="en-US" altLang="zh-CN" sz="2000" i="1">
                <a:solidFill>
                  <a:srgbClr val="A50021"/>
                </a:solidFill>
              </a:rPr>
              <a:t>r</a:t>
            </a:r>
          </a:p>
        </p:txBody>
      </p:sp>
      <p:sp>
        <p:nvSpPr>
          <p:cNvPr id="17446" name="Text Box 102"/>
          <p:cNvSpPr txBox="1">
            <a:spLocks noChangeArrowheads="1"/>
          </p:cNvSpPr>
          <p:nvPr/>
        </p:nvSpPr>
        <p:spPr bwMode="auto">
          <a:xfrm>
            <a:off x="7150100" y="2359025"/>
            <a:ext cx="5746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r>
              <a:rPr lang="en-US" altLang="zh-CN" sz="2000" i="1">
                <a:solidFill>
                  <a:srgbClr val="A50021"/>
                </a:solidFill>
              </a:rPr>
              <a:t>p</a:t>
            </a:r>
          </a:p>
        </p:txBody>
      </p:sp>
      <p:sp>
        <p:nvSpPr>
          <p:cNvPr id="17447" name="Arc 103"/>
          <p:cNvSpPr>
            <a:spLocks/>
          </p:cNvSpPr>
          <p:nvPr/>
        </p:nvSpPr>
        <p:spPr bwMode="auto">
          <a:xfrm rot="-6422876">
            <a:off x="7908132" y="1972469"/>
            <a:ext cx="673100" cy="547687"/>
          </a:xfrm>
          <a:custGeom>
            <a:avLst/>
            <a:gdLst>
              <a:gd name="T0" fmla="*/ 0 w 21819"/>
              <a:gd name="T1" fmla="*/ 2147483647 h 21600"/>
              <a:gd name="T2" fmla="*/ 2147483647 w 21819"/>
              <a:gd name="T3" fmla="*/ 2147483647 h 21600"/>
              <a:gd name="T4" fmla="*/ 2147483647 w 21819"/>
              <a:gd name="T5" fmla="*/ 2147483647 h 21600"/>
              <a:gd name="T6" fmla="*/ 0 60000 65536"/>
              <a:gd name="T7" fmla="*/ 0 60000 65536"/>
              <a:gd name="T8" fmla="*/ 0 60000 65536"/>
              <a:gd name="T9" fmla="*/ 0 w 21819"/>
              <a:gd name="T10" fmla="*/ 0 h 21600"/>
              <a:gd name="T11" fmla="*/ 21819 w 21819"/>
              <a:gd name="T12" fmla="*/ 21600 h 21600"/>
            </a:gdLst>
            <a:ahLst/>
            <a:cxnLst>
              <a:cxn ang="T6">
                <a:pos x="T0" y="T1"/>
              </a:cxn>
              <a:cxn ang="T7">
                <a:pos x="T2" y="T3"/>
              </a:cxn>
              <a:cxn ang="T8">
                <a:pos x="T4" y="T5"/>
              </a:cxn>
            </a:cxnLst>
            <a:rect l="T9" t="T10" r="T11" b="T12"/>
            <a:pathLst>
              <a:path w="21819" h="21600" fill="none" extrusionOk="0">
                <a:moveTo>
                  <a:pt x="0" y="209"/>
                </a:moveTo>
                <a:cubicBezTo>
                  <a:pt x="993" y="69"/>
                  <a:pt x="1995" y="-1"/>
                  <a:pt x="2998" y="0"/>
                </a:cubicBezTo>
                <a:cubicBezTo>
                  <a:pt x="10798" y="0"/>
                  <a:pt x="17992" y="4205"/>
                  <a:pt x="21819" y="11001"/>
                </a:cubicBezTo>
              </a:path>
              <a:path w="21819" h="21600" stroke="0" extrusionOk="0">
                <a:moveTo>
                  <a:pt x="0" y="209"/>
                </a:moveTo>
                <a:cubicBezTo>
                  <a:pt x="993" y="69"/>
                  <a:pt x="1995" y="-1"/>
                  <a:pt x="2998" y="0"/>
                </a:cubicBezTo>
                <a:cubicBezTo>
                  <a:pt x="10798" y="0"/>
                  <a:pt x="17992" y="4205"/>
                  <a:pt x="21819" y="11001"/>
                </a:cubicBezTo>
                <a:lnTo>
                  <a:pt x="2998" y="21600"/>
                </a:lnTo>
                <a:lnTo>
                  <a:pt x="0" y="209"/>
                </a:lnTo>
                <a:close/>
              </a:path>
            </a:pathLst>
          </a:custGeom>
          <a:noFill/>
          <a:ln w="19050">
            <a:solidFill>
              <a:schemeClr val="tx2"/>
            </a:solidFill>
            <a:round/>
            <a:headEnd type="stealth" w="lg" len="lg"/>
            <a:tailEnd type="stealth" w="lg"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7448" name="Text Box 104"/>
          <p:cNvSpPr txBox="1">
            <a:spLocks noChangeArrowheads="1"/>
          </p:cNvSpPr>
          <p:nvPr/>
        </p:nvSpPr>
        <p:spPr bwMode="auto">
          <a:xfrm>
            <a:off x="5980113" y="1970088"/>
            <a:ext cx="3683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r>
              <a:rPr lang="en-US" altLang="zh-CN" sz="2000" i="1">
                <a:solidFill>
                  <a:srgbClr val="A50021"/>
                </a:solidFill>
              </a:rPr>
              <a:t>O</a:t>
            </a:r>
          </a:p>
        </p:txBody>
      </p:sp>
      <p:sp>
        <p:nvSpPr>
          <p:cNvPr id="17449" name="Line 105"/>
          <p:cNvSpPr>
            <a:spLocks noChangeShapeType="1"/>
          </p:cNvSpPr>
          <p:nvPr/>
        </p:nvSpPr>
        <p:spPr bwMode="auto">
          <a:xfrm flipH="1">
            <a:off x="4665663" y="2295525"/>
            <a:ext cx="1719262" cy="1031875"/>
          </a:xfrm>
          <a:prstGeom prst="line">
            <a:avLst/>
          </a:prstGeom>
          <a:noFill/>
          <a:ln w="19050">
            <a:solidFill>
              <a:srgbClr val="FF0000"/>
            </a:solidFill>
            <a:round/>
            <a:headEnd/>
            <a:tailEnd type="stealth" w="lg"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7450" name="Line 106"/>
          <p:cNvSpPr>
            <a:spLocks noChangeShapeType="1"/>
          </p:cNvSpPr>
          <p:nvPr/>
        </p:nvSpPr>
        <p:spPr bwMode="auto">
          <a:xfrm flipV="1">
            <a:off x="6438900" y="2298700"/>
            <a:ext cx="2216150" cy="0"/>
          </a:xfrm>
          <a:prstGeom prst="line">
            <a:avLst/>
          </a:prstGeom>
          <a:noFill/>
          <a:ln w="19050">
            <a:solidFill>
              <a:srgbClr val="FF0000"/>
            </a:solidFill>
            <a:round/>
            <a:headEnd/>
            <a:tailEnd type="stealth" w="lg"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7451" name="Text Box 107"/>
          <p:cNvSpPr txBox="1">
            <a:spLocks noChangeArrowheads="1"/>
          </p:cNvSpPr>
          <p:nvPr/>
        </p:nvSpPr>
        <p:spPr bwMode="auto">
          <a:xfrm>
            <a:off x="4654550" y="2765425"/>
            <a:ext cx="311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r>
              <a:rPr lang="en-US" altLang="zh-CN" sz="2000" i="1">
                <a:solidFill>
                  <a:srgbClr val="A50021"/>
                </a:solidFill>
              </a:rPr>
              <a:t>x</a:t>
            </a:r>
          </a:p>
        </p:txBody>
      </p:sp>
      <p:sp>
        <p:nvSpPr>
          <p:cNvPr id="17452" name="Text Box 108"/>
          <p:cNvSpPr txBox="1">
            <a:spLocks noChangeArrowheads="1"/>
          </p:cNvSpPr>
          <p:nvPr/>
        </p:nvSpPr>
        <p:spPr bwMode="auto">
          <a:xfrm>
            <a:off x="8493125" y="1906588"/>
            <a:ext cx="36036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r>
              <a:rPr lang="en-US" altLang="zh-CN" sz="2000" i="1">
                <a:solidFill>
                  <a:srgbClr val="A50021"/>
                </a:solidFill>
              </a:rPr>
              <a:t> y</a:t>
            </a:r>
          </a:p>
        </p:txBody>
      </p:sp>
      <p:sp>
        <p:nvSpPr>
          <p:cNvPr id="17453" name="Line 109"/>
          <p:cNvSpPr>
            <a:spLocks noChangeShapeType="1"/>
          </p:cNvSpPr>
          <p:nvPr/>
        </p:nvSpPr>
        <p:spPr bwMode="auto">
          <a:xfrm flipH="1">
            <a:off x="6389688" y="2894013"/>
            <a:ext cx="1073150" cy="1587"/>
          </a:xfrm>
          <a:prstGeom prst="line">
            <a:avLst/>
          </a:prstGeom>
          <a:noFill/>
          <a:ln w="9525">
            <a:solidFill>
              <a:srgbClr val="FF0000"/>
            </a:solidFill>
            <a:prstDash val="dash"/>
            <a:round/>
            <a:headEnd/>
            <a:tailEnd type="none" w="sm" len="lg"/>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17454" name="Line 110"/>
          <p:cNvSpPr>
            <a:spLocks noChangeShapeType="1"/>
          </p:cNvSpPr>
          <p:nvPr/>
        </p:nvSpPr>
        <p:spPr bwMode="auto">
          <a:xfrm>
            <a:off x="6408738" y="2911475"/>
            <a:ext cx="158750" cy="595313"/>
          </a:xfrm>
          <a:prstGeom prst="line">
            <a:avLst/>
          </a:prstGeom>
          <a:noFill/>
          <a:ln w="9525">
            <a:solidFill>
              <a:srgbClr val="FF0000"/>
            </a:solidFill>
            <a:prstDash val="dash"/>
            <a:round/>
            <a:headEnd/>
            <a:tailEnd type="none" w="sm" len="lg"/>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17455" name="Line 111"/>
          <p:cNvSpPr>
            <a:spLocks noChangeShapeType="1"/>
          </p:cNvSpPr>
          <p:nvPr/>
        </p:nvSpPr>
        <p:spPr bwMode="auto">
          <a:xfrm flipV="1">
            <a:off x="6591300" y="2297113"/>
            <a:ext cx="903288" cy="647700"/>
          </a:xfrm>
          <a:prstGeom prst="line">
            <a:avLst/>
          </a:prstGeom>
          <a:noFill/>
          <a:ln w="9525">
            <a:solidFill>
              <a:srgbClr val="FF0000"/>
            </a:solidFill>
            <a:round/>
            <a:headEnd/>
            <a:tailEnd type="none" w="sm" len="lg"/>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17456" name="Line 112"/>
          <p:cNvSpPr>
            <a:spLocks noChangeShapeType="1"/>
          </p:cNvSpPr>
          <p:nvPr/>
        </p:nvSpPr>
        <p:spPr bwMode="auto">
          <a:xfrm>
            <a:off x="6423025" y="2298700"/>
            <a:ext cx="1055688" cy="585788"/>
          </a:xfrm>
          <a:prstGeom prst="line">
            <a:avLst/>
          </a:prstGeom>
          <a:noFill/>
          <a:ln w="38100">
            <a:solidFill>
              <a:srgbClr val="660066"/>
            </a:solidFill>
            <a:round/>
            <a:headEnd/>
            <a:tailEnd type="stealth" w="lg" len="lg"/>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17457" name="Line 113"/>
          <p:cNvSpPr>
            <a:spLocks noChangeShapeType="1"/>
          </p:cNvSpPr>
          <p:nvPr/>
        </p:nvSpPr>
        <p:spPr bwMode="auto">
          <a:xfrm flipH="1" flipV="1">
            <a:off x="7478713" y="2284413"/>
            <a:ext cx="0" cy="577850"/>
          </a:xfrm>
          <a:prstGeom prst="line">
            <a:avLst/>
          </a:prstGeom>
          <a:noFill/>
          <a:ln w="9525">
            <a:solidFill>
              <a:srgbClr val="FF0000"/>
            </a:solidFill>
            <a:round/>
            <a:headEnd/>
            <a:tailEnd type="none" w="sm" len="lg"/>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17458" name="Line 114"/>
          <p:cNvSpPr>
            <a:spLocks noChangeShapeType="1"/>
          </p:cNvSpPr>
          <p:nvPr/>
        </p:nvSpPr>
        <p:spPr bwMode="auto">
          <a:xfrm flipV="1">
            <a:off x="6559550" y="2881313"/>
            <a:ext cx="922338" cy="585787"/>
          </a:xfrm>
          <a:prstGeom prst="line">
            <a:avLst/>
          </a:prstGeom>
          <a:noFill/>
          <a:ln w="9525">
            <a:solidFill>
              <a:srgbClr val="FF0000"/>
            </a:solidFill>
            <a:round/>
            <a:headEnd/>
            <a:tailEnd type="none" w="sm" len="lg"/>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17459" name="Line 115"/>
          <p:cNvSpPr>
            <a:spLocks noChangeShapeType="1"/>
          </p:cNvSpPr>
          <p:nvPr/>
        </p:nvSpPr>
        <p:spPr bwMode="auto">
          <a:xfrm>
            <a:off x="6421438" y="2271713"/>
            <a:ext cx="168275" cy="684212"/>
          </a:xfrm>
          <a:prstGeom prst="line">
            <a:avLst/>
          </a:prstGeom>
          <a:noFill/>
          <a:ln w="19050">
            <a:solidFill>
              <a:srgbClr val="660066"/>
            </a:solidFill>
            <a:round/>
            <a:headEnd/>
            <a:tailEnd type="stealth" w="sm" len="lg"/>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17460" name="Line 116"/>
          <p:cNvSpPr>
            <a:spLocks noChangeShapeType="1"/>
          </p:cNvSpPr>
          <p:nvPr/>
        </p:nvSpPr>
        <p:spPr bwMode="auto">
          <a:xfrm>
            <a:off x="5345113" y="3470275"/>
            <a:ext cx="1233487" cy="6350"/>
          </a:xfrm>
          <a:prstGeom prst="line">
            <a:avLst/>
          </a:prstGeom>
          <a:noFill/>
          <a:ln w="9525">
            <a:solidFill>
              <a:srgbClr val="FF0000"/>
            </a:solidFill>
            <a:round/>
            <a:headEnd/>
            <a:tailEnd type="none" w="sm" len="lg"/>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17461" name="Oval 117"/>
          <p:cNvSpPr>
            <a:spLocks noChangeArrowheads="1"/>
          </p:cNvSpPr>
          <p:nvPr/>
        </p:nvSpPr>
        <p:spPr bwMode="auto">
          <a:xfrm>
            <a:off x="6319838" y="2185988"/>
            <a:ext cx="193675" cy="182562"/>
          </a:xfrm>
          <a:prstGeom prst="ellipse">
            <a:avLst/>
          </a:prstGeom>
          <a:solidFill>
            <a:srgbClr val="FF0000"/>
          </a:solidFill>
          <a:ln w="9525">
            <a:solidFill>
              <a:srgbClr val="FF0000"/>
            </a:solidFill>
            <a:round/>
            <a:headEnd/>
            <a:tailEnd type="none" w="sm" len="lg"/>
          </a:ln>
        </p:spPr>
        <p:txBody>
          <a:bodyPr wrap="none" anchor="ctr">
            <a:spAutoFit/>
          </a:bodyP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endParaRPr kumimoji="0" lang="zh-CN" altLang="en-US" sz="2000"/>
          </a:p>
        </p:txBody>
      </p:sp>
      <p:sp>
        <p:nvSpPr>
          <p:cNvPr id="17462" name="Text Box 118"/>
          <p:cNvSpPr txBox="1">
            <a:spLocks noChangeArrowheads="1"/>
          </p:cNvSpPr>
          <p:nvPr/>
        </p:nvSpPr>
        <p:spPr bwMode="auto">
          <a:xfrm>
            <a:off x="7456488" y="2744788"/>
            <a:ext cx="5746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r>
              <a:rPr lang="en-US" altLang="zh-CN" sz="2000" i="1">
                <a:solidFill>
                  <a:srgbClr val="A50021"/>
                </a:solidFill>
              </a:rPr>
              <a:t>x</a:t>
            </a:r>
            <a:r>
              <a:rPr lang="en-US" altLang="zh-CN" sz="2000" i="1" baseline="-25000">
                <a:solidFill>
                  <a:srgbClr val="A50021"/>
                </a:solidFill>
              </a:rPr>
              <a:t>yz</a:t>
            </a:r>
            <a:r>
              <a:rPr lang="en-US" altLang="zh-CN" sz="2000" i="1">
                <a:solidFill>
                  <a:srgbClr val="A50021"/>
                </a:solidFill>
              </a:rPr>
              <a:t>’</a:t>
            </a:r>
          </a:p>
        </p:txBody>
      </p:sp>
      <p:sp>
        <p:nvSpPr>
          <p:cNvPr id="17463" name="Text Box 119"/>
          <p:cNvSpPr txBox="1">
            <a:spLocks noChangeArrowheads="1"/>
          </p:cNvSpPr>
          <p:nvPr/>
        </p:nvSpPr>
        <p:spPr bwMode="auto">
          <a:xfrm>
            <a:off x="7362825" y="1860550"/>
            <a:ext cx="5746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r>
              <a:rPr lang="en-US" altLang="zh-CN" sz="2000" i="1">
                <a:solidFill>
                  <a:srgbClr val="A50021"/>
                </a:solidFill>
              </a:rPr>
              <a:t>x</a:t>
            </a:r>
            <a:r>
              <a:rPr lang="en-US" altLang="zh-CN" sz="2000" i="1" baseline="-25000">
                <a:solidFill>
                  <a:srgbClr val="A50021"/>
                </a:solidFill>
              </a:rPr>
              <a:t>y</a:t>
            </a:r>
            <a:r>
              <a:rPr lang="en-US" altLang="zh-CN" sz="2000" i="1">
                <a:solidFill>
                  <a:srgbClr val="A50021"/>
                </a:solidFill>
              </a:rPr>
              <a:t>’</a:t>
            </a:r>
          </a:p>
        </p:txBody>
      </p:sp>
      <p:sp>
        <p:nvSpPr>
          <p:cNvPr id="17464" name="Text Box 120"/>
          <p:cNvSpPr txBox="1">
            <a:spLocks noChangeArrowheads="1"/>
          </p:cNvSpPr>
          <p:nvPr/>
        </p:nvSpPr>
        <p:spPr bwMode="auto">
          <a:xfrm>
            <a:off x="6018213" y="2576513"/>
            <a:ext cx="5746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r>
              <a:rPr lang="en-US" altLang="zh-CN" sz="2000" i="1">
                <a:solidFill>
                  <a:srgbClr val="A50021"/>
                </a:solidFill>
              </a:rPr>
              <a:t>x</a:t>
            </a:r>
            <a:r>
              <a:rPr lang="en-US" altLang="zh-CN" sz="2000" i="1" baseline="-25000">
                <a:solidFill>
                  <a:srgbClr val="A50021"/>
                </a:solidFill>
              </a:rPr>
              <a:t>z</a:t>
            </a:r>
            <a:r>
              <a:rPr lang="en-US" altLang="zh-CN" sz="2000" i="1">
                <a:solidFill>
                  <a:srgbClr val="A50021"/>
                </a:solidFill>
              </a:rPr>
              <a:t>’</a:t>
            </a:r>
          </a:p>
        </p:txBody>
      </p:sp>
      <p:sp>
        <p:nvSpPr>
          <p:cNvPr id="17465" name="Text Box 121"/>
          <p:cNvSpPr txBox="1">
            <a:spLocks noChangeArrowheads="1"/>
          </p:cNvSpPr>
          <p:nvPr/>
        </p:nvSpPr>
        <p:spPr bwMode="auto">
          <a:xfrm>
            <a:off x="5146675" y="2454275"/>
            <a:ext cx="5746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r>
              <a:rPr lang="en-US" altLang="zh-CN" sz="2000" i="1">
                <a:solidFill>
                  <a:srgbClr val="A50021"/>
                </a:solidFill>
              </a:rPr>
              <a:t>x</a:t>
            </a:r>
            <a:r>
              <a:rPr lang="en-US" altLang="zh-CN" sz="2000" i="1" baseline="-25000">
                <a:solidFill>
                  <a:srgbClr val="A50021"/>
                </a:solidFill>
              </a:rPr>
              <a:t>x</a:t>
            </a:r>
            <a:r>
              <a:rPr lang="en-US" altLang="zh-CN" sz="2000" i="1">
                <a:solidFill>
                  <a:srgbClr val="A50021"/>
                </a:solidFill>
              </a:rPr>
              <a:t>’</a:t>
            </a:r>
          </a:p>
        </p:txBody>
      </p:sp>
      <p:sp>
        <p:nvSpPr>
          <p:cNvPr id="2" name="矩形 1"/>
          <p:cNvSpPr/>
          <p:nvPr/>
        </p:nvSpPr>
        <p:spPr>
          <a:xfrm>
            <a:off x="7561616" y="5543167"/>
            <a:ext cx="545342" cy="523220"/>
          </a:xfrm>
          <a:prstGeom prst="rect">
            <a:avLst/>
          </a:prstGeom>
        </p:spPr>
        <p:txBody>
          <a:bodyPr wrap="none">
            <a:spAutoFit/>
          </a:bodyPr>
          <a:lstStyle/>
          <a:p>
            <a:r>
              <a:rPr lang="zh-CN" altLang="en-US" sz="2800" dirty="0" smtClean="0">
                <a:solidFill>
                  <a:srgbClr val="FF0000"/>
                </a:solidFill>
                <a:latin typeface="黑体" pitchFamily="2" charset="-122"/>
                <a:ea typeface="黑体" pitchFamily="2" charset="-122"/>
              </a:rPr>
              <a:t>？</a:t>
            </a:r>
            <a:endParaRPr lang="zh-CN" altLang="en-US" sz="2800" dirty="0">
              <a:solidFill>
                <a:srgbClr val="FF0000"/>
              </a:solidFill>
              <a:latin typeface="黑体" pitchFamily="2" charset="-122"/>
              <a:ea typeface="黑体"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0484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04872"/>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04873"/>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204874"/>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04879"/>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0488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21" presetClass="entr" presetSubtype="3" fill="hold" grpId="0" nodeType="clickEffect">
                                  <p:stCondLst>
                                    <p:cond delay="0"/>
                                  </p:stCondLst>
                                  <p:childTnLst>
                                    <p:set>
                                      <p:cBhvr>
                                        <p:cTn id="26" dur="1" fill="hold">
                                          <p:stCondLst>
                                            <p:cond delay="0"/>
                                          </p:stCondLst>
                                        </p:cTn>
                                        <p:tgtEl>
                                          <p:spTgt spid="2"/>
                                        </p:tgtEl>
                                        <p:attrNameLst>
                                          <p:attrName>style.visibility</p:attrName>
                                        </p:attrNameLst>
                                      </p:cBhvr>
                                      <p:to>
                                        <p:strVal val="visible"/>
                                      </p:to>
                                    </p:set>
                                    <p:animEffect transition="in" filter="wheel(3)">
                                      <p:cBhvr>
                                        <p:cTn id="2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79" grpId="0" animBg="1"/>
      <p:bldP spid="204880" grpId="0"/>
      <p:bldP spid="2"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50000"/>
              </a:spcBef>
              <a:buClrTx/>
              <a:buFontTx/>
              <a:buNone/>
            </a:pPr>
            <a:fld id="{D23FFB3B-4F5A-480F-BB25-5CC4BDCF6D36}" type="slidenum">
              <a:rPr lang="en-US" altLang="zh-CN" sz="1400" smtClean="0">
                <a:solidFill>
                  <a:schemeClr val="bg2"/>
                </a:solidFill>
              </a:rPr>
              <a:pPr eaLnBrk="1" hangingPunct="1">
                <a:spcBef>
                  <a:spcPct val="50000"/>
                </a:spcBef>
                <a:buClrTx/>
                <a:buFontTx/>
                <a:buNone/>
              </a:pPr>
              <a:t>16</a:t>
            </a:fld>
            <a:endParaRPr lang="en-US" altLang="zh-CN" sz="1400" smtClean="0">
              <a:solidFill>
                <a:schemeClr val="bg2"/>
              </a:solidFill>
            </a:endParaRPr>
          </a:p>
        </p:txBody>
      </p:sp>
      <p:sp>
        <p:nvSpPr>
          <p:cNvPr id="18435" name="Text Box 2"/>
          <p:cNvSpPr txBox="1">
            <a:spLocks noChangeArrowheads="1"/>
          </p:cNvSpPr>
          <p:nvPr/>
        </p:nvSpPr>
        <p:spPr bwMode="auto">
          <a:xfrm>
            <a:off x="322263" y="347663"/>
            <a:ext cx="8123237"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r>
              <a:rPr lang="zh-CN" altLang="en-US" sz="3600">
                <a:solidFill>
                  <a:srgbClr val="000000"/>
                </a:solidFill>
                <a:latin typeface="黑体" pitchFamily="2" charset="-122"/>
                <a:ea typeface="黑体" pitchFamily="2" charset="-122"/>
              </a:rPr>
              <a:t>二</a:t>
            </a:r>
            <a:r>
              <a:rPr lang="en-US" altLang="zh-CN" sz="3600">
                <a:solidFill>
                  <a:srgbClr val="000000"/>
                </a:solidFill>
                <a:latin typeface="黑体" pitchFamily="2" charset="-122"/>
                <a:ea typeface="黑体" pitchFamily="2" charset="-122"/>
              </a:rPr>
              <a:t>. </a:t>
            </a:r>
            <a:r>
              <a:rPr lang="zh-CN" altLang="en-US" sz="3600">
                <a:solidFill>
                  <a:srgbClr val="000000"/>
                </a:solidFill>
                <a:latin typeface="黑体" pitchFamily="2" charset="-122"/>
                <a:ea typeface="黑体" pitchFamily="2" charset="-122"/>
              </a:rPr>
              <a:t>正等轴测图</a:t>
            </a:r>
          </a:p>
        </p:txBody>
      </p:sp>
      <p:sp>
        <p:nvSpPr>
          <p:cNvPr id="210947" name="Text Box 3"/>
          <p:cNvSpPr txBox="1">
            <a:spLocks noChangeArrowheads="1"/>
          </p:cNvSpPr>
          <p:nvPr/>
        </p:nvSpPr>
        <p:spPr bwMode="auto">
          <a:xfrm>
            <a:off x="366713" y="1350963"/>
            <a:ext cx="8721725" cy="2714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r>
              <a:rPr lang="en-US" altLang="zh-CN">
                <a:solidFill>
                  <a:srgbClr val="000000"/>
                </a:solidFill>
                <a:latin typeface="黑体" pitchFamily="2" charset="-122"/>
                <a:ea typeface="黑体" pitchFamily="2" charset="-122"/>
              </a:rPr>
              <a:t>1.</a:t>
            </a:r>
            <a:r>
              <a:rPr lang="zh-CN" altLang="en-US">
                <a:solidFill>
                  <a:srgbClr val="000000"/>
                </a:solidFill>
                <a:latin typeface="黑体" pitchFamily="2" charset="-122"/>
                <a:ea typeface="黑体" pitchFamily="2" charset="-122"/>
              </a:rPr>
              <a:t>形成</a:t>
            </a:r>
            <a:endParaRPr lang="zh-CN" altLang="en-US" sz="2800">
              <a:solidFill>
                <a:srgbClr val="000000"/>
              </a:solidFill>
              <a:latin typeface="黑体" pitchFamily="2" charset="-122"/>
              <a:ea typeface="黑体" pitchFamily="2" charset="-122"/>
            </a:endParaRPr>
          </a:p>
          <a:p>
            <a:pPr lvl="1" eaLnBrk="1" hangingPunct="1">
              <a:spcBef>
                <a:spcPct val="0"/>
              </a:spcBef>
              <a:buClrTx/>
              <a:buSzTx/>
              <a:buFontTx/>
              <a:buChar char="•"/>
            </a:pPr>
            <a:r>
              <a:rPr lang="zh-CN" altLang="en-US">
                <a:solidFill>
                  <a:srgbClr val="000000"/>
                </a:solidFill>
                <a:latin typeface="黑体" pitchFamily="2" charset="-122"/>
                <a:ea typeface="黑体" pitchFamily="2" charset="-122"/>
              </a:rPr>
              <a:t> 先将物体放在一直角坐标系中</a:t>
            </a:r>
          </a:p>
          <a:p>
            <a:pPr lvl="1" eaLnBrk="1" hangingPunct="1">
              <a:spcBef>
                <a:spcPct val="0"/>
              </a:spcBef>
              <a:buClrTx/>
              <a:buSzTx/>
              <a:buFontTx/>
              <a:buChar char="•"/>
            </a:pPr>
            <a:r>
              <a:rPr lang="zh-CN" altLang="en-US">
                <a:solidFill>
                  <a:srgbClr val="000000"/>
                </a:solidFill>
                <a:latin typeface="黑体" pitchFamily="2" charset="-122"/>
                <a:ea typeface="黑体" pitchFamily="2" charset="-122"/>
              </a:rPr>
              <a:t> 绕铅垂轴逆时针转  </a:t>
            </a:r>
            <a:r>
              <a:rPr lang="en-US" altLang="zh-CN">
                <a:solidFill>
                  <a:srgbClr val="000000"/>
                </a:solidFill>
                <a:latin typeface="黑体" pitchFamily="2" charset="-122"/>
                <a:ea typeface="黑体" pitchFamily="2" charset="-122"/>
              </a:rPr>
              <a:t>45°</a:t>
            </a:r>
          </a:p>
          <a:p>
            <a:pPr lvl="1" eaLnBrk="1" hangingPunct="1">
              <a:spcBef>
                <a:spcPct val="0"/>
              </a:spcBef>
              <a:buClrTx/>
              <a:buSzTx/>
              <a:buFontTx/>
              <a:buChar char="•"/>
            </a:pPr>
            <a:r>
              <a:rPr lang="en-US" altLang="zh-CN">
                <a:solidFill>
                  <a:srgbClr val="000000"/>
                </a:solidFill>
                <a:latin typeface="黑体" pitchFamily="2" charset="-122"/>
                <a:ea typeface="黑体" pitchFamily="2" charset="-122"/>
              </a:rPr>
              <a:t> </a:t>
            </a:r>
            <a:r>
              <a:rPr lang="zh-CN" altLang="en-US">
                <a:solidFill>
                  <a:srgbClr val="000000"/>
                </a:solidFill>
                <a:latin typeface="黑体" pitchFamily="2" charset="-122"/>
                <a:ea typeface="黑体" pitchFamily="2" charset="-122"/>
              </a:rPr>
              <a:t>绕侧垂轴顺时针转  </a:t>
            </a:r>
            <a:r>
              <a:rPr lang="en-US" altLang="zh-CN">
                <a:solidFill>
                  <a:srgbClr val="000000"/>
                </a:solidFill>
                <a:latin typeface="黑体" pitchFamily="2" charset="-122"/>
                <a:ea typeface="黑体" pitchFamily="2" charset="-122"/>
              </a:rPr>
              <a:t>35°16´</a:t>
            </a:r>
          </a:p>
          <a:p>
            <a:pPr lvl="1" eaLnBrk="1" hangingPunct="1">
              <a:spcBef>
                <a:spcPct val="0"/>
              </a:spcBef>
              <a:buClrTx/>
              <a:buSzTx/>
              <a:buFontTx/>
              <a:buChar char="•"/>
            </a:pPr>
            <a:r>
              <a:rPr lang="en-US" altLang="zh-CN">
                <a:solidFill>
                  <a:srgbClr val="000000"/>
                </a:solidFill>
                <a:latin typeface="黑体" pitchFamily="2" charset="-122"/>
                <a:ea typeface="黑体" pitchFamily="2" charset="-122"/>
              </a:rPr>
              <a:t> </a:t>
            </a:r>
            <a:r>
              <a:rPr lang="zh-CN" altLang="en-US">
                <a:solidFill>
                  <a:srgbClr val="000000"/>
                </a:solidFill>
                <a:latin typeface="黑体" pitchFamily="2" charset="-122"/>
                <a:ea typeface="黑体" pitchFamily="2" charset="-122"/>
              </a:rPr>
              <a:t>轴间角等于 </a:t>
            </a:r>
            <a:r>
              <a:rPr lang="en-US" altLang="zh-CN">
                <a:solidFill>
                  <a:srgbClr val="000000"/>
                </a:solidFill>
                <a:latin typeface="黑体" pitchFamily="2" charset="-122"/>
                <a:ea typeface="黑体" pitchFamily="2" charset="-122"/>
              </a:rPr>
              <a:t>120 °</a:t>
            </a:r>
          </a:p>
          <a:p>
            <a:pPr lvl="1" eaLnBrk="1" hangingPunct="1">
              <a:spcBef>
                <a:spcPct val="0"/>
              </a:spcBef>
              <a:buClrTx/>
              <a:buSzTx/>
              <a:buFontTx/>
              <a:buChar char="•"/>
            </a:pPr>
            <a:r>
              <a:rPr lang="en-US" altLang="zh-CN">
                <a:solidFill>
                  <a:srgbClr val="000000"/>
                </a:solidFill>
                <a:latin typeface="黑体" pitchFamily="2" charset="-122"/>
                <a:ea typeface="黑体" pitchFamily="2" charset="-122"/>
              </a:rPr>
              <a:t> s </a:t>
            </a:r>
            <a:r>
              <a:rPr lang="zh-CN" altLang="en-US">
                <a:solidFill>
                  <a:srgbClr val="000000"/>
                </a:solidFill>
                <a:latin typeface="黑体" pitchFamily="2" charset="-122"/>
                <a:ea typeface="黑体" pitchFamily="2" charset="-122"/>
              </a:rPr>
              <a:t>垂直于 </a:t>
            </a:r>
            <a:r>
              <a:rPr lang="en-US" altLang="zh-CN">
                <a:solidFill>
                  <a:srgbClr val="000000"/>
                </a:solidFill>
                <a:latin typeface="黑体" pitchFamily="2" charset="-122"/>
                <a:ea typeface="黑体" pitchFamily="2" charset="-122"/>
              </a:rPr>
              <a:t>P </a:t>
            </a:r>
            <a:r>
              <a:rPr lang="zh-CN" altLang="en-US">
                <a:solidFill>
                  <a:srgbClr val="000000"/>
                </a:solidFill>
                <a:latin typeface="黑体" pitchFamily="2" charset="-122"/>
                <a:ea typeface="黑体" pitchFamily="2" charset="-122"/>
              </a:rPr>
              <a:t>投影</a:t>
            </a:r>
          </a:p>
        </p:txBody>
      </p:sp>
      <p:sp>
        <p:nvSpPr>
          <p:cNvPr id="210948" name="Text Box 4"/>
          <p:cNvSpPr txBox="1">
            <a:spLocks noChangeArrowheads="1"/>
          </p:cNvSpPr>
          <p:nvPr/>
        </p:nvSpPr>
        <p:spPr bwMode="auto">
          <a:xfrm>
            <a:off x="1743075" y="4132263"/>
            <a:ext cx="727075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r>
              <a:rPr lang="en-US" altLang="zh-CN" sz="3600">
                <a:solidFill>
                  <a:srgbClr val="000000"/>
                </a:solidFill>
                <a:ea typeface="黑体" pitchFamily="2" charset="-122"/>
              </a:rPr>
              <a:t>“</a:t>
            </a:r>
            <a:r>
              <a:rPr lang="zh-CN" altLang="en-US" sz="3600">
                <a:solidFill>
                  <a:srgbClr val="000000"/>
                </a:solidFill>
                <a:latin typeface="黑体" pitchFamily="2" charset="-122"/>
                <a:ea typeface="黑体" pitchFamily="2" charset="-122"/>
              </a:rPr>
              <a:t>正</a:t>
            </a:r>
            <a:r>
              <a:rPr lang="zh-CN" altLang="en-US" sz="3600">
                <a:solidFill>
                  <a:srgbClr val="000000"/>
                </a:solidFill>
                <a:ea typeface="黑体" pitchFamily="2" charset="-122"/>
              </a:rPr>
              <a:t>”</a:t>
            </a:r>
            <a:r>
              <a:rPr lang="en-US" altLang="zh-CN" sz="3600">
                <a:solidFill>
                  <a:srgbClr val="000000"/>
                </a:solidFill>
                <a:latin typeface="黑体" pitchFamily="2" charset="-122"/>
                <a:ea typeface="黑体" pitchFamily="2" charset="-122"/>
              </a:rPr>
              <a:t>: </a:t>
            </a:r>
            <a:r>
              <a:rPr lang="en-US" altLang="zh-CN" sz="2800">
                <a:solidFill>
                  <a:srgbClr val="000000"/>
                </a:solidFill>
                <a:latin typeface="黑体" pitchFamily="2" charset="-122"/>
                <a:ea typeface="黑体" pitchFamily="2" charset="-122"/>
              </a:rPr>
              <a:t>s </a:t>
            </a:r>
            <a:r>
              <a:rPr lang="zh-CN" altLang="en-US" sz="2800">
                <a:solidFill>
                  <a:srgbClr val="000000"/>
                </a:solidFill>
                <a:latin typeface="黑体" pitchFamily="2" charset="-122"/>
                <a:ea typeface="黑体" pitchFamily="2" charset="-122"/>
              </a:rPr>
              <a:t>垂直于 </a:t>
            </a:r>
            <a:r>
              <a:rPr lang="en-US" altLang="zh-CN" sz="2800">
                <a:solidFill>
                  <a:srgbClr val="000000"/>
                </a:solidFill>
                <a:latin typeface="黑体" pitchFamily="2" charset="-122"/>
                <a:ea typeface="黑体" pitchFamily="2" charset="-122"/>
              </a:rPr>
              <a:t>P</a:t>
            </a:r>
          </a:p>
        </p:txBody>
      </p:sp>
      <p:sp>
        <p:nvSpPr>
          <p:cNvPr id="210949" name="Text Box 5"/>
          <p:cNvSpPr txBox="1">
            <a:spLocks noChangeArrowheads="1"/>
          </p:cNvSpPr>
          <p:nvPr/>
        </p:nvSpPr>
        <p:spPr bwMode="auto">
          <a:xfrm>
            <a:off x="1752600" y="4776788"/>
            <a:ext cx="7261225"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r>
              <a:rPr lang="en-US" altLang="zh-CN" sz="3600">
                <a:solidFill>
                  <a:srgbClr val="000000"/>
                </a:solidFill>
                <a:ea typeface="黑体" pitchFamily="2" charset="-122"/>
              </a:rPr>
              <a:t>“</a:t>
            </a:r>
            <a:r>
              <a:rPr lang="zh-CN" altLang="en-US" sz="3600">
                <a:solidFill>
                  <a:srgbClr val="000000"/>
                </a:solidFill>
                <a:latin typeface="黑体" pitchFamily="2" charset="-122"/>
                <a:ea typeface="黑体" pitchFamily="2" charset="-122"/>
              </a:rPr>
              <a:t>等</a:t>
            </a:r>
            <a:r>
              <a:rPr lang="zh-CN" altLang="en-US" sz="3600">
                <a:solidFill>
                  <a:srgbClr val="000000"/>
                </a:solidFill>
                <a:ea typeface="黑体" pitchFamily="2" charset="-122"/>
              </a:rPr>
              <a:t>”</a:t>
            </a:r>
            <a:r>
              <a:rPr lang="en-US" altLang="zh-CN" sz="3600">
                <a:solidFill>
                  <a:srgbClr val="000000"/>
                </a:solidFill>
                <a:latin typeface="黑体" pitchFamily="2" charset="-122"/>
                <a:ea typeface="黑体" pitchFamily="2" charset="-122"/>
              </a:rPr>
              <a:t>: </a:t>
            </a:r>
            <a:r>
              <a:rPr lang="en-US" altLang="zh-CN" sz="2800">
                <a:solidFill>
                  <a:srgbClr val="000000"/>
                </a:solidFill>
                <a:latin typeface="黑体" pitchFamily="2" charset="-122"/>
                <a:ea typeface="黑体" pitchFamily="2" charset="-122"/>
              </a:rPr>
              <a:t>p = q = r</a:t>
            </a:r>
          </a:p>
        </p:txBody>
      </p:sp>
      <p:sp>
        <p:nvSpPr>
          <p:cNvPr id="210950" name="Text Box 6"/>
          <p:cNvSpPr txBox="1">
            <a:spLocks noChangeArrowheads="1"/>
          </p:cNvSpPr>
          <p:nvPr/>
        </p:nvSpPr>
        <p:spPr bwMode="auto">
          <a:xfrm>
            <a:off x="5045075" y="4862513"/>
            <a:ext cx="409892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r>
              <a:rPr lang="en-US" altLang="zh-CN" sz="2800">
                <a:latin typeface="黑体" pitchFamily="2" charset="-122"/>
                <a:ea typeface="黑体" pitchFamily="2" charset="-122"/>
              </a:rPr>
              <a:t>=1</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299"/>
                                          </p:stCondLst>
                                        </p:cTn>
                                        <p:tgtEl>
                                          <p:spTgt spid="210947">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299"/>
                                          </p:stCondLst>
                                        </p:cTn>
                                        <p:tgtEl>
                                          <p:spTgt spid="210947">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299"/>
                                          </p:stCondLst>
                                        </p:cTn>
                                        <p:tgtEl>
                                          <p:spTgt spid="210947">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299"/>
                                          </p:stCondLst>
                                        </p:cTn>
                                        <p:tgtEl>
                                          <p:spTgt spid="210947">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299"/>
                                          </p:stCondLst>
                                        </p:cTn>
                                        <p:tgtEl>
                                          <p:spTgt spid="210947">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299"/>
                                          </p:stCondLst>
                                        </p:cTn>
                                        <p:tgtEl>
                                          <p:spTgt spid="210947">
                                            <p:txEl>
                                              <p:pRg st="5" end="5"/>
                                            </p:txEl>
                                          </p:spTgt>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grpId="0" nodeType="clickEffect">
                                  <p:stCondLst>
                                    <p:cond delay="0"/>
                                  </p:stCondLst>
                                  <p:childTnLst>
                                    <p:set>
                                      <p:cBhvr>
                                        <p:cTn id="20" dur="1" fill="hold">
                                          <p:stCondLst>
                                            <p:cond delay="299"/>
                                          </p:stCondLst>
                                        </p:cTn>
                                        <p:tgtEl>
                                          <p:spTgt spid="210948"/>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grpId="0" nodeType="clickEffect">
                                  <p:stCondLst>
                                    <p:cond delay="0"/>
                                  </p:stCondLst>
                                  <p:childTnLst>
                                    <p:set>
                                      <p:cBhvr>
                                        <p:cTn id="24" dur="1" fill="hold">
                                          <p:stCondLst>
                                            <p:cond delay="299"/>
                                          </p:stCondLst>
                                        </p:cTn>
                                        <p:tgtEl>
                                          <p:spTgt spid="210949"/>
                                        </p:tgtEl>
                                        <p:attrNameLst>
                                          <p:attrName>style.visibility</p:attrName>
                                        </p:attrNameLst>
                                      </p:cBhvr>
                                      <p:to>
                                        <p:strVal val="visible"/>
                                      </p:to>
                                    </p:set>
                                  </p:childTnLst>
                                </p:cTn>
                              </p:par>
                            </p:childTnLst>
                          </p:cTn>
                        </p:par>
                      </p:childTnLst>
                    </p:cTn>
                  </p:par>
                  <p:par>
                    <p:cTn id="25" fill="hold" nodeType="clickPar">
                      <p:stCondLst>
                        <p:cond delay="indefinite"/>
                      </p:stCondLst>
                      <p:childTnLst>
                        <p:par>
                          <p:cTn id="26" fill="hold" nodeType="withGroup">
                            <p:stCondLst>
                              <p:cond delay="0"/>
                            </p:stCondLst>
                            <p:childTnLst>
                              <p:par>
                                <p:cTn id="27" presetID="1" presetClass="entr" presetSubtype="0" fill="hold" grpId="0" nodeType="clickEffect">
                                  <p:stCondLst>
                                    <p:cond delay="0"/>
                                  </p:stCondLst>
                                  <p:iterate type="wd">
                                    <p:tmAbs val="300"/>
                                  </p:iterate>
                                  <p:childTnLst>
                                    <p:set>
                                      <p:cBhvr>
                                        <p:cTn id="28" dur="1" fill="hold">
                                          <p:stCondLst>
                                            <p:cond delay="299"/>
                                          </p:stCondLst>
                                        </p:cTn>
                                        <p:tgtEl>
                                          <p:spTgt spid="21095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0947" grpId="0" build="p" autoUpdateAnimBg="0"/>
      <p:bldP spid="210948" grpId="0" autoUpdateAnimBg="0"/>
      <p:bldP spid="210949" grpId="0" autoUpdateAnimBg="0"/>
      <p:bldP spid="210950" grpId="0" autoUpdateAnimBg="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50000"/>
              </a:spcBef>
              <a:buClrTx/>
              <a:buFontTx/>
              <a:buNone/>
            </a:pPr>
            <a:fld id="{03E97DBA-61CB-4672-AEF8-46F64F0B3D80}" type="slidenum">
              <a:rPr lang="en-US" altLang="zh-CN" sz="1400" smtClean="0">
                <a:solidFill>
                  <a:schemeClr val="bg2"/>
                </a:solidFill>
              </a:rPr>
              <a:pPr eaLnBrk="1" hangingPunct="1">
                <a:spcBef>
                  <a:spcPct val="50000"/>
                </a:spcBef>
                <a:buClrTx/>
                <a:buFontTx/>
                <a:buNone/>
              </a:pPr>
              <a:t>17</a:t>
            </a:fld>
            <a:endParaRPr lang="en-US" altLang="zh-CN" sz="1400" smtClean="0">
              <a:solidFill>
                <a:schemeClr val="bg2"/>
              </a:solidFill>
            </a:endParaRPr>
          </a:p>
        </p:txBody>
      </p:sp>
      <p:grpSp>
        <p:nvGrpSpPr>
          <p:cNvPr id="2" name="Group 2"/>
          <p:cNvGrpSpPr>
            <a:grpSpLocks/>
          </p:cNvGrpSpPr>
          <p:nvPr/>
        </p:nvGrpSpPr>
        <p:grpSpPr bwMode="auto">
          <a:xfrm>
            <a:off x="5619750" y="4157663"/>
            <a:ext cx="2009775" cy="1549400"/>
            <a:chOff x="3540" y="2992"/>
            <a:chExt cx="1266" cy="976"/>
          </a:xfrm>
        </p:grpSpPr>
        <p:sp>
          <p:nvSpPr>
            <p:cNvPr id="19554" name="Line 3"/>
            <p:cNvSpPr>
              <a:spLocks noChangeShapeType="1"/>
            </p:cNvSpPr>
            <p:nvPr/>
          </p:nvSpPr>
          <p:spPr bwMode="auto">
            <a:xfrm flipH="1">
              <a:off x="3548" y="2992"/>
              <a:ext cx="860" cy="504"/>
            </a:xfrm>
            <a:prstGeom prst="line">
              <a:avLst/>
            </a:prstGeom>
            <a:noFill/>
            <a:ln w="9525">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555" name="Freeform 4"/>
            <p:cNvSpPr>
              <a:spLocks/>
            </p:cNvSpPr>
            <p:nvPr/>
          </p:nvSpPr>
          <p:spPr bwMode="auto">
            <a:xfrm>
              <a:off x="3540" y="3220"/>
              <a:ext cx="1260" cy="748"/>
            </a:xfrm>
            <a:custGeom>
              <a:avLst/>
              <a:gdLst>
                <a:gd name="T0" fmla="*/ 4 w 1260"/>
                <a:gd name="T1" fmla="*/ 276 h 748"/>
                <a:gd name="T2" fmla="*/ 0 w 1260"/>
                <a:gd name="T3" fmla="*/ 516 h 748"/>
                <a:gd name="T4" fmla="*/ 408 w 1260"/>
                <a:gd name="T5" fmla="*/ 748 h 748"/>
                <a:gd name="T6" fmla="*/ 1260 w 1260"/>
                <a:gd name="T7" fmla="*/ 244 h 748"/>
                <a:gd name="T8" fmla="*/ 1260 w 1260"/>
                <a:gd name="T9" fmla="*/ 0 h 748"/>
                <a:gd name="T10" fmla="*/ 412 w 1260"/>
                <a:gd name="T11" fmla="*/ 504 h 748"/>
                <a:gd name="T12" fmla="*/ 4 w 1260"/>
                <a:gd name="T13" fmla="*/ 276 h 748"/>
                <a:gd name="T14" fmla="*/ 0 60000 65536"/>
                <a:gd name="T15" fmla="*/ 0 60000 65536"/>
                <a:gd name="T16" fmla="*/ 0 60000 65536"/>
                <a:gd name="T17" fmla="*/ 0 60000 65536"/>
                <a:gd name="T18" fmla="*/ 0 60000 65536"/>
                <a:gd name="T19" fmla="*/ 0 60000 65536"/>
                <a:gd name="T20" fmla="*/ 0 60000 65536"/>
                <a:gd name="T21" fmla="*/ 0 w 1260"/>
                <a:gd name="T22" fmla="*/ 0 h 748"/>
                <a:gd name="T23" fmla="*/ 1260 w 1260"/>
                <a:gd name="T24" fmla="*/ 748 h 74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260" h="748">
                  <a:moveTo>
                    <a:pt x="4" y="276"/>
                  </a:moveTo>
                  <a:lnTo>
                    <a:pt x="0" y="516"/>
                  </a:lnTo>
                  <a:lnTo>
                    <a:pt x="408" y="748"/>
                  </a:lnTo>
                  <a:lnTo>
                    <a:pt x="1260" y="244"/>
                  </a:lnTo>
                  <a:lnTo>
                    <a:pt x="1260" y="0"/>
                  </a:lnTo>
                  <a:lnTo>
                    <a:pt x="412" y="504"/>
                  </a:lnTo>
                  <a:lnTo>
                    <a:pt x="4" y="276"/>
                  </a:lnTo>
                  <a:close/>
                </a:path>
              </a:pathLst>
            </a:custGeom>
            <a:noFill/>
            <a:ln w="9525" cap="flat" cmpd="sng">
              <a:solidFill>
                <a:schemeClr val="tx2"/>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9556" name="Line 5"/>
            <p:cNvSpPr>
              <a:spLocks noChangeShapeType="1"/>
            </p:cNvSpPr>
            <p:nvPr/>
          </p:nvSpPr>
          <p:spPr bwMode="auto">
            <a:xfrm>
              <a:off x="3950" y="3724"/>
              <a:ext cx="0" cy="244"/>
            </a:xfrm>
            <a:prstGeom prst="line">
              <a:avLst/>
            </a:prstGeom>
            <a:noFill/>
            <a:ln w="9525">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557" name="Line 6"/>
            <p:cNvSpPr>
              <a:spLocks noChangeShapeType="1"/>
            </p:cNvSpPr>
            <p:nvPr/>
          </p:nvSpPr>
          <p:spPr bwMode="auto">
            <a:xfrm>
              <a:off x="4414" y="2992"/>
              <a:ext cx="392" cy="232"/>
            </a:xfrm>
            <a:prstGeom prst="line">
              <a:avLst/>
            </a:prstGeom>
            <a:noFill/>
            <a:ln w="9525">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179207" name="Rectangle 7"/>
          <p:cNvSpPr>
            <a:spLocks noChangeArrowheads="1"/>
          </p:cNvSpPr>
          <p:nvPr/>
        </p:nvSpPr>
        <p:spPr bwMode="auto">
          <a:xfrm>
            <a:off x="5521325" y="2670175"/>
            <a:ext cx="2805113" cy="3052763"/>
          </a:xfrm>
          <a:prstGeom prst="rect">
            <a:avLst/>
          </a:prstGeom>
          <a:solidFill>
            <a:srgbClr val="FFFFFF"/>
          </a:solidFill>
          <a:ln>
            <a:noFill/>
          </a:ln>
          <a:extLst>
            <a:ext uri="{91240B29-F687-4F45-9708-019B960494DF}">
              <a14:hiddenLine xmlns:a14="http://schemas.microsoft.com/office/drawing/2010/main" w="3175">
                <a:solidFill>
                  <a:srgbClr val="000000"/>
                </a:solidFill>
                <a:miter lim="800000"/>
                <a:headEnd/>
                <a:tailEnd type="none" w="sm" len="lg"/>
              </a14:hiddenLine>
            </a:ext>
          </a:extLst>
        </p:spPr>
        <p:txBody>
          <a:bodyPr wrap="none" anchor="ct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endParaRPr kumimoji="0" lang="zh-CN" altLang="en-US" sz="2000"/>
          </a:p>
        </p:txBody>
      </p:sp>
      <p:grpSp>
        <p:nvGrpSpPr>
          <p:cNvPr id="3" name="Group 8"/>
          <p:cNvGrpSpPr>
            <a:grpSpLocks/>
          </p:cNvGrpSpPr>
          <p:nvPr/>
        </p:nvGrpSpPr>
        <p:grpSpPr bwMode="auto">
          <a:xfrm>
            <a:off x="6048375" y="1346200"/>
            <a:ext cx="1568450" cy="1314450"/>
            <a:chOff x="3810" y="848"/>
            <a:chExt cx="988" cy="828"/>
          </a:xfrm>
        </p:grpSpPr>
        <p:sp>
          <p:nvSpPr>
            <p:cNvPr id="19552" name="Freeform 9"/>
            <p:cNvSpPr>
              <a:spLocks/>
            </p:cNvSpPr>
            <p:nvPr/>
          </p:nvSpPr>
          <p:spPr bwMode="auto">
            <a:xfrm>
              <a:off x="3810" y="848"/>
              <a:ext cx="976" cy="828"/>
            </a:xfrm>
            <a:custGeom>
              <a:avLst/>
              <a:gdLst>
                <a:gd name="T0" fmla="*/ 976 w 976"/>
                <a:gd name="T1" fmla="*/ 264 h 828"/>
                <a:gd name="T2" fmla="*/ 444 w 976"/>
                <a:gd name="T3" fmla="*/ 828 h 828"/>
                <a:gd name="T4" fmla="*/ 0 w 976"/>
                <a:gd name="T5" fmla="*/ 564 h 828"/>
                <a:gd name="T6" fmla="*/ 528 w 976"/>
                <a:gd name="T7" fmla="*/ 0 h 828"/>
                <a:gd name="T8" fmla="*/ 0 60000 65536"/>
                <a:gd name="T9" fmla="*/ 0 60000 65536"/>
                <a:gd name="T10" fmla="*/ 0 60000 65536"/>
                <a:gd name="T11" fmla="*/ 0 60000 65536"/>
                <a:gd name="T12" fmla="*/ 0 w 976"/>
                <a:gd name="T13" fmla="*/ 0 h 828"/>
                <a:gd name="T14" fmla="*/ 976 w 976"/>
                <a:gd name="T15" fmla="*/ 828 h 828"/>
              </a:gdLst>
              <a:ahLst/>
              <a:cxnLst>
                <a:cxn ang="T8">
                  <a:pos x="T0" y="T1"/>
                </a:cxn>
                <a:cxn ang="T9">
                  <a:pos x="T2" y="T3"/>
                </a:cxn>
                <a:cxn ang="T10">
                  <a:pos x="T4" y="T5"/>
                </a:cxn>
                <a:cxn ang="T11">
                  <a:pos x="T6" y="T7"/>
                </a:cxn>
              </a:cxnLst>
              <a:rect l="T12" t="T13" r="T14" b="T15"/>
              <a:pathLst>
                <a:path w="976" h="828">
                  <a:moveTo>
                    <a:pt x="976" y="264"/>
                  </a:moveTo>
                  <a:lnTo>
                    <a:pt x="444" y="828"/>
                  </a:lnTo>
                  <a:lnTo>
                    <a:pt x="0" y="564"/>
                  </a:lnTo>
                  <a:lnTo>
                    <a:pt x="528" y="0"/>
                  </a:lnTo>
                </a:path>
              </a:pathLst>
            </a:custGeom>
            <a:noFill/>
            <a:ln w="9525" cap="flat" cmpd="sng">
              <a:solidFill>
                <a:schemeClr val="tx2"/>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9553" name="Line 10"/>
            <p:cNvSpPr>
              <a:spLocks noChangeShapeType="1"/>
            </p:cNvSpPr>
            <p:nvPr/>
          </p:nvSpPr>
          <p:spPr bwMode="auto">
            <a:xfrm>
              <a:off x="4338" y="848"/>
              <a:ext cx="460" cy="268"/>
            </a:xfrm>
            <a:prstGeom prst="line">
              <a:avLst/>
            </a:prstGeom>
            <a:noFill/>
            <a:ln w="9525">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179211" name="Freeform 11"/>
          <p:cNvSpPr>
            <a:spLocks/>
          </p:cNvSpPr>
          <p:nvPr/>
        </p:nvSpPr>
        <p:spPr bwMode="auto">
          <a:xfrm>
            <a:off x="6384925" y="1981200"/>
            <a:ext cx="838200" cy="882650"/>
          </a:xfrm>
          <a:custGeom>
            <a:avLst/>
            <a:gdLst>
              <a:gd name="T0" fmla="*/ 2147483647 w 528"/>
              <a:gd name="T1" fmla="*/ 2147483647 h 556"/>
              <a:gd name="T2" fmla="*/ 0 w 528"/>
              <a:gd name="T3" fmla="*/ 2147483647 h 556"/>
              <a:gd name="T4" fmla="*/ 2147483647 w 528"/>
              <a:gd name="T5" fmla="*/ 0 h 556"/>
              <a:gd name="T6" fmla="*/ 2147483647 w 528"/>
              <a:gd name="T7" fmla="*/ 2147483647 h 556"/>
              <a:gd name="T8" fmla="*/ 2147483647 w 528"/>
              <a:gd name="T9" fmla="*/ 2147483647 h 556"/>
              <a:gd name="T10" fmla="*/ 0 60000 65536"/>
              <a:gd name="T11" fmla="*/ 0 60000 65536"/>
              <a:gd name="T12" fmla="*/ 0 60000 65536"/>
              <a:gd name="T13" fmla="*/ 0 60000 65536"/>
              <a:gd name="T14" fmla="*/ 0 60000 65536"/>
              <a:gd name="T15" fmla="*/ 0 w 528"/>
              <a:gd name="T16" fmla="*/ 0 h 556"/>
              <a:gd name="T17" fmla="*/ 528 w 528"/>
              <a:gd name="T18" fmla="*/ 556 h 556"/>
            </a:gdLst>
            <a:ahLst/>
            <a:cxnLst>
              <a:cxn ang="T10">
                <a:pos x="T0" y="T1"/>
              </a:cxn>
              <a:cxn ang="T11">
                <a:pos x="T2" y="T3"/>
              </a:cxn>
              <a:cxn ang="T12">
                <a:pos x="T4" y="T5"/>
              </a:cxn>
              <a:cxn ang="T13">
                <a:pos x="T6" y="T7"/>
              </a:cxn>
              <a:cxn ang="T14">
                <a:pos x="T8" y="T9"/>
              </a:cxn>
            </a:cxnLst>
            <a:rect l="T15" t="T16" r="T17" b="T18"/>
            <a:pathLst>
              <a:path w="528" h="556">
                <a:moveTo>
                  <a:pt x="4" y="556"/>
                </a:moveTo>
                <a:lnTo>
                  <a:pt x="0" y="36"/>
                </a:lnTo>
                <a:lnTo>
                  <a:pt x="524" y="0"/>
                </a:lnTo>
                <a:lnTo>
                  <a:pt x="528" y="524"/>
                </a:lnTo>
                <a:lnTo>
                  <a:pt x="4" y="556"/>
                </a:lnTo>
                <a:close/>
              </a:path>
            </a:pathLst>
          </a:custGeom>
          <a:noFill/>
          <a:ln w="9525" cap="flat" cmpd="sng">
            <a:solidFill>
              <a:schemeClr val="tx2"/>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nvGrpSpPr>
          <p:cNvPr id="4" name="Group 12"/>
          <p:cNvGrpSpPr>
            <a:grpSpLocks/>
          </p:cNvGrpSpPr>
          <p:nvPr/>
        </p:nvGrpSpPr>
        <p:grpSpPr bwMode="auto">
          <a:xfrm>
            <a:off x="6042025" y="1073150"/>
            <a:ext cx="2025650" cy="2006600"/>
            <a:chOff x="3806" y="676"/>
            <a:chExt cx="1276" cy="1264"/>
          </a:xfrm>
        </p:grpSpPr>
        <p:sp>
          <p:nvSpPr>
            <p:cNvPr id="19549" name="Line 13"/>
            <p:cNvSpPr>
              <a:spLocks noChangeShapeType="1"/>
            </p:cNvSpPr>
            <p:nvPr/>
          </p:nvSpPr>
          <p:spPr bwMode="auto">
            <a:xfrm>
              <a:off x="4258" y="1424"/>
              <a:ext cx="0" cy="516"/>
            </a:xfrm>
            <a:prstGeom prst="line">
              <a:avLst/>
            </a:prstGeom>
            <a:noFill/>
            <a:ln w="9525">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550" name="Freeform 14"/>
            <p:cNvSpPr>
              <a:spLocks/>
            </p:cNvSpPr>
            <p:nvPr/>
          </p:nvSpPr>
          <p:spPr bwMode="auto">
            <a:xfrm>
              <a:off x="3810" y="940"/>
              <a:ext cx="1272" cy="480"/>
            </a:xfrm>
            <a:custGeom>
              <a:avLst/>
              <a:gdLst>
                <a:gd name="T0" fmla="*/ 0 w 1272"/>
                <a:gd name="T1" fmla="*/ 220 h 480"/>
                <a:gd name="T2" fmla="*/ 444 w 1272"/>
                <a:gd name="T3" fmla="*/ 480 h 480"/>
                <a:gd name="T4" fmla="*/ 1272 w 1272"/>
                <a:gd name="T5" fmla="*/ 0 h 480"/>
                <a:gd name="T6" fmla="*/ 0 60000 65536"/>
                <a:gd name="T7" fmla="*/ 0 60000 65536"/>
                <a:gd name="T8" fmla="*/ 0 60000 65536"/>
                <a:gd name="T9" fmla="*/ 0 w 1272"/>
                <a:gd name="T10" fmla="*/ 0 h 480"/>
                <a:gd name="T11" fmla="*/ 1272 w 1272"/>
                <a:gd name="T12" fmla="*/ 480 h 480"/>
              </a:gdLst>
              <a:ahLst/>
              <a:cxnLst>
                <a:cxn ang="T6">
                  <a:pos x="T0" y="T1"/>
                </a:cxn>
                <a:cxn ang="T7">
                  <a:pos x="T2" y="T3"/>
                </a:cxn>
                <a:cxn ang="T8">
                  <a:pos x="T4" y="T5"/>
                </a:cxn>
              </a:cxnLst>
              <a:rect l="T9" t="T10" r="T11" b="T12"/>
              <a:pathLst>
                <a:path w="1272" h="480">
                  <a:moveTo>
                    <a:pt x="0" y="220"/>
                  </a:moveTo>
                  <a:lnTo>
                    <a:pt x="444" y="480"/>
                  </a:lnTo>
                  <a:lnTo>
                    <a:pt x="1272" y="0"/>
                  </a:lnTo>
                </a:path>
              </a:pathLst>
            </a:custGeom>
            <a:noFill/>
            <a:ln w="9525" cap="flat" cmpd="sng">
              <a:solidFill>
                <a:schemeClr val="tx2"/>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9551" name="Freeform 15"/>
            <p:cNvSpPr>
              <a:spLocks/>
            </p:cNvSpPr>
            <p:nvPr/>
          </p:nvSpPr>
          <p:spPr bwMode="auto">
            <a:xfrm>
              <a:off x="3806" y="676"/>
              <a:ext cx="1276" cy="1264"/>
            </a:xfrm>
            <a:custGeom>
              <a:avLst/>
              <a:gdLst>
                <a:gd name="T0" fmla="*/ 828 w 1276"/>
                <a:gd name="T1" fmla="*/ 0 h 1264"/>
                <a:gd name="T2" fmla="*/ 1276 w 1276"/>
                <a:gd name="T3" fmla="*/ 256 h 1264"/>
                <a:gd name="T4" fmla="*/ 1276 w 1276"/>
                <a:gd name="T5" fmla="*/ 792 h 1264"/>
                <a:gd name="T6" fmla="*/ 452 w 1276"/>
                <a:gd name="T7" fmla="*/ 1264 h 1264"/>
                <a:gd name="T8" fmla="*/ 8 w 1276"/>
                <a:gd name="T9" fmla="*/ 1004 h 1264"/>
                <a:gd name="T10" fmla="*/ 0 w 1276"/>
                <a:gd name="T11" fmla="*/ 480 h 1264"/>
                <a:gd name="T12" fmla="*/ 828 w 1276"/>
                <a:gd name="T13" fmla="*/ 0 h 1264"/>
                <a:gd name="T14" fmla="*/ 0 60000 65536"/>
                <a:gd name="T15" fmla="*/ 0 60000 65536"/>
                <a:gd name="T16" fmla="*/ 0 60000 65536"/>
                <a:gd name="T17" fmla="*/ 0 60000 65536"/>
                <a:gd name="T18" fmla="*/ 0 60000 65536"/>
                <a:gd name="T19" fmla="*/ 0 60000 65536"/>
                <a:gd name="T20" fmla="*/ 0 60000 65536"/>
                <a:gd name="T21" fmla="*/ 0 w 1276"/>
                <a:gd name="T22" fmla="*/ 0 h 1264"/>
                <a:gd name="T23" fmla="*/ 1276 w 1276"/>
                <a:gd name="T24" fmla="*/ 1264 h 126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276" h="1264">
                  <a:moveTo>
                    <a:pt x="828" y="0"/>
                  </a:moveTo>
                  <a:lnTo>
                    <a:pt x="1276" y="256"/>
                  </a:lnTo>
                  <a:lnTo>
                    <a:pt x="1276" y="792"/>
                  </a:lnTo>
                  <a:lnTo>
                    <a:pt x="452" y="1264"/>
                  </a:lnTo>
                  <a:lnTo>
                    <a:pt x="8" y="1004"/>
                  </a:lnTo>
                  <a:lnTo>
                    <a:pt x="0" y="480"/>
                  </a:lnTo>
                  <a:lnTo>
                    <a:pt x="828" y="0"/>
                  </a:lnTo>
                  <a:close/>
                </a:path>
              </a:pathLst>
            </a:custGeom>
            <a:noFill/>
            <a:ln w="9525" cap="flat" cmpd="sng">
              <a:solidFill>
                <a:schemeClr val="tx2"/>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sp>
        <p:nvSpPr>
          <p:cNvPr id="179216" name="Rectangle 16"/>
          <p:cNvSpPr>
            <a:spLocks noChangeArrowheads="1"/>
          </p:cNvSpPr>
          <p:nvPr/>
        </p:nvSpPr>
        <p:spPr bwMode="auto">
          <a:xfrm>
            <a:off x="5768975" y="1060450"/>
            <a:ext cx="3125788" cy="2120900"/>
          </a:xfrm>
          <a:prstGeom prst="rect">
            <a:avLst/>
          </a:prstGeom>
          <a:solidFill>
            <a:srgbClr val="FFFFFF"/>
          </a:solidFill>
          <a:ln>
            <a:noFill/>
          </a:ln>
          <a:extLst>
            <a:ext uri="{91240B29-F687-4F45-9708-019B960494DF}">
              <a14:hiddenLine xmlns:a14="http://schemas.microsoft.com/office/drawing/2010/main" w="3175">
                <a:solidFill>
                  <a:srgbClr val="000000"/>
                </a:solidFill>
                <a:miter lim="800000"/>
                <a:headEnd/>
                <a:tailEnd type="none" w="sm" len="lg"/>
              </a14:hiddenLine>
            </a:ext>
          </a:extLst>
        </p:spPr>
        <p:txBody>
          <a:bodyPr wrap="none" anchor="ct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endParaRPr kumimoji="0" lang="zh-CN" altLang="en-US" sz="2000"/>
          </a:p>
        </p:txBody>
      </p:sp>
      <p:sp>
        <p:nvSpPr>
          <p:cNvPr id="179217" name="Text Box 17"/>
          <p:cNvSpPr txBox="1">
            <a:spLocks noChangeArrowheads="1"/>
          </p:cNvSpPr>
          <p:nvPr/>
        </p:nvSpPr>
        <p:spPr bwMode="auto">
          <a:xfrm>
            <a:off x="1068388" y="565150"/>
            <a:ext cx="8075612"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r>
              <a:rPr lang="en-US" altLang="zh-CN">
                <a:solidFill>
                  <a:srgbClr val="000000"/>
                </a:solidFill>
                <a:latin typeface="黑体" pitchFamily="2" charset="-122"/>
                <a:ea typeface="黑体" pitchFamily="2" charset="-122"/>
              </a:rPr>
              <a:t>2.</a:t>
            </a:r>
            <a:r>
              <a:rPr lang="zh-CN" altLang="en-US">
                <a:solidFill>
                  <a:srgbClr val="000000"/>
                </a:solidFill>
                <a:latin typeface="黑体" pitchFamily="2" charset="-122"/>
                <a:ea typeface="黑体" pitchFamily="2" charset="-122"/>
              </a:rPr>
              <a:t>画法</a:t>
            </a:r>
          </a:p>
        </p:txBody>
      </p:sp>
      <p:sp>
        <p:nvSpPr>
          <p:cNvPr id="179218" name="Text Box 18"/>
          <p:cNvSpPr txBox="1">
            <a:spLocks noChangeArrowheads="1"/>
          </p:cNvSpPr>
          <p:nvPr/>
        </p:nvSpPr>
        <p:spPr bwMode="auto">
          <a:xfrm>
            <a:off x="427038" y="1728788"/>
            <a:ext cx="8637587"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Char char="•"/>
            </a:pPr>
            <a:r>
              <a:rPr lang="en-US" altLang="zh-CN" sz="2800">
                <a:solidFill>
                  <a:srgbClr val="000000"/>
                </a:solidFill>
                <a:latin typeface="黑体" pitchFamily="2" charset="-122"/>
                <a:ea typeface="黑体" pitchFamily="2" charset="-122"/>
              </a:rPr>
              <a:t> </a:t>
            </a:r>
            <a:r>
              <a:rPr lang="zh-CN" altLang="en-US" sz="2800">
                <a:solidFill>
                  <a:srgbClr val="000000"/>
                </a:solidFill>
                <a:latin typeface="黑体" pitchFamily="2" charset="-122"/>
                <a:ea typeface="黑体" pitchFamily="2" charset="-122"/>
              </a:rPr>
              <a:t>坐标法</a:t>
            </a:r>
          </a:p>
        </p:txBody>
      </p:sp>
      <p:sp>
        <p:nvSpPr>
          <p:cNvPr id="179219" name="Text Box 19"/>
          <p:cNvSpPr txBox="1">
            <a:spLocks noChangeArrowheads="1"/>
          </p:cNvSpPr>
          <p:nvPr/>
        </p:nvSpPr>
        <p:spPr bwMode="auto">
          <a:xfrm>
            <a:off x="411163" y="3179763"/>
            <a:ext cx="8732837"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Char char="•"/>
            </a:pPr>
            <a:r>
              <a:rPr lang="en-US" altLang="zh-CN" sz="2800">
                <a:solidFill>
                  <a:srgbClr val="000000"/>
                </a:solidFill>
                <a:latin typeface="黑体" pitchFamily="2" charset="-122"/>
                <a:ea typeface="黑体" pitchFamily="2" charset="-122"/>
              </a:rPr>
              <a:t> </a:t>
            </a:r>
            <a:r>
              <a:rPr lang="zh-CN" altLang="en-US" sz="2800">
                <a:solidFill>
                  <a:srgbClr val="000000"/>
                </a:solidFill>
                <a:latin typeface="黑体" pitchFamily="2" charset="-122"/>
                <a:ea typeface="黑体" pitchFamily="2" charset="-122"/>
              </a:rPr>
              <a:t>切割法</a:t>
            </a:r>
          </a:p>
        </p:txBody>
      </p:sp>
      <p:sp>
        <p:nvSpPr>
          <p:cNvPr id="179220" name="Text Box 20"/>
          <p:cNvSpPr txBox="1">
            <a:spLocks noChangeArrowheads="1"/>
          </p:cNvSpPr>
          <p:nvPr/>
        </p:nvSpPr>
        <p:spPr bwMode="auto">
          <a:xfrm>
            <a:off x="457200" y="4713288"/>
            <a:ext cx="86868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Char char="•"/>
            </a:pPr>
            <a:r>
              <a:rPr lang="en-US" altLang="zh-CN" sz="2800">
                <a:solidFill>
                  <a:srgbClr val="000000"/>
                </a:solidFill>
                <a:latin typeface="黑体" pitchFamily="2" charset="-122"/>
                <a:ea typeface="黑体" pitchFamily="2" charset="-122"/>
              </a:rPr>
              <a:t> </a:t>
            </a:r>
            <a:r>
              <a:rPr lang="zh-CN" altLang="en-US" sz="2800">
                <a:solidFill>
                  <a:srgbClr val="000000"/>
                </a:solidFill>
                <a:latin typeface="黑体" pitchFamily="2" charset="-122"/>
                <a:ea typeface="黑体" pitchFamily="2" charset="-122"/>
              </a:rPr>
              <a:t>叠加法</a:t>
            </a:r>
          </a:p>
        </p:txBody>
      </p:sp>
      <p:sp>
        <p:nvSpPr>
          <p:cNvPr id="179221" name="Rectangle 21"/>
          <p:cNvSpPr>
            <a:spLocks noChangeArrowheads="1"/>
          </p:cNvSpPr>
          <p:nvPr/>
        </p:nvSpPr>
        <p:spPr bwMode="auto">
          <a:xfrm>
            <a:off x="3103563" y="1857375"/>
            <a:ext cx="1485900" cy="836613"/>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endParaRPr kumimoji="0" lang="zh-CN" altLang="en-US" sz="2000"/>
          </a:p>
        </p:txBody>
      </p:sp>
      <p:sp>
        <p:nvSpPr>
          <p:cNvPr id="179222" name="Line 22"/>
          <p:cNvSpPr>
            <a:spLocks noChangeShapeType="1"/>
          </p:cNvSpPr>
          <p:nvPr/>
        </p:nvSpPr>
        <p:spPr bwMode="auto">
          <a:xfrm>
            <a:off x="3109913" y="904875"/>
            <a:ext cx="2878137" cy="0"/>
          </a:xfrm>
          <a:prstGeom prst="line">
            <a:avLst/>
          </a:prstGeom>
          <a:noFill/>
          <a:ln w="9525">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79223" name="Line 23"/>
          <p:cNvSpPr>
            <a:spLocks noChangeShapeType="1"/>
          </p:cNvSpPr>
          <p:nvPr/>
        </p:nvSpPr>
        <p:spPr bwMode="auto">
          <a:xfrm flipV="1">
            <a:off x="3687763" y="666750"/>
            <a:ext cx="2284412" cy="0"/>
          </a:xfrm>
          <a:prstGeom prst="line">
            <a:avLst/>
          </a:prstGeom>
          <a:noFill/>
          <a:ln w="9525">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79224" name="Rectangle 24"/>
          <p:cNvSpPr>
            <a:spLocks noChangeArrowheads="1"/>
          </p:cNvSpPr>
          <p:nvPr/>
        </p:nvSpPr>
        <p:spPr bwMode="auto">
          <a:xfrm>
            <a:off x="5137150" y="501650"/>
            <a:ext cx="852488" cy="836613"/>
          </a:xfrm>
          <a:prstGeom prst="rect">
            <a:avLst/>
          </a:prstGeom>
          <a:noFill/>
          <a:ln w="9525">
            <a:solidFill>
              <a:srgbClr val="FF0066"/>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endParaRPr kumimoji="0" lang="zh-CN" altLang="en-US" sz="2000"/>
          </a:p>
        </p:txBody>
      </p:sp>
      <p:grpSp>
        <p:nvGrpSpPr>
          <p:cNvPr id="5" name="Group 25"/>
          <p:cNvGrpSpPr>
            <a:grpSpLocks/>
          </p:cNvGrpSpPr>
          <p:nvPr/>
        </p:nvGrpSpPr>
        <p:grpSpPr bwMode="auto">
          <a:xfrm>
            <a:off x="5145088" y="338138"/>
            <a:ext cx="3548062" cy="2805112"/>
            <a:chOff x="3241" y="213"/>
            <a:chExt cx="2235" cy="1767"/>
          </a:xfrm>
        </p:grpSpPr>
        <p:sp>
          <p:nvSpPr>
            <p:cNvPr id="19542" name="Line 26"/>
            <p:cNvSpPr>
              <a:spLocks noChangeShapeType="1"/>
            </p:cNvSpPr>
            <p:nvPr/>
          </p:nvSpPr>
          <p:spPr bwMode="auto">
            <a:xfrm rot="10800000">
              <a:off x="4626" y="213"/>
              <a:ext cx="0" cy="985"/>
            </a:xfrm>
            <a:prstGeom prst="line">
              <a:avLst/>
            </a:prstGeom>
            <a:noFill/>
            <a:ln w="9525">
              <a:solidFill>
                <a:srgbClr val="FF0000"/>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543" name="Line 27"/>
            <p:cNvSpPr>
              <a:spLocks noChangeShapeType="1"/>
            </p:cNvSpPr>
            <p:nvPr/>
          </p:nvSpPr>
          <p:spPr bwMode="auto">
            <a:xfrm flipH="1">
              <a:off x="3287" y="1200"/>
              <a:ext cx="1338" cy="780"/>
            </a:xfrm>
            <a:prstGeom prst="line">
              <a:avLst/>
            </a:prstGeom>
            <a:noFill/>
            <a:ln w="9525">
              <a:solidFill>
                <a:srgbClr val="FF0000"/>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544" name="Line 28"/>
            <p:cNvSpPr>
              <a:spLocks noChangeShapeType="1"/>
            </p:cNvSpPr>
            <p:nvPr/>
          </p:nvSpPr>
          <p:spPr bwMode="auto">
            <a:xfrm>
              <a:off x="4639" y="1203"/>
              <a:ext cx="810" cy="464"/>
            </a:xfrm>
            <a:prstGeom prst="line">
              <a:avLst/>
            </a:prstGeom>
            <a:noFill/>
            <a:ln w="9525">
              <a:solidFill>
                <a:srgbClr val="FF0000"/>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545" name="Text Box 29"/>
            <p:cNvSpPr txBox="1">
              <a:spLocks noChangeArrowheads="1"/>
            </p:cNvSpPr>
            <p:nvPr/>
          </p:nvSpPr>
          <p:spPr bwMode="auto">
            <a:xfrm>
              <a:off x="4446" y="1010"/>
              <a:ext cx="22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eaLnBrk="1" hangingPunct="1">
                <a:spcBef>
                  <a:spcPct val="0"/>
                </a:spcBef>
                <a:buClrTx/>
                <a:buFontTx/>
                <a:buNone/>
              </a:pPr>
              <a:r>
                <a:rPr lang="en-US" altLang="zh-CN" sz="1800" i="1">
                  <a:solidFill>
                    <a:srgbClr val="000000"/>
                  </a:solidFill>
                  <a:latin typeface="ISOCPEUR" pitchFamily="34" charset="0"/>
                </a:rPr>
                <a:t>O</a:t>
              </a:r>
              <a:r>
                <a:rPr lang="en-US" altLang="zh-CN" sz="1000" i="1">
                  <a:solidFill>
                    <a:srgbClr val="000000"/>
                  </a:solidFill>
                  <a:latin typeface="ISOCPEUR" pitchFamily="34" charset="0"/>
                </a:rPr>
                <a:t>1</a:t>
              </a:r>
              <a:endParaRPr lang="en-US" altLang="zh-CN" sz="1800" i="1">
                <a:solidFill>
                  <a:srgbClr val="000000"/>
                </a:solidFill>
                <a:latin typeface="ISOCPEUR" pitchFamily="34" charset="0"/>
              </a:endParaRPr>
            </a:p>
          </p:txBody>
        </p:sp>
        <p:sp>
          <p:nvSpPr>
            <p:cNvPr id="19546" name="Text Box 30"/>
            <p:cNvSpPr txBox="1">
              <a:spLocks noChangeArrowheads="1"/>
            </p:cNvSpPr>
            <p:nvPr/>
          </p:nvSpPr>
          <p:spPr bwMode="auto">
            <a:xfrm>
              <a:off x="3241" y="1642"/>
              <a:ext cx="22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eaLnBrk="1" hangingPunct="1">
                <a:spcBef>
                  <a:spcPct val="0"/>
                </a:spcBef>
                <a:buClrTx/>
                <a:buFontTx/>
                <a:buNone/>
              </a:pPr>
              <a:r>
                <a:rPr lang="en-US" altLang="zh-CN" sz="1800" i="1">
                  <a:solidFill>
                    <a:srgbClr val="000000"/>
                  </a:solidFill>
                  <a:latin typeface="ISOCPEUR" pitchFamily="34" charset="0"/>
                </a:rPr>
                <a:t>X</a:t>
              </a:r>
              <a:r>
                <a:rPr lang="en-US" altLang="zh-CN" sz="1000" i="1">
                  <a:solidFill>
                    <a:srgbClr val="000000"/>
                  </a:solidFill>
                  <a:latin typeface="ISOCPEUR" pitchFamily="34" charset="0"/>
                </a:rPr>
                <a:t>1</a:t>
              </a:r>
            </a:p>
          </p:txBody>
        </p:sp>
        <p:sp>
          <p:nvSpPr>
            <p:cNvPr id="19547" name="Text Box 31"/>
            <p:cNvSpPr txBox="1">
              <a:spLocks noChangeArrowheads="1"/>
            </p:cNvSpPr>
            <p:nvPr/>
          </p:nvSpPr>
          <p:spPr bwMode="auto">
            <a:xfrm>
              <a:off x="5247" y="1379"/>
              <a:ext cx="22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eaLnBrk="1" hangingPunct="1">
                <a:spcBef>
                  <a:spcPct val="0"/>
                </a:spcBef>
                <a:buClrTx/>
                <a:buFontTx/>
                <a:buNone/>
              </a:pPr>
              <a:r>
                <a:rPr lang="en-US" altLang="zh-CN" sz="1800" i="1">
                  <a:solidFill>
                    <a:srgbClr val="000000"/>
                  </a:solidFill>
                  <a:latin typeface="ISOCPEUR" pitchFamily="34" charset="0"/>
                </a:rPr>
                <a:t>Y</a:t>
              </a:r>
              <a:r>
                <a:rPr lang="en-US" altLang="zh-CN" sz="1000" i="1">
                  <a:solidFill>
                    <a:srgbClr val="000000"/>
                  </a:solidFill>
                  <a:latin typeface="ISOCPEUR" pitchFamily="34" charset="0"/>
                </a:rPr>
                <a:t>1</a:t>
              </a:r>
            </a:p>
          </p:txBody>
        </p:sp>
        <p:sp>
          <p:nvSpPr>
            <p:cNvPr id="19548" name="Text Box 32"/>
            <p:cNvSpPr txBox="1">
              <a:spLocks noChangeArrowheads="1"/>
            </p:cNvSpPr>
            <p:nvPr/>
          </p:nvSpPr>
          <p:spPr bwMode="auto">
            <a:xfrm>
              <a:off x="4635" y="280"/>
              <a:ext cx="22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eaLnBrk="1" hangingPunct="1">
                <a:spcBef>
                  <a:spcPct val="0"/>
                </a:spcBef>
                <a:buClrTx/>
                <a:buFontTx/>
                <a:buNone/>
              </a:pPr>
              <a:r>
                <a:rPr lang="en-US" altLang="zh-CN" sz="1800" i="1">
                  <a:solidFill>
                    <a:srgbClr val="000000"/>
                  </a:solidFill>
                  <a:latin typeface="ISOCPEUR" pitchFamily="34" charset="0"/>
                </a:rPr>
                <a:t>Z</a:t>
              </a:r>
              <a:r>
                <a:rPr lang="en-US" altLang="zh-CN" sz="1000" i="1">
                  <a:solidFill>
                    <a:srgbClr val="000000"/>
                  </a:solidFill>
                  <a:latin typeface="ISOCPEUR" pitchFamily="34" charset="0"/>
                </a:rPr>
                <a:t>1</a:t>
              </a:r>
            </a:p>
          </p:txBody>
        </p:sp>
      </p:grpSp>
      <p:sp>
        <p:nvSpPr>
          <p:cNvPr id="179233" name="Line 33"/>
          <p:cNvSpPr>
            <a:spLocks noChangeShapeType="1"/>
          </p:cNvSpPr>
          <p:nvPr/>
        </p:nvSpPr>
        <p:spPr bwMode="auto">
          <a:xfrm flipV="1">
            <a:off x="6384925" y="2159000"/>
            <a:ext cx="838200" cy="279400"/>
          </a:xfrm>
          <a:prstGeom prst="line">
            <a:avLst/>
          </a:prstGeom>
          <a:noFill/>
          <a:ln w="9525">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79234" name="Freeform 34"/>
          <p:cNvSpPr>
            <a:spLocks/>
          </p:cNvSpPr>
          <p:nvPr/>
        </p:nvSpPr>
        <p:spPr bwMode="auto">
          <a:xfrm>
            <a:off x="6054725" y="1346200"/>
            <a:ext cx="1536700" cy="1098550"/>
          </a:xfrm>
          <a:custGeom>
            <a:avLst/>
            <a:gdLst>
              <a:gd name="T0" fmla="*/ 2147483647 w 968"/>
              <a:gd name="T1" fmla="*/ 0 h 692"/>
              <a:gd name="T2" fmla="*/ 0 w 968"/>
              <a:gd name="T3" fmla="*/ 2147483647 h 692"/>
              <a:gd name="T4" fmla="*/ 2147483647 w 968"/>
              <a:gd name="T5" fmla="*/ 2147483647 h 692"/>
              <a:gd name="T6" fmla="*/ 2147483647 w 968"/>
              <a:gd name="T7" fmla="*/ 2147483647 h 692"/>
              <a:gd name="T8" fmla="*/ 2147483647 w 968"/>
              <a:gd name="T9" fmla="*/ 2147483647 h 692"/>
              <a:gd name="T10" fmla="*/ 2147483647 w 968"/>
              <a:gd name="T11" fmla="*/ 0 h 692"/>
              <a:gd name="T12" fmla="*/ 0 60000 65536"/>
              <a:gd name="T13" fmla="*/ 0 60000 65536"/>
              <a:gd name="T14" fmla="*/ 0 60000 65536"/>
              <a:gd name="T15" fmla="*/ 0 60000 65536"/>
              <a:gd name="T16" fmla="*/ 0 60000 65536"/>
              <a:gd name="T17" fmla="*/ 0 60000 65536"/>
              <a:gd name="T18" fmla="*/ 0 w 968"/>
              <a:gd name="T19" fmla="*/ 0 h 692"/>
              <a:gd name="T20" fmla="*/ 968 w 968"/>
              <a:gd name="T21" fmla="*/ 692 h 692"/>
            </a:gdLst>
            <a:ahLst/>
            <a:cxnLst>
              <a:cxn ang="T12">
                <a:pos x="T0" y="T1"/>
              </a:cxn>
              <a:cxn ang="T13">
                <a:pos x="T2" y="T3"/>
              </a:cxn>
              <a:cxn ang="T14">
                <a:pos x="T4" y="T5"/>
              </a:cxn>
              <a:cxn ang="T15">
                <a:pos x="T6" y="T7"/>
              </a:cxn>
              <a:cxn ang="T16">
                <a:pos x="T8" y="T9"/>
              </a:cxn>
              <a:cxn ang="T17">
                <a:pos x="T10" y="T11"/>
              </a:cxn>
            </a:cxnLst>
            <a:rect l="T18" t="T19" r="T20" b="T21"/>
            <a:pathLst>
              <a:path w="968" h="692">
                <a:moveTo>
                  <a:pt x="528" y="0"/>
                </a:moveTo>
                <a:lnTo>
                  <a:pt x="0" y="560"/>
                </a:lnTo>
                <a:lnTo>
                  <a:pt x="204" y="692"/>
                </a:lnTo>
                <a:lnTo>
                  <a:pt x="732" y="512"/>
                </a:lnTo>
                <a:lnTo>
                  <a:pt x="968" y="260"/>
                </a:lnTo>
                <a:lnTo>
                  <a:pt x="528" y="0"/>
                </a:lnTo>
                <a:close/>
              </a:path>
            </a:pathLst>
          </a:custGeom>
          <a:noFill/>
          <a:ln w="28575" cap="flat" cmpd="sng">
            <a:solidFill>
              <a:srgbClr val="000000"/>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79235" name="Freeform 35"/>
          <p:cNvSpPr>
            <a:spLocks/>
          </p:cNvSpPr>
          <p:nvPr/>
        </p:nvSpPr>
        <p:spPr bwMode="auto">
          <a:xfrm>
            <a:off x="6378575" y="2171700"/>
            <a:ext cx="844550" cy="692150"/>
          </a:xfrm>
          <a:custGeom>
            <a:avLst/>
            <a:gdLst>
              <a:gd name="T0" fmla="*/ 0 w 532"/>
              <a:gd name="T1" fmla="*/ 2147483647 h 436"/>
              <a:gd name="T2" fmla="*/ 2147483647 w 532"/>
              <a:gd name="T3" fmla="*/ 2147483647 h 436"/>
              <a:gd name="T4" fmla="*/ 2147483647 w 532"/>
              <a:gd name="T5" fmla="*/ 2147483647 h 436"/>
              <a:gd name="T6" fmla="*/ 2147483647 w 532"/>
              <a:gd name="T7" fmla="*/ 0 h 436"/>
              <a:gd name="T8" fmla="*/ 0 60000 65536"/>
              <a:gd name="T9" fmla="*/ 0 60000 65536"/>
              <a:gd name="T10" fmla="*/ 0 60000 65536"/>
              <a:gd name="T11" fmla="*/ 0 60000 65536"/>
              <a:gd name="T12" fmla="*/ 0 w 532"/>
              <a:gd name="T13" fmla="*/ 0 h 436"/>
              <a:gd name="T14" fmla="*/ 532 w 532"/>
              <a:gd name="T15" fmla="*/ 436 h 436"/>
            </a:gdLst>
            <a:ahLst/>
            <a:cxnLst>
              <a:cxn ang="T8">
                <a:pos x="T0" y="T1"/>
              </a:cxn>
              <a:cxn ang="T9">
                <a:pos x="T2" y="T3"/>
              </a:cxn>
              <a:cxn ang="T10">
                <a:pos x="T4" y="T5"/>
              </a:cxn>
              <a:cxn ang="T11">
                <a:pos x="T6" y="T7"/>
              </a:cxn>
            </a:cxnLst>
            <a:rect l="T12" t="T13" r="T14" b="T15"/>
            <a:pathLst>
              <a:path w="532" h="436">
                <a:moveTo>
                  <a:pt x="0" y="176"/>
                </a:moveTo>
                <a:lnTo>
                  <a:pt x="4" y="436"/>
                </a:lnTo>
                <a:lnTo>
                  <a:pt x="532" y="404"/>
                </a:lnTo>
                <a:lnTo>
                  <a:pt x="532" y="0"/>
                </a:lnTo>
              </a:path>
            </a:pathLst>
          </a:custGeom>
          <a:noFill/>
          <a:ln w="28575" cap="flat" cmpd="sng">
            <a:solidFill>
              <a:srgbClr val="000000"/>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79236" name="Freeform 36"/>
          <p:cNvSpPr>
            <a:spLocks/>
          </p:cNvSpPr>
          <p:nvPr/>
        </p:nvSpPr>
        <p:spPr bwMode="auto">
          <a:xfrm>
            <a:off x="6048375" y="2241550"/>
            <a:ext cx="336550" cy="628650"/>
          </a:xfrm>
          <a:custGeom>
            <a:avLst/>
            <a:gdLst>
              <a:gd name="T0" fmla="*/ 0 w 212"/>
              <a:gd name="T1" fmla="*/ 0 h 396"/>
              <a:gd name="T2" fmla="*/ 0 w 212"/>
              <a:gd name="T3" fmla="*/ 2147483647 h 396"/>
              <a:gd name="T4" fmla="*/ 2147483647 w 212"/>
              <a:gd name="T5" fmla="*/ 2147483647 h 396"/>
              <a:gd name="T6" fmla="*/ 0 60000 65536"/>
              <a:gd name="T7" fmla="*/ 0 60000 65536"/>
              <a:gd name="T8" fmla="*/ 0 60000 65536"/>
              <a:gd name="T9" fmla="*/ 0 w 212"/>
              <a:gd name="T10" fmla="*/ 0 h 396"/>
              <a:gd name="T11" fmla="*/ 212 w 212"/>
              <a:gd name="T12" fmla="*/ 396 h 396"/>
            </a:gdLst>
            <a:ahLst/>
            <a:cxnLst>
              <a:cxn ang="T6">
                <a:pos x="T0" y="T1"/>
              </a:cxn>
              <a:cxn ang="T7">
                <a:pos x="T2" y="T3"/>
              </a:cxn>
              <a:cxn ang="T8">
                <a:pos x="T4" y="T5"/>
              </a:cxn>
            </a:cxnLst>
            <a:rect l="T9" t="T10" r="T11" b="T12"/>
            <a:pathLst>
              <a:path w="212" h="396">
                <a:moveTo>
                  <a:pt x="0" y="0"/>
                </a:moveTo>
                <a:lnTo>
                  <a:pt x="0" y="268"/>
                </a:lnTo>
                <a:lnTo>
                  <a:pt x="212" y="396"/>
                </a:lnTo>
              </a:path>
            </a:pathLst>
          </a:custGeom>
          <a:noFill/>
          <a:ln w="28575" cap="flat" cmpd="sng">
            <a:solidFill>
              <a:srgbClr val="000000"/>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79237" name="Freeform 37"/>
          <p:cNvSpPr>
            <a:spLocks/>
          </p:cNvSpPr>
          <p:nvPr/>
        </p:nvSpPr>
        <p:spPr bwMode="auto">
          <a:xfrm>
            <a:off x="6900863" y="1076325"/>
            <a:ext cx="1165225" cy="682625"/>
          </a:xfrm>
          <a:custGeom>
            <a:avLst/>
            <a:gdLst>
              <a:gd name="T0" fmla="*/ 0 w 752"/>
              <a:gd name="T1" fmla="*/ 2147483647 h 436"/>
              <a:gd name="T2" fmla="*/ 2147483647 w 752"/>
              <a:gd name="T3" fmla="*/ 0 h 436"/>
              <a:gd name="T4" fmla="*/ 2147483647 w 752"/>
              <a:gd name="T5" fmla="*/ 2147483647 h 436"/>
              <a:gd name="T6" fmla="*/ 2147483647 w 752"/>
              <a:gd name="T7" fmla="*/ 2147483647 h 436"/>
              <a:gd name="T8" fmla="*/ 0 60000 65536"/>
              <a:gd name="T9" fmla="*/ 0 60000 65536"/>
              <a:gd name="T10" fmla="*/ 0 60000 65536"/>
              <a:gd name="T11" fmla="*/ 0 60000 65536"/>
              <a:gd name="T12" fmla="*/ 0 w 752"/>
              <a:gd name="T13" fmla="*/ 0 h 436"/>
              <a:gd name="T14" fmla="*/ 752 w 752"/>
              <a:gd name="T15" fmla="*/ 436 h 436"/>
            </a:gdLst>
            <a:ahLst/>
            <a:cxnLst>
              <a:cxn ang="T8">
                <a:pos x="T0" y="T1"/>
              </a:cxn>
              <a:cxn ang="T9">
                <a:pos x="T2" y="T3"/>
              </a:cxn>
              <a:cxn ang="T10">
                <a:pos x="T4" y="T5"/>
              </a:cxn>
              <a:cxn ang="T11">
                <a:pos x="T6" y="T7"/>
              </a:cxn>
            </a:cxnLst>
            <a:rect l="T12" t="T13" r="T14" b="T15"/>
            <a:pathLst>
              <a:path w="752" h="436">
                <a:moveTo>
                  <a:pt x="0" y="168"/>
                </a:moveTo>
                <a:lnTo>
                  <a:pt x="292" y="0"/>
                </a:lnTo>
                <a:lnTo>
                  <a:pt x="752" y="264"/>
                </a:lnTo>
                <a:lnTo>
                  <a:pt x="448" y="436"/>
                </a:lnTo>
              </a:path>
            </a:pathLst>
          </a:custGeom>
          <a:noFill/>
          <a:ln w="28575" cap="flat" cmpd="sng">
            <a:solidFill>
              <a:schemeClr val="tx2"/>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79238" name="Freeform 38"/>
          <p:cNvSpPr>
            <a:spLocks/>
          </p:cNvSpPr>
          <p:nvPr/>
        </p:nvSpPr>
        <p:spPr bwMode="auto">
          <a:xfrm>
            <a:off x="7223125" y="1485900"/>
            <a:ext cx="844550" cy="1327150"/>
          </a:xfrm>
          <a:custGeom>
            <a:avLst/>
            <a:gdLst>
              <a:gd name="T0" fmla="*/ 2147483647 w 532"/>
              <a:gd name="T1" fmla="*/ 0 h 836"/>
              <a:gd name="T2" fmla="*/ 2147483647 w 532"/>
              <a:gd name="T3" fmla="*/ 2147483647 h 836"/>
              <a:gd name="T4" fmla="*/ 0 w 532"/>
              <a:gd name="T5" fmla="*/ 2147483647 h 836"/>
              <a:gd name="T6" fmla="*/ 0 60000 65536"/>
              <a:gd name="T7" fmla="*/ 0 60000 65536"/>
              <a:gd name="T8" fmla="*/ 0 60000 65536"/>
              <a:gd name="T9" fmla="*/ 0 w 532"/>
              <a:gd name="T10" fmla="*/ 0 h 836"/>
              <a:gd name="T11" fmla="*/ 532 w 532"/>
              <a:gd name="T12" fmla="*/ 836 h 836"/>
            </a:gdLst>
            <a:ahLst/>
            <a:cxnLst>
              <a:cxn ang="T6">
                <a:pos x="T0" y="T1"/>
              </a:cxn>
              <a:cxn ang="T7">
                <a:pos x="T2" y="T3"/>
              </a:cxn>
              <a:cxn ang="T8">
                <a:pos x="T4" y="T5"/>
              </a:cxn>
            </a:cxnLst>
            <a:rect l="T9" t="T10" r="T11" b="T12"/>
            <a:pathLst>
              <a:path w="532" h="836">
                <a:moveTo>
                  <a:pt x="532" y="0"/>
                </a:moveTo>
                <a:lnTo>
                  <a:pt x="532" y="532"/>
                </a:lnTo>
                <a:lnTo>
                  <a:pt x="0" y="836"/>
                </a:lnTo>
              </a:path>
            </a:pathLst>
          </a:custGeom>
          <a:noFill/>
          <a:ln w="28575" cap="flat" cmpd="sng">
            <a:solidFill>
              <a:srgbClr val="000000"/>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79239" name="Rectangle 39"/>
          <p:cNvSpPr>
            <a:spLocks noChangeArrowheads="1"/>
          </p:cNvSpPr>
          <p:nvPr/>
        </p:nvSpPr>
        <p:spPr bwMode="auto">
          <a:xfrm>
            <a:off x="3103563" y="498475"/>
            <a:ext cx="1485900" cy="836613"/>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endParaRPr kumimoji="0" lang="zh-CN" altLang="en-US" sz="2000"/>
          </a:p>
        </p:txBody>
      </p:sp>
      <p:grpSp>
        <p:nvGrpSpPr>
          <p:cNvPr id="6" name="Group 40"/>
          <p:cNvGrpSpPr>
            <a:grpSpLocks/>
          </p:cNvGrpSpPr>
          <p:nvPr/>
        </p:nvGrpSpPr>
        <p:grpSpPr bwMode="auto">
          <a:xfrm>
            <a:off x="2630488" y="92075"/>
            <a:ext cx="2187575" cy="1431925"/>
            <a:chOff x="1657" y="210"/>
            <a:chExt cx="1378" cy="902"/>
          </a:xfrm>
        </p:grpSpPr>
        <p:sp>
          <p:nvSpPr>
            <p:cNvPr id="19537" name="Line 41"/>
            <p:cNvSpPr>
              <a:spLocks noChangeShapeType="1"/>
            </p:cNvSpPr>
            <p:nvPr/>
          </p:nvSpPr>
          <p:spPr bwMode="auto">
            <a:xfrm flipH="1" flipV="1">
              <a:off x="1744" y="996"/>
              <a:ext cx="1148" cy="0"/>
            </a:xfrm>
            <a:prstGeom prst="line">
              <a:avLst/>
            </a:prstGeom>
            <a:noFill/>
            <a:ln w="9525">
              <a:solidFill>
                <a:srgbClr val="FF0000"/>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538" name="Line 42"/>
            <p:cNvSpPr>
              <a:spLocks noChangeShapeType="1"/>
            </p:cNvSpPr>
            <p:nvPr/>
          </p:nvSpPr>
          <p:spPr bwMode="auto">
            <a:xfrm flipV="1">
              <a:off x="2888" y="356"/>
              <a:ext cx="0" cy="636"/>
            </a:xfrm>
            <a:prstGeom prst="line">
              <a:avLst/>
            </a:prstGeom>
            <a:noFill/>
            <a:ln w="9525">
              <a:solidFill>
                <a:srgbClr val="FF0000"/>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539" name="Text Box 43"/>
            <p:cNvSpPr txBox="1">
              <a:spLocks noChangeArrowheads="1"/>
            </p:cNvSpPr>
            <p:nvPr/>
          </p:nvSpPr>
          <p:spPr bwMode="auto">
            <a:xfrm>
              <a:off x="1657" y="843"/>
              <a:ext cx="211"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eaLnBrk="1" hangingPunct="1">
                <a:spcBef>
                  <a:spcPct val="0"/>
                </a:spcBef>
                <a:buClrTx/>
                <a:buFontTx/>
                <a:buNone/>
              </a:pPr>
              <a:r>
                <a:rPr lang="en-US" altLang="zh-CN" sz="1000" i="1">
                  <a:solidFill>
                    <a:srgbClr val="000000"/>
                  </a:solidFill>
                  <a:latin typeface="ISOCPEUR" pitchFamily="34" charset="0"/>
                </a:rPr>
                <a:t>X'</a:t>
              </a:r>
            </a:p>
          </p:txBody>
        </p:sp>
        <p:sp>
          <p:nvSpPr>
            <p:cNvPr id="19540" name="Text Box 44"/>
            <p:cNvSpPr txBox="1">
              <a:spLocks noChangeArrowheads="1"/>
            </p:cNvSpPr>
            <p:nvPr/>
          </p:nvSpPr>
          <p:spPr bwMode="auto">
            <a:xfrm>
              <a:off x="2705" y="210"/>
              <a:ext cx="297"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eaLnBrk="1" hangingPunct="1">
                <a:spcBef>
                  <a:spcPct val="0"/>
                </a:spcBef>
                <a:buClrTx/>
                <a:buFontTx/>
                <a:buNone/>
              </a:pPr>
              <a:r>
                <a:rPr lang="en-US" altLang="zh-CN" sz="1000" i="1">
                  <a:solidFill>
                    <a:srgbClr val="000000"/>
                  </a:solidFill>
                  <a:latin typeface="ISOCPEUR" pitchFamily="34" charset="0"/>
                </a:rPr>
                <a:t>Z'</a:t>
              </a:r>
              <a:r>
                <a:rPr lang="en-US" altLang="zh-CN" sz="1600" i="1">
                  <a:solidFill>
                    <a:srgbClr val="000000"/>
                  </a:solidFill>
                  <a:latin typeface="ISOCPEUR" pitchFamily="34" charset="0"/>
                </a:rPr>
                <a:t>  </a:t>
              </a:r>
            </a:p>
          </p:txBody>
        </p:sp>
        <p:sp>
          <p:nvSpPr>
            <p:cNvPr id="19541" name="Text Box 45"/>
            <p:cNvSpPr txBox="1">
              <a:spLocks noChangeArrowheads="1"/>
            </p:cNvSpPr>
            <p:nvPr/>
          </p:nvSpPr>
          <p:spPr bwMode="auto">
            <a:xfrm>
              <a:off x="2830" y="920"/>
              <a:ext cx="205"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eaLnBrk="1" hangingPunct="1">
                <a:spcBef>
                  <a:spcPct val="0"/>
                </a:spcBef>
                <a:buClrTx/>
                <a:buFontTx/>
                <a:buNone/>
              </a:pPr>
              <a:r>
                <a:rPr lang="en-US" altLang="zh-CN" sz="1400" i="1">
                  <a:solidFill>
                    <a:srgbClr val="000000"/>
                  </a:solidFill>
                  <a:latin typeface="ISOCPEUR" pitchFamily="34" charset="0"/>
                </a:rPr>
                <a:t>o</a:t>
              </a:r>
              <a:r>
                <a:rPr lang="en-US" altLang="zh-CN" sz="1000" i="1">
                  <a:solidFill>
                    <a:srgbClr val="000000"/>
                  </a:solidFill>
                  <a:latin typeface="ISOCPEUR" pitchFamily="34" charset="0"/>
                </a:rPr>
                <a:t>'</a:t>
              </a:r>
            </a:p>
          </p:txBody>
        </p:sp>
      </p:grpSp>
      <p:grpSp>
        <p:nvGrpSpPr>
          <p:cNvPr id="7" name="Group 46"/>
          <p:cNvGrpSpPr>
            <a:grpSpLocks/>
          </p:cNvGrpSpPr>
          <p:nvPr/>
        </p:nvGrpSpPr>
        <p:grpSpPr bwMode="auto">
          <a:xfrm>
            <a:off x="2754313" y="1611313"/>
            <a:ext cx="1987550" cy="1558925"/>
            <a:chOff x="1735" y="1167"/>
            <a:chExt cx="1252" cy="982"/>
          </a:xfrm>
        </p:grpSpPr>
        <p:sp>
          <p:nvSpPr>
            <p:cNvPr id="19532" name="Line 47"/>
            <p:cNvSpPr>
              <a:spLocks noChangeShapeType="1"/>
            </p:cNvSpPr>
            <p:nvPr/>
          </p:nvSpPr>
          <p:spPr bwMode="auto">
            <a:xfrm flipH="1">
              <a:off x="1748" y="1324"/>
              <a:ext cx="1144" cy="0"/>
            </a:xfrm>
            <a:prstGeom prst="line">
              <a:avLst/>
            </a:prstGeom>
            <a:noFill/>
            <a:ln w="9525">
              <a:solidFill>
                <a:srgbClr val="FF0000"/>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533" name="Line 48"/>
            <p:cNvSpPr>
              <a:spLocks noChangeShapeType="1"/>
            </p:cNvSpPr>
            <p:nvPr/>
          </p:nvSpPr>
          <p:spPr bwMode="auto">
            <a:xfrm>
              <a:off x="2892" y="1320"/>
              <a:ext cx="0" cy="696"/>
            </a:xfrm>
            <a:prstGeom prst="line">
              <a:avLst/>
            </a:prstGeom>
            <a:noFill/>
            <a:ln w="9525">
              <a:solidFill>
                <a:srgbClr val="FF0000"/>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534" name="Text Box 49"/>
            <p:cNvSpPr txBox="1">
              <a:spLocks noChangeArrowheads="1"/>
            </p:cNvSpPr>
            <p:nvPr/>
          </p:nvSpPr>
          <p:spPr bwMode="auto">
            <a:xfrm>
              <a:off x="1735" y="1167"/>
              <a:ext cx="162"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eaLnBrk="1" hangingPunct="1">
                <a:spcBef>
                  <a:spcPct val="0"/>
                </a:spcBef>
                <a:buClrTx/>
                <a:buFontTx/>
                <a:buNone/>
              </a:pPr>
              <a:r>
                <a:rPr lang="en-US" altLang="zh-CN" sz="1000" i="1">
                  <a:latin typeface="ISOCPEUR" pitchFamily="34" charset="0"/>
                </a:rPr>
                <a:t>X</a:t>
              </a:r>
            </a:p>
          </p:txBody>
        </p:sp>
        <p:sp>
          <p:nvSpPr>
            <p:cNvPr id="19535" name="Text Box 50"/>
            <p:cNvSpPr txBox="1">
              <a:spLocks noChangeArrowheads="1"/>
            </p:cNvSpPr>
            <p:nvPr/>
          </p:nvSpPr>
          <p:spPr bwMode="auto">
            <a:xfrm>
              <a:off x="2803" y="1995"/>
              <a:ext cx="162"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eaLnBrk="1" hangingPunct="1">
                <a:spcBef>
                  <a:spcPct val="0"/>
                </a:spcBef>
                <a:buClrTx/>
                <a:buFontTx/>
                <a:buNone/>
              </a:pPr>
              <a:r>
                <a:rPr lang="en-US" altLang="zh-CN" sz="1000" i="1">
                  <a:latin typeface="ISOCPEUR" pitchFamily="34" charset="0"/>
                </a:rPr>
                <a:t>Y</a:t>
              </a:r>
            </a:p>
          </p:txBody>
        </p:sp>
        <p:sp>
          <p:nvSpPr>
            <p:cNvPr id="19536" name="Text Box 51"/>
            <p:cNvSpPr txBox="1">
              <a:spLocks noChangeArrowheads="1"/>
            </p:cNvSpPr>
            <p:nvPr/>
          </p:nvSpPr>
          <p:spPr bwMode="auto">
            <a:xfrm>
              <a:off x="2820" y="1176"/>
              <a:ext cx="167"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eaLnBrk="1" hangingPunct="1">
                <a:spcBef>
                  <a:spcPct val="0"/>
                </a:spcBef>
                <a:buClrTx/>
                <a:buFontTx/>
                <a:buNone/>
              </a:pPr>
              <a:r>
                <a:rPr lang="en-US" altLang="zh-CN" sz="1400" i="1">
                  <a:latin typeface="ISOCPEUR" pitchFamily="34" charset="0"/>
                </a:rPr>
                <a:t>o</a:t>
              </a:r>
              <a:endParaRPr lang="en-US" altLang="zh-CN" sz="1000" i="1">
                <a:latin typeface="ISOCPEUR" pitchFamily="34" charset="0"/>
              </a:endParaRPr>
            </a:p>
          </p:txBody>
        </p:sp>
      </p:grpSp>
      <p:grpSp>
        <p:nvGrpSpPr>
          <p:cNvPr id="8" name="Group 52"/>
          <p:cNvGrpSpPr>
            <a:grpSpLocks/>
          </p:cNvGrpSpPr>
          <p:nvPr/>
        </p:nvGrpSpPr>
        <p:grpSpPr bwMode="auto">
          <a:xfrm>
            <a:off x="4865688" y="125413"/>
            <a:ext cx="1498600" cy="1373187"/>
            <a:chOff x="3065" y="239"/>
            <a:chExt cx="944" cy="865"/>
          </a:xfrm>
        </p:grpSpPr>
        <p:sp>
          <p:nvSpPr>
            <p:cNvPr id="19527" name="Text Box 53"/>
            <p:cNvSpPr txBox="1">
              <a:spLocks noChangeArrowheads="1"/>
            </p:cNvSpPr>
            <p:nvPr/>
          </p:nvSpPr>
          <p:spPr bwMode="auto">
            <a:xfrm>
              <a:off x="3815" y="842"/>
              <a:ext cx="194"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eaLnBrk="1" hangingPunct="1">
                <a:spcBef>
                  <a:spcPct val="0"/>
                </a:spcBef>
                <a:buClrTx/>
                <a:buFontTx/>
                <a:buNone/>
              </a:pPr>
              <a:r>
                <a:rPr lang="en-US" altLang="zh-CN" sz="1000" i="1">
                  <a:solidFill>
                    <a:srgbClr val="000000"/>
                  </a:solidFill>
                  <a:latin typeface="ISOCPEUR" pitchFamily="34" charset="0"/>
                </a:rPr>
                <a:t>Y"</a:t>
              </a:r>
            </a:p>
          </p:txBody>
        </p:sp>
        <p:sp>
          <p:nvSpPr>
            <p:cNvPr id="19528" name="Line 54"/>
            <p:cNvSpPr>
              <a:spLocks noChangeShapeType="1"/>
            </p:cNvSpPr>
            <p:nvPr/>
          </p:nvSpPr>
          <p:spPr bwMode="auto">
            <a:xfrm>
              <a:off x="3240" y="1004"/>
              <a:ext cx="672" cy="0"/>
            </a:xfrm>
            <a:prstGeom prst="line">
              <a:avLst/>
            </a:prstGeom>
            <a:noFill/>
            <a:ln w="9525">
              <a:solidFill>
                <a:srgbClr val="FF0000"/>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529" name="Line 55"/>
            <p:cNvSpPr>
              <a:spLocks noChangeShapeType="1"/>
            </p:cNvSpPr>
            <p:nvPr/>
          </p:nvSpPr>
          <p:spPr bwMode="auto">
            <a:xfrm flipV="1">
              <a:off x="3236" y="356"/>
              <a:ext cx="0" cy="636"/>
            </a:xfrm>
            <a:prstGeom prst="line">
              <a:avLst/>
            </a:prstGeom>
            <a:noFill/>
            <a:ln w="9525">
              <a:solidFill>
                <a:srgbClr val="FF0000"/>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530" name="Text Box 56"/>
            <p:cNvSpPr txBox="1">
              <a:spLocks noChangeArrowheads="1"/>
            </p:cNvSpPr>
            <p:nvPr/>
          </p:nvSpPr>
          <p:spPr bwMode="auto">
            <a:xfrm>
              <a:off x="3122" y="239"/>
              <a:ext cx="189"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eaLnBrk="1" hangingPunct="1">
                <a:spcBef>
                  <a:spcPct val="0"/>
                </a:spcBef>
                <a:buClrTx/>
                <a:buFontTx/>
                <a:buNone/>
              </a:pPr>
              <a:r>
                <a:rPr lang="en-US" altLang="zh-CN" sz="1000" i="1">
                  <a:solidFill>
                    <a:srgbClr val="000000"/>
                  </a:solidFill>
                  <a:latin typeface="ISOCPEUR" pitchFamily="34" charset="0"/>
                </a:rPr>
                <a:t>Z"</a:t>
              </a:r>
            </a:p>
          </p:txBody>
        </p:sp>
        <p:sp>
          <p:nvSpPr>
            <p:cNvPr id="19531" name="Text Box 57"/>
            <p:cNvSpPr txBox="1">
              <a:spLocks noChangeArrowheads="1"/>
            </p:cNvSpPr>
            <p:nvPr/>
          </p:nvSpPr>
          <p:spPr bwMode="auto">
            <a:xfrm>
              <a:off x="3065" y="912"/>
              <a:ext cx="22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eaLnBrk="1" hangingPunct="1">
                <a:spcBef>
                  <a:spcPct val="0"/>
                </a:spcBef>
                <a:buClrTx/>
                <a:buFontTx/>
                <a:buNone/>
              </a:pPr>
              <a:r>
                <a:rPr lang="en-US" altLang="zh-CN" sz="1400" i="1">
                  <a:solidFill>
                    <a:srgbClr val="000000"/>
                  </a:solidFill>
                  <a:latin typeface="ISOCPEUR" pitchFamily="34" charset="0"/>
                </a:rPr>
                <a:t>o</a:t>
              </a:r>
              <a:r>
                <a:rPr lang="en-US" altLang="zh-CN" sz="1000" i="1">
                  <a:solidFill>
                    <a:srgbClr val="000000"/>
                  </a:solidFill>
                  <a:latin typeface="ISOCPEUR" pitchFamily="34" charset="0"/>
                </a:rPr>
                <a:t>"</a:t>
              </a:r>
            </a:p>
          </p:txBody>
        </p:sp>
      </p:grpSp>
      <p:grpSp>
        <p:nvGrpSpPr>
          <p:cNvPr id="9" name="Group 58"/>
          <p:cNvGrpSpPr>
            <a:grpSpLocks/>
          </p:cNvGrpSpPr>
          <p:nvPr/>
        </p:nvGrpSpPr>
        <p:grpSpPr bwMode="auto">
          <a:xfrm>
            <a:off x="3106738" y="501650"/>
            <a:ext cx="1485900" cy="838200"/>
            <a:chOff x="1957" y="468"/>
            <a:chExt cx="936" cy="528"/>
          </a:xfrm>
        </p:grpSpPr>
        <p:sp>
          <p:nvSpPr>
            <p:cNvPr id="19525" name="Line 59"/>
            <p:cNvSpPr>
              <a:spLocks noChangeShapeType="1"/>
            </p:cNvSpPr>
            <p:nvPr/>
          </p:nvSpPr>
          <p:spPr bwMode="auto">
            <a:xfrm>
              <a:off x="2329" y="572"/>
              <a:ext cx="0" cy="424"/>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526" name="Freeform 60"/>
            <p:cNvSpPr>
              <a:spLocks/>
            </p:cNvSpPr>
            <p:nvPr/>
          </p:nvSpPr>
          <p:spPr bwMode="auto">
            <a:xfrm>
              <a:off x="1957" y="468"/>
              <a:ext cx="936" cy="528"/>
            </a:xfrm>
            <a:custGeom>
              <a:avLst/>
              <a:gdLst>
                <a:gd name="T0" fmla="*/ 636 w 936"/>
                <a:gd name="T1" fmla="*/ 0 h 528"/>
                <a:gd name="T2" fmla="*/ 936 w 936"/>
                <a:gd name="T3" fmla="*/ 0 h 528"/>
                <a:gd name="T4" fmla="*/ 936 w 936"/>
                <a:gd name="T5" fmla="*/ 528 h 528"/>
                <a:gd name="T6" fmla="*/ 0 w 936"/>
                <a:gd name="T7" fmla="*/ 528 h 528"/>
                <a:gd name="T8" fmla="*/ 0 w 936"/>
                <a:gd name="T9" fmla="*/ 258 h 528"/>
                <a:gd name="T10" fmla="*/ 636 w 936"/>
                <a:gd name="T11" fmla="*/ 0 h 528"/>
                <a:gd name="T12" fmla="*/ 0 60000 65536"/>
                <a:gd name="T13" fmla="*/ 0 60000 65536"/>
                <a:gd name="T14" fmla="*/ 0 60000 65536"/>
                <a:gd name="T15" fmla="*/ 0 60000 65536"/>
                <a:gd name="T16" fmla="*/ 0 60000 65536"/>
                <a:gd name="T17" fmla="*/ 0 60000 65536"/>
                <a:gd name="T18" fmla="*/ 0 w 936"/>
                <a:gd name="T19" fmla="*/ 0 h 528"/>
                <a:gd name="T20" fmla="*/ 936 w 936"/>
                <a:gd name="T21" fmla="*/ 528 h 528"/>
              </a:gdLst>
              <a:ahLst/>
              <a:cxnLst>
                <a:cxn ang="T12">
                  <a:pos x="T0" y="T1"/>
                </a:cxn>
                <a:cxn ang="T13">
                  <a:pos x="T2" y="T3"/>
                </a:cxn>
                <a:cxn ang="T14">
                  <a:pos x="T4" y="T5"/>
                </a:cxn>
                <a:cxn ang="T15">
                  <a:pos x="T6" y="T7"/>
                </a:cxn>
                <a:cxn ang="T16">
                  <a:pos x="T8" y="T9"/>
                </a:cxn>
                <a:cxn ang="T17">
                  <a:pos x="T10" y="T11"/>
                </a:cxn>
              </a:cxnLst>
              <a:rect l="T18" t="T19" r="T20" b="T21"/>
              <a:pathLst>
                <a:path w="936" h="528">
                  <a:moveTo>
                    <a:pt x="636" y="0"/>
                  </a:moveTo>
                  <a:lnTo>
                    <a:pt x="936" y="0"/>
                  </a:lnTo>
                  <a:lnTo>
                    <a:pt x="936" y="528"/>
                  </a:lnTo>
                  <a:lnTo>
                    <a:pt x="0" y="528"/>
                  </a:lnTo>
                  <a:lnTo>
                    <a:pt x="0" y="258"/>
                  </a:lnTo>
                  <a:lnTo>
                    <a:pt x="636" y="0"/>
                  </a:lnTo>
                  <a:close/>
                </a:path>
              </a:pathLst>
            </a:custGeom>
            <a:noFill/>
            <a:ln w="28575" cap="flat" cmpd="sng">
              <a:solidFill>
                <a:srgbClr val="000000"/>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sp>
        <p:nvSpPr>
          <p:cNvPr id="179261" name="Freeform 61"/>
          <p:cNvSpPr>
            <a:spLocks/>
          </p:cNvSpPr>
          <p:nvPr/>
        </p:nvSpPr>
        <p:spPr bwMode="auto">
          <a:xfrm>
            <a:off x="5140325" y="506413"/>
            <a:ext cx="847725" cy="395287"/>
          </a:xfrm>
          <a:custGeom>
            <a:avLst/>
            <a:gdLst>
              <a:gd name="T0" fmla="*/ 2147483647 w 534"/>
              <a:gd name="T1" fmla="*/ 2147483647 h 252"/>
              <a:gd name="T2" fmla="*/ 2147483647 w 534"/>
              <a:gd name="T3" fmla="*/ 2147483647 h 252"/>
              <a:gd name="T4" fmla="*/ 2147483647 w 534"/>
              <a:gd name="T5" fmla="*/ 0 h 252"/>
              <a:gd name="T6" fmla="*/ 0 w 534"/>
              <a:gd name="T7" fmla="*/ 0 h 252"/>
              <a:gd name="T8" fmla="*/ 0 w 534"/>
              <a:gd name="T9" fmla="*/ 2147483647 h 252"/>
              <a:gd name="T10" fmla="*/ 2147483647 w 534"/>
              <a:gd name="T11" fmla="*/ 2147483647 h 252"/>
              <a:gd name="T12" fmla="*/ 0 60000 65536"/>
              <a:gd name="T13" fmla="*/ 0 60000 65536"/>
              <a:gd name="T14" fmla="*/ 0 60000 65536"/>
              <a:gd name="T15" fmla="*/ 0 60000 65536"/>
              <a:gd name="T16" fmla="*/ 0 60000 65536"/>
              <a:gd name="T17" fmla="*/ 0 60000 65536"/>
              <a:gd name="T18" fmla="*/ 0 w 534"/>
              <a:gd name="T19" fmla="*/ 0 h 252"/>
              <a:gd name="T20" fmla="*/ 534 w 534"/>
              <a:gd name="T21" fmla="*/ 252 h 252"/>
            </a:gdLst>
            <a:ahLst/>
            <a:cxnLst>
              <a:cxn ang="T12">
                <a:pos x="T0" y="T1"/>
              </a:cxn>
              <a:cxn ang="T13">
                <a:pos x="T2" y="T3"/>
              </a:cxn>
              <a:cxn ang="T14">
                <a:pos x="T4" y="T5"/>
              </a:cxn>
              <a:cxn ang="T15">
                <a:pos x="T6" y="T7"/>
              </a:cxn>
              <a:cxn ang="T16">
                <a:pos x="T8" y="T9"/>
              </a:cxn>
              <a:cxn ang="T17">
                <a:pos x="T10" y="T11"/>
              </a:cxn>
            </a:cxnLst>
            <a:rect l="T18" t="T19" r="T20" b="T21"/>
            <a:pathLst>
              <a:path w="534" h="252">
                <a:moveTo>
                  <a:pt x="267" y="252"/>
                </a:moveTo>
                <a:lnTo>
                  <a:pt x="534" y="102"/>
                </a:lnTo>
                <a:lnTo>
                  <a:pt x="534" y="0"/>
                </a:lnTo>
                <a:lnTo>
                  <a:pt x="0" y="0"/>
                </a:lnTo>
                <a:lnTo>
                  <a:pt x="0" y="249"/>
                </a:lnTo>
                <a:lnTo>
                  <a:pt x="267" y="252"/>
                </a:lnTo>
                <a:close/>
              </a:path>
            </a:pathLst>
          </a:custGeom>
          <a:noFill/>
          <a:ln w="28575" cap="flat" cmpd="sng">
            <a:solidFill>
              <a:srgbClr val="000000"/>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79262" name="Freeform 62"/>
          <p:cNvSpPr>
            <a:spLocks/>
          </p:cNvSpPr>
          <p:nvPr/>
        </p:nvSpPr>
        <p:spPr bwMode="auto">
          <a:xfrm>
            <a:off x="5140325" y="901700"/>
            <a:ext cx="433388" cy="442913"/>
          </a:xfrm>
          <a:custGeom>
            <a:avLst/>
            <a:gdLst>
              <a:gd name="T0" fmla="*/ 2147483647 w 273"/>
              <a:gd name="T1" fmla="*/ 2147483647 h 279"/>
              <a:gd name="T2" fmla="*/ 0 w 273"/>
              <a:gd name="T3" fmla="*/ 2147483647 h 279"/>
              <a:gd name="T4" fmla="*/ 0 w 273"/>
              <a:gd name="T5" fmla="*/ 0 h 279"/>
              <a:gd name="T6" fmla="*/ 0 60000 65536"/>
              <a:gd name="T7" fmla="*/ 0 60000 65536"/>
              <a:gd name="T8" fmla="*/ 0 60000 65536"/>
              <a:gd name="T9" fmla="*/ 0 w 273"/>
              <a:gd name="T10" fmla="*/ 0 h 279"/>
              <a:gd name="T11" fmla="*/ 273 w 273"/>
              <a:gd name="T12" fmla="*/ 279 h 279"/>
            </a:gdLst>
            <a:ahLst/>
            <a:cxnLst>
              <a:cxn ang="T6">
                <a:pos x="T0" y="T1"/>
              </a:cxn>
              <a:cxn ang="T7">
                <a:pos x="T2" y="T3"/>
              </a:cxn>
              <a:cxn ang="T8">
                <a:pos x="T4" y="T5"/>
              </a:cxn>
            </a:cxnLst>
            <a:rect l="T9" t="T10" r="T11" b="T12"/>
            <a:pathLst>
              <a:path w="273" h="279">
                <a:moveTo>
                  <a:pt x="273" y="279"/>
                </a:moveTo>
                <a:lnTo>
                  <a:pt x="0" y="279"/>
                </a:lnTo>
                <a:lnTo>
                  <a:pt x="0" y="0"/>
                </a:lnTo>
              </a:path>
            </a:pathLst>
          </a:custGeom>
          <a:noFill/>
          <a:ln w="28575" cap="flat" cmpd="sng">
            <a:solidFill>
              <a:srgbClr val="000000"/>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79263" name="Freeform 63"/>
          <p:cNvSpPr>
            <a:spLocks/>
          </p:cNvSpPr>
          <p:nvPr/>
        </p:nvSpPr>
        <p:spPr bwMode="auto">
          <a:xfrm>
            <a:off x="5568950" y="673100"/>
            <a:ext cx="419100" cy="671513"/>
          </a:xfrm>
          <a:custGeom>
            <a:avLst/>
            <a:gdLst>
              <a:gd name="T0" fmla="*/ 2147483647 w 264"/>
              <a:gd name="T1" fmla="*/ 0 h 423"/>
              <a:gd name="T2" fmla="*/ 2147483647 w 264"/>
              <a:gd name="T3" fmla="*/ 2147483647 h 423"/>
              <a:gd name="T4" fmla="*/ 0 w 264"/>
              <a:gd name="T5" fmla="*/ 2147483647 h 423"/>
              <a:gd name="T6" fmla="*/ 0 w 264"/>
              <a:gd name="T7" fmla="*/ 2147483647 h 423"/>
              <a:gd name="T8" fmla="*/ 0 60000 65536"/>
              <a:gd name="T9" fmla="*/ 0 60000 65536"/>
              <a:gd name="T10" fmla="*/ 0 60000 65536"/>
              <a:gd name="T11" fmla="*/ 0 60000 65536"/>
              <a:gd name="T12" fmla="*/ 0 w 264"/>
              <a:gd name="T13" fmla="*/ 0 h 423"/>
              <a:gd name="T14" fmla="*/ 264 w 264"/>
              <a:gd name="T15" fmla="*/ 423 h 423"/>
            </a:gdLst>
            <a:ahLst/>
            <a:cxnLst>
              <a:cxn ang="T8">
                <a:pos x="T0" y="T1"/>
              </a:cxn>
              <a:cxn ang="T9">
                <a:pos x="T2" y="T3"/>
              </a:cxn>
              <a:cxn ang="T10">
                <a:pos x="T4" y="T5"/>
              </a:cxn>
              <a:cxn ang="T11">
                <a:pos x="T6" y="T7"/>
              </a:cxn>
            </a:cxnLst>
            <a:rect l="T12" t="T13" r="T14" b="T15"/>
            <a:pathLst>
              <a:path w="264" h="423">
                <a:moveTo>
                  <a:pt x="264" y="0"/>
                </a:moveTo>
                <a:lnTo>
                  <a:pt x="264" y="423"/>
                </a:lnTo>
                <a:lnTo>
                  <a:pt x="0" y="423"/>
                </a:lnTo>
                <a:lnTo>
                  <a:pt x="0" y="147"/>
                </a:lnTo>
              </a:path>
            </a:pathLst>
          </a:custGeom>
          <a:noFill/>
          <a:ln w="28575" cap="flat" cmpd="sng">
            <a:solidFill>
              <a:srgbClr val="000000"/>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nvGrpSpPr>
          <p:cNvPr id="10" name="Group 64"/>
          <p:cNvGrpSpPr>
            <a:grpSpLocks/>
          </p:cNvGrpSpPr>
          <p:nvPr/>
        </p:nvGrpSpPr>
        <p:grpSpPr bwMode="auto">
          <a:xfrm>
            <a:off x="3111500" y="1858963"/>
            <a:ext cx="1485900" cy="838200"/>
            <a:chOff x="1960" y="1323"/>
            <a:chExt cx="936" cy="528"/>
          </a:xfrm>
        </p:grpSpPr>
        <p:sp>
          <p:nvSpPr>
            <p:cNvPr id="19523" name="Freeform 65"/>
            <p:cNvSpPr>
              <a:spLocks/>
            </p:cNvSpPr>
            <p:nvPr/>
          </p:nvSpPr>
          <p:spPr bwMode="auto">
            <a:xfrm>
              <a:off x="1960" y="1323"/>
              <a:ext cx="936" cy="528"/>
            </a:xfrm>
            <a:custGeom>
              <a:avLst/>
              <a:gdLst>
                <a:gd name="T0" fmla="*/ 366 w 936"/>
                <a:gd name="T1" fmla="*/ 525 h 528"/>
                <a:gd name="T2" fmla="*/ 0 w 936"/>
                <a:gd name="T3" fmla="*/ 264 h 528"/>
                <a:gd name="T4" fmla="*/ 0 w 936"/>
                <a:gd name="T5" fmla="*/ 0 h 528"/>
                <a:gd name="T6" fmla="*/ 936 w 936"/>
                <a:gd name="T7" fmla="*/ 0 h 528"/>
                <a:gd name="T8" fmla="*/ 933 w 936"/>
                <a:gd name="T9" fmla="*/ 528 h 528"/>
                <a:gd name="T10" fmla="*/ 366 w 936"/>
                <a:gd name="T11" fmla="*/ 525 h 528"/>
                <a:gd name="T12" fmla="*/ 0 60000 65536"/>
                <a:gd name="T13" fmla="*/ 0 60000 65536"/>
                <a:gd name="T14" fmla="*/ 0 60000 65536"/>
                <a:gd name="T15" fmla="*/ 0 60000 65536"/>
                <a:gd name="T16" fmla="*/ 0 60000 65536"/>
                <a:gd name="T17" fmla="*/ 0 60000 65536"/>
                <a:gd name="T18" fmla="*/ 0 w 936"/>
                <a:gd name="T19" fmla="*/ 0 h 528"/>
                <a:gd name="T20" fmla="*/ 936 w 936"/>
                <a:gd name="T21" fmla="*/ 528 h 528"/>
              </a:gdLst>
              <a:ahLst/>
              <a:cxnLst>
                <a:cxn ang="T12">
                  <a:pos x="T0" y="T1"/>
                </a:cxn>
                <a:cxn ang="T13">
                  <a:pos x="T2" y="T3"/>
                </a:cxn>
                <a:cxn ang="T14">
                  <a:pos x="T4" y="T5"/>
                </a:cxn>
                <a:cxn ang="T15">
                  <a:pos x="T6" y="T7"/>
                </a:cxn>
                <a:cxn ang="T16">
                  <a:pos x="T8" y="T9"/>
                </a:cxn>
                <a:cxn ang="T17">
                  <a:pos x="T10" y="T11"/>
                </a:cxn>
              </a:cxnLst>
              <a:rect l="T18" t="T19" r="T20" b="T21"/>
              <a:pathLst>
                <a:path w="936" h="528">
                  <a:moveTo>
                    <a:pt x="366" y="525"/>
                  </a:moveTo>
                  <a:lnTo>
                    <a:pt x="0" y="264"/>
                  </a:lnTo>
                  <a:lnTo>
                    <a:pt x="0" y="0"/>
                  </a:lnTo>
                  <a:lnTo>
                    <a:pt x="936" y="0"/>
                  </a:lnTo>
                  <a:lnTo>
                    <a:pt x="933" y="528"/>
                  </a:lnTo>
                  <a:lnTo>
                    <a:pt x="366" y="525"/>
                  </a:lnTo>
                  <a:close/>
                </a:path>
              </a:pathLst>
            </a:custGeom>
            <a:noFill/>
            <a:ln w="28575" cap="flat" cmpd="sng">
              <a:solidFill>
                <a:srgbClr val="000000"/>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9524" name="Line 66"/>
            <p:cNvSpPr>
              <a:spLocks noChangeShapeType="1"/>
            </p:cNvSpPr>
            <p:nvPr/>
          </p:nvSpPr>
          <p:spPr bwMode="auto">
            <a:xfrm flipV="1">
              <a:off x="2597" y="1323"/>
              <a:ext cx="0" cy="528"/>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11" name="Group 67"/>
          <p:cNvGrpSpPr>
            <a:grpSpLocks/>
          </p:cNvGrpSpPr>
          <p:nvPr/>
        </p:nvGrpSpPr>
        <p:grpSpPr bwMode="auto">
          <a:xfrm>
            <a:off x="4873625" y="2967038"/>
            <a:ext cx="3789363" cy="2801937"/>
            <a:chOff x="3070" y="2242"/>
            <a:chExt cx="2387" cy="1765"/>
          </a:xfrm>
        </p:grpSpPr>
        <p:sp>
          <p:nvSpPr>
            <p:cNvPr id="19520" name="Line 68"/>
            <p:cNvSpPr>
              <a:spLocks noChangeShapeType="1"/>
            </p:cNvSpPr>
            <p:nvPr/>
          </p:nvSpPr>
          <p:spPr bwMode="auto">
            <a:xfrm flipH="1">
              <a:off x="3070" y="3227"/>
              <a:ext cx="1338" cy="780"/>
            </a:xfrm>
            <a:prstGeom prst="line">
              <a:avLst/>
            </a:prstGeom>
            <a:noFill/>
            <a:ln w="9525">
              <a:solidFill>
                <a:srgbClr val="FF0000"/>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521" name="Line 69"/>
            <p:cNvSpPr>
              <a:spLocks noChangeShapeType="1"/>
            </p:cNvSpPr>
            <p:nvPr/>
          </p:nvSpPr>
          <p:spPr bwMode="auto">
            <a:xfrm rot="10800000">
              <a:off x="4407" y="2242"/>
              <a:ext cx="0" cy="985"/>
            </a:xfrm>
            <a:prstGeom prst="line">
              <a:avLst/>
            </a:prstGeom>
            <a:noFill/>
            <a:ln w="9525">
              <a:solidFill>
                <a:srgbClr val="FF0000"/>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522" name="Line 70"/>
            <p:cNvSpPr>
              <a:spLocks noChangeShapeType="1"/>
            </p:cNvSpPr>
            <p:nvPr/>
          </p:nvSpPr>
          <p:spPr bwMode="auto">
            <a:xfrm>
              <a:off x="4395" y="3219"/>
              <a:ext cx="1062" cy="608"/>
            </a:xfrm>
            <a:prstGeom prst="line">
              <a:avLst/>
            </a:prstGeom>
            <a:noFill/>
            <a:ln w="9525">
              <a:solidFill>
                <a:srgbClr val="FF0000"/>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12" name="Group 71"/>
          <p:cNvGrpSpPr>
            <a:grpSpLocks/>
          </p:cNvGrpSpPr>
          <p:nvPr/>
        </p:nvGrpSpPr>
        <p:grpSpPr bwMode="auto">
          <a:xfrm>
            <a:off x="6332538" y="3548063"/>
            <a:ext cx="969962" cy="1187450"/>
            <a:chOff x="3997" y="2608"/>
            <a:chExt cx="611" cy="748"/>
          </a:xfrm>
        </p:grpSpPr>
        <p:sp>
          <p:nvSpPr>
            <p:cNvPr id="19511" name="Line 72"/>
            <p:cNvSpPr>
              <a:spLocks noChangeShapeType="1"/>
            </p:cNvSpPr>
            <p:nvPr/>
          </p:nvSpPr>
          <p:spPr bwMode="auto">
            <a:xfrm>
              <a:off x="3997" y="3231"/>
              <a:ext cx="203" cy="125"/>
            </a:xfrm>
            <a:prstGeom prst="line">
              <a:avLst/>
            </a:prstGeom>
            <a:noFill/>
            <a:ln w="9525">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512" name="Line 73"/>
            <p:cNvSpPr>
              <a:spLocks noChangeShapeType="1"/>
            </p:cNvSpPr>
            <p:nvPr/>
          </p:nvSpPr>
          <p:spPr bwMode="auto">
            <a:xfrm flipV="1">
              <a:off x="4200" y="3112"/>
              <a:ext cx="404" cy="240"/>
            </a:xfrm>
            <a:prstGeom prst="line">
              <a:avLst/>
            </a:prstGeom>
            <a:noFill/>
            <a:ln w="9525">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513" name="Line 74"/>
            <p:cNvSpPr>
              <a:spLocks noChangeShapeType="1"/>
            </p:cNvSpPr>
            <p:nvPr/>
          </p:nvSpPr>
          <p:spPr bwMode="auto">
            <a:xfrm flipV="1">
              <a:off x="4608" y="2718"/>
              <a:ext cx="0" cy="384"/>
            </a:xfrm>
            <a:prstGeom prst="line">
              <a:avLst/>
            </a:prstGeom>
            <a:noFill/>
            <a:ln w="9525">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514" name="Line 75"/>
            <p:cNvSpPr>
              <a:spLocks noChangeShapeType="1"/>
            </p:cNvSpPr>
            <p:nvPr/>
          </p:nvSpPr>
          <p:spPr bwMode="auto">
            <a:xfrm flipV="1">
              <a:off x="4198" y="3052"/>
              <a:ext cx="0" cy="300"/>
            </a:xfrm>
            <a:prstGeom prst="line">
              <a:avLst/>
            </a:prstGeom>
            <a:noFill/>
            <a:ln w="9525">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515" name="Line 76"/>
            <p:cNvSpPr>
              <a:spLocks noChangeShapeType="1"/>
            </p:cNvSpPr>
            <p:nvPr/>
          </p:nvSpPr>
          <p:spPr bwMode="auto">
            <a:xfrm flipV="1">
              <a:off x="4000" y="2946"/>
              <a:ext cx="0" cy="284"/>
            </a:xfrm>
            <a:prstGeom prst="line">
              <a:avLst/>
            </a:prstGeom>
            <a:noFill/>
            <a:ln w="9525">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516" name="Line 77"/>
            <p:cNvSpPr>
              <a:spLocks noChangeShapeType="1"/>
            </p:cNvSpPr>
            <p:nvPr/>
          </p:nvSpPr>
          <p:spPr bwMode="auto">
            <a:xfrm>
              <a:off x="4004" y="2948"/>
              <a:ext cx="192" cy="108"/>
            </a:xfrm>
            <a:prstGeom prst="line">
              <a:avLst/>
            </a:prstGeom>
            <a:noFill/>
            <a:ln w="9525">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517" name="Line 78"/>
            <p:cNvSpPr>
              <a:spLocks noChangeShapeType="1"/>
            </p:cNvSpPr>
            <p:nvPr/>
          </p:nvSpPr>
          <p:spPr bwMode="auto">
            <a:xfrm>
              <a:off x="4412" y="2608"/>
              <a:ext cx="196" cy="110"/>
            </a:xfrm>
            <a:prstGeom prst="line">
              <a:avLst/>
            </a:prstGeom>
            <a:noFill/>
            <a:ln w="9525">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518" name="Line 79"/>
            <p:cNvSpPr>
              <a:spLocks noChangeShapeType="1"/>
            </p:cNvSpPr>
            <p:nvPr/>
          </p:nvSpPr>
          <p:spPr bwMode="auto">
            <a:xfrm flipH="1">
              <a:off x="4192" y="2720"/>
              <a:ext cx="414" cy="336"/>
            </a:xfrm>
            <a:prstGeom prst="line">
              <a:avLst/>
            </a:prstGeom>
            <a:noFill/>
            <a:ln w="9525">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519" name="Line 80"/>
            <p:cNvSpPr>
              <a:spLocks noChangeShapeType="1"/>
            </p:cNvSpPr>
            <p:nvPr/>
          </p:nvSpPr>
          <p:spPr bwMode="auto">
            <a:xfrm flipH="1">
              <a:off x="4000" y="2608"/>
              <a:ext cx="412" cy="334"/>
            </a:xfrm>
            <a:prstGeom prst="line">
              <a:avLst/>
            </a:prstGeom>
            <a:noFill/>
            <a:ln w="9525">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13" name="Group 81"/>
          <p:cNvGrpSpPr>
            <a:grpSpLocks/>
          </p:cNvGrpSpPr>
          <p:nvPr/>
        </p:nvGrpSpPr>
        <p:grpSpPr bwMode="auto">
          <a:xfrm>
            <a:off x="5619750" y="4337050"/>
            <a:ext cx="2000250" cy="1374775"/>
            <a:chOff x="3540" y="3105"/>
            <a:chExt cx="1260" cy="866"/>
          </a:xfrm>
        </p:grpSpPr>
        <p:sp>
          <p:nvSpPr>
            <p:cNvPr id="19507" name="Freeform 82"/>
            <p:cNvSpPr>
              <a:spLocks/>
            </p:cNvSpPr>
            <p:nvPr/>
          </p:nvSpPr>
          <p:spPr bwMode="auto">
            <a:xfrm>
              <a:off x="3540" y="3223"/>
              <a:ext cx="1260" cy="748"/>
            </a:xfrm>
            <a:custGeom>
              <a:avLst/>
              <a:gdLst>
                <a:gd name="T0" fmla="*/ 4 w 1260"/>
                <a:gd name="T1" fmla="*/ 276 h 748"/>
                <a:gd name="T2" fmla="*/ 0 w 1260"/>
                <a:gd name="T3" fmla="*/ 516 h 748"/>
                <a:gd name="T4" fmla="*/ 408 w 1260"/>
                <a:gd name="T5" fmla="*/ 748 h 748"/>
                <a:gd name="T6" fmla="*/ 1260 w 1260"/>
                <a:gd name="T7" fmla="*/ 244 h 748"/>
                <a:gd name="T8" fmla="*/ 1260 w 1260"/>
                <a:gd name="T9" fmla="*/ 0 h 748"/>
                <a:gd name="T10" fmla="*/ 412 w 1260"/>
                <a:gd name="T11" fmla="*/ 504 h 748"/>
                <a:gd name="T12" fmla="*/ 4 w 1260"/>
                <a:gd name="T13" fmla="*/ 276 h 748"/>
                <a:gd name="T14" fmla="*/ 0 60000 65536"/>
                <a:gd name="T15" fmla="*/ 0 60000 65536"/>
                <a:gd name="T16" fmla="*/ 0 60000 65536"/>
                <a:gd name="T17" fmla="*/ 0 60000 65536"/>
                <a:gd name="T18" fmla="*/ 0 60000 65536"/>
                <a:gd name="T19" fmla="*/ 0 60000 65536"/>
                <a:gd name="T20" fmla="*/ 0 60000 65536"/>
                <a:gd name="T21" fmla="*/ 0 w 1260"/>
                <a:gd name="T22" fmla="*/ 0 h 748"/>
                <a:gd name="T23" fmla="*/ 1260 w 1260"/>
                <a:gd name="T24" fmla="*/ 748 h 74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260" h="748">
                  <a:moveTo>
                    <a:pt x="4" y="276"/>
                  </a:moveTo>
                  <a:lnTo>
                    <a:pt x="0" y="516"/>
                  </a:lnTo>
                  <a:lnTo>
                    <a:pt x="408" y="748"/>
                  </a:lnTo>
                  <a:lnTo>
                    <a:pt x="1260" y="244"/>
                  </a:lnTo>
                  <a:lnTo>
                    <a:pt x="1260" y="0"/>
                  </a:lnTo>
                  <a:lnTo>
                    <a:pt x="412" y="504"/>
                  </a:lnTo>
                  <a:lnTo>
                    <a:pt x="4" y="276"/>
                  </a:lnTo>
                  <a:close/>
                </a:path>
              </a:pathLst>
            </a:custGeom>
            <a:noFill/>
            <a:ln w="28575" cap="flat" cmpd="sng">
              <a:solidFill>
                <a:srgbClr val="000000"/>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9508" name="Line 83"/>
            <p:cNvSpPr>
              <a:spLocks noChangeShapeType="1"/>
            </p:cNvSpPr>
            <p:nvPr/>
          </p:nvSpPr>
          <p:spPr bwMode="auto">
            <a:xfrm flipH="1">
              <a:off x="3545" y="3229"/>
              <a:ext cx="452" cy="264"/>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509" name="Line 84"/>
            <p:cNvSpPr>
              <a:spLocks noChangeShapeType="1"/>
            </p:cNvSpPr>
            <p:nvPr/>
          </p:nvSpPr>
          <p:spPr bwMode="auto">
            <a:xfrm>
              <a:off x="3950" y="3727"/>
              <a:ext cx="0" cy="244"/>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510" name="Line 85"/>
            <p:cNvSpPr>
              <a:spLocks noChangeShapeType="1"/>
            </p:cNvSpPr>
            <p:nvPr/>
          </p:nvSpPr>
          <p:spPr bwMode="auto">
            <a:xfrm>
              <a:off x="4604" y="3105"/>
              <a:ext cx="194" cy="112"/>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14" name="Group 86"/>
          <p:cNvGrpSpPr>
            <a:grpSpLocks/>
          </p:cNvGrpSpPr>
          <p:nvPr/>
        </p:nvGrpSpPr>
        <p:grpSpPr bwMode="auto">
          <a:xfrm>
            <a:off x="6330950" y="3538538"/>
            <a:ext cx="979488" cy="1204912"/>
            <a:chOff x="3988" y="2602"/>
            <a:chExt cx="617" cy="759"/>
          </a:xfrm>
        </p:grpSpPr>
        <p:sp>
          <p:nvSpPr>
            <p:cNvPr id="19497" name="Line 87"/>
            <p:cNvSpPr>
              <a:spLocks noChangeShapeType="1"/>
            </p:cNvSpPr>
            <p:nvPr/>
          </p:nvSpPr>
          <p:spPr bwMode="auto">
            <a:xfrm flipV="1">
              <a:off x="4188" y="3100"/>
              <a:ext cx="416" cy="252"/>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19498" name="Group 88"/>
            <p:cNvGrpSpPr>
              <a:grpSpLocks/>
            </p:cNvGrpSpPr>
            <p:nvPr/>
          </p:nvGrpSpPr>
          <p:grpSpPr bwMode="auto">
            <a:xfrm>
              <a:off x="3988" y="2602"/>
              <a:ext cx="617" cy="759"/>
              <a:chOff x="3988" y="2602"/>
              <a:chExt cx="617" cy="759"/>
            </a:xfrm>
          </p:grpSpPr>
          <p:sp>
            <p:nvSpPr>
              <p:cNvPr id="19499" name="Line 89"/>
              <p:cNvSpPr>
                <a:spLocks noChangeShapeType="1"/>
              </p:cNvSpPr>
              <p:nvPr/>
            </p:nvSpPr>
            <p:spPr bwMode="auto">
              <a:xfrm>
                <a:off x="3988" y="3222"/>
                <a:ext cx="203" cy="125"/>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500" name="Line 90"/>
              <p:cNvSpPr>
                <a:spLocks noChangeShapeType="1"/>
              </p:cNvSpPr>
              <p:nvPr/>
            </p:nvSpPr>
            <p:spPr bwMode="auto">
              <a:xfrm flipV="1">
                <a:off x="4602" y="2718"/>
                <a:ext cx="0" cy="384"/>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501" name="Line 91"/>
              <p:cNvSpPr>
                <a:spLocks noChangeShapeType="1"/>
              </p:cNvSpPr>
              <p:nvPr/>
            </p:nvSpPr>
            <p:spPr bwMode="auto">
              <a:xfrm flipV="1">
                <a:off x="4192" y="3061"/>
                <a:ext cx="0" cy="30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502" name="Line 92"/>
              <p:cNvSpPr>
                <a:spLocks noChangeShapeType="1"/>
              </p:cNvSpPr>
              <p:nvPr/>
            </p:nvSpPr>
            <p:spPr bwMode="auto">
              <a:xfrm>
                <a:off x="3992" y="2939"/>
                <a:ext cx="204" cy="117"/>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503" name="Line 93"/>
              <p:cNvSpPr>
                <a:spLocks noChangeShapeType="1"/>
              </p:cNvSpPr>
              <p:nvPr/>
            </p:nvSpPr>
            <p:spPr bwMode="auto">
              <a:xfrm flipH="1">
                <a:off x="4186" y="2720"/>
                <a:ext cx="414" cy="336"/>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504" name="Line 94"/>
              <p:cNvSpPr>
                <a:spLocks noChangeShapeType="1"/>
              </p:cNvSpPr>
              <p:nvPr/>
            </p:nvSpPr>
            <p:spPr bwMode="auto">
              <a:xfrm flipH="1">
                <a:off x="4000" y="2602"/>
                <a:ext cx="412" cy="334"/>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505" name="Line 95"/>
              <p:cNvSpPr>
                <a:spLocks noChangeShapeType="1"/>
              </p:cNvSpPr>
              <p:nvPr/>
            </p:nvSpPr>
            <p:spPr bwMode="auto">
              <a:xfrm flipV="1">
                <a:off x="4000" y="2946"/>
                <a:ext cx="0" cy="284"/>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506" name="Line 96"/>
              <p:cNvSpPr>
                <a:spLocks noChangeShapeType="1"/>
              </p:cNvSpPr>
              <p:nvPr/>
            </p:nvSpPr>
            <p:spPr bwMode="auto">
              <a:xfrm>
                <a:off x="4409" y="2605"/>
                <a:ext cx="196" cy="11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sp>
        <p:nvSpPr>
          <p:cNvPr id="179297" name="Rectangle 97"/>
          <p:cNvSpPr>
            <a:spLocks noChangeArrowheads="1"/>
          </p:cNvSpPr>
          <p:nvPr/>
        </p:nvSpPr>
        <p:spPr bwMode="auto">
          <a:xfrm>
            <a:off x="2811463" y="3871913"/>
            <a:ext cx="1717675" cy="463550"/>
          </a:xfrm>
          <a:prstGeom prst="rect">
            <a:avLst/>
          </a:prstGeom>
          <a:noFill/>
          <a:ln w="2857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endParaRPr kumimoji="0" lang="zh-CN" altLang="en-US" sz="2000"/>
          </a:p>
        </p:txBody>
      </p:sp>
      <p:sp>
        <p:nvSpPr>
          <p:cNvPr id="179298" name="Rectangle 98"/>
          <p:cNvSpPr>
            <a:spLocks noChangeArrowheads="1"/>
          </p:cNvSpPr>
          <p:nvPr/>
        </p:nvSpPr>
        <p:spPr bwMode="auto">
          <a:xfrm>
            <a:off x="2835275" y="4730750"/>
            <a:ext cx="1695450" cy="790575"/>
          </a:xfrm>
          <a:prstGeom prst="rect">
            <a:avLst/>
          </a:prstGeom>
          <a:noFill/>
          <a:ln w="2857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endParaRPr kumimoji="0" lang="zh-CN" altLang="en-US" sz="2000"/>
          </a:p>
        </p:txBody>
      </p:sp>
      <p:sp>
        <p:nvSpPr>
          <p:cNvPr id="179299" name="Rectangle 99"/>
          <p:cNvSpPr>
            <a:spLocks noChangeArrowheads="1"/>
          </p:cNvSpPr>
          <p:nvPr/>
        </p:nvSpPr>
        <p:spPr bwMode="auto">
          <a:xfrm>
            <a:off x="3624263" y="4730750"/>
            <a:ext cx="904875" cy="393700"/>
          </a:xfrm>
          <a:prstGeom prst="rect">
            <a:avLst/>
          </a:prstGeom>
          <a:noFill/>
          <a:ln w="2857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endParaRPr kumimoji="0" lang="zh-CN" altLang="en-US" sz="2000"/>
          </a:p>
        </p:txBody>
      </p:sp>
      <p:sp>
        <p:nvSpPr>
          <p:cNvPr id="179300" name="Freeform 100"/>
          <p:cNvSpPr>
            <a:spLocks/>
          </p:cNvSpPr>
          <p:nvPr/>
        </p:nvSpPr>
        <p:spPr bwMode="auto">
          <a:xfrm>
            <a:off x="3619500" y="3213100"/>
            <a:ext cx="914400" cy="657225"/>
          </a:xfrm>
          <a:custGeom>
            <a:avLst/>
            <a:gdLst>
              <a:gd name="T0" fmla="*/ 2147483647 w 576"/>
              <a:gd name="T1" fmla="*/ 2147483647 h 414"/>
              <a:gd name="T2" fmla="*/ 2147483647 w 576"/>
              <a:gd name="T3" fmla="*/ 0 h 414"/>
              <a:gd name="T4" fmla="*/ 0 w 576"/>
              <a:gd name="T5" fmla="*/ 2147483647 h 414"/>
              <a:gd name="T6" fmla="*/ 0 w 576"/>
              <a:gd name="T7" fmla="*/ 2147483647 h 414"/>
              <a:gd name="T8" fmla="*/ 0 60000 65536"/>
              <a:gd name="T9" fmla="*/ 0 60000 65536"/>
              <a:gd name="T10" fmla="*/ 0 60000 65536"/>
              <a:gd name="T11" fmla="*/ 0 60000 65536"/>
              <a:gd name="T12" fmla="*/ 0 w 576"/>
              <a:gd name="T13" fmla="*/ 0 h 414"/>
              <a:gd name="T14" fmla="*/ 576 w 576"/>
              <a:gd name="T15" fmla="*/ 414 h 414"/>
            </a:gdLst>
            <a:ahLst/>
            <a:cxnLst>
              <a:cxn ang="T8">
                <a:pos x="T0" y="T1"/>
              </a:cxn>
              <a:cxn ang="T9">
                <a:pos x="T2" y="T3"/>
              </a:cxn>
              <a:cxn ang="T10">
                <a:pos x="T4" y="T5"/>
              </a:cxn>
              <a:cxn ang="T11">
                <a:pos x="T6" y="T7"/>
              </a:cxn>
            </a:cxnLst>
            <a:rect l="T12" t="T13" r="T14" b="T15"/>
            <a:pathLst>
              <a:path w="576" h="414">
                <a:moveTo>
                  <a:pt x="576" y="408"/>
                </a:moveTo>
                <a:lnTo>
                  <a:pt x="576" y="0"/>
                </a:lnTo>
                <a:lnTo>
                  <a:pt x="0" y="150"/>
                </a:lnTo>
                <a:lnTo>
                  <a:pt x="0" y="414"/>
                </a:lnTo>
              </a:path>
            </a:pathLst>
          </a:custGeom>
          <a:noFill/>
          <a:ln w="28575" cap="flat" cmpd="sng">
            <a:solidFill>
              <a:srgbClr val="000000"/>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02" name="Text Box 102"/>
          <p:cNvSpPr txBox="1">
            <a:spLocks noChangeArrowheads="1"/>
          </p:cNvSpPr>
          <p:nvPr/>
        </p:nvSpPr>
        <p:spPr bwMode="auto">
          <a:xfrm>
            <a:off x="879215" y="5986525"/>
            <a:ext cx="353615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r>
              <a:rPr lang="zh-CN" altLang="en-US" sz="2400" dirty="0" smtClean="0">
                <a:solidFill>
                  <a:srgbClr val="FF0000"/>
                </a:solidFill>
                <a:latin typeface="黑体" pitchFamily="2" charset="-122"/>
                <a:ea typeface="黑体" pitchFamily="2" charset="-122"/>
              </a:rPr>
              <a:t>思考：方法的异同。</a:t>
            </a:r>
            <a:endParaRPr lang="zh-CN" altLang="en-US" sz="2400" dirty="0">
              <a:solidFill>
                <a:srgbClr val="FF0000"/>
              </a:solidFill>
              <a:latin typeface="黑体" pitchFamily="2" charset="-122"/>
              <a:ea typeface="黑体"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79217"/>
                                        </p:tgtEl>
                                        <p:attrNameLst>
                                          <p:attrName>style.visibility</p:attrName>
                                        </p:attrNameLst>
                                      </p:cBhvr>
                                      <p:to>
                                        <p:strVal val="visible"/>
                                      </p:to>
                                    </p:set>
                                    <p:animEffect transition="in" filter="wipe(up)">
                                      <p:cBhvr>
                                        <p:cTn id="7" dur="500"/>
                                        <p:tgtEl>
                                          <p:spTgt spid="17921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179218"/>
                                        </p:tgtEl>
                                        <p:attrNameLst>
                                          <p:attrName>style.visibility</p:attrName>
                                        </p:attrNameLst>
                                      </p:cBhvr>
                                      <p:to>
                                        <p:strVal val="visible"/>
                                      </p:to>
                                    </p:set>
                                    <p:animEffect transition="in" filter="wipe(up)">
                                      <p:cBhvr>
                                        <p:cTn id="12" dur="500"/>
                                        <p:tgtEl>
                                          <p:spTgt spid="17921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179219"/>
                                        </p:tgtEl>
                                        <p:attrNameLst>
                                          <p:attrName>style.visibility</p:attrName>
                                        </p:attrNameLst>
                                      </p:cBhvr>
                                      <p:to>
                                        <p:strVal val="visible"/>
                                      </p:to>
                                    </p:set>
                                    <p:animEffect transition="in" filter="wipe(up)">
                                      <p:cBhvr>
                                        <p:cTn id="17" dur="500"/>
                                        <p:tgtEl>
                                          <p:spTgt spid="179219"/>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1" fill="hold"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wipe(up)">
                                      <p:cBhvr>
                                        <p:cTn id="22" dur="500"/>
                                        <p:tgtEl>
                                          <p:spTgt spid="9"/>
                                        </p:tgtEl>
                                      </p:cBhvr>
                                    </p:animEffect>
                                  </p:childTnLst>
                                </p:cTn>
                              </p:par>
                            </p:childTnLst>
                          </p:cTn>
                        </p:par>
                        <p:par>
                          <p:cTn id="23" fill="hold" nodeType="afterGroup">
                            <p:stCondLst>
                              <p:cond delay="500"/>
                            </p:stCondLst>
                            <p:childTnLst>
                              <p:par>
                                <p:cTn id="24" presetID="22" presetClass="entr" presetSubtype="1" fill="hold" nodeType="after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wipe(up)">
                                      <p:cBhvr>
                                        <p:cTn id="26" dur="500"/>
                                        <p:tgtEl>
                                          <p:spTgt spid="10"/>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1" fill="hold" grpId="0" nodeType="clickEffect">
                                  <p:stCondLst>
                                    <p:cond delay="0"/>
                                  </p:stCondLst>
                                  <p:childTnLst>
                                    <p:set>
                                      <p:cBhvr>
                                        <p:cTn id="30" dur="1" fill="hold">
                                          <p:stCondLst>
                                            <p:cond delay="0"/>
                                          </p:stCondLst>
                                        </p:cTn>
                                        <p:tgtEl>
                                          <p:spTgt spid="179239"/>
                                        </p:tgtEl>
                                        <p:attrNameLst>
                                          <p:attrName>style.visibility</p:attrName>
                                        </p:attrNameLst>
                                      </p:cBhvr>
                                      <p:to>
                                        <p:strVal val="visible"/>
                                      </p:to>
                                    </p:set>
                                    <p:animEffect transition="in" filter="wipe(up)">
                                      <p:cBhvr>
                                        <p:cTn id="31" dur="500"/>
                                        <p:tgtEl>
                                          <p:spTgt spid="179239"/>
                                        </p:tgtEl>
                                      </p:cBhvr>
                                    </p:animEffect>
                                  </p:childTnLst>
                                </p:cTn>
                              </p:par>
                            </p:childTnLst>
                          </p:cTn>
                        </p:par>
                        <p:par>
                          <p:cTn id="32" fill="hold" nodeType="afterGroup">
                            <p:stCondLst>
                              <p:cond delay="500"/>
                            </p:stCondLst>
                            <p:childTnLst>
                              <p:par>
                                <p:cTn id="33" presetID="22" presetClass="entr" presetSubtype="1" fill="hold" grpId="0" nodeType="afterEffect">
                                  <p:stCondLst>
                                    <p:cond delay="0"/>
                                  </p:stCondLst>
                                  <p:childTnLst>
                                    <p:set>
                                      <p:cBhvr>
                                        <p:cTn id="34" dur="1" fill="hold">
                                          <p:stCondLst>
                                            <p:cond delay="0"/>
                                          </p:stCondLst>
                                        </p:cTn>
                                        <p:tgtEl>
                                          <p:spTgt spid="179221"/>
                                        </p:tgtEl>
                                        <p:attrNameLst>
                                          <p:attrName>style.visibility</p:attrName>
                                        </p:attrNameLst>
                                      </p:cBhvr>
                                      <p:to>
                                        <p:strVal val="visible"/>
                                      </p:to>
                                    </p:set>
                                    <p:animEffect transition="in" filter="wipe(up)">
                                      <p:cBhvr>
                                        <p:cTn id="35" dur="500"/>
                                        <p:tgtEl>
                                          <p:spTgt spid="179221"/>
                                        </p:tgtEl>
                                      </p:cBhvr>
                                    </p:animEffect>
                                  </p:childTnLst>
                                </p:cTn>
                              </p:par>
                            </p:childTnLst>
                          </p:cTn>
                        </p:par>
                        <p:par>
                          <p:cTn id="36" fill="hold" nodeType="afterGroup">
                            <p:stCondLst>
                              <p:cond delay="1000"/>
                            </p:stCondLst>
                            <p:childTnLst>
                              <p:par>
                                <p:cTn id="37" presetID="22" presetClass="entr" presetSubtype="1" fill="hold" grpId="0" nodeType="afterEffect">
                                  <p:stCondLst>
                                    <p:cond delay="0"/>
                                  </p:stCondLst>
                                  <p:childTnLst>
                                    <p:set>
                                      <p:cBhvr>
                                        <p:cTn id="38" dur="1" fill="hold">
                                          <p:stCondLst>
                                            <p:cond delay="0"/>
                                          </p:stCondLst>
                                        </p:cTn>
                                        <p:tgtEl>
                                          <p:spTgt spid="179224"/>
                                        </p:tgtEl>
                                        <p:attrNameLst>
                                          <p:attrName>style.visibility</p:attrName>
                                        </p:attrNameLst>
                                      </p:cBhvr>
                                      <p:to>
                                        <p:strVal val="visible"/>
                                      </p:to>
                                    </p:set>
                                    <p:animEffect transition="in" filter="wipe(up)">
                                      <p:cBhvr>
                                        <p:cTn id="39" dur="500"/>
                                        <p:tgtEl>
                                          <p:spTgt spid="179224"/>
                                        </p:tgtEl>
                                      </p:cBhvr>
                                    </p:animEffect>
                                  </p:childTnLst>
                                </p:cTn>
                              </p:par>
                            </p:childTnLst>
                          </p:cTn>
                        </p:par>
                      </p:childTnLst>
                    </p:cTn>
                  </p:par>
                  <p:par>
                    <p:cTn id="40" fill="hold" nodeType="clickPar">
                      <p:stCondLst>
                        <p:cond delay="indefinite"/>
                      </p:stCondLst>
                      <p:childTnLst>
                        <p:par>
                          <p:cTn id="41" fill="hold" nodeType="withGroup">
                            <p:stCondLst>
                              <p:cond delay="0"/>
                            </p:stCondLst>
                            <p:childTnLst>
                              <p:par>
                                <p:cTn id="42" presetID="22" presetClass="entr" presetSubtype="8" fill="hold" grpId="0" nodeType="clickEffect">
                                  <p:stCondLst>
                                    <p:cond delay="0"/>
                                  </p:stCondLst>
                                  <p:childTnLst>
                                    <p:set>
                                      <p:cBhvr>
                                        <p:cTn id="43" dur="1" fill="hold">
                                          <p:stCondLst>
                                            <p:cond delay="0"/>
                                          </p:stCondLst>
                                        </p:cTn>
                                        <p:tgtEl>
                                          <p:spTgt spid="179222"/>
                                        </p:tgtEl>
                                        <p:attrNameLst>
                                          <p:attrName>style.visibility</p:attrName>
                                        </p:attrNameLst>
                                      </p:cBhvr>
                                      <p:to>
                                        <p:strVal val="visible"/>
                                      </p:to>
                                    </p:set>
                                    <p:animEffect transition="in" filter="wipe(left)">
                                      <p:cBhvr>
                                        <p:cTn id="44" dur="500"/>
                                        <p:tgtEl>
                                          <p:spTgt spid="179222"/>
                                        </p:tgtEl>
                                      </p:cBhvr>
                                    </p:animEffect>
                                  </p:childTnLst>
                                </p:cTn>
                              </p:par>
                            </p:childTnLst>
                          </p:cTn>
                        </p:par>
                      </p:childTnLst>
                    </p:cTn>
                  </p:par>
                  <p:par>
                    <p:cTn id="45" fill="hold" nodeType="clickPar">
                      <p:stCondLst>
                        <p:cond delay="indefinite"/>
                      </p:stCondLst>
                      <p:childTnLst>
                        <p:par>
                          <p:cTn id="46" fill="hold" nodeType="withGroup">
                            <p:stCondLst>
                              <p:cond delay="0"/>
                            </p:stCondLst>
                            <p:childTnLst>
                              <p:par>
                                <p:cTn id="47" presetID="22" presetClass="entr" presetSubtype="8" fill="hold" grpId="0" nodeType="clickEffect">
                                  <p:stCondLst>
                                    <p:cond delay="0"/>
                                  </p:stCondLst>
                                  <p:childTnLst>
                                    <p:set>
                                      <p:cBhvr>
                                        <p:cTn id="48" dur="1" fill="hold">
                                          <p:stCondLst>
                                            <p:cond delay="0"/>
                                          </p:stCondLst>
                                        </p:cTn>
                                        <p:tgtEl>
                                          <p:spTgt spid="179223"/>
                                        </p:tgtEl>
                                        <p:attrNameLst>
                                          <p:attrName>style.visibility</p:attrName>
                                        </p:attrNameLst>
                                      </p:cBhvr>
                                      <p:to>
                                        <p:strVal val="visible"/>
                                      </p:to>
                                    </p:set>
                                    <p:animEffect transition="in" filter="wipe(left)">
                                      <p:cBhvr>
                                        <p:cTn id="49" dur="500"/>
                                        <p:tgtEl>
                                          <p:spTgt spid="179223"/>
                                        </p:tgtEl>
                                      </p:cBhvr>
                                    </p:animEffect>
                                  </p:childTnLst>
                                </p:cTn>
                              </p:par>
                            </p:childTnLst>
                          </p:cTn>
                        </p:par>
                      </p:childTnLst>
                    </p:cTn>
                  </p:par>
                  <p:par>
                    <p:cTn id="50" fill="hold" nodeType="clickPar">
                      <p:stCondLst>
                        <p:cond delay="indefinite"/>
                      </p:stCondLst>
                      <p:childTnLst>
                        <p:par>
                          <p:cTn id="51" fill="hold" nodeType="withGroup">
                            <p:stCondLst>
                              <p:cond delay="0"/>
                            </p:stCondLst>
                            <p:childTnLst>
                              <p:par>
                                <p:cTn id="52" presetID="22" presetClass="entr" presetSubtype="1" fill="hold" grpId="0" nodeType="clickEffect">
                                  <p:stCondLst>
                                    <p:cond delay="0"/>
                                  </p:stCondLst>
                                  <p:childTnLst>
                                    <p:set>
                                      <p:cBhvr>
                                        <p:cTn id="53" dur="1" fill="hold">
                                          <p:stCondLst>
                                            <p:cond delay="0"/>
                                          </p:stCondLst>
                                        </p:cTn>
                                        <p:tgtEl>
                                          <p:spTgt spid="179261"/>
                                        </p:tgtEl>
                                        <p:attrNameLst>
                                          <p:attrName>style.visibility</p:attrName>
                                        </p:attrNameLst>
                                      </p:cBhvr>
                                      <p:to>
                                        <p:strVal val="visible"/>
                                      </p:to>
                                    </p:set>
                                    <p:animEffect transition="in" filter="wipe(up)">
                                      <p:cBhvr>
                                        <p:cTn id="54" dur="500"/>
                                        <p:tgtEl>
                                          <p:spTgt spid="179261"/>
                                        </p:tgtEl>
                                      </p:cBhvr>
                                    </p:animEffect>
                                  </p:childTnLst>
                                </p:cTn>
                              </p:par>
                            </p:childTnLst>
                          </p:cTn>
                        </p:par>
                      </p:childTnLst>
                    </p:cTn>
                  </p:par>
                  <p:par>
                    <p:cTn id="55" fill="hold" nodeType="clickPar">
                      <p:stCondLst>
                        <p:cond delay="indefinite"/>
                      </p:stCondLst>
                      <p:childTnLst>
                        <p:par>
                          <p:cTn id="56" fill="hold" nodeType="withGroup">
                            <p:stCondLst>
                              <p:cond delay="0"/>
                            </p:stCondLst>
                            <p:childTnLst>
                              <p:par>
                                <p:cTn id="57" presetID="22" presetClass="entr" presetSubtype="1" fill="hold" grpId="0" nodeType="clickEffect">
                                  <p:stCondLst>
                                    <p:cond delay="0"/>
                                  </p:stCondLst>
                                  <p:childTnLst>
                                    <p:set>
                                      <p:cBhvr>
                                        <p:cTn id="58" dur="1" fill="hold">
                                          <p:stCondLst>
                                            <p:cond delay="0"/>
                                          </p:stCondLst>
                                        </p:cTn>
                                        <p:tgtEl>
                                          <p:spTgt spid="179263"/>
                                        </p:tgtEl>
                                        <p:attrNameLst>
                                          <p:attrName>style.visibility</p:attrName>
                                        </p:attrNameLst>
                                      </p:cBhvr>
                                      <p:to>
                                        <p:strVal val="visible"/>
                                      </p:to>
                                    </p:set>
                                    <p:animEffect transition="in" filter="wipe(up)">
                                      <p:cBhvr>
                                        <p:cTn id="59" dur="500"/>
                                        <p:tgtEl>
                                          <p:spTgt spid="179263"/>
                                        </p:tgtEl>
                                      </p:cBhvr>
                                    </p:animEffect>
                                  </p:childTnLst>
                                </p:cTn>
                              </p:par>
                            </p:childTnLst>
                          </p:cTn>
                        </p:par>
                      </p:childTnLst>
                    </p:cTn>
                  </p:par>
                  <p:par>
                    <p:cTn id="60" fill="hold" nodeType="clickPar">
                      <p:stCondLst>
                        <p:cond delay="indefinite"/>
                      </p:stCondLst>
                      <p:childTnLst>
                        <p:par>
                          <p:cTn id="61" fill="hold" nodeType="withGroup">
                            <p:stCondLst>
                              <p:cond delay="0"/>
                            </p:stCondLst>
                            <p:childTnLst>
                              <p:par>
                                <p:cTn id="62" presetID="22" presetClass="entr" presetSubtype="1" fill="hold" grpId="0" nodeType="clickEffect">
                                  <p:stCondLst>
                                    <p:cond delay="0"/>
                                  </p:stCondLst>
                                  <p:childTnLst>
                                    <p:set>
                                      <p:cBhvr>
                                        <p:cTn id="63" dur="1" fill="hold">
                                          <p:stCondLst>
                                            <p:cond delay="0"/>
                                          </p:stCondLst>
                                        </p:cTn>
                                        <p:tgtEl>
                                          <p:spTgt spid="179262"/>
                                        </p:tgtEl>
                                        <p:attrNameLst>
                                          <p:attrName>style.visibility</p:attrName>
                                        </p:attrNameLst>
                                      </p:cBhvr>
                                      <p:to>
                                        <p:strVal val="visible"/>
                                      </p:to>
                                    </p:set>
                                    <p:animEffect transition="in" filter="wipe(up)">
                                      <p:cBhvr>
                                        <p:cTn id="64" dur="500"/>
                                        <p:tgtEl>
                                          <p:spTgt spid="179262"/>
                                        </p:tgtEl>
                                      </p:cBhvr>
                                    </p:animEffect>
                                  </p:childTnLst>
                                </p:cTn>
                              </p:par>
                            </p:childTnLst>
                          </p:cTn>
                        </p:par>
                      </p:childTnLst>
                    </p:cTn>
                  </p:par>
                  <p:par>
                    <p:cTn id="65" fill="hold" nodeType="clickPar">
                      <p:stCondLst>
                        <p:cond delay="indefinite"/>
                      </p:stCondLst>
                      <p:childTnLst>
                        <p:par>
                          <p:cTn id="66" fill="hold" nodeType="withGroup">
                            <p:stCondLst>
                              <p:cond delay="0"/>
                            </p:stCondLst>
                            <p:childTnLst>
                              <p:par>
                                <p:cTn id="67" presetID="22" presetClass="entr" presetSubtype="1" fill="hold" nodeType="clickEffect">
                                  <p:stCondLst>
                                    <p:cond delay="0"/>
                                  </p:stCondLst>
                                  <p:childTnLst>
                                    <p:set>
                                      <p:cBhvr>
                                        <p:cTn id="68" dur="1" fill="hold">
                                          <p:stCondLst>
                                            <p:cond delay="0"/>
                                          </p:stCondLst>
                                        </p:cTn>
                                        <p:tgtEl>
                                          <p:spTgt spid="6"/>
                                        </p:tgtEl>
                                        <p:attrNameLst>
                                          <p:attrName>style.visibility</p:attrName>
                                        </p:attrNameLst>
                                      </p:cBhvr>
                                      <p:to>
                                        <p:strVal val="visible"/>
                                      </p:to>
                                    </p:set>
                                    <p:animEffect transition="in" filter="wipe(up)">
                                      <p:cBhvr>
                                        <p:cTn id="69" dur="500"/>
                                        <p:tgtEl>
                                          <p:spTgt spid="6"/>
                                        </p:tgtEl>
                                      </p:cBhvr>
                                    </p:animEffect>
                                  </p:childTnLst>
                                </p:cTn>
                              </p:par>
                            </p:childTnLst>
                          </p:cTn>
                        </p:par>
                        <p:par>
                          <p:cTn id="70" fill="hold" nodeType="afterGroup">
                            <p:stCondLst>
                              <p:cond delay="500"/>
                            </p:stCondLst>
                            <p:childTnLst>
                              <p:par>
                                <p:cTn id="71" presetID="22" presetClass="entr" presetSubtype="1" fill="hold" nodeType="afterEffect">
                                  <p:stCondLst>
                                    <p:cond delay="0"/>
                                  </p:stCondLst>
                                  <p:childTnLst>
                                    <p:set>
                                      <p:cBhvr>
                                        <p:cTn id="72" dur="1" fill="hold">
                                          <p:stCondLst>
                                            <p:cond delay="0"/>
                                          </p:stCondLst>
                                        </p:cTn>
                                        <p:tgtEl>
                                          <p:spTgt spid="7"/>
                                        </p:tgtEl>
                                        <p:attrNameLst>
                                          <p:attrName>style.visibility</p:attrName>
                                        </p:attrNameLst>
                                      </p:cBhvr>
                                      <p:to>
                                        <p:strVal val="visible"/>
                                      </p:to>
                                    </p:set>
                                    <p:animEffect transition="in" filter="wipe(up)">
                                      <p:cBhvr>
                                        <p:cTn id="73" dur="500"/>
                                        <p:tgtEl>
                                          <p:spTgt spid="7"/>
                                        </p:tgtEl>
                                      </p:cBhvr>
                                    </p:animEffect>
                                  </p:childTnLst>
                                </p:cTn>
                              </p:par>
                            </p:childTnLst>
                          </p:cTn>
                        </p:par>
                        <p:par>
                          <p:cTn id="74" fill="hold" nodeType="afterGroup">
                            <p:stCondLst>
                              <p:cond delay="1000"/>
                            </p:stCondLst>
                            <p:childTnLst>
                              <p:par>
                                <p:cTn id="75" presetID="22" presetClass="entr" presetSubtype="1" fill="hold" nodeType="afterEffect">
                                  <p:stCondLst>
                                    <p:cond delay="0"/>
                                  </p:stCondLst>
                                  <p:childTnLst>
                                    <p:set>
                                      <p:cBhvr>
                                        <p:cTn id="76" dur="1" fill="hold">
                                          <p:stCondLst>
                                            <p:cond delay="0"/>
                                          </p:stCondLst>
                                        </p:cTn>
                                        <p:tgtEl>
                                          <p:spTgt spid="8"/>
                                        </p:tgtEl>
                                        <p:attrNameLst>
                                          <p:attrName>style.visibility</p:attrName>
                                        </p:attrNameLst>
                                      </p:cBhvr>
                                      <p:to>
                                        <p:strVal val="visible"/>
                                      </p:to>
                                    </p:set>
                                    <p:animEffect transition="in" filter="wipe(up)">
                                      <p:cBhvr>
                                        <p:cTn id="77" dur="500"/>
                                        <p:tgtEl>
                                          <p:spTgt spid="8"/>
                                        </p:tgtEl>
                                      </p:cBhvr>
                                    </p:animEffect>
                                  </p:childTnLst>
                                </p:cTn>
                              </p:par>
                            </p:childTnLst>
                          </p:cTn>
                        </p:par>
                      </p:childTnLst>
                    </p:cTn>
                  </p:par>
                  <p:par>
                    <p:cTn id="78" fill="hold" nodeType="clickPar">
                      <p:stCondLst>
                        <p:cond delay="indefinite"/>
                      </p:stCondLst>
                      <p:childTnLst>
                        <p:par>
                          <p:cTn id="79" fill="hold" nodeType="withGroup">
                            <p:stCondLst>
                              <p:cond delay="0"/>
                            </p:stCondLst>
                            <p:childTnLst>
                              <p:par>
                                <p:cTn id="80" presetID="22" presetClass="entr" presetSubtype="1" fill="hold" nodeType="clickEffect">
                                  <p:stCondLst>
                                    <p:cond delay="0"/>
                                  </p:stCondLst>
                                  <p:childTnLst>
                                    <p:set>
                                      <p:cBhvr>
                                        <p:cTn id="81" dur="1" fill="hold">
                                          <p:stCondLst>
                                            <p:cond delay="0"/>
                                          </p:stCondLst>
                                        </p:cTn>
                                        <p:tgtEl>
                                          <p:spTgt spid="5"/>
                                        </p:tgtEl>
                                        <p:attrNameLst>
                                          <p:attrName>style.visibility</p:attrName>
                                        </p:attrNameLst>
                                      </p:cBhvr>
                                      <p:to>
                                        <p:strVal val="visible"/>
                                      </p:to>
                                    </p:set>
                                    <p:animEffect transition="in" filter="wipe(up)">
                                      <p:cBhvr>
                                        <p:cTn id="82" dur="500"/>
                                        <p:tgtEl>
                                          <p:spTgt spid="5"/>
                                        </p:tgtEl>
                                      </p:cBhvr>
                                    </p:animEffect>
                                  </p:childTnLst>
                                </p:cTn>
                              </p:par>
                            </p:childTnLst>
                          </p:cTn>
                        </p:par>
                      </p:childTnLst>
                    </p:cTn>
                  </p:par>
                  <p:par>
                    <p:cTn id="83" fill="hold" nodeType="clickPar">
                      <p:stCondLst>
                        <p:cond delay="indefinite"/>
                      </p:stCondLst>
                      <p:childTnLst>
                        <p:par>
                          <p:cTn id="84" fill="hold" nodeType="withGroup">
                            <p:stCondLst>
                              <p:cond delay="0"/>
                            </p:stCondLst>
                            <p:childTnLst>
                              <p:par>
                                <p:cTn id="85" presetID="22" presetClass="entr" presetSubtype="1" fill="hold" nodeType="clickEffect">
                                  <p:stCondLst>
                                    <p:cond delay="0"/>
                                  </p:stCondLst>
                                  <p:childTnLst>
                                    <p:set>
                                      <p:cBhvr>
                                        <p:cTn id="86" dur="1" fill="hold">
                                          <p:stCondLst>
                                            <p:cond delay="0"/>
                                          </p:stCondLst>
                                        </p:cTn>
                                        <p:tgtEl>
                                          <p:spTgt spid="4"/>
                                        </p:tgtEl>
                                        <p:attrNameLst>
                                          <p:attrName>style.visibility</p:attrName>
                                        </p:attrNameLst>
                                      </p:cBhvr>
                                      <p:to>
                                        <p:strVal val="visible"/>
                                      </p:to>
                                    </p:set>
                                    <p:animEffect transition="in" filter="wipe(up)">
                                      <p:cBhvr>
                                        <p:cTn id="87" dur="500"/>
                                        <p:tgtEl>
                                          <p:spTgt spid="4"/>
                                        </p:tgtEl>
                                      </p:cBhvr>
                                    </p:animEffect>
                                  </p:childTnLst>
                                </p:cTn>
                              </p:par>
                            </p:childTnLst>
                          </p:cTn>
                        </p:par>
                      </p:childTnLst>
                    </p:cTn>
                  </p:par>
                  <p:par>
                    <p:cTn id="88" fill="hold" nodeType="clickPar">
                      <p:stCondLst>
                        <p:cond delay="indefinite"/>
                      </p:stCondLst>
                      <p:childTnLst>
                        <p:par>
                          <p:cTn id="89" fill="hold" nodeType="withGroup">
                            <p:stCondLst>
                              <p:cond delay="0"/>
                            </p:stCondLst>
                            <p:childTnLst>
                              <p:par>
                                <p:cTn id="90" presetID="22" presetClass="entr" presetSubtype="4" fill="hold" nodeType="clickEffect">
                                  <p:stCondLst>
                                    <p:cond delay="0"/>
                                  </p:stCondLst>
                                  <p:childTnLst>
                                    <p:set>
                                      <p:cBhvr>
                                        <p:cTn id="91" dur="1" fill="hold">
                                          <p:stCondLst>
                                            <p:cond delay="0"/>
                                          </p:stCondLst>
                                        </p:cTn>
                                        <p:tgtEl>
                                          <p:spTgt spid="3"/>
                                        </p:tgtEl>
                                        <p:attrNameLst>
                                          <p:attrName>style.visibility</p:attrName>
                                        </p:attrNameLst>
                                      </p:cBhvr>
                                      <p:to>
                                        <p:strVal val="visible"/>
                                      </p:to>
                                    </p:set>
                                    <p:animEffect transition="in" filter="wipe(down)">
                                      <p:cBhvr>
                                        <p:cTn id="92" dur="500"/>
                                        <p:tgtEl>
                                          <p:spTgt spid="3"/>
                                        </p:tgtEl>
                                      </p:cBhvr>
                                    </p:animEffect>
                                  </p:childTnLst>
                                </p:cTn>
                              </p:par>
                            </p:childTnLst>
                          </p:cTn>
                        </p:par>
                      </p:childTnLst>
                    </p:cTn>
                  </p:par>
                  <p:par>
                    <p:cTn id="93" fill="hold" nodeType="clickPar">
                      <p:stCondLst>
                        <p:cond delay="indefinite"/>
                      </p:stCondLst>
                      <p:childTnLst>
                        <p:par>
                          <p:cTn id="94" fill="hold" nodeType="withGroup">
                            <p:stCondLst>
                              <p:cond delay="0"/>
                            </p:stCondLst>
                            <p:childTnLst>
                              <p:par>
                                <p:cTn id="95" presetID="22" presetClass="entr" presetSubtype="1" fill="hold" grpId="0" nodeType="clickEffect">
                                  <p:stCondLst>
                                    <p:cond delay="0"/>
                                  </p:stCondLst>
                                  <p:childTnLst>
                                    <p:set>
                                      <p:cBhvr>
                                        <p:cTn id="96" dur="1" fill="hold">
                                          <p:stCondLst>
                                            <p:cond delay="0"/>
                                          </p:stCondLst>
                                        </p:cTn>
                                        <p:tgtEl>
                                          <p:spTgt spid="179211"/>
                                        </p:tgtEl>
                                        <p:attrNameLst>
                                          <p:attrName>style.visibility</p:attrName>
                                        </p:attrNameLst>
                                      </p:cBhvr>
                                      <p:to>
                                        <p:strVal val="visible"/>
                                      </p:to>
                                    </p:set>
                                    <p:animEffect transition="in" filter="wipe(up)">
                                      <p:cBhvr>
                                        <p:cTn id="97" dur="500"/>
                                        <p:tgtEl>
                                          <p:spTgt spid="179211"/>
                                        </p:tgtEl>
                                      </p:cBhvr>
                                    </p:animEffect>
                                  </p:childTnLst>
                                </p:cTn>
                              </p:par>
                            </p:childTnLst>
                          </p:cTn>
                        </p:par>
                      </p:childTnLst>
                    </p:cTn>
                  </p:par>
                  <p:par>
                    <p:cTn id="98" fill="hold" nodeType="clickPar">
                      <p:stCondLst>
                        <p:cond delay="indefinite"/>
                      </p:stCondLst>
                      <p:childTnLst>
                        <p:par>
                          <p:cTn id="99" fill="hold" nodeType="withGroup">
                            <p:stCondLst>
                              <p:cond delay="0"/>
                            </p:stCondLst>
                            <p:childTnLst>
                              <p:par>
                                <p:cTn id="100" presetID="22" presetClass="entr" presetSubtype="1" fill="hold" grpId="0" nodeType="clickEffect">
                                  <p:stCondLst>
                                    <p:cond delay="0"/>
                                  </p:stCondLst>
                                  <p:childTnLst>
                                    <p:set>
                                      <p:cBhvr>
                                        <p:cTn id="101" dur="1" fill="hold">
                                          <p:stCondLst>
                                            <p:cond delay="0"/>
                                          </p:stCondLst>
                                        </p:cTn>
                                        <p:tgtEl>
                                          <p:spTgt spid="179233"/>
                                        </p:tgtEl>
                                        <p:attrNameLst>
                                          <p:attrName>style.visibility</p:attrName>
                                        </p:attrNameLst>
                                      </p:cBhvr>
                                      <p:to>
                                        <p:strVal val="visible"/>
                                      </p:to>
                                    </p:set>
                                    <p:animEffect transition="in" filter="wipe(up)">
                                      <p:cBhvr>
                                        <p:cTn id="102" dur="500"/>
                                        <p:tgtEl>
                                          <p:spTgt spid="179233"/>
                                        </p:tgtEl>
                                      </p:cBhvr>
                                    </p:animEffect>
                                  </p:childTnLst>
                                </p:cTn>
                              </p:par>
                            </p:childTnLst>
                          </p:cTn>
                        </p:par>
                      </p:childTnLst>
                    </p:cTn>
                  </p:par>
                  <p:par>
                    <p:cTn id="103" fill="hold" nodeType="clickPar">
                      <p:stCondLst>
                        <p:cond delay="indefinite"/>
                      </p:stCondLst>
                      <p:childTnLst>
                        <p:par>
                          <p:cTn id="104" fill="hold" nodeType="withGroup">
                            <p:stCondLst>
                              <p:cond delay="0"/>
                            </p:stCondLst>
                            <p:childTnLst>
                              <p:par>
                                <p:cTn id="105" presetID="22" presetClass="entr" presetSubtype="1" fill="hold" grpId="0" nodeType="clickEffect">
                                  <p:stCondLst>
                                    <p:cond delay="0"/>
                                  </p:stCondLst>
                                  <p:childTnLst>
                                    <p:set>
                                      <p:cBhvr>
                                        <p:cTn id="106" dur="1" fill="hold">
                                          <p:stCondLst>
                                            <p:cond delay="0"/>
                                          </p:stCondLst>
                                        </p:cTn>
                                        <p:tgtEl>
                                          <p:spTgt spid="179234"/>
                                        </p:tgtEl>
                                        <p:attrNameLst>
                                          <p:attrName>style.visibility</p:attrName>
                                        </p:attrNameLst>
                                      </p:cBhvr>
                                      <p:to>
                                        <p:strVal val="visible"/>
                                      </p:to>
                                    </p:set>
                                    <p:animEffect transition="in" filter="wipe(up)">
                                      <p:cBhvr>
                                        <p:cTn id="107" dur="500"/>
                                        <p:tgtEl>
                                          <p:spTgt spid="179234"/>
                                        </p:tgtEl>
                                      </p:cBhvr>
                                    </p:animEffect>
                                  </p:childTnLst>
                                </p:cTn>
                              </p:par>
                            </p:childTnLst>
                          </p:cTn>
                        </p:par>
                      </p:childTnLst>
                    </p:cTn>
                  </p:par>
                  <p:par>
                    <p:cTn id="108" fill="hold" nodeType="clickPar">
                      <p:stCondLst>
                        <p:cond delay="indefinite"/>
                      </p:stCondLst>
                      <p:childTnLst>
                        <p:par>
                          <p:cTn id="109" fill="hold" nodeType="withGroup">
                            <p:stCondLst>
                              <p:cond delay="0"/>
                            </p:stCondLst>
                            <p:childTnLst>
                              <p:par>
                                <p:cTn id="110" presetID="22" presetClass="entr" presetSubtype="1" fill="hold" grpId="0" nodeType="clickEffect">
                                  <p:stCondLst>
                                    <p:cond delay="0"/>
                                  </p:stCondLst>
                                  <p:childTnLst>
                                    <p:set>
                                      <p:cBhvr>
                                        <p:cTn id="111" dur="1" fill="hold">
                                          <p:stCondLst>
                                            <p:cond delay="0"/>
                                          </p:stCondLst>
                                        </p:cTn>
                                        <p:tgtEl>
                                          <p:spTgt spid="179235"/>
                                        </p:tgtEl>
                                        <p:attrNameLst>
                                          <p:attrName>style.visibility</p:attrName>
                                        </p:attrNameLst>
                                      </p:cBhvr>
                                      <p:to>
                                        <p:strVal val="visible"/>
                                      </p:to>
                                    </p:set>
                                    <p:animEffect transition="in" filter="wipe(up)">
                                      <p:cBhvr>
                                        <p:cTn id="112" dur="500"/>
                                        <p:tgtEl>
                                          <p:spTgt spid="179235"/>
                                        </p:tgtEl>
                                      </p:cBhvr>
                                    </p:animEffect>
                                  </p:childTnLst>
                                </p:cTn>
                              </p:par>
                            </p:childTnLst>
                          </p:cTn>
                        </p:par>
                      </p:childTnLst>
                    </p:cTn>
                  </p:par>
                  <p:par>
                    <p:cTn id="113" fill="hold" nodeType="clickPar">
                      <p:stCondLst>
                        <p:cond delay="indefinite"/>
                      </p:stCondLst>
                      <p:childTnLst>
                        <p:par>
                          <p:cTn id="114" fill="hold" nodeType="withGroup">
                            <p:stCondLst>
                              <p:cond delay="0"/>
                            </p:stCondLst>
                            <p:childTnLst>
                              <p:par>
                                <p:cTn id="115" presetID="22" presetClass="entr" presetSubtype="1" fill="hold" grpId="0" nodeType="clickEffect">
                                  <p:stCondLst>
                                    <p:cond delay="0"/>
                                  </p:stCondLst>
                                  <p:childTnLst>
                                    <p:set>
                                      <p:cBhvr>
                                        <p:cTn id="116" dur="1" fill="hold">
                                          <p:stCondLst>
                                            <p:cond delay="0"/>
                                          </p:stCondLst>
                                        </p:cTn>
                                        <p:tgtEl>
                                          <p:spTgt spid="179236"/>
                                        </p:tgtEl>
                                        <p:attrNameLst>
                                          <p:attrName>style.visibility</p:attrName>
                                        </p:attrNameLst>
                                      </p:cBhvr>
                                      <p:to>
                                        <p:strVal val="visible"/>
                                      </p:to>
                                    </p:set>
                                    <p:animEffect transition="in" filter="wipe(up)">
                                      <p:cBhvr>
                                        <p:cTn id="117" dur="500"/>
                                        <p:tgtEl>
                                          <p:spTgt spid="179236"/>
                                        </p:tgtEl>
                                      </p:cBhvr>
                                    </p:animEffect>
                                  </p:childTnLst>
                                </p:cTn>
                              </p:par>
                            </p:childTnLst>
                          </p:cTn>
                        </p:par>
                      </p:childTnLst>
                    </p:cTn>
                  </p:par>
                  <p:par>
                    <p:cTn id="118" fill="hold" nodeType="clickPar">
                      <p:stCondLst>
                        <p:cond delay="indefinite"/>
                      </p:stCondLst>
                      <p:childTnLst>
                        <p:par>
                          <p:cTn id="119" fill="hold" nodeType="withGroup">
                            <p:stCondLst>
                              <p:cond delay="0"/>
                            </p:stCondLst>
                            <p:childTnLst>
                              <p:par>
                                <p:cTn id="120" presetID="22" presetClass="entr" presetSubtype="1" fill="hold" grpId="0" nodeType="clickEffect">
                                  <p:stCondLst>
                                    <p:cond delay="0"/>
                                  </p:stCondLst>
                                  <p:childTnLst>
                                    <p:set>
                                      <p:cBhvr>
                                        <p:cTn id="121" dur="1" fill="hold">
                                          <p:stCondLst>
                                            <p:cond delay="0"/>
                                          </p:stCondLst>
                                        </p:cTn>
                                        <p:tgtEl>
                                          <p:spTgt spid="179237"/>
                                        </p:tgtEl>
                                        <p:attrNameLst>
                                          <p:attrName>style.visibility</p:attrName>
                                        </p:attrNameLst>
                                      </p:cBhvr>
                                      <p:to>
                                        <p:strVal val="visible"/>
                                      </p:to>
                                    </p:set>
                                    <p:animEffect transition="in" filter="wipe(up)">
                                      <p:cBhvr>
                                        <p:cTn id="122" dur="500"/>
                                        <p:tgtEl>
                                          <p:spTgt spid="179237"/>
                                        </p:tgtEl>
                                      </p:cBhvr>
                                    </p:animEffect>
                                  </p:childTnLst>
                                </p:cTn>
                              </p:par>
                            </p:childTnLst>
                          </p:cTn>
                        </p:par>
                      </p:childTnLst>
                    </p:cTn>
                  </p:par>
                  <p:par>
                    <p:cTn id="123" fill="hold" nodeType="clickPar">
                      <p:stCondLst>
                        <p:cond delay="indefinite"/>
                      </p:stCondLst>
                      <p:childTnLst>
                        <p:par>
                          <p:cTn id="124" fill="hold" nodeType="withGroup">
                            <p:stCondLst>
                              <p:cond delay="0"/>
                            </p:stCondLst>
                            <p:childTnLst>
                              <p:par>
                                <p:cTn id="125" presetID="22" presetClass="entr" presetSubtype="1" fill="hold" grpId="0" nodeType="clickEffect">
                                  <p:stCondLst>
                                    <p:cond delay="0"/>
                                  </p:stCondLst>
                                  <p:childTnLst>
                                    <p:set>
                                      <p:cBhvr>
                                        <p:cTn id="126" dur="1" fill="hold">
                                          <p:stCondLst>
                                            <p:cond delay="0"/>
                                          </p:stCondLst>
                                        </p:cTn>
                                        <p:tgtEl>
                                          <p:spTgt spid="179238"/>
                                        </p:tgtEl>
                                        <p:attrNameLst>
                                          <p:attrName>style.visibility</p:attrName>
                                        </p:attrNameLst>
                                      </p:cBhvr>
                                      <p:to>
                                        <p:strVal val="visible"/>
                                      </p:to>
                                    </p:set>
                                    <p:animEffect transition="in" filter="wipe(up)">
                                      <p:cBhvr>
                                        <p:cTn id="127" dur="500"/>
                                        <p:tgtEl>
                                          <p:spTgt spid="179238"/>
                                        </p:tgtEl>
                                      </p:cBhvr>
                                    </p:animEffect>
                                  </p:childTnLst>
                                </p:cTn>
                              </p:par>
                            </p:childTnLst>
                          </p:cTn>
                        </p:par>
                      </p:childTnLst>
                    </p:cTn>
                  </p:par>
                  <p:par>
                    <p:cTn id="128" fill="hold" nodeType="clickPar">
                      <p:stCondLst>
                        <p:cond delay="indefinite"/>
                      </p:stCondLst>
                      <p:childTnLst>
                        <p:par>
                          <p:cTn id="129" fill="hold" nodeType="withGroup">
                            <p:stCondLst>
                              <p:cond delay="0"/>
                            </p:stCondLst>
                            <p:childTnLst>
                              <p:par>
                                <p:cTn id="130" presetID="22" presetClass="entr" presetSubtype="1" fill="hold" grpId="0" nodeType="clickEffect">
                                  <p:stCondLst>
                                    <p:cond delay="0"/>
                                  </p:stCondLst>
                                  <p:childTnLst>
                                    <p:set>
                                      <p:cBhvr>
                                        <p:cTn id="131" dur="1" fill="hold">
                                          <p:stCondLst>
                                            <p:cond delay="0"/>
                                          </p:stCondLst>
                                        </p:cTn>
                                        <p:tgtEl>
                                          <p:spTgt spid="179216"/>
                                        </p:tgtEl>
                                        <p:attrNameLst>
                                          <p:attrName>style.visibility</p:attrName>
                                        </p:attrNameLst>
                                      </p:cBhvr>
                                      <p:to>
                                        <p:strVal val="visible"/>
                                      </p:to>
                                    </p:set>
                                    <p:animEffect transition="in" filter="wipe(up)">
                                      <p:cBhvr>
                                        <p:cTn id="132" dur="500"/>
                                        <p:tgtEl>
                                          <p:spTgt spid="179216"/>
                                        </p:tgtEl>
                                      </p:cBhvr>
                                    </p:animEffect>
                                  </p:childTnLst>
                                </p:cTn>
                              </p:par>
                            </p:childTnLst>
                          </p:cTn>
                        </p:par>
                      </p:childTnLst>
                    </p:cTn>
                  </p:par>
                  <p:par>
                    <p:cTn id="133" fill="hold" nodeType="clickPar">
                      <p:stCondLst>
                        <p:cond delay="indefinite"/>
                      </p:stCondLst>
                      <p:childTnLst>
                        <p:par>
                          <p:cTn id="134" fill="hold" nodeType="withGroup">
                            <p:stCondLst>
                              <p:cond delay="0"/>
                            </p:stCondLst>
                            <p:childTnLst>
                              <p:par>
                                <p:cTn id="135" presetID="22" presetClass="entr" presetSubtype="1" fill="hold" grpId="0" nodeType="clickEffect">
                                  <p:stCondLst>
                                    <p:cond delay="0"/>
                                  </p:stCondLst>
                                  <p:childTnLst>
                                    <p:set>
                                      <p:cBhvr>
                                        <p:cTn id="136" dur="1" fill="hold">
                                          <p:stCondLst>
                                            <p:cond delay="0"/>
                                          </p:stCondLst>
                                        </p:cTn>
                                        <p:tgtEl>
                                          <p:spTgt spid="179220"/>
                                        </p:tgtEl>
                                        <p:attrNameLst>
                                          <p:attrName>style.visibility</p:attrName>
                                        </p:attrNameLst>
                                      </p:cBhvr>
                                      <p:to>
                                        <p:strVal val="visible"/>
                                      </p:to>
                                    </p:set>
                                    <p:animEffect transition="in" filter="wipe(up)">
                                      <p:cBhvr>
                                        <p:cTn id="137" dur="500"/>
                                        <p:tgtEl>
                                          <p:spTgt spid="179220"/>
                                        </p:tgtEl>
                                      </p:cBhvr>
                                    </p:animEffect>
                                  </p:childTnLst>
                                </p:cTn>
                              </p:par>
                            </p:childTnLst>
                          </p:cTn>
                        </p:par>
                      </p:childTnLst>
                    </p:cTn>
                  </p:par>
                  <p:par>
                    <p:cTn id="138" fill="hold" nodeType="clickPar">
                      <p:stCondLst>
                        <p:cond delay="indefinite"/>
                      </p:stCondLst>
                      <p:childTnLst>
                        <p:par>
                          <p:cTn id="139" fill="hold" nodeType="withGroup">
                            <p:stCondLst>
                              <p:cond delay="0"/>
                            </p:stCondLst>
                            <p:childTnLst>
                              <p:par>
                                <p:cTn id="140" presetID="22" presetClass="entr" presetSubtype="1" fill="hold" grpId="0" nodeType="clickEffect">
                                  <p:stCondLst>
                                    <p:cond delay="0"/>
                                  </p:stCondLst>
                                  <p:childTnLst>
                                    <p:set>
                                      <p:cBhvr>
                                        <p:cTn id="141" dur="1" fill="hold">
                                          <p:stCondLst>
                                            <p:cond delay="0"/>
                                          </p:stCondLst>
                                        </p:cTn>
                                        <p:tgtEl>
                                          <p:spTgt spid="179297"/>
                                        </p:tgtEl>
                                        <p:attrNameLst>
                                          <p:attrName>style.visibility</p:attrName>
                                        </p:attrNameLst>
                                      </p:cBhvr>
                                      <p:to>
                                        <p:strVal val="visible"/>
                                      </p:to>
                                    </p:set>
                                    <p:animEffect transition="in" filter="wipe(up)">
                                      <p:cBhvr>
                                        <p:cTn id="142" dur="500"/>
                                        <p:tgtEl>
                                          <p:spTgt spid="179297"/>
                                        </p:tgtEl>
                                      </p:cBhvr>
                                    </p:animEffect>
                                  </p:childTnLst>
                                </p:cTn>
                              </p:par>
                            </p:childTnLst>
                          </p:cTn>
                        </p:par>
                        <p:par>
                          <p:cTn id="143" fill="hold" nodeType="afterGroup">
                            <p:stCondLst>
                              <p:cond delay="500"/>
                            </p:stCondLst>
                            <p:childTnLst>
                              <p:par>
                                <p:cTn id="144" presetID="22" presetClass="entr" presetSubtype="1" fill="hold" grpId="0" nodeType="afterEffect">
                                  <p:stCondLst>
                                    <p:cond delay="0"/>
                                  </p:stCondLst>
                                  <p:childTnLst>
                                    <p:set>
                                      <p:cBhvr>
                                        <p:cTn id="145" dur="1" fill="hold">
                                          <p:stCondLst>
                                            <p:cond delay="0"/>
                                          </p:stCondLst>
                                        </p:cTn>
                                        <p:tgtEl>
                                          <p:spTgt spid="179298"/>
                                        </p:tgtEl>
                                        <p:attrNameLst>
                                          <p:attrName>style.visibility</p:attrName>
                                        </p:attrNameLst>
                                      </p:cBhvr>
                                      <p:to>
                                        <p:strVal val="visible"/>
                                      </p:to>
                                    </p:set>
                                    <p:animEffect transition="in" filter="wipe(up)">
                                      <p:cBhvr>
                                        <p:cTn id="146" dur="500"/>
                                        <p:tgtEl>
                                          <p:spTgt spid="179298"/>
                                        </p:tgtEl>
                                      </p:cBhvr>
                                    </p:animEffect>
                                  </p:childTnLst>
                                </p:cTn>
                              </p:par>
                            </p:childTnLst>
                          </p:cTn>
                        </p:par>
                      </p:childTnLst>
                    </p:cTn>
                  </p:par>
                  <p:par>
                    <p:cTn id="147" fill="hold" nodeType="clickPar">
                      <p:stCondLst>
                        <p:cond delay="indefinite"/>
                      </p:stCondLst>
                      <p:childTnLst>
                        <p:par>
                          <p:cTn id="148" fill="hold" nodeType="withGroup">
                            <p:stCondLst>
                              <p:cond delay="0"/>
                            </p:stCondLst>
                            <p:childTnLst>
                              <p:par>
                                <p:cTn id="149" presetID="22" presetClass="entr" presetSubtype="1" fill="hold" grpId="0" nodeType="clickEffect">
                                  <p:stCondLst>
                                    <p:cond delay="0"/>
                                  </p:stCondLst>
                                  <p:childTnLst>
                                    <p:set>
                                      <p:cBhvr>
                                        <p:cTn id="150" dur="1" fill="hold">
                                          <p:stCondLst>
                                            <p:cond delay="0"/>
                                          </p:stCondLst>
                                        </p:cTn>
                                        <p:tgtEl>
                                          <p:spTgt spid="179299"/>
                                        </p:tgtEl>
                                        <p:attrNameLst>
                                          <p:attrName>style.visibility</p:attrName>
                                        </p:attrNameLst>
                                      </p:cBhvr>
                                      <p:to>
                                        <p:strVal val="visible"/>
                                      </p:to>
                                    </p:set>
                                    <p:animEffect transition="in" filter="wipe(up)">
                                      <p:cBhvr>
                                        <p:cTn id="151" dur="500"/>
                                        <p:tgtEl>
                                          <p:spTgt spid="179299"/>
                                        </p:tgtEl>
                                      </p:cBhvr>
                                    </p:animEffect>
                                  </p:childTnLst>
                                </p:cTn>
                              </p:par>
                            </p:childTnLst>
                          </p:cTn>
                        </p:par>
                        <p:par>
                          <p:cTn id="152" fill="hold" nodeType="afterGroup">
                            <p:stCondLst>
                              <p:cond delay="500"/>
                            </p:stCondLst>
                            <p:childTnLst>
                              <p:par>
                                <p:cTn id="153" presetID="22" presetClass="entr" presetSubtype="1" fill="hold" grpId="0" nodeType="afterEffect">
                                  <p:stCondLst>
                                    <p:cond delay="0"/>
                                  </p:stCondLst>
                                  <p:childTnLst>
                                    <p:set>
                                      <p:cBhvr>
                                        <p:cTn id="154" dur="1" fill="hold">
                                          <p:stCondLst>
                                            <p:cond delay="0"/>
                                          </p:stCondLst>
                                        </p:cTn>
                                        <p:tgtEl>
                                          <p:spTgt spid="179300"/>
                                        </p:tgtEl>
                                        <p:attrNameLst>
                                          <p:attrName>style.visibility</p:attrName>
                                        </p:attrNameLst>
                                      </p:cBhvr>
                                      <p:to>
                                        <p:strVal val="visible"/>
                                      </p:to>
                                    </p:set>
                                    <p:animEffect transition="in" filter="wipe(up)">
                                      <p:cBhvr>
                                        <p:cTn id="155" dur="500"/>
                                        <p:tgtEl>
                                          <p:spTgt spid="179300"/>
                                        </p:tgtEl>
                                      </p:cBhvr>
                                    </p:animEffect>
                                  </p:childTnLst>
                                </p:cTn>
                              </p:par>
                            </p:childTnLst>
                          </p:cTn>
                        </p:par>
                      </p:childTnLst>
                    </p:cTn>
                  </p:par>
                  <p:par>
                    <p:cTn id="156" fill="hold" nodeType="clickPar">
                      <p:stCondLst>
                        <p:cond delay="indefinite"/>
                      </p:stCondLst>
                      <p:childTnLst>
                        <p:par>
                          <p:cTn id="157" fill="hold" nodeType="withGroup">
                            <p:stCondLst>
                              <p:cond delay="0"/>
                            </p:stCondLst>
                            <p:childTnLst>
                              <p:par>
                                <p:cTn id="158" presetID="22" presetClass="entr" presetSubtype="1" fill="hold" nodeType="clickEffect">
                                  <p:stCondLst>
                                    <p:cond delay="0"/>
                                  </p:stCondLst>
                                  <p:childTnLst>
                                    <p:set>
                                      <p:cBhvr>
                                        <p:cTn id="159" dur="1" fill="hold">
                                          <p:stCondLst>
                                            <p:cond delay="0"/>
                                          </p:stCondLst>
                                        </p:cTn>
                                        <p:tgtEl>
                                          <p:spTgt spid="11"/>
                                        </p:tgtEl>
                                        <p:attrNameLst>
                                          <p:attrName>style.visibility</p:attrName>
                                        </p:attrNameLst>
                                      </p:cBhvr>
                                      <p:to>
                                        <p:strVal val="visible"/>
                                      </p:to>
                                    </p:set>
                                    <p:animEffect transition="in" filter="wipe(up)">
                                      <p:cBhvr>
                                        <p:cTn id="160" dur="500"/>
                                        <p:tgtEl>
                                          <p:spTgt spid="11"/>
                                        </p:tgtEl>
                                      </p:cBhvr>
                                    </p:animEffect>
                                  </p:childTnLst>
                                </p:cTn>
                              </p:par>
                            </p:childTnLst>
                          </p:cTn>
                        </p:par>
                      </p:childTnLst>
                    </p:cTn>
                  </p:par>
                  <p:par>
                    <p:cTn id="161" fill="hold" nodeType="clickPar">
                      <p:stCondLst>
                        <p:cond delay="indefinite"/>
                      </p:stCondLst>
                      <p:childTnLst>
                        <p:par>
                          <p:cTn id="162" fill="hold" nodeType="withGroup">
                            <p:stCondLst>
                              <p:cond delay="0"/>
                            </p:stCondLst>
                            <p:childTnLst>
                              <p:par>
                                <p:cTn id="163" presetID="22" presetClass="entr" presetSubtype="1" fill="hold" nodeType="clickEffect">
                                  <p:stCondLst>
                                    <p:cond delay="0"/>
                                  </p:stCondLst>
                                  <p:childTnLst>
                                    <p:set>
                                      <p:cBhvr>
                                        <p:cTn id="164" dur="1" fill="hold">
                                          <p:stCondLst>
                                            <p:cond delay="0"/>
                                          </p:stCondLst>
                                        </p:cTn>
                                        <p:tgtEl>
                                          <p:spTgt spid="2"/>
                                        </p:tgtEl>
                                        <p:attrNameLst>
                                          <p:attrName>style.visibility</p:attrName>
                                        </p:attrNameLst>
                                      </p:cBhvr>
                                      <p:to>
                                        <p:strVal val="visible"/>
                                      </p:to>
                                    </p:set>
                                    <p:animEffect transition="in" filter="wipe(up)">
                                      <p:cBhvr>
                                        <p:cTn id="165" dur="500"/>
                                        <p:tgtEl>
                                          <p:spTgt spid="2"/>
                                        </p:tgtEl>
                                      </p:cBhvr>
                                    </p:animEffect>
                                  </p:childTnLst>
                                </p:cTn>
                              </p:par>
                            </p:childTnLst>
                          </p:cTn>
                        </p:par>
                      </p:childTnLst>
                    </p:cTn>
                  </p:par>
                  <p:par>
                    <p:cTn id="166" fill="hold" nodeType="clickPar">
                      <p:stCondLst>
                        <p:cond delay="indefinite"/>
                      </p:stCondLst>
                      <p:childTnLst>
                        <p:par>
                          <p:cTn id="167" fill="hold" nodeType="withGroup">
                            <p:stCondLst>
                              <p:cond delay="0"/>
                            </p:stCondLst>
                            <p:childTnLst>
                              <p:par>
                                <p:cTn id="168" presetID="22" presetClass="entr" presetSubtype="1" fill="hold" nodeType="clickEffect">
                                  <p:stCondLst>
                                    <p:cond delay="0"/>
                                  </p:stCondLst>
                                  <p:childTnLst>
                                    <p:set>
                                      <p:cBhvr>
                                        <p:cTn id="169" dur="1" fill="hold">
                                          <p:stCondLst>
                                            <p:cond delay="0"/>
                                          </p:stCondLst>
                                        </p:cTn>
                                        <p:tgtEl>
                                          <p:spTgt spid="12"/>
                                        </p:tgtEl>
                                        <p:attrNameLst>
                                          <p:attrName>style.visibility</p:attrName>
                                        </p:attrNameLst>
                                      </p:cBhvr>
                                      <p:to>
                                        <p:strVal val="visible"/>
                                      </p:to>
                                    </p:set>
                                    <p:animEffect transition="in" filter="wipe(up)">
                                      <p:cBhvr>
                                        <p:cTn id="170" dur="500"/>
                                        <p:tgtEl>
                                          <p:spTgt spid="12"/>
                                        </p:tgtEl>
                                      </p:cBhvr>
                                    </p:animEffect>
                                  </p:childTnLst>
                                </p:cTn>
                              </p:par>
                            </p:childTnLst>
                          </p:cTn>
                        </p:par>
                      </p:childTnLst>
                    </p:cTn>
                  </p:par>
                  <p:par>
                    <p:cTn id="171" fill="hold" nodeType="clickPar">
                      <p:stCondLst>
                        <p:cond delay="indefinite"/>
                      </p:stCondLst>
                      <p:childTnLst>
                        <p:par>
                          <p:cTn id="172" fill="hold" nodeType="withGroup">
                            <p:stCondLst>
                              <p:cond delay="0"/>
                            </p:stCondLst>
                            <p:childTnLst>
                              <p:par>
                                <p:cTn id="173" presetID="22" presetClass="entr" presetSubtype="1" fill="hold" nodeType="clickEffect">
                                  <p:stCondLst>
                                    <p:cond delay="0"/>
                                  </p:stCondLst>
                                  <p:childTnLst>
                                    <p:set>
                                      <p:cBhvr>
                                        <p:cTn id="174" dur="1" fill="hold">
                                          <p:stCondLst>
                                            <p:cond delay="0"/>
                                          </p:stCondLst>
                                        </p:cTn>
                                        <p:tgtEl>
                                          <p:spTgt spid="14"/>
                                        </p:tgtEl>
                                        <p:attrNameLst>
                                          <p:attrName>style.visibility</p:attrName>
                                        </p:attrNameLst>
                                      </p:cBhvr>
                                      <p:to>
                                        <p:strVal val="visible"/>
                                      </p:to>
                                    </p:set>
                                    <p:animEffect transition="in" filter="wipe(up)">
                                      <p:cBhvr>
                                        <p:cTn id="175" dur="500"/>
                                        <p:tgtEl>
                                          <p:spTgt spid="14"/>
                                        </p:tgtEl>
                                      </p:cBhvr>
                                    </p:animEffect>
                                  </p:childTnLst>
                                </p:cTn>
                              </p:par>
                            </p:childTnLst>
                          </p:cTn>
                        </p:par>
                      </p:childTnLst>
                    </p:cTn>
                  </p:par>
                  <p:par>
                    <p:cTn id="176" fill="hold" nodeType="clickPar">
                      <p:stCondLst>
                        <p:cond delay="indefinite"/>
                      </p:stCondLst>
                      <p:childTnLst>
                        <p:par>
                          <p:cTn id="177" fill="hold" nodeType="withGroup">
                            <p:stCondLst>
                              <p:cond delay="0"/>
                            </p:stCondLst>
                            <p:childTnLst>
                              <p:par>
                                <p:cTn id="178" presetID="22" presetClass="entr" presetSubtype="1" fill="hold" nodeType="clickEffect">
                                  <p:stCondLst>
                                    <p:cond delay="0"/>
                                  </p:stCondLst>
                                  <p:childTnLst>
                                    <p:set>
                                      <p:cBhvr>
                                        <p:cTn id="179" dur="1" fill="hold">
                                          <p:stCondLst>
                                            <p:cond delay="0"/>
                                          </p:stCondLst>
                                        </p:cTn>
                                        <p:tgtEl>
                                          <p:spTgt spid="13"/>
                                        </p:tgtEl>
                                        <p:attrNameLst>
                                          <p:attrName>style.visibility</p:attrName>
                                        </p:attrNameLst>
                                      </p:cBhvr>
                                      <p:to>
                                        <p:strVal val="visible"/>
                                      </p:to>
                                    </p:set>
                                    <p:animEffect transition="in" filter="wipe(up)">
                                      <p:cBhvr>
                                        <p:cTn id="180" dur="500"/>
                                        <p:tgtEl>
                                          <p:spTgt spid="13"/>
                                        </p:tgtEl>
                                      </p:cBhvr>
                                    </p:animEffect>
                                  </p:childTnLst>
                                </p:cTn>
                              </p:par>
                            </p:childTnLst>
                          </p:cTn>
                        </p:par>
                      </p:childTnLst>
                    </p:cTn>
                  </p:par>
                  <p:par>
                    <p:cTn id="181" fill="hold" nodeType="clickPar">
                      <p:stCondLst>
                        <p:cond delay="indefinite"/>
                      </p:stCondLst>
                      <p:childTnLst>
                        <p:par>
                          <p:cTn id="182" fill="hold" nodeType="withGroup">
                            <p:stCondLst>
                              <p:cond delay="0"/>
                            </p:stCondLst>
                            <p:childTnLst>
                              <p:par>
                                <p:cTn id="183" presetID="22" presetClass="entr" presetSubtype="1" fill="hold" grpId="0" nodeType="clickEffect">
                                  <p:stCondLst>
                                    <p:cond delay="0"/>
                                  </p:stCondLst>
                                  <p:childTnLst>
                                    <p:set>
                                      <p:cBhvr>
                                        <p:cTn id="184" dur="1" fill="hold">
                                          <p:stCondLst>
                                            <p:cond delay="0"/>
                                          </p:stCondLst>
                                        </p:cTn>
                                        <p:tgtEl>
                                          <p:spTgt spid="179207"/>
                                        </p:tgtEl>
                                        <p:attrNameLst>
                                          <p:attrName>style.visibility</p:attrName>
                                        </p:attrNameLst>
                                      </p:cBhvr>
                                      <p:to>
                                        <p:strVal val="visible"/>
                                      </p:to>
                                    </p:set>
                                    <p:animEffect transition="in" filter="wipe(up)">
                                      <p:cBhvr>
                                        <p:cTn id="185" dur="500"/>
                                        <p:tgtEl>
                                          <p:spTgt spid="179207"/>
                                        </p:tgtEl>
                                      </p:cBhvr>
                                    </p:animEffect>
                                  </p:childTnLst>
                                </p:cTn>
                              </p:par>
                            </p:childTnLst>
                          </p:cTn>
                        </p:par>
                      </p:childTnLst>
                    </p:cTn>
                  </p:par>
                  <p:par>
                    <p:cTn id="186" fill="hold">
                      <p:stCondLst>
                        <p:cond delay="indefinite"/>
                      </p:stCondLst>
                      <p:childTnLst>
                        <p:par>
                          <p:cTn id="187" fill="hold">
                            <p:stCondLst>
                              <p:cond delay="0"/>
                            </p:stCondLst>
                            <p:childTnLst>
                              <p:par>
                                <p:cTn id="188" presetID="3" presetClass="entr" presetSubtype="10" fill="hold" grpId="0" nodeType="clickEffect">
                                  <p:stCondLst>
                                    <p:cond delay="0"/>
                                  </p:stCondLst>
                                  <p:childTnLst>
                                    <p:set>
                                      <p:cBhvr>
                                        <p:cTn id="189" dur="1" fill="hold">
                                          <p:stCondLst>
                                            <p:cond delay="0"/>
                                          </p:stCondLst>
                                        </p:cTn>
                                        <p:tgtEl>
                                          <p:spTgt spid="102"/>
                                        </p:tgtEl>
                                        <p:attrNameLst>
                                          <p:attrName>style.visibility</p:attrName>
                                        </p:attrNameLst>
                                      </p:cBhvr>
                                      <p:to>
                                        <p:strVal val="visible"/>
                                      </p:to>
                                    </p:set>
                                    <p:animEffect transition="in" filter="blinds(horizontal)">
                                      <p:cBhvr>
                                        <p:cTn id="190" dur="500"/>
                                        <p:tgtEl>
                                          <p:spTgt spid="10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9207" grpId="0" animBg="1"/>
      <p:bldP spid="179211" grpId="0" animBg="1"/>
      <p:bldP spid="179216" grpId="0" animBg="1"/>
      <p:bldP spid="179217" grpId="0" autoUpdateAnimBg="0"/>
      <p:bldP spid="179218" grpId="0" autoUpdateAnimBg="0"/>
      <p:bldP spid="179219" grpId="0" autoUpdateAnimBg="0"/>
      <p:bldP spid="179220" grpId="0" autoUpdateAnimBg="0"/>
      <p:bldP spid="179221" grpId="0" animBg="1"/>
      <p:bldP spid="179222" grpId="0" animBg="1"/>
      <p:bldP spid="179223" grpId="0" animBg="1"/>
      <p:bldP spid="179224" grpId="0" animBg="1"/>
      <p:bldP spid="179233" grpId="0" animBg="1"/>
      <p:bldP spid="179234" grpId="0" animBg="1"/>
      <p:bldP spid="179235" grpId="0" animBg="1"/>
      <p:bldP spid="179236" grpId="0" animBg="1"/>
      <p:bldP spid="179237" grpId="0" animBg="1"/>
      <p:bldP spid="179238" grpId="0" animBg="1"/>
      <p:bldP spid="179239" grpId="0" animBg="1"/>
      <p:bldP spid="179261" grpId="0" animBg="1"/>
      <p:bldP spid="179262" grpId="0" animBg="1"/>
      <p:bldP spid="179263" grpId="0" animBg="1"/>
      <p:bldP spid="179297" grpId="0" animBg="1"/>
      <p:bldP spid="179298" grpId="0" animBg="1"/>
      <p:bldP spid="179299" grpId="0" animBg="1"/>
      <p:bldP spid="179300" grpId="0" animBg="1"/>
      <p:bldP spid="102"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50000"/>
              </a:spcBef>
              <a:buClrTx/>
              <a:buFontTx/>
              <a:buNone/>
            </a:pPr>
            <a:fld id="{BB9A413B-837D-475F-90C0-21D9F3605A32}" type="slidenum">
              <a:rPr lang="en-US" altLang="zh-CN" sz="1400" smtClean="0">
                <a:solidFill>
                  <a:schemeClr val="bg2"/>
                </a:solidFill>
              </a:rPr>
              <a:pPr eaLnBrk="1" hangingPunct="1">
                <a:spcBef>
                  <a:spcPct val="50000"/>
                </a:spcBef>
                <a:buClrTx/>
                <a:buFontTx/>
                <a:buNone/>
              </a:pPr>
              <a:t>18</a:t>
            </a:fld>
            <a:endParaRPr lang="en-US" altLang="zh-CN" sz="1400" smtClean="0">
              <a:solidFill>
                <a:schemeClr val="bg2"/>
              </a:solidFill>
            </a:endParaRPr>
          </a:p>
        </p:txBody>
      </p:sp>
      <p:grpSp>
        <p:nvGrpSpPr>
          <p:cNvPr id="2" name="Group 2"/>
          <p:cNvGrpSpPr>
            <a:grpSpLocks/>
          </p:cNvGrpSpPr>
          <p:nvPr/>
        </p:nvGrpSpPr>
        <p:grpSpPr bwMode="auto">
          <a:xfrm>
            <a:off x="977900" y="3949700"/>
            <a:ext cx="1547813" cy="1524000"/>
            <a:chOff x="616" y="2488"/>
            <a:chExt cx="975" cy="960"/>
          </a:xfrm>
        </p:grpSpPr>
        <p:sp>
          <p:nvSpPr>
            <p:cNvPr id="20570" name="Line 3"/>
            <p:cNvSpPr>
              <a:spLocks noChangeShapeType="1"/>
            </p:cNvSpPr>
            <p:nvPr/>
          </p:nvSpPr>
          <p:spPr bwMode="auto">
            <a:xfrm flipH="1">
              <a:off x="658" y="2668"/>
              <a:ext cx="747" cy="0"/>
            </a:xfrm>
            <a:prstGeom prst="line">
              <a:avLst/>
            </a:prstGeom>
            <a:noFill/>
            <a:ln w="9525">
              <a:solidFill>
                <a:srgbClr val="FF0000"/>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571" name="Line 4"/>
            <p:cNvSpPr>
              <a:spLocks noChangeShapeType="1"/>
            </p:cNvSpPr>
            <p:nvPr/>
          </p:nvSpPr>
          <p:spPr bwMode="auto">
            <a:xfrm flipH="1">
              <a:off x="1413" y="2678"/>
              <a:ext cx="4" cy="716"/>
            </a:xfrm>
            <a:prstGeom prst="line">
              <a:avLst/>
            </a:prstGeom>
            <a:noFill/>
            <a:ln w="9525">
              <a:solidFill>
                <a:srgbClr val="FF0000"/>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572" name="Text Box 5"/>
            <p:cNvSpPr txBox="1">
              <a:spLocks noChangeArrowheads="1"/>
            </p:cNvSpPr>
            <p:nvPr/>
          </p:nvSpPr>
          <p:spPr bwMode="auto">
            <a:xfrm>
              <a:off x="616" y="2488"/>
              <a:ext cx="167"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eaLnBrk="1" hangingPunct="1">
                <a:spcBef>
                  <a:spcPct val="0"/>
                </a:spcBef>
                <a:buClrTx/>
                <a:buFontTx/>
                <a:buNone/>
              </a:pPr>
              <a:r>
                <a:rPr lang="en-US" altLang="zh-CN" sz="1400" i="1">
                  <a:latin typeface="ISOCPEUR" pitchFamily="34" charset="0"/>
                </a:rPr>
                <a:t>x</a:t>
              </a:r>
            </a:p>
          </p:txBody>
        </p:sp>
        <p:sp>
          <p:nvSpPr>
            <p:cNvPr id="20573" name="Text Box 6"/>
            <p:cNvSpPr txBox="1">
              <a:spLocks noChangeArrowheads="1"/>
            </p:cNvSpPr>
            <p:nvPr/>
          </p:nvSpPr>
          <p:spPr bwMode="auto">
            <a:xfrm>
              <a:off x="1376" y="2510"/>
              <a:ext cx="167"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eaLnBrk="1" hangingPunct="1">
                <a:spcBef>
                  <a:spcPct val="0"/>
                </a:spcBef>
                <a:buClrTx/>
                <a:buFontTx/>
                <a:buNone/>
              </a:pPr>
              <a:r>
                <a:rPr lang="en-US" altLang="zh-CN" sz="1400" i="1">
                  <a:latin typeface="ISOCPEUR" pitchFamily="34" charset="0"/>
                </a:rPr>
                <a:t>o</a:t>
              </a:r>
            </a:p>
          </p:txBody>
        </p:sp>
        <p:sp>
          <p:nvSpPr>
            <p:cNvPr id="20574" name="Text Box 7"/>
            <p:cNvSpPr txBox="1">
              <a:spLocks noChangeArrowheads="1"/>
            </p:cNvSpPr>
            <p:nvPr/>
          </p:nvSpPr>
          <p:spPr bwMode="auto">
            <a:xfrm>
              <a:off x="1424" y="3256"/>
              <a:ext cx="167"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eaLnBrk="1" hangingPunct="1">
                <a:spcBef>
                  <a:spcPct val="0"/>
                </a:spcBef>
                <a:buClrTx/>
                <a:buFontTx/>
                <a:buNone/>
              </a:pPr>
              <a:r>
                <a:rPr lang="en-US" altLang="zh-CN" sz="1400" i="1">
                  <a:latin typeface="ISOCPEUR" pitchFamily="34" charset="0"/>
                </a:rPr>
                <a:t>y</a:t>
              </a:r>
            </a:p>
          </p:txBody>
        </p:sp>
      </p:grpSp>
      <p:sp>
        <p:nvSpPr>
          <p:cNvPr id="180232" name="Oval 8"/>
          <p:cNvSpPr>
            <a:spLocks noChangeAspect="1" noChangeArrowheads="1"/>
          </p:cNvSpPr>
          <p:nvPr/>
        </p:nvSpPr>
        <p:spPr bwMode="auto">
          <a:xfrm>
            <a:off x="5337175" y="2592388"/>
            <a:ext cx="36513" cy="36512"/>
          </a:xfrm>
          <a:prstGeom prst="ellipse">
            <a:avLst/>
          </a:prstGeom>
          <a:solidFill>
            <a:schemeClr val="tx1"/>
          </a:solidFill>
          <a:ln w="3175">
            <a:solidFill>
              <a:srgbClr val="FFFFFF"/>
            </a:solidFill>
            <a:round/>
            <a:headEnd/>
            <a:tailEnd type="none" w="sm" len="lg"/>
          </a:ln>
        </p:spPr>
        <p:txBody>
          <a:bodyPr wrap="none" anchor="ct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endParaRPr kumimoji="0" lang="zh-CN" altLang="en-US" sz="2000"/>
          </a:p>
        </p:txBody>
      </p:sp>
      <p:grpSp>
        <p:nvGrpSpPr>
          <p:cNvPr id="3" name="Group 100"/>
          <p:cNvGrpSpPr>
            <a:grpSpLocks/>
          </p:cNvGrpSpPr>
          <p:nvPr/>
        </p:nvGrpSpPr>
        <p:grpSpPr bwMode="auto">
          <a:xfrm>
            <a:off x="4638675" y="1354138"/>
            <a:ext cx="2846388" cy="1668462"/>
            <a:chOff x="2922" y="853"/>
            <a:chExt cx="1793" cy="1051"/>
          </a:xfrm>
        </p:grpSpPr>
        <p:sp>
          <p:nvSpPr>
            <p:cNvPr id="20566" name="Line 10"/>
            <p:cNvSpPr>
              <a:spLocks noChangeShapeType="1"/>
            </p:cNvSpPr>
            <p:nvPr/>
          </p:nvSpPr>
          <p:spPr bwMode="auto">
            <a:xfrm>
              <a:off x="2922" y="1385"/>
              <a:ext cx="891" cy="519"/>
            </a:xfrm>
            <a:prstGeom prst="line">
              <a:avLst/>
            </a:prstGeom>
            <a:noFill/>
            <a:ln w="9525">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567" name="Line 11"/>
            <p:cNvSpPr>
              <a:spLocks noChangeShapeType="1"/>
            </p:cNvSpPr>
            <p:nvPr/>
          </p:nvSpPr>
          <p:spPr bwMode="auto">
            <a:xfrm>
              <a:off x="3820" y="854"/>
              <a:ext cx="891" cy="519"/>
            </a:xfrm>
            <a:prstGeom prst="line">
              <a:avLst/>
            </a:prstGeom>
            <a:noFill/>
            <a:ln w="9525">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568" name="Line 12"/>
            <p:cNvSpPr>
              <a:spLocks noChangeShapeType="1"/>
            </p:cNvSpPr>
            <p:nvPr/>
          </p:nvSpPr>
          <p:spPr bwMode="auto">
            <a:xfrm flipV="1">
              <a:off x="3815" y="1377"/>
              <a:ext cx="900" cy="523"/>
            </a:xfrm>
            <a:prstGeom prst="line">
              <a:avLst/>
            </a:prstGeom>
            <a:noFill/>
            <a:ln w="9525">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569" name="Line 13"/>
            <p:cNvSpPr>
              <a:spLocks noChangeShapeType="1"/>
            </p:cNvSpPr>
            <p:nvPr/>
          </p:nvSpPr>
          <p:spPr bwMode="auto">
            <a:xfrm flipV="1">
              <a:off x="2923" y="853"/>
              <a:ext cx="898" cy="526"/>
            </a:xfrm>
            <a:prstGeom prst="line">
              <a:avLst/>
            </a:prstGeom>
            <a:noFill/>
            <a:ln w="9525">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180238" name="Oval 14"/>
          <p:cNvSpPr>
            <a:spLocks noChangeAspect="1" noChangeArrowheads="1"/>
          </p:cNvSpPr>
          <p:nvPr/>
        </p:nvSpPr>
        <p:spPr bwMode="auto">
          <a:xfrm>
            <a:off x="6757988" y="2587625"/>
            <a:ext cx="36512" cy="36513"/>
          </a:xfrm>
          <a:prstGeom prst="ellipse">
            <a:avLst/>
          </a:prstGeom>
          <a:solidFill>
            <a:schemeClr val="tx1"/>
          </a:solidFill>
          <a:ln w="3175">
            <a:solidFill>
              <a:srgbClr val="FFFFFF"/>
            </a:solidFill>
            <a:round/>
            <a:headEnd/>
            <a:tailEnd type="none" w="sm" len="lg"/>
          </a:ln>
        </p:spPr>
        <p:txBody>
          <a:bodyPr wrap="none" anchor="ct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endParaRPr kumimoji="0" lang="zh-CN" altLang="en-US" sz="2000"/>
          </a:p>
        </p:txBody>
      </p:sp>
      <p:sp>
        <p:nvSpPr>
          <p:cNvPr id="180239" name="Oval 15"/>
          <p:cNvSpPr>
            <a:spLocks noChangeAspect="1" noChangeArrowheads="1"/>
          </p:cNvSpPr>
          <p:nvPr/>
        </p:nvSpPr>
        <p:spPr bwMode="auto">
          <a:xfrm>
            <a:off x="6775450" y="1762125"/>
            <a:ext cx="36513" cy="36513"/>
          </a:xfrm>
          <a:prstGeom prst="ellipse">
            <a:avLst/>
          </a:prstGeom>
          <a:solidFill>
            <a:schemeClr val="tx1"/>
          </a:solidFill>
          <a:ln w="3175">
            <a:solidFill>
              <a:srgbClr val="FFFFFF"/>
            </a:solidFill>
            <a:round/>
            <a:headEnd/>
            <a:tailEnd type="none" w="sm" len="lg"/>
          </a:ln>
        </p:spPr>
        <p:txBody>
          <a:bodyPr wrap="none" anchor="ct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endParaRPr kumimoji="0" lang="zh-CN" altLang="en-US" sz="2000"/>
          </a:p>
        </p:txBody>
      </p:sp>
      <p:sp>
        <p:nvSpPr>
          <p:cNvPr id="180240" name="Oval 16"/>
          <p:cNvSpPr>
            <a:spLocks noChangeAspect="1" noChangeArrowheads="1"/>
          </p:cNvSpPr>
          <p:nvPr/>
        </p:nvSpPr>
        <p:spPr bwMode="auto">
          <a:xfrm>
            <a:off x="5318125" y="1762125"/>
            <a:ext cx="36513" cy="36513"/>
          </a:xfrm>
          <a:prstGeom prst="ellipse">
            <a:avLst/>
          </a:prstGeom>
          <a:solidFill>
            <a:schemeClr val="tx1"/>
          </a:solidFill>
          <a:ln w="3175">
            <a:solidFill>
              <a:srgbClr val="FFFFFF"/>
            </a:solidFill>
            <a:round/>
            <a:headEnd/>
            <a:tailEnd type="none" w="sm" len="lg"/>
          </a:ln>
        </p:spPr>
        <p:txBody>
          <a:bodyPr wrap="none" anchor="ct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endParaRPr kumimoji="0" lang="zh-CN" altLang="en-US" sz="2000"/>
          </a:p>
        </p:txBody>
      </p:sp>
      <p:grpSp>
        <p:nvGrpSpPr>
          <p:cNvPr id="4" name="Group 17"/>
          <p:cNvGrpSpPr>
            <a:grpSpLocks/>
          </p:cNvGrpSpPr>
          <p:nvPr/>
        </p:nvGrpSpPr>
        <p:grpSpPr bwMode="auto">
          <a:xfrm>
            <a:off x="4202113" y="631825"/>
            <a:ext cx="3743325" cy="3821113"/>
            <a:chOff x="2647" y="398"/>
            <a:chExt cx="2358" cy="2407"/>
          </a:xfrm>
        </p:grpSpPr>
        <p:sp>
          <p:nvSpPr>
            <p:cNvPr id="20563" name="Line 18"/>
            <p:cNvSpPr>
              <a:spLocks noChangeShapeType="1"/>
            </p:cNvSpPr>
            <p:nvPr/>
          </p:nvSpPr>
          <p:spPr bwMode="auto">
            <a:xfrm flipH="1">
              <a:off x="2647" y="699"/>
              <a:ext cx="2358" cy="1368"/>
            </a:xfrm>
            <a:prstGeom prst="line">
              <a:avLst/>
            </a:prstGeom>
            <a:noFill/>
            <a:ln w="9525">
              <a:solidFill>
                <a:srgbClr val="FE1402"/>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564" name="Line 19"/>
            <p:cNvSpPr>
              <a:spLocks noChangeShapeType="1"/>
            </p:cNvSpPr>
            <p:nvPr/>
          </p:nvSpPr>
          <p:spPr bwMode="auto">
            <a:xfrm rot="10800000" flipH="1">
              <a:off x="3814" y="398"/>
              <a:ext cx="8" cy="2407"/>
            </a:xfrm>
            <a:prstGeom prst="line">
              <a:avLst/>
            </a:prstGeom>
            <a:noFill/>
            <a:ln w="9525">
              <a:solidFill>
                <a:srgbClr val="FE1402"/>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565" name="Line 20"/>
            <p:cNvSpPr>
              <a:spLocks noChangeShapeType="1"/>
            </p:cNvSpPr>
            <p:nvPr/>
          </p:nvSpPr>
          <p:spPr bwMode="auto">
            <a:xfrm>
              <a:off x="3012" y="915"/>
              <a:ext cx="1860" cy="1068"/>
            </a:xfrm>
            <a:prstGeom prst="line">
              <a:avLst/>
            </a:prstGeom>
            <a:noFill/>
            <a:ln w="9525">
              <a:solidFill>
                <a:srgbClr val="FE1402"/>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180245" name="Line 21"/>
          <p:cNvSpPr>
            <a:spLocks noChangeShapeType="1"/>
          </p:cNvSpPr>
          <p:nvPr/>
        </p:nvSpPr>
        <p:spPr bwMode="auto">
          <a:xfrm>
            <a:off x="4629150" y="3571875"/>
            <a:ext cx="2844800" cy="0"/>
          </a:xfrm>
          <a:prstGeom prst="line">
            <a:avLst/>
          </a:prstGeom>
          <a:noFill/>
          <a:ln w="9525">
            <a:solidFill>
              <a:srgbClr val="FF0000"/>
            </a:solidFill>
            <a:round/>
            <a:headEnd/>
            <a:tailEnd type="none" w="sm" len="lg"/>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5" name="Group 22"/>
          <p:cNvGrpSpPr>
            <a:grpSpLocks/>
          </p:cNvGrpSpPr>
          <p:nvPr/>
        </p:nvGrpSpPr>
        <p:grpSpPr bwMode="auto">
          <a:xfrm>
            <a:off x="4316413" y="2414588"/>
            <a:ext cx="3743325" cy="2266950"/>
            <a:chOff x="2719" y="1515"/>
            <a:chExt cx="2358" cy="1428"/>
          </a:xfrm>
        </p:grpSpPr>
        <p:sp>
          <p:nvSpPr>
            <p:cNvPr id="20561" name="Line 23"/>
            <p:cNvSpPr>
              <a:spLocks noChangeShapeType="1"/>
            </p:cNvSpPr>
            <p:nvPr/>
          </p:nvSpPr>
          <p:spPr bwMode="auto">
            <a:xfrm flipH="1">
              <a:off x="2719" y="1515"/>
              <a:ext cx="2358" cy="1368"/>
            </a:xfrm>
            <a:prstGeom prst="line">
              <a:avLst/>
            </a:prstGeom>
            <a:noFill/>
            <a:ln w="9525">
              <a:solidFill>
                <a:srgbClr val="FF0000"/>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562" name="Line 24"/>
            <p:cNvSpPr>
              <a:spLocks noChangeShapeType="1"/>
            </p:cNvSpPr>
            <p:nvPr/>
          </p:nvSpPr>
          <p:spPr bwMode="auto">
            <a:xfrm>
              <a:off x="3180" y="1875"/>
              <a:ext cx="1860" cy="1068"/>
            </a:xfrm>
            <a:prstGeom prst="line">
              <a:avLst/>
            </a:prstGeom>
            <a:noFill/>
            <a:ln w="9525">
              <a:solidFill>
                <a:srgbClr val="FF0000"/>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6" name="Group 101"/>
          <p:cNvGrpSpPr>
            <a:grpSpLocks/>
          </p:cNvGrpSpPr>
          <p:nvPr/>
        </p:nvGrpSpPr>
        <p:grpSpPr bwMode="auto">
          <a:xfrm>
            <a:off x="4641850" y="2738438"/>
            <a:ext cx="2838450" cy="1662112"/>
            <a:chOff x="2924" y="1725"/>
            <a:chExt cx="1788" cy="1047"/>
          </a:xfrm>
        </p:grpSpPr>
        <p:sp>
          <p:nvSpPr>
            <p:cNvPr id="20557" name="Line 26"/>
            <p:cNvSpPr>
              <a:spLocks noChangeShapeType="1"/>
            </p:cNvSpPr>
            <p:nvPr/>
          </p:nvSpPr>
          <p:spPr bwMode="auto">
            <a:xfrm>
              <a:off x="2924" y="2251"/>
              <a:ext cx="890" cy="519"/>
            </a:xfrm>
            <a:prstGeom prst="line">
              <a:avLst/>
            </a:prstGeom>
            <a:noFill/>
            <a:ln w="9525">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558" name="Line 27"/>
            <p:cNvSpPr>
              <a:spLocks noChangeShapeType="1"/>
            </p:cNvSpPr>
            <p:nvPr/>
          </p:nvSpPr>
          <p:spPr bwMode="auto">
            <a:xfrm>
              <a:off x="3814" y="1726"/>
              <a:ext cx="894" cy="521"/>
            </a:xfrm>
            <a:prstGeom prst="line">
              <a:avLst/>
            </a:prstGeom>
            <a:noFill/>
            <a:ln w="9525">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559" name="Line 28"/>
            <p:cNvSpPr>
              <a:spLocks noChangeShapeType="1"/>
            </p:cNvSpPr>
            <p:nvPr/>
          </p:nvSpPr>
          <p:spPr bwMode="auto">
            <a:xfrm flipV="1">
              <a:off x="3818" y="2252"/>
              <a:ext cx="894" cy="520"/>
            </a:xfrm>
            <a:prstGeom prst="line">
              <a:avLst/>
            </a:prstGeom>
            <a:noFill/>
            <a:ln w="9525">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560" name="Line 29"/>
            <p:cNvSpPr>
              <a:spLocks noChangeShapeType="1"/>
            </p:cNvSpPr>
            <p:nvPr/>
          </p:nvSpPr>
          <p:spPr bwMode="auto">
            <a:xfrm flipV="1">
              <a:off x="2926" y="1725"/>
              <a:ext cx="890" cy="521"/>
            </a:xfrm>
            <a:prstGeom prst="line">
              <a:avLst/>
            </a:prstGeom>
            <a:noFill/>
            <a:ln w="9525">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180254" name="Line 30"/>
          <p:cNvSpPr>
            <a:spLocks noChangeShapeType="1"/>
          </p:cNvSpPr>
          <p:nvPr/>
        </p:nvSpPr>
        <p:spPr bwMode="auto">
          <a:xfrm flipV="1">
            <a:off x="6064250" y="1784350"/>
            <a:ext cx="742950" cy="1250950"/>
          </a:xfrm>
          <a:prstGeom prst="line">
            <a:avLst/>
          </a:prstGeom>
          <a:noFill/>
          <a:ln w="9525">
            <a:solidFill>
              <a:srgbClr val="3333CC"/>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80255" name="Line 31"/>
          <p:cNvSpPr>
            <a:spLocks noChangeShapeType="1"/>
          </p:cNvSpPr>
          <p:nvPr/>
        </p:nvSpPr>
        <p:spPr bwMode="auto">
          <a:xfrm flipV="1">
            <a:off x="4633913" y="2184400"/>
            <a:ext cx="2854325" cy="12700"/>
          </a:xfrm>
          <a:prstGeom prst="line">
            <a:avLst/>
          </a:prstGeom>
          <a:noFill/>
          <a:ln w="9525">
            <a:solidFill>
              <a:srgbClr val="FE140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80256" name="Line 32"/>
          <p:cNvSpPr>
            <a:spLocks noChangeShapeType="1"/>
          </p:cNvSpPr>
          <p:nvPr/>
        </p:nvSpPr>
        <p:spPr bwMode="auto">
          <a:xfrm>
            <a:off x="6581775" y="2184400"/>
            <a:ext cx="174625" cy="425450"/>
          </a:xfrm>
          <a:prstGeom prst="line">
            <a:avLst/>
          </a:prstGeom>
          <a:noFill/>
          <a:ln w="3175">
            <a:solidFill>
              <a:srgbClr val="660066"/>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80257" name="Text Box 33"/>
          <p:cNvSpPr txBox="1">
            <a:spLocks noChangeArrowheads="1"/>
          </p:cNvSpPr>
          <p:nvPr/>
        </p:nvSpPr>
        <p:spPr bwMode="auto">
          <a:xfrm>
            <a:off x="5232400" y="2622550"/>
            <a:ext cx="2413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eaLnBrk="1" hangingPunct="1">
              <a:spcBef>
                <a:spcPct val="0"/>
              </a:spcBef>
              <a:buClrTx/>
              <a:buFontTx/>
              <a:buNone/>
            </a:pPr>
            <a:r>
              <a:rPr lang="en-US" altLang="zh-CN" sz="1400" i="1">
                <a:latin typeface="ISOCPEUR" pitchFamily="34" charset="0"/>
              </a:rPr>
              <a:t>1</a:t>
            </a:r>
          </a:p>
        </p:txBody>
      </p:sp>
      <p:sp>
        <p:nvSpPr>
          <p:cNvPr id="180258" name="Text Box 34"/>
          <p:cNvSpPr txBox="1">
            <a:spLocks noChangeArrowheads="1"/>
          </p:cNvSpPr>
          <p:nvPr/>
        </p:nvSpPr>
        <p:spPr bwMode="auto">
          <a:xfrm>
            <a:off x="6673850" y="1425575"/>
            <a:ext cx="338138"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eaLnBrk="1" hangingPunct="1">
              <a:spcBef>
                <a:spcPct val="0"/>
              </a:spcBef>
              <a:buClrTx/>
              <a:buFontTx/>
              <a:buNone/>
            </a:pPr>
            <a:r>
              <a:rPr lang="en-US" altLang="zh-CN" sz="1400" i="1">
                <a:latin typeface="ISOCPEUR" pitchFamily="34" charset="0"/>
              </a:rPr>
              <a:t>3 </a:t>
            </a:r>
          </a:p>
        </p:txBody>
      </p:sp>
      <p:sp>
        <p:nvSpPr>
          <p:cNvPr id="180259" name="Text Box 35"/>
          <p:cNvSpPr txBox="1">
            <a:spLocks noChangeArrowheads="1"/>
          </p:cNvSpPr>
          <p:nvPr/>
        </p:nvSpPr>
        <p:spPr bwMode="auto">
          <a:xfrm>
            <a:off x="6670675" y="2660650"/>
            <a:ext cx="265113"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eaLnBrk="1" hangingPunct="1">
              <a:spcBef>
                <a:spcPct val="0"/>
              </a:spcBef>
              <a:buClrTx/>
              <a:buFontTx/>
              <a:buNone/>
            </a:pPr>
            <a:r>
              <a:rPr lang="en-US" altLang="zh-CN" sz="1400" i="1">
                <a:latin typeface="ISOCPEUR" pitchFamily="34" charset="0"/>
              </a:rPr>
              <a:t>2</a:t>
            </a:r>
          </a:p>
        </p:txBody>
      </p:sp>
      <p:sp>
        <p:nvSpPr>
          <p:cNvPr id="180260" name="Text Box 36"/>
          <p:cNvSpPr txBox="1">
            <a:spLocks noChangeArrowheads="1"/>
          </p:cNvSpPr>
          <p:nvPr/>
        </p:nvSpPr>
        <p:spPr bwMode="auto">
          <a:xfrm>
            <a:off x="5111750" y="1482725"/>
            <a:ext cx="2794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eaLnBrk="1" hangingPunct="1">
              <a:spcBef>
                <a:spcPct val="0"/>
              </a:spcBef>
              <a:buClrTx/>
              <a:buFontTx/>
              <a:buNone/>
            </a:pPr>
            <a:r>
              <a:rPr lang="en-US" altLang="zh-CN" sz="1400" i="1">
                <a:latin typeface="ISOCPEUR" pitchFamily="34" charset="0"/>
              </a:rPr>
              <a:t>4</a:t>
            </a:r>
          </a:p>
        </p:txBody>
      </p:sp>
      <p:sp>
        <p:nvSpPr>
          <p:cNvPr id="180261" name="Text Box 37"/>
          <p:cNvSpPr txBox="1">
            <a:spLocks noChangeArrowheads="1"/>
          </p:cNvSpPr>
          <p:nvPr/>
        </p:nvSpPr>
        <p:spPr bwMode="auto">
          <a:xfrm>
            <a:off x="4227513" y="2063750"/>
            <a:ext cx="3619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eaLnBrk="1" hangingPunct="1">
              <a:spcBef>
                <a:spcPct val="0"/>
              </a:spcBef>
              <a:buClrTx/>
              <a:buFontTx/>
              <a:buNone/>
            </a:pPr>
            <a:r>
              <a:rPr lang="en-US" altLang="zh-CN" sz="1400" i="1">
                <a:latin typeface="黑体" pitchFamily="2" charset="-122"/>
                <a:ea typeface="黑体" pitchFamily="2" charset="-122"/>
              </a:rPr>
              <a:t>A1</a:t>
            </a:r>
          </a:p>
        </p:txBody>
      </p:sp>
      <p:sp>
        <p:nvSpPr>
          <p:cNvPr id="180262" name="Text Box 38"/>
          <p:cNvSpPr txBox="1">
            <a:spLocks noChangeArrowheads="1"/>
          </p:cNvSpPr>
          <p:nvPr/>
        </p:nvSpPr>
        <p:spPr bwMode="auto">
          <a:xfrm>
            <a:off x="5654675" y="3028950"/>
            <a:ext cx="3619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eaLnBrk="1" hangingPunct="1">
              <a:spcBef>
                <a:spcPct val="0"/>
              </a:spcBef>
              <a:buClrTx/>
              <a:buFontTx/>
              <a:buNone/>
            </a:pPr>
            <a:r>
              <a:rPr lang="en-US" altLang="zh-CN" sz="1400" i="1">
                <a:latin typeface="黑体" pitchFamily="2" charset="-122"/>
                <a:ea typeface="黑体" pitchFamily="2" charset="-122"/>
              </a:rPr>
              <a:t>B1</a:t>
            </a:r>
          </a:p>
        </p:txBody>
      </p:sp>
      <p:sp>
        <p:nvSpPr>
          <p:cNvPr id="180263" name="Text Box 39"/>
          <p:cNvSpPr txBox="1">
            <a:spLocks noChangeArrowheads="1"/>
          </p:cNvSpPr>
          <p:nvPr/>
        </p:nvSpPr>
        <p:spPr bwMode="auto">
          <a:xfrm>
            <a:off x="7407275" y="1924050"/>
            <a:ext cx="3619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eaLnBrk="1" hangingPunct="1">
              <a:spcBef>
                <a:spcPct val="0"/>
              </a:spcBef>
              <a:buClrTx/>
              <a:buFontTx/>
              <a:buNone/>
            </a:pPr>
            <a:r>
              <a:rPr lang="en-US" altLang="zh-CN" sz="1400" i="1">
                <a:latin typeface="黑体" pitchFamily="2" charset="-122"/>
                <a:ea typeface="黑体" pitchFamily="2" charset="-122"/>
              </a:rPr>
              <a:t>C1</a:t>
            </a:r>
          </a:p>
        </p:txBody>
      </p:sp>
      <p:sp>
        <p:nvSpPr>
          <p:cNvPr id="180264" name="Text Box 40"/>
          <p:cNvSpPr txBox="1">
            <a:spLocks noChangeArrowheads="1"/>
          </p:cNvSpPr>
          <p:nvPr/>
        </p:nvSpPr>
        <p:spPr bwMode="auto">
          <a:xfrm>
            <a:off x="5775325" y="1073150"/>
            <a:ext cx="3619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eaLnBrk="1" hangingPunct="1">
              <a:spcBef>
                <a:spcPct val="0"/>
              </a:spcBef>
              <a:buClrTx/>
              <a:buFontTx/>
              <a:buNone/>
            </a:pPr>
            <a:r>
              <a:rPr lang="en-US" altLang="zh-CN" sz="1400" i="1">
                <a:latin typeface="黑体" pitchFamily="2" charset="-122"/>
                <a:ea typeface="黑体" pitchFamily="2" charset="-122"/>
              </a:rPr>
              <a:t>D1</a:t>
            </a:r>
          </a:p>
        </p:txBody>
      </p:sp>
      <p:sp>
        <p:nvSpPr>
          <p:cNvPr id="180265" name="Rectangle 41"/>
          <p:cNvSpPr>
            <a:spLocks noChangeArrowheads="1"/>
          </p:cNvSpPr>
          <p:nvPr/>
        </p:nvSpPr>
        <p:spPr bwMode="auto">
          <a:xfrm>
            <a:off x="3886200" y="511175"/>
            <a:ext cx="4579938" cy="4624388"/>
          </a:xfrm>
          <a:prstGeom prst="rect">
            <a:avLst/>
          </a:prstGeom>
          <a:solidFill>
            <a:srgbClr val="FFFFFF"/>
          </a:solidFill>
          <a:ln>
            <a:noFill/>
          </a:ln>
          <a:extLst>
            <a:ext uri="{91240B29-F687-4F45-9708-019B960494DF}">
              <a14:hiddenLine xmlns:a14="http://schemas.microsoft.com/office/drawing/2010/main" w="3175">
                <a:solidFill>
                  <a:srgbClr val="000000"/>
                </a:solidFill>
                <a:miter lim="800000"/>
                <a:headEnd/>
                <a:tailEnd type="none" w="sm" len="lg"/>
              </a14:hiddenLine>
            </a:ext>
          </a:extLst>
        </p:spPr>
        <p:txBody>
          <a:bodyPr wrap="none" anchor="ct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endParaRPr kumimoji="0" lang="zh-CN" altLang="en-US" sz="2000"/>
          </a:p>
        </p:txBody>
      </p:sp>
      <p:sp>
        <p:nvSpPr>
          <p:cNvPr id="20505" name="Text Box 42"/>
          <p:cNvSpPr txBox="1">
            <a:spLocks noChangeArrowheads="1"/>
          </p:cNvSpPr>
          <p:nvPr/>
        </p:nvSpPr>
        <p:spPr bwMode="auto">
          <a:xfrm>
            <a:off x="588963" y="465138"/>
            <a:ext cx="8555037" cy="792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r>
              <a:rPr lang="en-US" altLang="zh-CN">
                <a:latin typeface="黑体" pitchFamily="2" charset="-122"/>
                <a:ea typeface="黑体" pitchFamily="2" charset="-122"/>
              </a:rPr>
              <a:t>3.</a:t>
            </a:r>
            <a:r>
              <a:rPr lang="zh-CN" altLang="en-US">
                <a:latin typeface="黑体" pitchFamily="2" charset="-122"/>
                <a:ea typeface="黑体" pitchFamily="2" charset="-122"/>
              </a:rPr>
              <a:t>圆的画法</a:t>
            </a:r>
          </a:p>
          <a:p>
            <a:pPr eaLnBrk="1" hangingPunct="1">
              <a:spcBef>
                <a:spcPct val="0"/>
              </a:spcBef>
              <a:buClrTx/>
              <a:buFontTx/>
              <a:buNone/>
            </a:pPr>
            <a:endParaRPr lang="en-US" altLang="zh-CN" sz="1400">
              <a:latin typeface="黑体" pitchFamily="2" charset="-122"/>
              <a:ea typeface="黑体" pitchFamily="2" charset="-122"/>
            </a:endParaRPr>
          </a:p>
        </p:txBody>
      </p:sp>
      <p:sp>
        <p:nvSpPr>
          <p:cNvPr id="180267" name="Line 43"/>
          <p:cNvSpPr>
            <a:spLocks noChangeShapeType="1"/>
          </p:cNvSpPr>
          <p:nvPr/>
        </p:nvSpPr>
        <p:spPr bwMode="auto">
          <a:xfrm>
            <a:off x="2243138" y="1498600"/>
            <a:ext cx="0" cy="3706813"/>
          </a:xfrm>
          <a:prstGeom prst="line">
            <a:avLst/>
          </a:prstGeom>
          <a:noFill/>
          <a:ln w="9525">
            <a:solidFill>
              <a:srgbClr val="000000"/>
            </a:solidFill>
            <a:prstDash val="lgDash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80268" name="AutoShape 44"/>
          <p:cNvSpPr>
            <a:spLocks noChangeArrowheads="1"/>
          </p:cNvSpPr>
          <p:nvPr/>
        </p:nvSpPr>
        <p:spPr bwMode="auto">
          <a:xfrm>
            <a:off x="1449388" y="3460750"/>
            <a:ext cx="1593850" cy="1598613"/>
          </a:xfrm>
          <a:prstGeom prst="flowChartConnector">
            <a:avLst/>
          </a:prstGeom>
          <a:noFill/>
          <a:ln w="28575">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endParaRPr kumimoji="0" lang="zh-CN" altLang="en-US" sz="2000"/>
          </a:p>
        </p:txBody>
      </p:sp>
      <p:sp>
        <p:nvSpPr>
          <p:cNvPr id="180269" name="Rectangle 45"/>
          <p:cNvSpPr>
            <a:spLocks noChangeArrowheads="1"/>
          </p:cNvSpPr>
          <p:nvPr/>
        </p:nvSpPr>
        <p:spPr bwMode="auto">
          <a:xfrm>
            <a:off x="1441450" y="3454400"/>
            <a:ext cx="1606550" cy="1606550"/>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endParaRPr kumimoji="0" lang="zh-CN" altLang="en-US" sz="2000"/>
          </a:p>
        </p:txBody>
      </p:sp>
      <p:grpSp>
        <p:nvGrpSpPr>
          <p:cNvPr id="7" name="Group 46"/>
          <p:cNvGrpSpPr>
            <a:grpSpLocks/>
          </p:cNvGrpSpPr>
          <p:nvPr/>
        </p:nvGrpSpPr>
        <p:grpSpPr bwMode="auto">
          <a:xfrm>
            <a:off x="1171575" y="3257550"/>
            <a:ext cx="2182813" cy="1971675"/>
            <a:chOff x="738" y="2052"/>
            <a:chExt cx="1375" cy="1242"/>
          </a:xfrm>
        </p:grpSpPr>
        <p:sp>
          <p:nvSpPr>
            <p:cNvPr id="20553" name="Text Box 47"/>
            <p:cNvSpPr txBox="1">
              <a:spLocks noChangeArrowheads="1"/>
            </p:cNvSpPr>
            <p:nvPr/>
          </p:nvSpPr>
          <p:spPr bwMode="auto">
            <a:xfrm>
              <a:off x="744" y="2052"/>
              <a:ext cx="167"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eaLnBrk="1" hangingPunct="1">
                <a:spcBef>
                  <a:spcPct val="0"/>
                </a:spcBef>
                <a:buClrTx/>
                <a:buFontTx/>
                <a:buNone/>
              </a:pPr>
              <a:r>
                <a:rPr lang="en-US" altLang="zh-CN" sz="1400" i="1">
                  <a:latin typeface="ISOCPEUR" pitchFamily="34" charset="0"/>
                </a:rPr>
                <a:t>a</a:t>
              </a:r>
            </a:p>
          </p:txBody>
        </p:sp>
        <p:sp>
          <p:nvSpPr>
            <p:cNvPr id="20554" name="Text Box 48"/>
            <p:cNvSpPr txBox="1">
              <a:spLocks noChangeArrowheads="1"/>
            </p:cNvSpPr>
            <p:nvPr/>
          </p:nvSpPr>
          <p:spPr bwMode="auto">
            <a:xfrm>
              <a:off x="738" y="3102"/>
              <a:ext cx="167"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eaLnBrk="1" hangingPunct="1">
                <a:spcBef>
                  <a:spcPct val="0"/>
                </a:spcBef>
                <a:buClrTx/>
                <a:buFontTx/>
                <a:buNone/>
              </a:pPr>
              <a:r>
                <a:rPr lang="en-US" altLang="zh-CN" sz="1400" i="1">
                  <a:latin typeface="ISOCPEUR" pitchFamily="34" charset="0"/>
                </a:rPr>
                <a:t>b</a:t>
              </a:r>
            </a:p>
          </p:txBody>
        </p:sp>
        <p:sp>
          <p:nvSpPr>
            <p:cNvPr id="20555" name="Text Box 49"/>
            <p:cNvSpPr txBox="1">
              <a:spLocks noChangeArrowheads="1"/>
            </p:cNvSpPr>
            <p:nvPr/>
          </p:nvSpPr>
          <p:spPr bwMode="auto">
            <a:xfrm>
              <a:off x="1954" y="3096"/>
              <a:ext cx="159"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eaLnBrk="1" hangingPunct="1">
                <a:spcBef>
                  <a:spcPct val="0"/>
                </a:spcBef>
                <a:buClrTx/>
                <a:buFontTx/>
                <a:buNone/>
              </a:pPr>
              <a:r>
                <a:rPr lang="en-US" altLang="zh-CN" sz="1400" i="1">
                  <a:latin typeface="ISOCPEUR" pitchFamily="34" charset="0"/>
                </a:rPr>
                <a:t>c</a:t>
              </a:r>
            </a:p>
          </p:txBody>
        </p:sp>
        <p:sp>
          <p:nvSpPr>
            <p:cNvPr id="20556" name="Text Box 50"/>
            <p:cNvSpPr txBox="1">
              <a:spLocks noChangeArrowheads="1"/>
            </p:cNvSpPr>
            <p:nvPr/>
          </p:nvSpPr>
          <p:spPr bwMode="auto">
            <a:xfrm>
              <a:off x="1926" y="2088"/>
              <a:ext cx="167"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eaLnBrk="1" hangingPunct="1">
                <a:spcBef>
                  <a:spcPct val="0"/>
                </a:spcBef>
                <a:buClrTx/>
                <a:buFontTx/>
                <a:buNone/>
              </a:pPr>
              <a:r>
                <a:rPr lang="en-US" altLang="zh-CN" sz="1400" i="1">
                  <a:latin typeface="ISOCPEUR" pitchFamily="34" charset="0"/>
                </a:rPr>
                <a:t>d</a:t>
              </a:r>
            </a:p>
          </p:txBody>
        </p:sp>
      </p:grpSp>
      <p:grpSp>
        <p:nvGrpSpPr>
          <p:cNvPr id="8" name="Group 51"/>
          <p:cNvGrpSpPr>
            <a:grpSpLocks/>
          </p:cNvGrpSpPr>
          <p:nvPr/>
        </p:nvGrpSpPr>
        <p:grpSpPr bwMode="auto">
          <a:xfrm>
            <a:off x="1450975" y="3457575"/>
            <a:ext cx="1576388" cy="1571625"/>
            <a:chOff x="914" y="2178"/>
            <a:chExt cx="993" cy="990"/>
          </a:xfrm>
        </p:grpSpPr>
        <p:sp>
          <p:nvSpPr>
            <p:cNvPr id="20549" name="Text Box 52"/>
            <p:cNvSpPr txBox="1">
              <a:spLocks noChangeArrowheads="1"/>
            </p:cNvSpPr>
            <p:nvPr/>
          </p:nvSpPr>
          <p:spPr bwMode="auto">
            <a:xfrm>
              <a:off x="914" y="2502"/>
              <a:ext cx="15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eaLnBrk="1" hangingPunct="1">
                <a:spcBef>
                  <a:spcPct val="0"/>
                </a:spcBef>
                <a:buClrTx/>
                <a:buFontTx/>
                <a:buNone/>
              </a:pPr>
              <a:r>
                <a:rPr lang="en-US" altLang="zh-CN" sz="1400" i="1">
                  <a:latin typeface="ISOCPEUR" pitchFamily="34" charset="0"/>
                </a:rPr>
                <a:t>1</a:t>
              </a:r>
            </a:p>
          </p:txBody>
        </p:sp>
        <p:sp>
          <p:nvSpPr>
            <p:cNvPr id="20550" name="Text Box 53"/>
            <p:cNvSpPr txBox="1">
              <a:spLocks noChangeArrowheads="1"/>
            </p:cNvSpPr>
            <p:nvPr/>
          </p:nvSpPr>
          <p:spPr bwMode="auto">
            <a:xfrm>
              <a:off x="1236" y="2976"/>
              <a:ext cx="167"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eaLnBrk="1" hangingPunct="1">
                <a:spcBef>
                  <a:spcPct val="0"/>
                </a:spcBef>
                <a:buClrTx/>
                <a:buFontTx/>
                <a:buNone/>
              </a:pPr>
              <a:r>
                <a:rPr lang="en-US" altLang="zh-CN" sz="1400" i="1">
                  <a:latin typeface="ISOCPEUR" pitchFamily="34" charset="0"/>
                </a:rPr>
                <a:t>2</a:t>
              </a:r>
            </a:p>
          </p:txBody>
        </p:sp>
        <p:sp>
          <p:nvSpPr>
            <p:cNvPr id="20551" name="Text Box 54"/>
            <p:cNvSpPr txBox="1">
              <a:spLocks noChangeArrowheads="1"/>
            </p:cNvSpPr>
            <p:nvPr/>
          </p:nvSpPr>
          <p:spPr bwMode="auto">
            <a:xfrm>
              <a:off x="1740" y="2514"/>
              <a:ext cx="167"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eaLnBrk="1" hangingPunct="1">
                <a:spcBef>
                  <a:spcPct val="0"/>
                </a:spcBef>
                <a:buClrTx/>
                <a:buFontTx/>
                <a:buNone/>
              </a:pPr>
              <a:r>
                <a:rPr lang="en-US" altLang="zh-CN" sz="1400" i="1">
                  <a:latin typeface="ISOCPEUR" pitchFamily="34" charset="0"/>
                </a:rPr>
                <a:t>3</a:t>
              </a:r>
            </a:p>
          </p:txBody>
        </p:sp>
        <p:sp>
          <p:nvSpPr>
            <p:cNvPr id="20552" name="Text Box 55"/>
            <p:cNvSpPr txBox="1">
              <a:spLocks noChangeArrowheads="1"/>
            </p:cNvSpPr>
            <p:nvPr/>
          </p:nvSpPr>
          <p:spPr bwMode="auto">
            <a:xfrm>
              <a:off x="1244" y="2178"/>
              <a:ext cx="176"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eaLnBrk="1" hangingPunct="1">
                <a:spcBef>
                  <a:spcPct val="0"/>
                </a:spcBef>
                <a:buClrTx/>
                <a:buFontTx/>
                <a:buNone/>
              </a:pPr>
              <a:r>
                <a:rPr lang="en-US" altLang="zh-CN" sz="1400" i="1">
                  <a:latin typeface="ISOCPEUR" pitchFamily="34" charset="0"/>
                </a:rPr>
                <a:t>4</a:t>
              </a:r>
            </a:p>
          </p:txBody>
        </p:sp>
      </p:grpSp>
      <p:grpSp>
        <p:nvGrpSpPr>
          <p:cNvPr id="9" name="Group 56"/>
          <p:cNvGrpSpPr>
            <a:grpSpLocks/>
          </p:cNvGrpSpPr>
          <p:nvPr/>
        </p:nvGrpSpPr>
        <p:grpSpPr bwMode="auto">
          <a:xfrm>
            <a:off x="1441450" y="2203450"/>
            <a:ext cx="4622800" cy="2038350"/>
            <a:chOff x="908" y="1388"/>
            <a:chExt cx="2912" cy="1284"/>
          </a:xfrm>
        </p:grpSpPr>
        <p:sp>
          <p:nvSpPr>
            <p:cNvPr id="20547" name="Line 57"/>
            <p:cNvSpPr>
              <a:spLocks noChangeShapeType="1"/>
            </p:cNvSpPr>
            <p:nvPr/>
          </p:nvSpPr>
          <p:spPr bwMode="auto">
            <a:xfrm>
              <a:off x="908" y="2672"/>
              <a:ext cx="500" cy="0"/>
            </a:xfrm>
            <a:prstGeom prst="line">
              <a:avLst/>
            </a:prstGeom>
            <a:noFill/>
            <a:ln w="38100">
              <a:solidFill>
                <a:srgbClr val="FF0066"/>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548" name="Line 58"/>
            <p:cNvSpPr>
              <a:spLocks noChangeShapeType="1"/>
            </p:cNvSpPr>
            <p:nvPr/>
          </p:nvSpPr>
          <p:spPr bwMode="auto">
            <a:xfrm flipH="1">
              <a:off x="3372" y="1388"/>
              <a:ext cx="448" cy="260"/>
            </a:xfrm>
            <a:prstGeom prst="line">
              <a:avLst/>
            </a:prstGeom>
            <a:noFill/>
            <a:ln w="38100">
              <a:solidFill>
                <a:srgbClr val="FF0066"/>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10" name="Group 62"/>
          <p:cNvGrpSpPr>
            <a:grpSpLocks/>
          </p:cNvGrpSpPr>
          <p:nvPr/>
        </p:nvGrpSpPr>
        <p:grpSpPr bwMode="auto">
          <a:xfrm>
            <a:off x="1447800" y="2203450"/>
            <a:ext cx="4610100" cy="2025650"/>
            <a:chOff x="912" y="1388"/>
            <a:chExt cx="2904" cy="1276"/>
          </a:xfrm>
        </p:grpSpPr>
        <p:sp>
          <p:nvSpPr>
            <p:cNvPr id="20545" name="Line 63"/>
            <p:cNvSpPr>
              <a:spLocks noChangeShapeType="1"/>
            </p:cNvSpPr>
            <p:nvPr/>
          </p:nvSpPr>
          <p:spPr bwMode="auto">
            <a:xfrm>
              <a:off x="912" y="2664"/>
              <a:ext cx="500" cy="0"/>
            </a:xfrm>
            <a:prstGeom prst="line">
              <a:avLst/>
            </a:prstGeom>
            <a:noFill/>
            <a:ln w="38100">
              <a:solidFill>
                <a:srgbClr val="FF0066"/>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546" name="Line 64"/>
            <p:cNvSpPr>
              <a:spLocks noChangeShapeType="1"/>
            </p:cNvSpPr>
            <p:nvPr/>
          </p:nvSpPr>
          <p:spPr bwMode="auto">
            <a:xfrm flipH="1">
              <a:off x="3368" y="1388"/>
              <a:ext cx="448" cy="260"/>
            </a:xfrm>
            <a:prstGeom prst="line">
              <a:avLst/>
            </a:prstGeom>
            <a:noFill/>
            <a:ln w="38100">
              <a:solidFill>
                <a:srgbClr val="FF0066"/>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180289" name="Line 65"/>
          <p:cNvSpPr>
            <a:spLocks noChangeShapeType="1"/>
          </p:cNvSpPr>
          <p:nvPr/>
        </p:nvSpPr>
        <p:spPr bwMode="auto">
          <a:xfrm>
            <a:off x="5092700" y="2197100"/>
            <a:ext cx="0" cy="1374775"/>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80290" name="Line 66"/>
          <p:cNvSpPr>
            <a:spLocks noChangeShapeType="1"/>
          </p:cNvSpPr>
          <p:nvPr/>
        </p:nvSpPr>
        <p:spPr bwMode="auto">
          <a:xfrm>
            <a:off x="7042150" y="2209800"/>
            <a:ext cx="0" cy="136525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11" name="Group 67"/>
          <p:cNvGrpSpPr>
            <a:grpSpLocks/>
          </p:cNvGrpSpPr>
          <p:nvPr/>
        </p:nvGrpSpPr>
        <p:grpSpPr bwMode="auto">
          <a:xfrm>
            <a:off x="2228850" y="1628775"/>
            <a:ext cx="3841750" cy="1927225"/>
            <a:chOff x="1404" y="1026"/>
            <a:chExt cx="2420" cy="1214"/>
          </a:xfrm>
        </p:grpSpPr>
        <p:sp>
          <p:nvSpPr>
            <p:cNvPr id="20543" name="Line 68"/>
            <p:cNvSpPr>
              <a:spLocks noChangeShapeType="1"/>
            </p:cNvSpPr>
            <p:nvPr/>
          </p:nvSpPr>
          <p:spPr bwMode="auto">
            <a:xfrm>
              <a:off x="3824" y="1388"/>
              <a:ext cx="0" cy="852"/>
            </a:xfrm>
            <a:prstGeom prst="line">
              <a:avLst/>
            </a:prstGeom>
            <a:noFill/>
            <a:ln w="57150">
              <a:solidFill>
                <a:srgbClr val="FF0066"/>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544" name="Line 69"/>
            <p:cNvSpPr>
              <a:spLocks noChangeShapeType="1"/>
            </p:cNvSpPr>
            <p:nvPr/>
          </p:nvSpPr>
          <p:spPr bwMode="auto">
            <a:xfrm>
              <a:off x="1404" y="1026"/>
              <a:ext cx="0" cy="846"/>
            </a:xfrm>
            <a:prstGeom prst="line">
              <a:avLst/>
            </a:prstGeom>
            <a:noFill/>
            <a:ln w="57150">
              <a:solidFill>
                <a:srgbClr val="FF0066"/>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12" name="Group 70"/>
          <p:cNvGrpSpPr>
            <a:grpSpLocks/>
          </p:cNvGrpSpPr>
          <p:nvPr/>
        </p:nvGrpSpPr>
        <p:grpSpPr bwMode="auto">
          <a:xfrm>
            <a:off x="2238375" y="1647825"/>
            <a:ext cx="3832225" cy="1914525"/>
            <a:chOff x="1410" y="1038"/>
            <a:chExt cx="2414" cy="1206"/>
          </a:xfrm>
        </p:grpSpPr>
        <p:sp>
          <p:nvSpPr>
            <p:cNvPr id="20541" name="Line 71"/>
            <p:cNvSpPr>
              <a:spLocks noChangeShapeType="1"/>
            </p:cNvSpPr>
            <p:nvPr/>
          </p:nvSpPr>
          <p:spPr bwMode="auto">
            <a:xfrm>
              <a:off x="3824" y="1392"/>
              <a:ext cx="0" cy="852"/>
            </a:xfrm>
            <a:prstGeom prst="line">
              <a:avLst/>
            </a:prstGeom>
            <a:noFill/>
            <a:ln w="57150">
              <a:solidFill>
                <a:srgbClr val="FF0066"/>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542" name="Line 72"/>
            <p:cNvSpPr>
              <a:spLocks noChangeShapeType="1"/>
            </p:cNvSpPr>
            <p:nvPr/>
          </p:nvSpPr>
          <p:spPr bwMode="auto">
            <a:xfrm>
              <a:off x="1410" y="1038"/>
              <a:ext cx="0" cy="846"/>
            </a:xfrm>
            <a:prstGeom prst="line">
              <a:avLst/>
            </a:prstGeom>
            <a:noFill/>
            <a:ln w="57150">
              <a:solidFill>
                <a:srgbClr val="FF0066"/>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13" name="Group 73"/>
          <p:cNvGrpSpPr>
            <a:grpSpLocks/>
          </p:cNvGrpSpPr>
          <p:nvPr/>
        </p:nvGrpSpPr>
        <p:grpSpPr bwMode="auto">
          <a:xfrm>
            <a:off x="2238375" y="1638300"/>
            <a:ext cx="3832225" cy="1917700"/>
            <a:chOff x="1410" y="1032"/>
            <a:chExt cx="2414" cy="1208"/>
          </a:xfrm>
        </p:grpSpPr>
        <p:sp>
          <p:nvSpPr>
            <p:cNvPr id="20539" name="Line 74"/>
            <p:cNvSpPr>
              <a:spLocks noChangeShapeType="1"/>
            </p:cNvSpPr>
            <p:nvPr/>
          </p:nvSpPr>
          <p:spPr bwMode="auto">
            <a:xfrm>
              <a:off x="3824" y="1388"/>
              <a:ext cx="0" cy="852"/>
            </a:xfrm>
            <a:prstGeom prst="line">
              <a:avLst/>
            </a:prstGeom>
            <a:noFill/>
            <a:ln w="57150">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540" name="Line 75"/>
            <p:cNvSpPr>
              <a:spLocks noChangeShapeType="1"/>
            </p:cNvSpPr>
            <p:nvPr/>
          </p:nvSpPr>
          <p:spPr bwMode="auto">
            <a:xfrm>
              <a:off x="1410" y="1032"/>
              <a:ext cx="0" cy="846"/>
            </a:xfrm>
            <a:prstGeom prst="line">
              <a:avLst/>
            </a:prstGeom>
            <a:noFill/>
            <a:ln w="57150">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180300" name="Line 76"/>
          <p:cNvSpPr>
            <a:spLocks noChangeShapeType="1"/>
          </p:cNvSpPr>
          <p:nvPr/>
        </p:nvSpPr>
        <p:spPr bwMode="auto">
          <a:xfrm flipV="1">
            <a:off x="1303338" y="4227513"/>
            <a:ext cx="1833562" cy="4762"/>
          </a:xfrm>
          <a:prstGeom prst="line">
            <a:avLst/>
          </a:prstGeom>
          <a:noFill/>
          <a:ln w="9525">
            <a:solidFill>
              <a:srgbClr val="000000"/>
            </a:solidFill>
            <a:prstDash val="lgDash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80301" name="Rectangle 77"/>
          <p:cNvSpPr>
            <a:spLocks noChangeArrowheads="1"/>
          </p:cNvSpPr>
          <p:nvPr/>
        </p:nvSpPr>
        <p:spPr bwMode="auto">
          <a:xfrm>
            <a:off x="1444625" y="1627188"/>
            <a:ext cx="1601788" cy="1346200"/>
          </a:xfrm>
          <a:prstGeom prst="rect">
            <a:avLst/>
          </a:prstGeom>
          <a:noFill/>
          <a:ln w="2857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endParaRPr kumimoji="0" lang="zh-CN" altLang="en-US" sz="2000"/>
          </a:p>
        </p:txBody>
      </p:sp>
      <p:sp>
        <p:nvSpPr>
          <p:cNvPr id="180302" name="Arc 78"/>
          <p:cNvSpPr>
            <a:spLocks/>
          </p:cNvSpPr>
          <p:nvPr/>
        </p:nvSpPr>
        <p:spPr bwMode="auto">
          <a:xfrm>
            <a:off x="5345113" y="3567113"/>
            <a:ext cx="1431925" cy="609600"/>
          </a:xfrm>
          <a:custGeom>
            <a:avLst/>
            <a:gdLst>
              <a:gd name="T0" fmla="*/ 2147483647 w 31831"/>
              <a:gd name="T1" fmla="*/ 2147483647 h 21600"/>
              <a:gd name="T2" fmla="*/ 0 w 31831"/>
              <a:gd name="T3" fmla="*/ 2147483647 h 21600"/>
              <a:gd name="T4" fmla="*/ 2147483647 w 31831"/>
              <a:gd name="T5" fmla="*/ 0 h 21600"/>
              <a:gd name="T6" fmla="*/ 0 60000 65536"/>
              <a:gd name="T7" fmla="*/ 0 60000 65536"/>
              <a:gd name="T8" fmla="*/ 0 60000 65536"/>
              <a:gd name="T9" fmla="*/ 0 w 31831"/>
              <a:gd name="T10" fmla="*/ 0 h 21600"/>
              <a:gd name="T11" fmla="*/ 31831 w 31831"/>
              <a:gd name="T12" fmla="*/ 21600 h 21600"/>
            </a:gdLst>
            <a:ahLst/>
            <a:cxnLst>
              <a:cxn ang="T6">
                <a:pos x="T0" y="T1"/>
              </a:cxn>
              <a:cxn ang="T7">
                <a:pos x="T2" y="T3"/>
              </a:cxn>
              <a:cxn ang="T8">
                <a:pos x="T4" y="T5"/>
              </a:cxn>
            </a:cxnLst>
            <a:rect l="T9" t="T10" r="T11" b="T12"/>
            <a:pathLst>
              <a:path w="31831" h="21600" fill="none" extrusionOk="0">
                <a:moveTo>
                  <a:pt x="31830" y="14527"/>
                </a:moveTo>
                <a:cubicBezTo>
                  <a:pt x="27736" y="19031"/>
                  <a:pt x="21932" y="21599"/>
                  <a:pt x="15846" y="21600"/>
                </a:cubicBezTo>
                <a:cubicBezTo>
                  <a:pt x="9830" y="21600"/>
                  <a:pt x="4087" y="19091"/>
                  <a:pt x="0" y="14678"/>
                </a:cubicBezTo>
              </a:path>
              <a:path w="31831" h="21600" stroke="0" extrusionOk="0">
                <a:moveTo>
                  <a:pt x="31830" y="14527"/>
                </a:moveTo>
                <a:cubicBezTo>
                  <a:pt x="27736" y="19031"/>
                  <a:pt x="21932" y="21599"/>
                  <a:pt x="15846" y="21600"/>
                </a:cubicBezTo>
                <a:cubicBezTo>
                  <a:pt x="9830" y="21600"/>
                  <a:pt x="4087" y="19091"/>
                  <a:pt x="0" y="14678"/>
                </a:cubicBezTo>
                <a:lnTo>
                  <a:pt x="15846" y="0"/>
                </a:lnTo>
                <a:lnTo>
                  <a:pt x="31830" y="14527"/>
                </a:lnTo>
                <a:close/>
              </a:path>
            </a:pathLst>
          </a:custGeom>
          <a:noFill/>
          <a:ln w="3175">
            <a:solidFill>
              <a:srgbClr val="000000"/>
            </a:solidFill>
            <a:round/>
            <a:headEnd/>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80303" name="Arc 79"/>
          <p:cNvSpPr>
            <a:spLocks/>
          </p:cNvSpPr>
          <p:nvPr/>
        </p:nvSpPr>
        <p:spPr bwMode="auto">
          <a:xfrm>
            <a:off x="5343525" y="1566863"/>
            <a:ext cx="1446213" cy="622300"/>
          </a:xfrm>
          <a:custGeom>
            <a:avLst/>
            <a:gdLst>
              <a:gd name="T0" fmla="*/ 0 w 32083"/>
              <a:gd name="T1" fmla="*/ 2147483647 h 21600"/>
              <a:gd name="T2" fmla="*/ 2147483647 w 32083"/>
              <a:gd name="T3" fmla="*/ 2147483647 h 21600"/>
              <a:gd name="T4" fmla="*/ 2147483647 w 32083"/>
              <a:gd name="T5" fmla="*/ 2147483647 h 21600"/>
              <a:gd name="T6" fmla="*/ 0 60000 65536"/>
              <a:gd name="T7" fmla="*/ 0 60000 65536"/>
              <a:gd name="T8" fmla="*/ 0 60000 65536"/>
              <a:gd name="T9" fmla="*/ 0 w 32083"/>
              <a:gd name="T10" fmla="*/ 0 h 21600"/>
              <a:gd name="T11" fmla="*/ 32083 w 32083"/>
              <a:gd name="T12" fmla="*/ 21600 h 21600"/>
            </a:gdLst>
            <a:ahLst/>
            <a:cxnLst>
              <a:cxn ang="T6">
                <a:pos x="T0" y="T1"/>
              </a:cxn>
              <a:cxn ang="T7">
                <a:pos x="T2" y="T3"/>
              </a:cxn>
              <a:cxn ang="T8">
                <a:pos x="T4" y="T5"/>
              </a:cxn>
            </a:cxnLst>
            <a:rect l="T9" t="T10" r="T11" b="T12"/>
            <a:pathLst>
              <a:path w="32083" h="21600" fill="none" extrusionOk="0">
                <a:moveTo>
                  <a:pt x="0" y="7195"/>
                </a:moveTo>
                <a:cubicBezTo>
                  <a:pt x="4098" y="2616"/>
                  <a:pt x="9951" y="-1"/>
                  <a:pt x="16096" y="0"/>
                </a:cubicBezTo>
                <a:cubicBezTo>
                  <a:pt x="22183" y="0"/>
                  <a:pt x="27989" y="2569"/>
                  <a:pt x="32083" y="7074"/>
                </a:cubicBezTo>
              </a:path>
              <a:path w="32083" h="21600" stroke="0" extrusionOk="0">
                <a:moveTo>
                  <a:pt x="0" y="7195"/>
                </a:moveTo>
                <a:cubicBezTo>
                  <a:pt x="4098" y="2616"/>
                  <a:pt x="9951" y="-1"/>
                  <a:pt x="16096" y="0"/>
                </a:cubicBezTo>
                <a:cubicBezTo>
                  <a:pt x="22183" y="0"/>
                  <a:pt x="27989" y="2569"/>
                  <a:pt x="32083" y="7074"/>
                </a:cubicBezTo>
                <a:lnTo>
                  <a:pt x="16096" y="21600"/>
                </a:lnTo>
                <a:lnTo>
                  <a:pt x="0" y="7195"/>
                </a:lnTo>
                <a:close/>
              </a:path>
            </a:pathLst>
          </a:custGeom>
          <a:noFill/>
          <a:ln w="3175">
            <a:solidFill>
              <a:srgbClr val="000000"/>
            </a:solidFill>
            <a:round/>
            <a:headEnd/>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80304" name="Arc 80"/>
          <p:cNvSpPr>
            <a:spLocks/>
          </p:cNvSpPr>
          <p:nvPr/>
        </p:nvSpPr>
        <p:spPr bwMode="auto">
          <a:xfrm>
            <a:off x="5356225" y="2179638"/>
            <a:ext cx="1406525" cy="609600"/>
          </a:xfrm>
          <a:custGeom>
            <a:avLst/>
            <a:gdLst>
              <a:gd name="T0" fmla="*/ 2147483647 w 31262"/>
              <a:gd name="T1" fmla="*/ 2147483647 h 21600"/>
              <a:gd name="T2" fmla="*/ 0 w 31262"/>
              <a:gd name="T3" fmla="*/ 2147483647 h 21600"/>
              <a:gd name="T4" fmla="*/ 2147483647 w 31262"/>
              <a:gd name="T5" fmla="*/ 0 h 21600"/>
              <a:gd name="T6" fmla="*/ 0 60000 65536"/>
              <a:gd name="T7" fmla="*/ 0 60000 65536"/>
              <a:gd name="T8" fmla="*/ 0 60000 65536"/>
              <a:gd name="T9" fmla="*/ 0 w 31262"/>
              <a:gd name="T10" fmla="*/ 0 h 21600"/>
              <a:gd name="T11" fmla="*/ 31262 w 31262"/>
              <a:gd name="T12" fmla="*/ 21600 h 21600"/>
            </a:gdLst>
            <a:ahLst/>
            <a:cxnLst>
              <a:cxn ang="T6">
                <a:pos x="T0" y="T1"/>
              </a:cxn>
              <a:cxn ang="T7">
                <a:pos x="T2" y="T3"/>
              </a:cxn>
              <a:cxn ang="T8">
                <a:pos x="T4" y="T5"/>
              </a:cxn>
            </a:cxnLst>
            <a:rect l="T9" t="T10" r="T11" b="T12"/>
            <a:pathLst>
              <a:path w="31262" h="21600" fill="none" extrusionOk="0">
                <a:moveTo>
                  <a:pt x="31261" y="14957"/>
                </a:moveTo>
                <a:cubicBezTo>
                  <a:pt x="27188" y="19201"/>
                  <a:pt x="21560" y="21599"/>
                  <a:pt x="15679" y="21600"/>
                </a:cubicBezTo>
                <a:cubicBezTo>
                  <a:pt x="9748" y="21600"/>
                  <a:pt x="4079" y="19161"/>
                  <a:pt x="0" y="14856"/>
                </a:cubicBezTo>
              </a:path>
              <a:path w="31262" h="21600" stroke="0" extrusionOk="0">
                <a:moveTo>
                  <a:pt x="31261" y="14957"/>
                </a:moveTo>
                <a:cubicBezTo>
                  <a:pt x="27188" y="19201"/>
                  <a:pt x="21560" y="21599"/>
                  <a:pt x="15679" y="21600"/>
                </a:cubicBezTo>
                <a:cubicBezTo>
                  <a:pt x="9748" y="21600"/>
                  <a:pt x="4079" y="19161"/>
                  <a:pt x="0" y="14856"/>
                </a:cubicBezTo>
                <a:lnTo>
                  <a:pt x="15679" y="0"/>
                </a:lnTo>
                <a:lnTo>
                  <a:pt x="31261" y="14957"/>
                </a:lnTo>
                <a:close/>
              </a:path>
            </a:pathLst>
          </a:custGeom>
          <a:noFill/>
          <a:ln w="3175">
            <a:solidFill>
              <a:srgbClr val="000000"/>
            </a:solidFill>
            <a:round/>
            <a:headEnd/>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80305" name="Arc 81"/>
          <p:cNvSpPr>
            <a:spLocks/>
          </p:cNvSpPr>
          <p:nvPr/>
        </p:nvSpPr>
        <p:spPr bwMode="auto">
          <a:xfrm>
            <a:off x="6070600" y="1768475"/>
            <a:ext cx="971550" cy="838200"/>
          </a:xfrm>
          <a:custGeom>
            <a:avLst/>
            <a:gdLst>
              <a:gd name="T0" fmla="*/ 2147483647 w 21600"/>
              <a:gd name="T1" fmla="*/ 0 h 29690"/>
              <a:gd name="T2" fmla="*/ 2147483647 w 21600"/>
              <a:gd name="T3" fmla="*/ 2147483647 h 29690"/>
              <a:gd name="T4" fmla="*/ 0 w 21600"/>
              <a:gd name="T5" fmla="*/ 2147483647 h 29690"/>
              <a:gd name="T6" fmla="*/ 0 60000 65536"/>
              <a:gd name="T7" fmla="*/ 0 60000 65536"/>
              <a:gd name="T8" fmla="*/ 0 60000 65536"/>
              <a:gd name="T9" fmla="*/ 0 w 21600"/>
              <a:gd name="T10" fmla="*/ 0 h 29690"/>
              <a:gd name="T11" fmla="*/ 21600 w 21600"/>
              <a:gd name="T12" fmla="*/ 29690 h 29690"/>
            </a:gdLst>
            <a:ahLst/>
            <a:cxnLst>
              <a:cxn ang="T6">
                <a:pos x="T0" y="T1"/>
              </a:cxn>
              <a:cxn ang="T7">
                <a:pos x="T2" y="T3"/>
              </a:cxn>
              <a:cxn ang="T8">
                <a:pos x="T4" y="T5"/>
              </a:cxn>
            </a:cxnLst>
            <a:rect l="T9" t="T10" r="T11" b="T12"/>
            <a:pathLst>
              <a:path w="21600" h="29690" fill="none" extrusionOk="0">
                <a:moveTo>
                  <a:pt x="16020" y="-1"/>
                </a:moveTo>
                <a:cubicBezTo>
                  <a:pt x="19611" y="3970"/>
                  <a:pt x="21600" y="9133"/>
                  <a:pt x="21600" y="14488"/>
                </a:cubicBezTo>
                <a:cubicBezTo>
                  <a:pt x="21600" y="20181"/>
                  <a:pt x="19351" y="25645"/>
                  <a:pt x="15344" y="29689"/>
                </a:cubicBezTo>
              </a:path>
              <a:path w="21600" h="29690" stroke="0" extrusionOk="0">
                <a:moveTo>
                  <a:pt x="16020" y="-1"/>
                </a:moveTo>
                <a:cubicBezTo>
                  <a:pt x="19611" y="3970"/>
                  <a:pt x="21600" y="9133"/>
                  <a:pt x="21600" y="14488"/>
                </a:cubicBezTo>
                <a:cubicBezTo>
                  <a:pt x="21600" y="20181"/>
                  <a:pt x="19351" y="25645"/>
                  <a:pt x="15344" y="29689"/>
                </a:cubicBezTo>
                <a:lnTo>
                  <a:pt x="0" y="14488"/>
                </a:lnTo>
                <a:lnTo>
                  <a:pt x="16020" y="-1"/>
                </a:lnTo>
                <a:close/>
              </a:path>
            </a:pathLst>
          </a:custGeom>
          <a:noFill/>
          <a:ln w="3175">
            <a:solidFill>
              <a:srgbClr val="000000"/>
            </a:solidFill>
            <a:round/>
            <a:headEnd/>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80306" name="Arc 82"/>
          <p:cNvSpPr>
            <a:spLocks/>
          </p:cNvSpPr>
          <p:nvPr/>
        </p:nvSpPr>
        <p:spPr bwMode="auto">
          <a:xfrm>
            <a:off x="5087938" y="1784350"/>
            <a:ext cx="971550" cy="817563"/>
          </a:xfrm>
          <a:custGeom>
            <a:avLst/>
            <a:gdLst>
              <a:gd name="T0" fmla="*/ 2147483647 w 21600"/>
              <a:gd name="T1" fmla="*/ 2147483647 h 28979"/>
              <a:gd name="T2" fmla="*/ 2147483647 w 21600"/>
              <a:gd name="T3" fmla="*/ 0 h 28979"/>
              <a:gd name="T4" fmla="*/ 2147483647 w 21600"/>
              <a:gd name="T5" fmla="*/ 2147483647 h 28979"/>
              <a:gd name="T6" fmla="*/ 0 60000 65536"/>
              <a:gd name="T7" fmla="*/ 0 60000 65536"/>
              <a:gd name="T8" fmla="*/ 0 60000 65536"/>
              <a:gd name="T9" fmla="*/ 0 w 21600"/>
              <a:gd name="T10" fmla="*/ 0 h 28979"/>
              <a:gd name="T11" fmla="*/ 21600 w 21600"/>
              <a:gd name="T12" fmla="*/ 28979 h 28979"/>
            </a:gdLst>
            <a:ahLst/>
            <a:cxnLst>
              <a:cxn ang="T6">
                <a:pos x="T0" y="T1"/>
              </a:cxn>
              <a:cxn ang="T7">
                <a:pos x="T2" y="T3"/>
              </a:cxn>
              <a:cxn ang="T8">
                <a:pos x="T4" y="T5"/>
              </a:cxn>
            </a:cxnLst>
            <a:rect l="T9" t="T10" r="T11" b="T12"/>
            <a:pathLst>
              <a:path w="21600" h="28979" fill="none" extrusionOk="0">
                <a:moveTo>
                  <a:pt x="5881" y="28978"/>
                </a:moveTo>
                <a:cubicBezTo>
                  <a:pt x="2103" y="24970"/>
                  <a:pt x="0" y="19671"/>
                  <a:pt x="0" y="14164"/>
                </a:cubicBezTo>
                <a:cubicBezTo>
                  <a:pt x="-1" y="8959"/>
                  <a:pt x="1879" y="3929"/>
                  <a:pt x="5292" y="0"/>
                </a:cubicBezTo>
              </a:path>
              <a:path w="21600" h="28979" stroke="0" extrusionOk="0">
                <a:moveTo>
                  <a:pt x="5881" y="28978"/>
                </a:moveTo>
                <a:cubicBezTo>
                  <a:pt x="2103" y="24970"/>
                  <a:pt x="0" y="19671"/>
                  <a:pt x="0" y="14164"/>
                </a:cubicBezTo>
                <a:cubicBezTo>
                  <a:pt x="-1" y="8959"/>
                  <a:pt x="1879" y="3929"/>
                  <a:pt x="5292" y="0"/>
                </a:cubicBezTo>
                <a:lnTo>
                  <a:pt x="21600" y="14164"/>
                </a:lnTo>
                <a:lnTo>
                  <a:pt x="5881" y="28978"/>
                </a:lnTo>
                <a:close/>
              </a:path>
            </a:pathLst>
          </a:custGeom>
          <a:noFill/>
          <a:ln w="3175">
            <a:solidFill>
              <a:srgbClr val="000000"/>
            </a:solidFill>
            <a:round/>
            <a:headEnd/>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80307" name="Arc 83"/>
          <p:cNvSpPr>
            <a:spLocks/>
          </p:cNvSpPr>
          <p:nvPr/>
        </p:nvSpPr>
        <p:spPr bwMode="auto">
          <a:xfrm>
            <a:off x="6067425" y="3549650"/>
            <a:ext cx="971550" cy="427038"/>
          </a:xfrm>
          <a:custGeom>
            <a:avLst/>
            <a:gdLst>
              <a:gd name="T0" fmla="*/ 2147483647 w 21593"/>
              <a:gd name="T1" fmla="*/ 2147483647 h 14776"/>
              <a:gd name="T2" fmla="*/ 2147483647 w 21593"/>
              <a:gd name="T3" fmla="*/ 2147483647 h 14776"/>
              <a:gd name="T4" fmla="*/ 0 w 21593"/>
              <a:gd name="T5" fmla="*/ 0 h 14776"/>
              <a:gd name="T6" fmla="*/ 0 60000 65536"/>
              <a:gd name="T7" fmla="*/ 0 60000 65536"/>
              <a:gd name="T8" fmla="*/ 0 60000 65536"/>
              <a:gd name="T9" fmla="*/ 0 w 21593"/>
              <a:gd name="T10" fmla="*/ 0 h 14776"/>
              <a:gd name="T11" fmla="*/ 21593 w 21593"/>
              <a:gd name="T12" fmla="*/ 14776 h 14776"/>
            </a:gdLst>
            <a:ahLst/>
            <a:cxnLst>
              <a:cxn ang="T6">
                <a:pos x="T0" y="T1"/>
              </a:cxn>
              <a:cxn ang="T7">
                <a:pos x="T2" y="T3"/>
              </a:cxn>
              <a:cxn ang="T8">
                <a:pos x="T4" y="T5"/>
              </a:cxn>
            </a:cxnLst>
            <a:rect l="T9" t="T10" r="T11" b="T12"/>
            <a:pathLst>
              <a:path w="21593" h="14776" fill="none" extrusionOk="0">
                <a:moveTo>
                  <a:pt x="21593" y="549"/>
                </a:moveTo>
                <a:cubicBezTo>
                  <a:pt x="21458" y="5846"/>
                  <a:pt x="19380" y="10910"/>
                  <a:pt x="15755" y="14775"/>
                </a:cubicBezTo>
              </a:path>
              <a:path w="21593" h="14776" stroke="0" extrusionOk="0">
                <a:moveTo>
                  <a:pt x="21593" y="549"/>
                </a:moveTo>
                <a:cubicBezTo>
                  <a:pt x="21458" y="5846"/>
                  <a:pt x="19380" y="10910"/>
                  <a:pt x="15755" y="14775"/>
                </a:cubicBezTo>
                <a:lnTo>
                  <a:pt x="0" y="0"/>
                </a:lnTo>
                <a:lnTo>
                  <a:pt x="21593" y="549"/>
                </a:lnTo>
                <a:close/>
              </a:path>
            </a:pathLst>
          </a:custGeom>
          <a:noFill/>
          <a:ln w="3175">
            <a:solidFill>
              <a:srgbClr val="000000"/>
            </a:solidFill>
            <a:round/>
            <a:headEnd/>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80308" name="Arc 84"/>
          <p:cNvSpPr>
            <a:spLocks/>
          </p:cNvSpPr>
          <p:nvPr/>
        </p:nvSpPr>
        <p:spPr bwMode="auto">
          <a:xfrm>
            <a:off x="5086350" y="3556000"/>
            <a:ext cx="971550" cy="427038"/>
          </a:xfrm>
          <a:custGeom>
            <a:avLst/>
            <a:gdLst>
              <a:gd name="T0" fmla="*/ 2147483647 w 21598"/>
              <a:gd name="T1" fmla="*/ 2147483647 h 14640"/>
              <a:gd name="T2" fmla="*/ 0 w 21598"/>
              <a:gd name="T3" fmla="*/ 2147483647 h 14640"/>
              <a:gd name="T4" fmla="*/ 2147483647 w 21598"/>
              <a:gd name="T5" fmla="*/ 0 h 14640"/>
              <a:gd name="T6" fmla="*/ 0 60000 65536"/>
              <a:gd name="T7" fmla="*/ 0 60000 65536"/>
              <a:gd name="T8" fmla="*/ 0 60000 65536"/>
              <a:gd name="T9" fmla="*/ 0 w 21598"/>
              <a:gd name="T10" fmla="*/ 0 h 14640"/>
              <a:gd name="T11" fmla="*/ 21598 w 21598"/>
              <a:gd name="T12" fmla="*/ 14640 h 14640"/>
            </a:gdLst>
            <a:ahLst/>
            <a:cxnLst>
              <a:cxn ang="T6">
                <a:pos x="T0" y="T1"/>
              </a:cxn>
              <a:cxn ang="T7">
                <a:pos x="T2" y="T3"/>
              </a:cxn>
              <a:cxn ang="T8">
                <a:pos x="T4" y="T5"/>
              </a:cxn>
            </a:cxnLst>
            <a:rect l="T9" t="T10" r="T11" b="T12"/>
            <a:pathLst>
              <a:path w="21598" h="14640" fill="none" extrusionOk="0">
                <a:moveTo>
                  <a:pt x="5716" y="14639"/>
                </a:moveTo>
                <a:cubicBezTo>
                  <a:pt x="2113" y="10731"/>
                  <a:pt x="78" y="5631"/>
                  <a:pt x="0" y="315"/>
                </a:cubicBezTo>
              </a:path>
              <a:path w="21598" h="14640" stroke="0" extrusionOk="0">
                <a:moveTo>
                  <a:pt x="5716" y="14639"/>
                </a:moveTo>
                <a:cubicBezTo>
                  <a:pt x="2113" y="10731"/>
                  <a:pt x="78" y="5631"/>
                  <a:pt x="0" y="315"/>
                </a:cubicBezTo>
                <a:lnTo>
                  <a:pt x="21598" y="0"/>
                </a:lnTo>
                <a:lnTo>
                  <a:pt x="5716" y="14639"/>
                </a:lnTo>
                <a:close/>
              </a:path>
            </a:pathLst>
          </a:custGeom>
          <a:noFill/>
          <a:ln w="3175">
            <a:solidFill>
              <a:srgbClr val="000000"/>
            </a:solidFill>
            <a:round/>
            <a:headEnd/>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80309" name="Arc 85"/>
          <p:cNvSpPr>
            <a:spLocks/>
          </p:cNvSpPr>
          <p:nvPr/>
        </p:nvSpPr>
        <p:spPr bwMode="auto">
          <a:xfrm>
            <a:off x="5091113" y="3563938"/>
            <a:ext cx="1952625" cy="615950"/>
          </a:xfrm>
          <a:custGeom>
            <a:avLst/>
            <a:gdLst>
              <a:gd name="T0" fmla="*/ 2147483647 w 43200"/>
              <a:gd name="T1" fmla="*/ 2147483647 h 21802"/>
              <a:gd name="T2" fmla="*/ 2147483647 w 43200"/>
              <a:gd name="T3" fmla="*/ 0 h 21802"/>
              <a:gd name="T4" fmla="*/ 2147483647 w 43200"/>
              <a:gd name="T5" fmla="*/ 2147483647 h 21802"/>
              <a:gd name="T6" fmla="*/ 0 60000 65536"/>
              <a:gd name="T7" fmla="*/ 0 60000 65536"/>
              <a:gd name="T8" fmla="*/ 0 60000 65536"/>
              <a:gd name="T9" fmla="*/ 0 w 43200"/>
              <a:gd name="T10" fmla="*/ 0 h 21802"/>
              <a:gd name="T11" fmla="*/ 43200 w 43200"/>
              <a:gd name="T12" fmla="*/ 21802 h 21802"/>
            </a:gdLst>
            <a:ahLst/>
            <a:cxnLst>
              <a:cxn ang="T6">
                <a:pos x="T0" y="T1"/>
              </a:cxn>
              <a:cxn ang="T7">
                <a:pos x="T2" y="T3"/>
              </a:cxn>
              <a:cxn ang="T8">
                <a:pos x="T4" y="T5"/>
              </a:cxn>
            </a:cxnLst>
            <a:rect l="T9" t="T10" r="T11" b="T12"/>
            <a:pathLst>
              <a:path w="43200" h="21802" fill="none" extrusionOk="0">
                <a:moveTo>
                  <a:pt x="43199" y="112"/>
                </a:moveTo>
                <a:cubicBezTo>
                  <a:pt x="43199" y="142"/>
                  <a:pt x="43200" y="172"/>
                  <a:pt x="43200" y="202"/>
                </a:cubicBezTo>
                <a:cubicBezTo>
                  <a:pt x="43200" y="12131"/>
                  <a:pt x="33529" y="21802"/>
                  <a:pt x="21600" y="21802"/>
                </a:cubicBezTo>
                <a:cubicBezTo>
                  <a:pt x="9670" y="21802"/>
                  <a:pt x="0" y="12131"/>
                  <a:pt x="0" y="202"/>
                </a:cubicBezTo>
                <a:cubicBezTo>
                  <a:pt x="-1" y="134"/>
                  <a:pt x="0" y="67"/>
                  <a:pt x="0" y="-1"/>
                </a:cubicBezTo>
              </a:path>
              <a:path w="43200" h="21802" stroke="0" extrusionOk="0">
                <a:moveTo>
                  <a:pt x="43199" y="112"/>
                </a:moveTo>
                <a:cubicBezTo>
                  <a:pt x="43199" y="142"/>
                  <a:pt x="43200" y="172"/>
                  <a:pt x="43200" y="202"/>
                </a:cubicBezTo>
                <a:cubicBezTo>
                  <a:pt x="43200" y="12131"/>
                  <a:pt x="33529" y="21802"/>
                  <a:pt x="21600" y="21802"/>
                </a:cubicBezTo>
                <a:cubicBezTo>
                  <a:pt x="9670" y="21802"/>
                  <a:pt x="0" y="12131"/>
                  <a:pt x="0" y="202"/>
                </a:cubicBezTo>
                <a:cubicBezTo>
                  <a:pt x="-1" y="134"/>
                  <a:pt x="0" y="67"/>
                  <a:pt x="0" y="-1"/>
                </a:cubicBezTo>
                <a:lnTo>
                  <a:pt x="21600" y="202"/>
                </a:lnTo>
                <a:lnTo>
                  <a:pt x="43199" y="112"/>
                </a:lnTo>
                <a:close/>
              </a:path>
            </a:pathLst>
          </a:custGeom>
          <a:noFill/>
          <a:ln w="38100">
            <a:solidFill>
              <a:srgbClr val="000000"/>
            </a:solidFill>
            <a:round/>
            <a:headEnd/>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80310" name="Oval 86"/>
          <p:cNvSpPr>
            <a:spLocks noChangeArrowheads="1"/>
          </p:cNvSpPr>
          <p:nvPr/>
        </p:nvSpPr>
        <p:spPr bwMode="auto">
          <a:xfrm>
            <a:off x="5094288" y="1565275"/>
            <a:ext cx="1947862" cy="1225550"/>
          </a:xfrm>
          <a:prstGeom prst="ellipse">
            <a:avLst/>
          </a:prstGeom>
          <a:noFill/>
          <a:ln w="38100">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eaLnBrk="1" hangingPunct="1">
              <a:spcBef>
                <a:spcPct val="0"/>
              </a:spcBef>
              <a:buClrTx/>
              <a:buFontTx/>
              <a:buNone/>
            </a:pPr>
            <a:endParaRPr kumimoji="0" lang="zh-CN" altLang="zh-CN" sz="2000">
              <a:solidFill>
                <a:srgbClr val="000000"/>
              </a:solidFill>
            </a:endParaRPr>
          </a:p>
        </p:txBody>
      </p:sp>
      <p:grpSp>
        <p:nvGrpSpPr>
          <p:cNvPr id="14" name="Group 87"/>
          <p:cNvGrpSpPr>
            <a:grpSpLocks/>
          </p:cNvGrpSpPr>
          <p:nvPr/>
        </p:nvGrpSpPr>
        <p:grpSpPr bwMode="auto">
          <a:xfrm>
            <a:off x="839788" y="1012825"/>
            <a:ext cx="1785937" cy="950913"/>
            <a:chOff x="529" y="638"/>
            <a:chExt cx="1125" cy="599"/>
          </a:xfrm>
        </p:grpSpPr>
        <p:sp>
          <p:nvSpPr>
            <p:cNvPr id="20534" name="Line 88"/>
            <p:cNvSpPr>
              <a:spLocks noChangeShapeType="1"/>
            </p:cNvSpPr>
            <p:nvPr/>
          </p:nvSpPr>
          <p:spPr bwMode="auto">
            <a:xfrm flipV="1">
              <a:off x="1411" y="703"/>
              <a:ext cx="0" cy="322"/>
            </a:xfrm>
            <a:prstGeom prst="line">
              <a:avLst/>
            </a:prstGeom>
            <a:noFill/>
            <a:ln w="9525">
              <a:solidFill>
                <a:srgbClr val="FF0000"/>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535" name="Line 89"/>
            <p:cNvSpPr>
              <a:spLocks noChangeShapeType="1"/>
            </p:cNvSpPr>
            <p:nvPr/>
          </p:nvSpPr>
          <p:spPr bwMode="auto">
            <a:xfrm flipH="1" flipV="1">
              <a:off x="577" y="1023"/>
              <a:ext cx="834" cy="0"/>
            </a:xfrm>
            <a:prstGeom prst="line">
              <a:avLst/>
            </a:prstGeom>
            <a:noFill/>
            <a:ln w="9525">
              <a:solidFill>
                <a:srgbClr val="FF0000"/>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536" name="Text Box 90"/>
            <p:cNvSpPr txBox="1">
              <a:spLocks noChangeArrowheads="1"/>
            </p:cNvSpPr>
            <p:nvPr/>
          </p:nvSpPr>
          <p:spPr bwMode="auto">
            <a:xfrm>
              <a:off x="1373" y="1025"/>
              <a:ext cx="281"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eaLnBrk="1" hangingPunct="1">
                <a:spcBef>
                  <a:spcPct val="0"/>
                </a:spcBef>
                <a:buClrTx/>
                <a:buFontTx/>
                <a:buNone/>
              </a:pPr>
              <a:r>
                <a:rPr lang="en-US" altLang="zh-CN" sz="1000" i="1">
                  <a:latin typeface="ISOCPEUR" pitchFamily="34" charset="0"/>
                </a:rPr>
                <a:t>O'</a:t>
              </a:r>
              <a:r>
                <a:rPr lang="en-US" altLang="zh-CN" sz="1600" i="1">
                  <a:latin typeface="ISOCPEUR" pitchFamily="34" charset="0"/>
                </a:rPr>
                <a:t> </a:t>
              </a:r>
            </a:p>
          </p:txBody>
        </p:sp>
        <p:sp>
          <p:nvSpPr>
            <p:cNvPr id="20537" name="Text Box 91"/>
            <p:cNvSpPr txBox="1">
              <a:spLocks noChangeArrowheads="1"/>
            </p:cNvSpPr>
            <p:nvPr/>
          </p:nvSpPr>
          <p:spPr bwMode="auto">
            <a:xfrm>
              <a:off x="529" y="814"/>
              <a:ext cx="232"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eaLnBrk="1" hangingPunct="1">
                <a:spcBef>
                  <a:spcPct val="0"/>
                </a:spcBef>
                <a:buClrTx/>
                <a:buFontTx/>
                <a:buNone/>
              </a:pPr>
              <a:r>
                <a:rPr lang="en-US" altLang="zh-CN" sz="1000" i="1">
                  <a:latin typeface="ISOCPEUR" pitchFamily="34" charset="0"/>
                </a:rPr>
                <a:t>X'</a:t>
              </a:r>
              <a:r>
                <a:rPr lang="en-US" altLang="zh-CN" sz="1600" i="1">
                  <a:latin typeface="ISOCPEUR" pitchFamily="34" charset="0"/>
                </a:rPr>
                <a:t> </a:t>
              </a:r>
            </a:p>
          </p:txBody>
        </p:sp>
        <p:sp>
          <p:nvSpPr>
            <p:cNvPr id="20538" name="Text Box 92"/>
            <p:cNvSpPr txBox="1">
              <a:spLocks noChangeArrowheads="1"/>
            </p:cNvSpPr>
            <p:nvPr/>
          </p:nvSpPr>
          <p:spPr bwMode="auto">
            <a:xfrm>
              <a:off x="1396" y="638"/>
              <a:ext cx="227"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eaLnBrk="1" hangingPunct="1">
                <a:spcBef>
                  <a:spcPct val="0"/>
                </a:spcBef>
                <a:buClrTx/>
                <a:buFontTx/>
                <a:buNone/>
              </a:pPr>
              <a:r>
                <a:rPr lang="en-US" altLang="zh-CN" sz="1000" i="1">
                  <a:latin typeface="ISOCPEUR" pitchFamily="34" charset="0"/>
                </a:rPr>
                <a:t>Z'</a:t>
              </a:r>
              <a:r>
                <a:rPr lang="en-US" altLang="zh-CN" sz="1600" i="1">
                  <a:latin typeface="ISOCPEUR" pitchFamily="34" charset="0"/>
                </a:rPr>
                <a:t> </a:t>
              </a:r>
            </a:p>
          </p:txBody>
        </p:sp>
      </p:grpSp>
      <p:grpSp>
        <p:nvGrpSpPr>
          <p:cNvPr id="15" name="Group 59"/>
          <p:cNvGrpSpPr>
            <a:grpSpLocks/>
          </p:cNvGrpSpPr>
          <p:nvPr/>
        </p:nvGrpSpPr>
        <p:grpSpPr bwMode="auto">
          <a:xfrm>
            <a:off x="1441450" y="2203450"/>
            <a:ext cx="4622800" cy="2038350"/>
            <a:chOff x="908" y="1388"/>
            <a:chExt cx="2912" cy="1284"/>
          </a:xfrm>
        </p:grpSpPr>
        <p:sp>
          <p:nvSpPr>
            <p:cNvPr id="20532" name="Line 60"/>
            <p:cNvSpPr>
              <a:spLocks noChangeShapeType="1"/>
            </p:cNvSpPr>
            <p:nvPr/>
          </p:nvSpPr>
          <p:spPr bwMode="auto">
            <a:xfrm>
              <a:off x="908" y="2672"/>
              <a:ext cx="500" cy="0"/>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533" name="Line 61"/>
            <p:cNvSpPr>
              <a:spLocks noChangeShapeType="1"/>
            </p:cNvSpPr>
            <p:nvPr/>
          </p:nvSpPr>
          <p:spPr bwMode="auto">
            <a:xfrm flipH="1">
              <a:off x="3372" y="1388"/>
              <a:ext cx="448" cy="260"/>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180326" name="Text Box 102"/>
          <p:cNvSpPr txBox="1">
            <a:spLocks noChangeArrowheads="1"/>
          </p:cNvSpPr>
          <p:nvPr/>
        </p:nvSpPr>
        <p:spPr bwMode="auto">
          <a:xfrm>
            <a:off x="385763" y="5842000"/>
            <a:ext cx="855503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r>
              <a:rPr lang="zh-CN" altLang="en-US" sz="2400" dirty="0">
                <a:solidFill>
                  <a:srgbClr val="FF0000"/>
                </a:solidFill>
                <a:latin typeface="黑体" pitchFamily="2" charset="-122"/>
                <a:ea typeface="黑体" pitchFamily="2" charset="-122"/>
              </a:rPr>
              <a:t>注意：轴测图中，回转面上的外形轮廓线与纬园的投影相切。</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80300"/>
                                        </p:tgtEl>
                                        <p:attrNameLst>
                                          <p:attrName>style.visibility</p:attrName>
                                        </p:attrNameLst>
                                      </p:cBhvr>
                                      <p:to>
                                        <p:strVal val="visible"/>
                                      </p:to>
                                    </p:set>
                                    <p:animEffect transition="in" filter="wipe(left)">
                                      <p:cBhvr>
                                        <p:cTn id="7" dur="500"/>
                                        <p:tgtEl>
                                          <p:spTgt spid="180300"/>
                                        </p:tgtEl>
                                      </p:cBhvr>
                                    </p:animEffect>
                                  </p:childTnLst>
                                </p:cTn>
                              </p:par>
                            </p:childTnLst>
                          </p:cTn>
                        </p:par>
                        <p:par>
                          <p:cTn id="8" fill="hold" nodeType="afterGroup">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180267"/>
                                        </p:tgtEl>
                                        <p:attrNameLst>
                                          <p:attrName>style.visibility</p:attrName>
                                        </p:attrNameLst>
                                      </p:cBhvr>
                                      <p:to>
                                        <p:strVal val="visible"/>
                                      </p:to>
                                    </p:set>
                                    <p:animEffect transition="in" filter="wipe(down)">
                                      <p:cBhvr>
                                        <p:cTn id="11" dur="500"/>
                                        <p:tgtEl>
                                          <p:spTgt spid="180267"/>
                                        </p:tgtEl>
                                      </p:cBhvr>
                                    </p:animEffect>
                                  </p:childTnLst>
                                </p:cTn>
                              </p:par>
                            </p:childTnLst>
                          </p:cTn>
                        </p:par>
                        <p:par>
                          <p:cTn id="12" fill="hold" nodeType="afterGroup">
                            <p:stCondLst>
                              <p:cond delay="1000"/>
                            </p:stCondLst>
                            <p:childTnLst>
                              <p:par>
                                <p:cTn id="13" presetID="22" presetClass="entr" presetSubtype="4" fill="hold" grpId="0" nodeType="afterEffect">
                                  <p:stCondLst>
                                    <p:cond delay="0"/>
                                  </p:stCondLst>
                                  <p:childTnLst>
                                    <p:set>
                                      <p:cBhvr>
                                        <p:cTn id="14" dur="1" fill="hold">
                                          <p:stCondLst>
                                            <p:cond delay="0"/>
                                          </p:stCondLst>
                                        </p:cTn>
                                        <p:tgtEl>
                                          <p:spTgt spid="180268"/>
                                        </p:tgtEl>
                                        <p:attrNameLst>
                                          <p:attrName>style.visibility</p:attrName>
                                        </p:attrNameLst>
                                      </p:cBhvr>
                                      <p:to>
                                        <p:strVal val="visible"/>
                                      </p:to>
                                    </p:set>
                                    <p:animEffect transition="in" filter="wipe(down)">
                                      <p:cBhvr>
                                        <p:cTn id="15" dur="500"/>
                                        <p:tgtEl>
                                          <p:spTgt spid="180268"/>
                                        </p:tgtEl>
                                      </p:cBhvr>
                                    </p:animEffect>
                                  </p:childTnLst>
                                </p:cTn>
                              </p:par>
                            </p:childTnLst>
                          </p:cTn>
                        </p:par>
                        <p:par>
                          <p:cTn id="16" fill="hold" nodeType="afterGroup">
                            <p:stCondLst>
                              <p:cond delay="1500"/>
                            </p:stCondLst>
                            <p:childTnLst>
                              <p:par>
                                <p:cTn id="17" presetID="22" presetClass="entr" presetSubtype="4" fill="hold" grpId="0" nodeType="afterEffect">
                                  <p:stCondLst>
                                    <p:cond delay="0"/>
                                  </p:stCondLst>
                                  <p:childTnLst>
                                    <p:set>
                                      <p:cBhvr>
                                        <p:cTn id="18" dur="1" fill="hold">
                                          <p:stCondLst>
                                            <p:cond delay="0"/>
                                          </p:stCondLst>
                                        </p:cTn>
                                        <p:tgtEl>
                                          <p:spTgt spid="180301"/>
                                        </p:tgtEl>
                                        <p:attrNameLst>
                                          <p:attrName>style.visibility</p:attrName>
                                        </p:attrNameLst>
                                      </p:cBhvr>
                                      <p:to>
                                        <p:strVal val="visible"/>
                                      </p:to>
                                    </p:set>
                                    <p:animEffect transition="in" filter="wipe(down)">
                                      <p:cBhvr>
                                        <p:cTn id="19" dur="500"/>
                                        <p:tgtEl>
                                          <p:spTgt spid="180301"/>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22" presetClass="entr" presetSubtype="1" fill="hold" nodeType="clickEffect">
                                  <p:stCondLst>
                                    <p:cond delay="0"/>
                                  </p:stCondLst>
                                  <p:childTnLst>
                                    <p:set>
                                      <p:cBhvr>
                                        <p:cTn id="23" dur="1" fill="hold">
                                          <p:stCondLst>
                                            <p:cond delay="0"/>
                                          </p:stCondLst>
                                        </p:cTn>
                                        <p:tgtEl>
                                          <p:spTgt spid="2"/>
                                        </p:tgtEl>
                                        <p:attrNameLst>
                                          <p:attrName>style.visibility</p:attrName>
                                        </p:attrNameLst>
                                      </p:cBhvr>
                                      <p:to>
                                        <p:strVal val="visible"/>
                                      </p:to>
                                    </p:set>
                                    <p:animEffect transition="in" filter="wipe(up)">
                                      <p:cBhvr>
                                        <p:cTn id="24" dur="500"/>
                                        <p:tgtEl>
                                          <p:spTgt spid="2"/>
                                        </p:tgtEl>
                                      </p:cBhvr>
                                    </p:animEffect>
                                  </p:childTnLst>
                                </p:cTn>
                              </p:par>
                            </p:childTnLst>
                          </p:cTn>
                        </p:par>
                        <p:par>
                          <p:cTn id="25" fill="hold" nodeType="afterGroup">
                            <p:stCondLst>
                              <p:cond delay="500"/>
                            </p:stCondLst>
                            <p:childTnLst>
                              <p:par>
                                <p:cTn id="26" presetID="22" presetClass="entr" presetSubtype="1" fill="hold" nodeType="afterEffect">
                                  <p:stCondLst>
                                    <p:cond delay="0"/>
                                  </p:stCondLst>
                                  <p:childTnLst>
                                    <p:set>
                                      <p:cBhvr>
                                        <p:cTn id="27" dur="1" fill="hold">
                                          <p:stCondLst>
                                            <p:cond delay="0"/>
                                          </p:stCondLst>
                                        </p:cTn>
                                        <p:tgtEl>
                                          <p:spTgt spid="14"/>
                                        </p:tgtEl>
                                        <p:attrNameLst>
                                          <p:attrName>style.visibility</p:attrName>
                                        </p:attrNameLst>
                                      </p:cBhvr>
                                      <p:to>
                                        <p:strVal val="visible"/>
                                      </p:to>
                                    </p:set>
                                    <p:animEffect transition="in" filter="wipe(up)">
                                      <p:cBhvr>
                                        <p:cTn id="28" dur="500"/>
                                        <p:tgtEl>
                                          <p:spTgt spid="14"/>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22" presetClass="entr" presetSubtype="1" fill="hold" nodeType="clickEffect">
                                  <p:stCondLst>
                                    <p:cond delay="0"/>
                                  </p:stCondLst>
                                  <p:childTnLst>
                                    <p:set>
                                      <p:cBhvr>
                                        <p:cTn id="32" dur="1" fill="hold">
                                          <p:stCondLst>
                                            <p:cond delay="0"/>
                                          </p:stCondLst>
                                        </p:cTn>
                                        <p:tgtEl>
                                          <p:spTgt spid="4"/>
                                        </p:tgtEl>
                                        <p:attrNameLst>
                                          <p:attrName>style.visibility</p:attrName>
                                        </p:attrNameLst>
                                      </p:cBhvr>
                                      <p:to>
                                        <p:strVal val="visible"/>
                                      </p:to>
                                    </p:set>
                                    <p:animEffect transition="in" filter="wipe(up)">
                                      <p:cBhvr>
                                        <p:cTn id="33" dur="500"/>
                                        <p:tgtEl>
                                          <p:spTgt spid="4"/>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22" presetClass="entr" presetSubtype="1" fill="hold" grpId="0" nodeType="clickEffect">
                                  <p:stCondLst>
                                    <p:cond delay="0"/>
                                  </p:stCondLst>
                                  <p:childTnLst>
                                    <p:set>
                                      <p:cBhvr>
                                        <p:cTn id="37" dur="1" fill="hold">
                                          <p:stCondLst>
                                            <p:cond delay="0"/>
                                          </p:stCondLst>
                                        </p:cTn>
                                        <p:tgtEl>
                                          <p:spTgt spid="180269"/>
                                        </p:tgtEl>
                                        <p:attrNameLst>
                                          <p:attrName>style.visibility</p:attrName>
                                        </p:attrNameLst>
                                      </p:cBhvr>
                                      <p:to>
                                        <p:strVal val="visible"/>
                                      </p:to>
                                    </p:set>
                                    <p:animEffect transition="in" filter="wipe(up)">
                                      <p:cBhvr>
                                        <p:cTn id="38" dur="500"/>
                                        <p:tgtEl>
                                          <p:spTgt spid="180269"/>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22" presetClass="entr" presetSubtype="1" fill="hold" nodeType="clickEffect">
                                  <p:stCondLst>
                                    <p:cond delay="0"/>
                                  </p:stCondLst>
                                  <p:childTnLst>
                                    <p:set>
                                      <p:cBhvr>
                                        <p:cTn id="42" dur="1" fill="hold">
                                          <p:stCondLst>
                                            <p:cond delay="0"/>
                                          </p:stCondLst>
                                        </p:cTn>
                                        <p:tgtEl>
                                          <p:spTgt spid="7"/>
                                        </p:tgtEl>
                                        <p:attrNameLst>
                                          <p:attrName>style.visibility</p:attrName>
                                        </p:attrNameLst>
                                      </p:cBhvr>
                                      <p:to>
                                        <p:strVal val="visible"/>
                                      </p:to>
                                    </p:set>
                                    <p:animEffect transition="in" filter="wipe(up)">
                                      <p:cBhvr>
                                        <p:cTn id="43" dur="500"/>
                                        <p:tgtEl>
                                          <p:spTgt spid="7"/>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22" presetClass="entr" presetSubtype="1" fill="hold" nodeType="clickEffect">
                                  <p:stCondLst>
                                    <p:cond delay="0"/>
                                  </p:stCondLst>
                                  <p:childTnLst>
                                    <p:set>
                                      <p:cBhvr>
                                        <p:cTn id="47" dur="1" fill="hold">
                                          <p:stCondLst>
                                            <p:cond delay="0"/>
                                          </p:stCondLst>
                                        </p:cTn>
                                        <p:tgtEl>
                                          <p:spTgt spid="8"/>
                                        </p:tgtEl>
                                        <p:attrNameLst>
                                          <p:attrName>style.visibility</p:attrName>
                                        </p:attrNameLst>
                                      </p:cBhvr>
                                      <p:to>
                                        <p:strVal val="visible"/>
                                      </p:to>
                                    </p:set>
                                    <p:animEffect transition="in" filter="wipe(up)">
                                      <p:cBhvr>
                                        <p:cTn id="48" dur="500"/>
                                        <p:tgtEl>
                                          <p:spTgt spid="8"/>
                                        </p:tgtEl>
                                      </p:cBhvr>
                                    </p:animEffect>
                                  </p:childTnLst>
                                </p:cTn>
                              </p:par>
                            </p:childTnLst>
                          </p:cTn>
                        </p:par>
                      </p:childTnLst>
                    </p:cTn>
                  </p:par>
                  <p:par>
                    <p:cTn id="49" fill="hold" nodeType="clickPar">
                      <p:stCondLst>
                        <p:cond delay="indefinite"/>
                      </p:stCondLst>
                      <p:childTnLst>
                        <p:par>
                          <p:cTn id="50" fill="hold" nodeType="withGroup">
                            <p:stCondLst>
                              <p:cond delay="0"/>
                            </p:stCondLst>
                            <p:childTnLst>
                              <p:par>
                                <p:cTn id="51" presetID="1" presetClass="entr" presetSubtype="0" fill="hold" nodeType="clickEffect">
                                  <p:stCondLst>
                                    <p:cond delay="0"/>
                                  </p:stCondLst>
                                  <p:childTnLst>
                                    <p:set>
                                      <p:cBhvr>
                                        <p:cTn id="52" dur="1" fill="hold">
                                          <p:stCondLst>
                                            <p:cond delay="499"/>
                                          </p:stCondLst>
                                        </p:cTn>
                                        <p:tgtEl>
                                          <p:spTgt spid="9"/>
                                        </p:tgtEl>
                                        <p:attrNameLst>
                                          <p:attrName>style.visibility</p:attrName>
                                        </p:attrNameLst>
                                      </p:cBhvr>
                                      <p:to>
                                        <p:strVal val="visible"/>
                                      </p:to>
                                    </p:set>
                                  </p:childTnLst>
                                  <p:subTnLst>
                                    <p:set>
                                      <p:cBhvr override="childStyle">
                                        <p:cTn dur="1" fill="hold" display="0" masterRel="nextClick" afterEffect="1"/>
                                        <p:tgtEl>
                                          <p:spTgt spid="9"/>
                                        </p:tgtEl>
                                        <p:attrNameLst>
                                          <p:attrName>style.visibility</p:attrName>
                                        </p:attrNameLst>
                                      </p:cBhvr>
                                      <p:to>
                                        <p:strVal val="hidden"/>
                                      </p:to>
                                    </p:set>
                                  </p:subTnLst>
                                </p:cTn>
                              </p:par>
                            </p:childTnLst>
                          </p:cTn>
                        </p:par>
                      </p:childTnLst>
                    </p:cTn>
                  </p:par>
                  <p:par>
                    <p:cTn id="53" fill="hold" nodeType="clickPar">
                      <p:stCondLst>
                        <p:cond delay="indefinite"/>
                      </p:stCondLst>
                      <p:childTnLst>
                        <p:par>
                          <p:cTn id="54" fill="hold" nodeType="withGroup">
                            <p:stCondLst>
                              <p:cond delay="0"/>
                            </p:stCondLst>
                            <p:childTnLst>
                              <p:par>
                                <p:cTn id="55" presetID="1" presetClass="entr" presetSubtype="0" fill="hold" nodeType="clickEffect">
                                  <p:stCondLst>
                                    <p:cond delay="0"/>
                                  </p:stCondLst>
                                  <p:childTnLst>
                                    <p:set>
                                      <p:cBhvr>
                                        <p:cTn id="56" dur="1" fill="hold">
                                          <p:stCondLst>
                                            <p:cond delay="499"/>
                                          </p:stCondLst>
                                        </p:cTn>
                                        <p:tgtEl>
                                          <p:spTgt spid="15"/>
                                        </p:tgtEl>
                                        <p:attrNameLst>
                                          <p:attrName>style.visibility</p:attrName>
                                        </p:attrNameLst>
                                      </p:cBhvr>
                                      <p:to>
                                        <p:strVal val="visible"/>
                                      </p:to>
                                    </p:set>
                                  </p:childTnLst>
                                  <p:subTnLst>
                                    <p:set>
                                      <p:cBhvr override="childStyle">
                                        <p:cTn dur="1" fill="hold" display="0" masterRel="nextClick" afterEffect="1"/>
                                        <p:tgtEl>
                                          <p:spTgt spid="15"/>
                                        </p:tgtEl>
                                        <p:attrNameLst>
                                          <p:attrName>style.visibility</p:attrName>
                                        </p:attrNameLst>
                                      </p:cBhvr>
                                      <p:to>
                                        <p:strVal val="hidden"/>
                                      </p:to>
                                    </p:set>
                                  </p:subTnLst>
                                </p:cTn>
                              </p:par>
                            </p:childTnLst>
                          </p:cTn>
                        </p:par>
                      </p:childTnLst>
                    </p:cTn>
                  </p:par>
                  <p:par>
                    <p:cTn id="57" fill="hold" nodeType="clickPar">
                      <p:stCondLst>
                        <p:cond delay="indefinite"/>
                      </p:stCondLst>
                      <p:childTnLst>
                        <p:par>
                          <p:cTn id="58" fill="hold" nodeType="withGroup">
                            <p:stCondLst>
                              <p:cond delay="0"/>
                            </p:stCondLst>
                            <p:childTnLst>
                              <p:par>
                                <p:cTn id="59" presetID="1" presetClass="entr" presetSubtype="0" fill="hold" nodeType="clickEffect">
                                  <p:stCondLst>
                                    <p:cond delay="0"/>
                                  </p:stCondLst>
                                  <p:childTnLst>
                                    <p:set>
                                      <p:cBhvr>
                                        <p:cTn id="60" dur="1" fill="hold">
                                          <p:stCondLst>
                                            <p:cond delay="499"/>
                                          </p:stCondLst>
                                        </p:cTn>
                                        <p:tgtEl>
                                          <p:spTgt spid="10"/>
                                        </p:tgtEl>
                                        <p:attrNameLst>
                                          <p:attrName>style.visibility</p:attrName>
                                        </p:attrNameLst>
                                      </p:cBhvr>
                                      <p:to>
                                        <p:strVal val="visible"/>
                                      </p:to>
                                    </p:set>
                                  </p:childTnLst>
                                  <p:subTnLst>
                                    <p:set>
                                      <p:cBhvr override="childStyle">
                                        <p:cTn dur="1" fill="hold" display="0" masterRel="nextClick" afterEffect="1"/>
                                        <p:tgtEl>
                                          <p:spTgt spid="10"/>
                                        </p:tgtEl>
                                        <p:attrNameLst>
                                          <p:attrName>style.visibility</p:attrName>
                                        </p:attrNameLst>
                                      </p:cBhvr>
                                      <p:to>
                                        <p:strVal val="hidden"/>
                                      </p:to>
                                    </p:set>
                                  </p:subTnLst>
                                </p:cTn>
                              </p:par>
                            </p:childTnLst>
                          </p:cTn>
                        </p:par>
                      </p:childTnLst>
                    </p:cTn>
                  </p:par>
                  <p:par>
                    <p:cTn id="61" fill="hold" nodeType="clickPar">
                      <p:stCondLst>
                        <p:cond delay="indefinite"/>
                      </p:stCondLst>
                      <p:childTnLst>
                        <p:par>
                          <p:cTn id="62" fill="hold" nodeType="withGroup">
                            <p:stCondLst>
                              <p:cond delay="0"/>
                            </p:stCondLst>
                            <p:childTnLst>
                              <p:par>
                                <p:cTn id="63" presetID="22" presetClass="entr" presetSubtype="1" fill="hold" grpId="0" nodeType="clickEffect">
                                  <p:stCondLst>
                                    <p:cond delay="0"/>
                                  </p:stCondLst>
                                  <p:childTnLst>
                                    <p:set>
                                      <p:cBhvr>
                                        <p:cTn id="64" dur="1" fill="hold">
                                          <p:stCondLst>
                                            <p:cond delay="0"/>
                                          </p:stCondLst>
                                        </p:cTn>
                                        <p:tgtEl>
                                          <p:spTgt spid="180232"/>
                                        </p:tgtEl>
                                        <p:attrNameLst>
                                          <p:attrName>style.visibility</p:attrName>
                                        </p:attrNameLst>
                                      </p:cBhvr>
                                      <p:to>
                                        <p:strVal val="visible"/>
                                      </p:to>
                                    </p:set>
                                    <p:animEffect transition="in" filter="wipe(up)">
                                      <p:cBhvr>
                                        <p:cTn id="65" dur="500"/>
                                        <p:tgtEl>
                                          <p:spTgt spid="180232"/>
                                        </p:tgtEl>
                                      </p:cBhvr>
                                    </p:animEffect>
                                  </p:childTnLst>
                                </p:cTn>
                              </p:par>
                            </p:childTnLst>
                          </p:cTn>
                        </p:par>
                        <p:par>
                          <p:cTn id="66" fill="hold" nodeType="afterGroup">
                            <p:stCondLst>
                              <p:cond delay="500"/>
                            </p:stCondLst>
                            <p:childTnLst>
                              <p:par>
                                <p:cTn id="67" presetID="22" presetClass="entr" presetSubtype="1" fill="hold" grpId="0" nodeType="afterEffect">
                                  <p:stCondLst>
                                    <p:cond delay="0"/>
                                  </p:stCondLst>
                                  <p:childTnLst>
                                    <p:set>
                                      <p:cBhvr>
                                        <p:cTn id="68" dur="1" fill="hold">
                                          <p:stCondLst>
                                            <p:cond delay="0"/>
                                          </p:stCondLst>
                                        </p:cTn>
                                        <p:tgtEl>
                                          <p:spTgt spid="180257"/>
                                        </p:tgtEl>
                                        <p:attrNameLst>
                                          <p:attrName>style.visibility</p:attrName>
                                        </p:attrNameLst>
                                      </p:cBhvr>
                                      <p:to>
                                        <p:strVal val="visible"/>
                                      </p:to>
                                    </p:set>
                                    <p:animEffect transition="in" filter="wipe(up)">
                                      <p:cBhvr>
                                        <p:cTn id="69" dur="500"/>
                                        <p:tgtEl>
                                          <p:spTgt spid="180257"/>
                                        </p:tgtEl>
                                      </p:cBhvr>
                                    </p:animEffect>
                                  </p:childTnLst>
                                </p:cTn>
                              </p:par>
                            </p:childTnLst>
                          </p:cTn>
                        </p:par>
                      </p:childTnLst>
                    </p:cTn>
                  </p:par>
                  <p:par>
                    <p:cTn id="70" fill="hold" nodeType="clickPar">
                      <p:stCondLst>
                        <p:cond delay="indefinite"/>
                      </p:stCondLst>
                      <p:childTnLst>
                        <p:par>
                          <p:cTn id="71" fill="hold" nodeType="withGroup">
                            <p:stCondLst>
                              <p:cond delay="0"/>
                            </p:stCondLst>
                            <p:childTnLst>
                              <p:par>
                                <p:cTn id="72" presetID="22" presetClass="entr" presetSubtype="1" fill="hold" grpId="0" nodeType="clickEffect">
                                  <p:stCondLst>
                                    <p:cond delay="0"/>
                                  </p:stCondLst>
                                  <p:childTnLst>
                                    <p:set>
                                      <p:cBhvr>
                                        <p:cTn id="73" dur="1" fill="hold">
                                          <p:stCondLst>
                                            <p:cond delay="0"/>
                                          </p:stCondLst>
                                        </p:cTn>
                                        <p:tgtEl>
                                          <p:spTgt spid="180238"/>
                                        </p:tgtEl>
                                        <p:attrNameLst>
                                          <p:attrName>style.visibility</p:attrName>
                                        </p:attrNameLst>
                                      </p:cBhvr>
                                      <p:to>
                                        <p:strVal val="visible"/>
                                      </p:to>
                                    </p:set>
                                    <p:animEffect transition="in" filter="wipe(up)">
                                      <p:cBhvr>
                                        <p:cTn id="74" dur="500"/>
                                        <p:tgtEl>
                                          <p:spTgt spid="180238"/>
                                        </p:tgtEl>
                                      </p:cBhvr>
                                    </p:animEffect>
                                  </p:childTnLst>
                                </p:cTn>
                              </p:par>
                            </p:childTnLst>
                          </p:cTn>
                        </p:par>
                        <p:par>
                          <p:cTn id="75" fill="hold" nodeType="afterGroup">
                            <p:stCondLst>
                              <p:cond delay="500"/>
                            </p:stCondLst>
                            <p:childTnLst>
                              <p:par>
                                <p:cTn id="76" presetID="22" presetClass="entr" presetSubtype="1" fill="hold" grpId="0" nodeType="afterEffect">
                                  <p:stCondLst>
                                    <p:cond delay="0"/>
                                  </p:stCondLst>
                                  <p:childTnLst>
                                    <p:set>
                                      <p:cBhvr>
                                        <p:cTn id="77" dur="1" fill="hold">
                                          <p:stCondLst>
                                            <p:cond delay="0"/>
                                          </p:stCondLst>
                                        </p:cTn>
                                        <p:tgtEl>
                                          <p:spTgt spid="180259"/>
                                        </p:tgtEl>
                                        <p:attrNameLst>
                                          <p:attrName>style.visibility</p:attrName>
                                        </p:attrNameLst>
                                      </p:cBhvr>
                                      <p:to>
                                        <p:strVal val="visible"/>
                                      </p:to>
                                    </p:set>
                                    <p:animEffect transition="in" filter="wipe(up)">
                                      <p:cBhvr>
                                        <p:cTn id="78" dur="500"/>
                                        <p:tgtEl>
                                          <p:spTgt spid="180259"/>
                                        </p:tgtEl>
                                      </p:cBhvr>
                                    </p:animEffect>
                                  </p:childTnLst>
                                </p:cTn>
                              </p:par>
                            </p:childTnLst>
                          </p:cTn>
                        </p:par>
                      </p:childTnLst>
                    </p:cTn>
                  </p:par>
                  <p:par>
                    <p:cTn id="79" fill="hold" nodeType="clickPar">
                      <p:stCondLst>
                        <p:cond delay="indefinite"/>
                      </p:stCondLst>
                      <p:childTnLst>
                        <p:par>
                          <p:cTn id="80" fill="hold" nodeType="withGroup">
                            <p:stCondLst>
                              <p:cond delay="0"/>
                            </p:stCondLst>
                            <p:childTnLst>
                              <p:par>
                                <p:cTn id="81" presetID="22" presetClass="entr" presetSubtype="1" fill="hold" grpId="0" nodeType="clickEffect">
                                  <p:stCondLst>
                                    <p:cond delay="0"/>
                                  </p:stCondLst>
                                  <p:childTnLst>
                                    <p:set>
                                      <p:cBhvr>
                                        <p:cTn id="82" dur="1" fill="hold">
                                          <p:stCondLst>
                                            <p:cond delay="0"/>
                                          </p:stCondLst>
                                        </p:cTn>
                                        <p:tgtEl>
                                          <p:spTgt spid="180239"/>
                                        </p:tgtEl>
                                        <p:attrNameLst>
                                          <p:attrName>style.visibility</p:attrName>
                                        </p:attrNameLst>
                                      </p:cBhvr>
                                      <p:to>
                                        <p:strVal val="visible"/>
                                      </p:to>
                                    </p:set>
                                    <p:animEffect transition="in" filter="wipe(up)">
                                      <p:cBhvr>
                                        <p:cTn id="83" dur="500"/>
                                        <p:tgtEl>
                                          <p:spTgt spid="180239"/>
                                        </p:tgtEl>
                                      </p:cBhvr>
                                    </p:animEffect>
                                  </p:childTnLst>
                                </p:cTn>
                              </p:par>
                            </p:childTnLst>
                          </p:cTn>
                        </p:par>
                        <p:par>
                          <p:cTn id="84" fill="hold" nodeType="afterGroup">
                            <p:stCondLst>
                              <p:cond delay="500"/>
                            </p:stCondLst>
                            <p:childTnLst>
                              <p:par>
                                <p:cTn id="85" presetID="22" presetClass="entr" presetSubtype="1" fill="hold" grpId="0" nodeType="afterEffect">
                                  <p:stCondLst>
                                    <p:cond delay="0"/>
                                  </p:stCondLst>
                                  <p:childTnLst>
                                    <p:set>
                                      <p:cBhvr>
                                        <p:cTn id="86" dur="1" fill="hold">
                                          <p:stCondLst>
                                            <p:cond delay="0"/>
                                          </p:stCondLst>
                                        </p:cTn>
                                        <p:tgtEl>
                                          <p:spTgt spid="180258"/>
                                        </p:tgtEl>
                                        <p:attrNameLst>
                                          <p:attrName>style.visibility</p:attrName>
                                        </p:attrNameLst>
                                      </p:cBhvr>
                                      <p:to>
                                        <p:strVal val="visible"/>
                                      </p:to>
                                    </p:set>
                                    <p:animEffect transition="in" filter="wipe(up)">
                                      <p:cBhvr>
                                        <p:cTn id="87" dur="500"/>
                                        <p:tgtEl>
                                          <p:spTgt spid="180258"/>
                                        </p:tgtEl>
                                      </p:cBhvr>
                                    </p:animEffect>
                                  </p:childTnLst>
                                </p:cTn>
                              </p:par>
                            </p:childTnLst>
                          </p:cTn>
                        </p:par>
                      </p:childTnLst>
                    </p:cTn>
                  </p:par>
                  <p:par>
                    <p:cTn id="88" fill="hold" nodeType="clickPar">
                      <p:stCondLst>
                        <p:cond delay="indefinite"/>
                      </p:stCondLst>
                      <p:childTnLst>
                        <p:par>
                          <p:cTn id="89" fill="hold" nodeType="withGroup">
                            <p:stCondLst>
                              <p:cond delay="0"/>
                            </p:stCondLst>
                            <p:childTnLst>
                              <p:par>
                                <p:cTn id="90" presetID="22" presetClass="entr" presetSubtype="1" fill="hold" grpId="0" nodeType="clickEffect">
                                  <p:stCondLst>
                                    <p:cond delay="0"/>
                                  </p:stCondLst>
                                  <p:childTnLst>
                                    <p:set>
                                      <p:cBhvr>
                                        <p:cTn id="91" dur="1" fill="hold">
                                          <p:stCondLst>
                                            <p:cond delay="0"/>
                                          </p:stCondLst>
                                        </p:cTn>
                                        <p:tgtEl>
                                          <p:spTgt spid="180240"/>
                                        </p:tgtEl>
                                        <p:attrNameLst>
                                          <p:attrName>style.visibility</p:attrName>
                                        </p:attrNameLst>
                                      </p:cBhvr>
                                      <p:to>
                                        <p:strVal val="visible"/>
                                      </p:to>
                                    </p:set>
                                    <p:animEffect transition="in" filter="wipe(up)">
                                      <p:cBhvr>
                                        <p:cTn id="92" dur="500"/>
                                        <p:tgtEl>
                                          <p:spTgt spid="180240"/>
                                        </p:tgtEl>
                                      </p:cBhvr>
                                    </p:animEffect>
                                  </p:childTnLst>
                                </p:cTn>
                              </p:par>
                            </p:childTnLst>
                          </p:cTn>
                        </p:par>
                        <p:par>
                          <p:cTn id="93" fill="hold" nodeType="afterGroup">
                            <p:stCondLst>
                              <p:cond delay="500"/>
                            </p:stCondLst>
                            <p:childTnLst>
                              <p:par>
                                <p:cTn id="94" presetID="22" presetClass="entr" presetSubtype="1" fill="hold" grpId="0" nodeType="afterEffect">
                                  <p:stCondLst>
                                    <p:cond delay="0"/>
                                  </p:stCondLst>
                                  <p:childTnLst>
                                    <p:set>
                                      <p:cBhvr>
                                        <p:cTn id="95" dur="1" fill="hold">
                                          <p:stCondLst>
                                            <p:cond delay="0"/>
                                          </p:stCondLst>
                                        </p:cTn>
                                        <p:tgtEl>
                                          <p:spTgt spid="180260"/>
                                        </p:tgtEl>
                                        <p:attrNameLst>
                                          <p:attrName>style.visibility</p:attrName>
                                        </p:attrNameLst>
                                      </p:cBhvr>
                                      <p:to>
                                        <p:strVal val="visible"/>
                                      </p:to>
                                    </p:set>
                                    <p:animEffect transition="in" filter="wipe(up)">
                                      <p:cBhvr>
                                        <p:cTn id="96" dur="500"/>
                                        <p:tgtEl>
                                          <p:spTgt spid="180260"/>
                                        </p:tgtEl>
                                      </p:cBhvr>
                                    </p:animEffect>
                                  </p:childTnLst>
                                </p:cTn>
                              </p:par>
                            </p:childTnLst>
                          </p:cTn>
                        </p:par>
                      </p:childTnLst>
                    </p:cTn>
                  </p:par>
                  <p:par>
                    <p:cTn id="97" fill="hold" nodeType="clickPar">
                      <p:stCondLst>
                        <p:cond delay="indefinite"/>
                      </p:stCondLst>
                      <p:childTnLst>
                        <p:par>
                          <p:cTn id="98" fill="hold" nodeType="withGroup">
                            <p:stCondLst>
                              <p:cond delay="0"/>
                            </p:stCondLst>
                            <p:childTnLst>
                              <p:par>
                                <p:cTn id="99" presetID="22" presetClass="entr" presetSubtype="4" fill="hold" nodeType="clickEffect">
                                  <p:stCondLst>
                                    <p:cond delay="0"/>
                                  </p:stCondLst>
                                  <p:childTnLst>
                                    <p:set>
                                      <p:cBhvr>
                                        <p:cTn id="100" dur="1" fill="hold">
                                          <p:stCondLst>
                                            <p:cond delay="0"/>
                                          </p:stCondLst>
                                        </p:cTn>
                                        <p:tgtEl>
                                          <p:spTgt spid="3"/>
                                        </p:tgtEl>
                                        <p:attrNameLst>
                                          <p:attrName>style.visibility</p:attrName>
                                        </p:attrNameLst>
                                      </p:cBhvr>
                                      <p:to>
                                        <p:strVal val="visible"/>
                                      </p:to>
                                    </p:set>
                                    <p:animEffect transition="in" filter="wipe(down)">
                                      <p:cBhvr>
                                        <p:cTn id="101" dur="500"/>
                                        <p:tgtEl>
                                          <p:spTgt spid="3"/>
                                        </p:tgtEl>
                                      </p:cBhvr>
                                    </p:animEffect>
                                  </p:childTnLst>
                                </p:cTn>
                              </p:par>
                            </p:childTnLst>
                          </p:cTn>
                        </p:par>
                      </p:childTnLst>
                    </p:cTn>
                  </p:par>
                  <p:par>
                    <p:cTn id="102" fill="hold" nodeType="clickPar">
                      <p:stCondLst>
                        <p:cond delay="indefinite"/>
                      </p:stCondLst>
                      <p:childTnLst>
                        <p:par>
                          <p:cTn id="103" fill="hold" nodeType="withGroup">
                            <p:stCondLst>
                              <p:cond delay="0"/>
                            </p:stCondLst>
                            <p:childTnLst>
                              <p:par>
                                <p:cTn id="104" presetID="22" presetClass="entr" presetSubtype="1" fill="hold" grpId="0" nodeType="clickEffect">
                                  <p:stCondLst>
                                    <p:cond delay="0"/>
                                  </p:stCondLst>
                                  <p:childTnLst>
                                    <p:set>
                                      <p:cBhvr>
                                        <p:cTn id="105" dur="1" fill="hold">
                                          <p:stCondLst>
                                            <p:cond delay="0"/>
                                          </p:stCondLst>
                                        </p:cTn>
                                        <p:tgtEl>
                                          <p:spTgt spid="180261"/>
                                        </p:tgtEl>
                                        <p:attrNameLst>
                                          <p:attrName>style.visibility</p:attrName>
                                        </p:attrNameLst>
                                      </p:cBhvr>
                                      <p:to>
                                        <p:strVal val="visible"/>
                                      </p:to>
                                    </p:set>
                                    <p:animEffect transition="in" filter="wipe(up)">
                                      <p:cBhvr>
                                        <p:cTn id="106" dur="500"/>
                                        <p:tgtEl>
                                          <p:spTgt spid="180261"/>
                                        </p:tgtEl>
                                      </p:cBhvr>
                                    </p:animEffect>
                                  </p:childTnLst>
                                </p:cTn>
                              </p:par>
                            </p:childTnLst>
                          </p:cTn>
                        </p:par>
                        <p:par>
                          <p:cTn id="107" fill="hold" nodeType="afterGroup">
                            <p:stCondLst>
                              <p:cond delay="500"/>
                            </p:stCondLst>
                            <p:childTnLst>
                              <p:par>
                                <p:cTn id="108" presetID="22" presetClass="entr" presetSubtype="1" fill="hold" grpId="0" nodeType="afterEffect">
                                  <p:stCondLst>
                                    <p:cond delay="0"/>
                                  </p:stCondLst>
                                  <p:childTnLst>
                                    <p:set>
                                      <p:cBhvr>
                                        <p:cTn id="109" dur="1" fill="hold">
                                          <p:stCondLst>
                                            <p:cond delay="0"/>
                                          </p:stCondLst>
                                        </p:cTn>
                                        <p:tgtEl>
                                          <p:spTgt spid="180262"/>
                                        </p:tgtEl>
                                        <p:attrNameLst>
                                          <p:attrName>style.visibility</p:attrName>
                                        </p:attrNameLst>
                                      </p:cBhvr>
                                      <p:to>
                                        <p:strVal val="visible"/>
                                      </p:to>
                                    </p:set>
                                    <p:animEffect transition="in" filter="wipe(up)">
                                      <p:cBhvr>
                                        <p:cTn id="110" dur="500"/>
                                        <p:tgtEl>
                                          <p:spTgt spid="180262"/>
                                        </p:tgtEl>
                                      </p:cBhvr>
                                    </p:animEffect>
                                  </p:childTnLst>
                                </p:cTn>
                              </p:par>
                            </p:childTnLst>
                          </p:cTn>
                        </p:par>
                        <p:par>
                          <p:cTn id="111" fill="hold" nodeType="afterGroup">
                            <p:stCondLst>
                              <p:cond delay="1000"/>
                            </p:stCondLst>
                            <p:childTnLst>
                              <p:par>
                                <p:cTn id="112" presetID="22" presetClass="entr" presetSubtype="1" fill="hold" grpId="0" nodeType="afterEffect">
                                  <p:stCondLst>
                                    <p:cond delay="0"/>
                                  </p:stCondLst>
                                  <p:childTnLst>
                                    <p:set>
                                      <p:cBhvr>
                                        <p:cTn id="113" dur="1" fill="hold">
                                          <p:stCondLst>
                                            <p:cond delay="0"/>
                                          </p:stCondLst>
                                        </p:cTn>
                                        <p:tgtEl>
                                          <p:spTgt spid="180263"/>
                                        </p:tgtEl>
                                        <p:attrNameLst>
                                          <p:attrName>style.visibility</p:attrName>
                                        </p:attrNameLst>
                                      </p:cBhvr>
                                      <p:to>
                                        <p:strVal val="visible"/>
                                      </p:to>
                                    </p:set>
                                    <p:animEffect transition="in" filter="wipe(up)">
                                      <p:cBhvr>
                                        <p:cTn id="114" dur="500"/>
                                        <p:tgtEl>
                                          <p:spTgt spid="180263"/>
                                        </p:tgtEl>
                                      </p:cBhvr>
                                    </p:animEffect>
                                  </p:childTnLst>
                                </p:cTn>
                              </p:par>
                            </p:childTnLst>
                          </p:cTn>
                        </p:par>
                        <p:par>
                          <p:cTn id="115" fill="hold" nodeType="afterGroup">
                            <p:stCondLst>
                              <p:cond delay="1500"/>
                            </p:stCondLst>
                            <p:childTnLst>
                              <p:par>
                                <p:cTn id="116" presetID="22" presetClass="entr" presetSubtype="1" fill="hold" grpId="0" nodeType="afterEffect">
                                  <p:stCondLst>
                                    <p:cond delay="0"/>
                                  </p:stCondLst>
                                  <p:childTnLst>
                                    <p:set>
                                      <p:cBhvr>
                                        <p:cTn id="117" dur="1" fill="hold">
                                          <p:stCondLst>
                                            <p:cond delay="0"/>
                                          </p:stCondLst>
                                        </p:cTn>
                                        <p:tgtEl>
                                          <p:spTgt spid="180264"/>
                                        </p:tgtEl>
                                        <p:attrNameLst>
                                          <p:attrName>style.visibility</p:attrName>
                                        </p:attrNameLst>
                                      </p:cBhvr>
                                      <p:to>
                                        <p:strVal val="visible"/>
                                      </p:to>
                                    </p:set>
                                    <p:animEffect transition="in" filter="wipe(up)">
                                      <p:cBhvr>
                                        <p:cTn id="118" dur="500"/>
                                        <p:tgtEl>
                                          <p:spTgt spid="180264"/>
                                        </p:tgtEl>
                                      </p:cBhvr>
                                    </p:animEffect>
                                  </p:childTnLst>
                                </p:cTn>
                              </p:par>
                            </p:childTnLst>
                          </p:cTn>
                        </p:par>
                      </p:childTnLst>
                    </p:cTn>
                  </p:par>
                  <p:par>
                    <p:cTn id="119" fill="hold" nodeType="clickPar">
                      <p:stCondLst>
                        <p:cond delay="indefinite"/>
                      </p:stCondLst>
                      <p:childTnLst>
                        <p:par>
                          <p:cTn id="120" fill="hold" nodeType="withGroup">
                            <p:stCondLst>
                              <p:cond delay="0"/>
                            </p:stCondLst>
                            <p:childTnLst>
                              <p:par>
                                <p:cTn id="121" presetID="22" presetClass="entr" presetSubtype="8" fill="hold" grpId="0" nodeType="clickEffect">
                                  <p:stCondLst>
                                    <p:cond delay="0"/>
                                  </p:stCondLst>
                                  <p:childTnLst>
                                    <p:set>
                                      <p:cBhvr>
                                        <p:cTn id="122" dur="1" fill="hold">
                                          <p:stCondLst>
                                            <p:cond delay="0"/>
                                          </p:stCondLst>
                                        </p:cTn>
                                        <p:tgtEl>
                                          <p:spTgt spid="180255"/>
                                        </p:tgtEl>
                                        <p:attrNameLst>
                                          <p:attrName>style.visibility</p:attrName>
                                        </p:attrNameLst>
                                      </p:cBhvr>
                                      <p:to>
                                        <p:strVal val="visible"/>
                                      </p:to>
                                    </p:set>
                                    <p:animEffect transition="in" filter="wipe(left)">
                                      <p:cBhvr>
                                        <p:cTn id="123" dur="500"/>
                                        <p:tgtEl>
                                          <p:spTgt spid="180255"/>
                                        </p:tgtEl>
                                      </p:cBhvr>
                                    </p:animEffect>
                                  </p:childTnLst>
                                </p:cTn>
                              </p:par>
                            </p:childTnLst>
                          </p:cTn>
                        </p:par>
                      </p:childTnLst>
                    </p:cTn>
                  </p:par>
                  <p:par>
                    <p:cTn id="124" fill="hold" nodeType="clickPar">
                      <p:stCondLst>
                        <p:cond delay="indefinite"/>
                      </p:stCondLst>
                      <p:childTnLst>
                        <p:par>
                          <p:cTn id="125" fill="hold" nodeType="withGroup">
                            <p:stCondLst>
                              <p:cond delay="0"/>
                            </p:stCondLst>
                            <p:childTnLst>
                              <p:par>
                                <p:cTn id="126" presetID="22" presetClass="entr" presetSubtype="4" fill="hold" grpId="0" nodeType="clickEffect">
                                  <p:stCondLst>
                                    <p:cond delay="0"/>
                                  </p:stCondLst>
                                  <p:childTnLst>
                                    <p:set>
                                      <p:cBhvr>
                                        <p:cTn id="127" dur="1" fill="hold">
                                          <p:stCondLst>
                                            <p:cond delay="0"/>
                                          </p:stCondLst>
                                        </p:cTn>
                                        <p:tgtEl>
                                          <p:spTgt spid="180254"/>
                                        </p:tgtEl>
                                        <p:attrNameLst>
                                          <p:attrName>style.visibility</p:attrName>
                                        </p:attrNameLst>
                                      </p:cBhvr>
                                      <p:to>
                                        <p:strVal val="visible"/>
                                      </p:to>
                                    </p:set>
                                    <p:animEffect transition="in" filter="wipe(down)">
                                      <p:cBhvr>
                                        <p:cTn id="128" dur="500"/>
                                        <p:tgtEl>
                                          <p:spTgt spid="180254"/>
                                        </p:tgtEl>
                                      </p:cBhvr>
                                    </p:animEffect>
                                  </p:childTnLst>
                                </p:cTn>
                              </p:par>
                            </p:childTnLst>
                          </p:cTn>
                        </p:par>
                      </p:childTnLst>
                    </p:cTn>
                  </p:par>
                  <p:par>
                    <p:cTn id="129" fill="hold" nodeType="clickPar">
                      <p:stCondLst>
                        <p:cond delay="indefinite"/>
                      </p:stCondLst>
                      <p:childTnLst>
                        <p:par>
                          <p:cTn id="130" fill="hold" nodeType="withGroup">
                            <p:stCondLst>
                              <p:cond delay="0"/>
                            </p:stCondLst>
                            <p:childTnLst>
                              <p:par>
                                <p:cTn id="131" presetID="22" presetClass="entr" presetSubtype="2" fill="hold" grpId="0" nodeType="clickEffect">
                                  <p:stCondLst>
                                    <p:cond delay="0"/>
                                  </p:stCondLst>
                                  <p:childTnLst>
                                    <p:set>
                                      <p:cBhvr>
                                        <p:cTn id="132" dur="1" fill="hold">
                                          <p:stCondLst>
                                            <p:cond delay="0"/>
                                          </p:stCondLst>
                                        </p:cTn>
                                        <p:tgtEl>
                                          <p:spTgt spid="180303"/>
                                        </p:tgtEl>
                                        <p:attrNameLst>
                                          <p:attrName>style.visibility</p:attrName>
                                        </p:attrNameLst>
                                      </p:cBhvr>
                                      <p:to>
                                        <p:strVal val="visible"/>
                                      </p:to>
                                    </p:set>
                                    <p:animEffect transition="in" filter="wipe(right)">
                                      <p:cBhvr>
                                        <p:cTn id="133" dur="500"/>
                                        <p:tgtEl>
                                          <p:spTgt spid="180303"/>
                                        </p:tgtEl>
                                      </p:cBhvr>
                                    </p:animEffect>
                                  </p:childTnLst>
                                </p:cTn>
                              </p:par>
                            </p:childTnLst>
                          </p:cTn>
                        </p:par>
                      </p:childTnLst>
                    </p:cTn>
                  </p:par>
                  <p:par>
                    <p:cTn id="134" fill="hold" nodeType="clickPar">
                      <p:stCondLst>
                        <p:cond delay="indefinite"/>
                      </p:stCondLst>
                      <p:childTnLst>
                        <p:par>
                          <p:cTn id="135" fill="hold" nodeType="withGroup">
                            <p:stCondLst>
                              <p:cond delay="0"/>
                            </p:stCondLst>
                            <p:childTnLst>
                              <p:par>
                                <p:cTn id="136" presetID="22" presetClass="entr" presetSubtype="8" fill="hold" grpId="0" nodeType="clickEffect">
                                  <p:stCondLst>
                                    <p:cond delay="0"/>
                                  </p:stCondLst>
                                  <p:childTnLst>
                                    <p:set>
                                      <p:cBhvr>
                                        <p:cTn id="137" dur="1" fill="hold">
                                          <p:stCondLst>
                                            <p:cond delay="0"/>
                                          </p:stCondLst>
                                        </p:cTn>
                                        <p:tgtEl>
                                          <p:spTgt spid="180304"/>
                                        </p:tgtEl>
                                        <p:attrNameLst>
                                          <p:attrName>style.visibility</p:attrName>
                                        </p:attrNameLst>
                                      </p:cBhvr>
                                      <p:to>
                                        <p:strVal val="visible"/>
                                      </p:to>
                                    </p:set>
                                    <p:animEffect transition="in" filter="wipe(left)">
                                      <p:cBhvr>
                                        <p:cTn id="138" dur="500"/>
                                        <p:tgtEl>
                                          <p:spTgt spid="180304"/>
                                        </p:tgtEl>
                                      </p:cBhvr>
                                    </p:animEffect>
                                  </p:childTnLst>
                                </p:cTn>
                              </p:par>
                            </p:childTnLst>
                          </p:cTn>
                        </p:par>
                      </p:childTnLst>
                    </p:cTn>
                  </p:par>
                  <p:par>
                    <p:cTn id="139" fill="hold" nodeType="clickPar">
                      <p:stCondLst>
                        <p:cond delay="indefinite"/>
                      </p:stCondLst>
                      <p:childTnLst>
                        <p:par>
                          <p:cTn id="140" fill="hold" nodeType="withGroup">
                            <p:stCondLst>
                              <p:cond delay="0"/>
                            </p:stCondLst>
                            <p:childTnLst>
                              <p:par>
                                <p:cTn id="141" presetID="22" presetClass="entr" presetSubtype="1" fill="hold" grpId="0" nodeType="clickEffect">
                                  <p:stCondLst>
                                    <p:cond delay="0"/>
                                  </p:stCondLst>
                                  <p:childTnLst>
                                    <p:set>
                                      <p:cBhvr>
                                        <p:cTn id="142" dur="1" fill="hold">
                                          <p:stCondLst>
                                            <p:cond delay="0"/>
                                          </p:stCondLst>
                                        </p:cTn>
                                        <p:tgtEl>
                                          <p:spTgt spid="180256"/>
                                        </p:tgtEl>
                                        <p:attrNameLst>
                                          <p:attrName>style.visibility</p:attrName>
                                        </p:attrNameLst>
                                      </p:cBhvr>
                                      <p:to>
                                        <p:strVal val="visible"/>
                                      </p:to>
                                    </p:set>
                                    <p:animEffect transition="in" filter="wipe(up)">
                                      <p:cBhvr>
                                        <p:cTn id="143" dur="500"/>
                                        <p:tgtEl>
                                          <p:spTgt spid="180256"/>
                                        </p:tgtEl>
                                      </p:cBhvr>
                                    </p:animEffect>
                                  </p:childTnLst>
                                </p:cTn>
                              </p:par>
                            </p:childTnLst>
                          </p:cTn>
                        </p:par>
                      </p:childTnLst>
                    </p:cTn>
                  </p:par>
                  <p:par>
                    <p:cTn id="144" fill="hold" nodeType="clickPar">
                      <p:stCondLst>
                        <p:cond delay="indefinite"/>
                      </p:stCondLst>
                      <p:childTnLst>
                        <p:par>
                          <p:cTn id="145" fill="hold" nodeType="withGroup">
                            <p:stCondLst>
                              <p:cond delay="0"/>
                            </p:stCondLst>
                            <p:childTnLst>
                              <p:par>
                                <p:cTn id="146" presetID="22" presetClass="entr" presetSubtype="4" fill="hold" grpId="0" nodeType="clickEffect">
                                  <p:stCondLst>
                                    <p:cond delay="0"/>
                                  </p:stCondLst>
                                  <p:childTnLst>
                                    <p:set>
                                      <p:cBhvr>
                                        <p:cTn id="147" dur="1" fill="hold">
                                          <p:stCondLst>
                                            <p:cond delay="0"/>
                                          </p:stCondLst>
                                        </p:cTn>
                                        <p:tgtEl>
                                          <p:spTgt spid="180305"/>
                                        </p:tgtEl>
                                        <p:attrNameLst>
                                          <p:attrName>style.visibility</p:attrName>
                                        </p:attrNameLst>
                                      </p:cBhvr>
                                      <p:to>
                                        <p:strVal val="visible"/>
                                      </p:to>
                                    </p:set>
                                    <p:animEffect transition="in" filter="wipe(down)">
                                      <p:cBhvr>
                                        <p:cTn id="148" dur="500"/>
                                        <p:tgtEl>
                                          <p:spTgt spid="180305"/>
                                        </p:tgtEl>
                                      </p:cBhvr>
                                    </p:animEffect>
                                  </p:childTnLst>
                                </p:cTn>
                              </p:par>
                            </p:childTnLst>
                          </p:cTn>
                        </p:par>
                      </p:childTnLst>
                    </p:cTn>
                  </p:par>
                  <p:par>
                    <p:cTn id="149" fill="hold" nodeType="clickPar">
                      <p:stCondLst>
                        <p:cond delay="indefinite"/>
                      </p:stCondLst>
                      <p:childTnLst>
                        <p:par>
                          <p:cTn id="150" fill="hold" nodeType="withGroup">
                            <p:stCondLst>
                              <p:cond delay="0"/>
                            </p:stCondLst>
                            <p:childTnLst>
                              <p:par>
                                <p:cTn id="151" presetID="22" presetClass="entr" presetSubtype="1" fill="hold" grpId="0" nodeType="clickEffect">
                                  <p:stCondLst>
                                    <p:cond delay="0"/>
                                  </p:stCondLst>
                                  <p:childTnLst>
                                    <p:set>
                                      <p:cBhvr>
                                        <p:cTn id="152" dur="1" fill="hold">
                                          <p:stCondLst>
                                            <p:cond delay="0"/>
                                          </p:stCondLst>
                                        </p:cTn>
                                        <p:tgtEl>
                                          <p:spTgt spid="180306"/>
                                        </p:tgtEl>
                                        <p:attrNameLst>
                                          <p:attrName>style.visibility</p:attrName>
                                        </p:attrNameLst>
                                      </p:cBhvr>
                                      <p:to>
                                        <p:strVal val="visible"/>
                                      </p:to>
                                    </p:set>
                                    <p:animEffect transition="in" filter="wipe(up)">
                                      <p:cBhvr>
                                        <p:cTn id="153" dur="500"/>
                                        <p:tgtEl>
                                          <p:spTgt spid="180306"/>
                                        </p:tgtEl>
                                      </p:cBhvr>
                                    </p:animEffect>
                                  </p:childTnLst>
                                </p:cTn>
                              </p:par>
                            </p:childTnLst>
                          </p:cTn>
                        </p:par>
                      </p:childTnLst>
                    </p:cTn>
                  </p:par>
                  <p:par>
                    <p:cTn id="154" fill="hold" nodeType="clickPar">
                      <p:stCondLst>
                        <p:cond delay="indefinite"/>
                      </p:stCondLst>
                      <p:childTnLst>
                        <p:par>
                          <p:cTn id="155" fill="hold" nodeType="withGroup">
                            <p:stCondLst>
                              <p:cond delay="0"/>
                            </p:stCondLst>
                            <p:childTnLst>
                              <p:par>
                                <p:cTn id="156" presetID="1" presetClass="entr" presetSubtype="0" fill="hold" nodeType="clickEffect">
                                  <p:stCondLst>
                                    <p:cond delay="0"/>
                                  </p:stCondLst>
                                  <p:childTnLst>
                                    <p:set>
                                      <p:cBhvr>
                                        <p:cTn id="157" dur="1" fill="hold">
                                          <p:stCondLst>
                                            <p:cond delay="499"/>
                                          </p:stCondLst>
                                        </p:cTn>
                                        <p:tgtEl>
                                          <p:spTgt spid="11"/>
                                        </p:tgtEl>
                                        <p:attrNameLst>
                                          <p:attrName>style.visibility</p:attrName>
                                        </p:attrNameLst>
                                      </p:cBhvr>
                                      <p:to>
                                        <p:strVal val="visible"/>
                                      </p:to>
                                    </p:set>
                                  </p:childTnLst>
                                  <p:subTnLst>
                                    <p:set>
                                      <p:cBhvr override="childStyle">
                                        <p:cTn dur="1" fill="hold" display="0" masterRel="nextClick" afterEffect="1"/>
                                        <p:tgtEl>
                                          <p:spTgt spid="11"/>
                                        </p:tgtEl>
                                        <p:attrNameLst>
                                          <p:attrName>style.visibility</p:attrName>
                                        </p:attrNameLst>
                                      </p:cBhvr>
                                      <p:to>
                                        <p:strVal val="hidden"/>
                                      </p:to>
                                    </p:set>
                                  </p:subTnLst>
                                </p:cTn>
                              </p:par>
                            </p:childTnLst>
                          </p:cTn>
                        </p:par>
                      </p:childTnLst>
                    </p:cTn>
                  </p:par>
                  <p:par>
                    <p:cTn id="158" fill="hold" nodeType="clickPar">
                      <p:stCondLst>
                        <p:cond delay="indefinite"/>
                      </p:stCondLst>
                      <p:childTnLst>
                        <p:par>
                          <p:cTn id="159" fill="hold" nodeType="withGroup">
                            <p:stCondLst>
                              <p:cond delay="0"/>
                            </p:stCondLst>
                            <p:childTnLst>
                              <p:par>
                                <p:cTn id="160" presetID="1" presetClass="entr" presetSubtype="0" fill="hold" nodeType="clickEffect">
                                  <p:stCondLst>
                                    <p:cond delay="0"/>
                                  </p:stCondLst>
                                  <p:childTnLst>
                                    <p:set>
                                      <p:cBhvr>
                                        <p:cTn id="161" dur="1" fill="hold">
                                          <p:stCondLst>
                                            <p:cond delay="499"/>
                                          </p:stCondLst>
                                        </p:cTn>
                                        <p:tgtEl>
                                          <p:spTgt spid="12"/>
                                        </p:tgtEl>
                                        <p:attrNameLst>
                                          <p:attrName>style.visibility</p:attrName>
                                        </p:attrNameLst>
                                      </p:cBhvr>
                                      <p:to>
                                        <p:strVal val="visible"/>
                                      </p:to>
                                    </p:set>
                                  </p:childTnLst>
                                  <p:subTnLst>
                                    <p:set>
                                      <p:cBhvr override="childStyle">
                                        <p:cTn dur="1" fill="hold" display="0" masterRel="nextClick" afterEffect="1"/>
                                        <p:tgtEl>
                                          <p:spTgt spid="12"/>
                                        </p:tgtEl>
                                        <p:attrNameLst>
                                          <p:attrName>style.visibility</p:attrName>
                                        </p:attrNameLst>
                                      </p:cBhvr>
                                      <p:to>
                                        <p:strVal val="hidden"/>
                                      </p:to>
                                    </p:set>
                                  </p:subTnLst>
                                </p:cTn>
                              </p:par>
                            </p:childTnLst>
                          </p:cTn>
                        </p:par>
                      </p:childTnLst>
                    </p:cTn>
                  </p:par>
                  <p:par>
                    <p:cTn id="162" fill="hold" nodeType="clickPar">
                      <p:stCondLst>
                        <p:cond delay="indefinite"/>
                      </p:stCondLst>
                      <p:childTnLst>
                        <p:par>
                          <p:cTn id="163" fill="hold" nodeType="withGroup">
                            <p:stCondLst>
                              <p:cond delay="0"/>
                            </p:stCondLst>
                            <p:childTnLst>
                              <p:par>
                                <p:cTn id="164" presetID="1" presetClass="entr" presetSubtype="0" fill="hold" nodeType="clickEffect">
                                  <p:stCondLst>
                                    <p:cond delay="0"/>
                                  </p:stCondLst>
                                  <p:childTnLst>
                                    <p:set>
                                      <p:cBhvr>
                                        <p:cTn id="165" dur="1" fill="hold">
                                          <p:stCondLst>
                                            <p:cond delay="499"/>
                                          </p:stCondLst>
                                        </p:cTn>
                                        <p:tgtEl>
                                          <p:spTgt spid="13"/>
                                        </p:tgtEl>
                                        <p:attrNameLst>
                                          <p:attrName>style.visibility</p:attrName>
                                        </p:attrNameLst>
                                      </p:cBhvr>
                                      <p:to>
                                        <p:strVal val="visible"/>
                                      </p:to>
                                    </p:set>
                                  </p:childTnLst>
                                  <p:subTnLst>
                                    <p:set>
                                      <p:cBhvr override="childStyle">
                                        <p:cTn dur="1" fill="hold" display="0" masterRel="nextClick" afterEffect="1"/>
                                        <p:tgtEl>
                                          <p:spTgt spid="13"/>
                                        </p:tgtEl>
                                        <p:attrNameLst>
                                          <p:attrName>style.visibility</p:attrName>
                                        </p:attrNameLst>
                                      </p:cBhvr>
                                      <p:to>
                                        <p:strVal val="hidden"/>
                                      </p:to>
                                    </p:set>
                                  </p:subTnLst>
                                </p:cTn>
                              </p:par>
                            </p:childTnLst>
                          </p:cTn>
                        </p:par>
                      </p:childTnLst>
                    </p:cTn>
                  </p:par>
                  <p:par>
                    <p:cTn id="166" fill="hold" nodeType="clickPar">
                      <p:stCondLst>
                        <p:cond delay="indefinite"/>
                      </p:stCondLst>
                      <p:childTnLst>
                        <p:par>
                          <p:cTn id="167" fill="hold" nodeType="withGroup">
                            <p:stCondLst>
                              <p:cond delay="0"/>
                            </p:stCondLst>
                            <p:childTnLst>
                              <p:par>
                                <p:cTn id="168" presetID="22" presetClass="entr" presetSubtype="1" fill="hold" nodeType="clickEffect">
                                  <p:stCondLst>
                                    <p:cond delay="0"/>
                                  </p:stCondLst>
                                  <p:childTnLst>
                                    <p:set>
                                      <p:cBhvr>
                                        <p:cTn id="169" dur="1" fill="hold">
                                          <p:stCondLst>
                                            <p:cond delay="0"/>
                                          </p:stCondLst>
                                        </p:cTn>
                                        <p:tgtEl>
                                          <p:spTgt spid="5"/>
                                        </p:tgtEl>
                                        <p:attrNameLst>
                                          <p:attrName>style.visibility</p:attrName>
                                        </p:attrNameLst>
                                      </p:cBhvr>
                                      <p:to>
                                        <p:strVal val="visible"/>
                                      </p:to>
                                    </p:set>
                                    <p:animEffect transition="in" filter="wipe(up)">
                                      <p:cBhvr>
                                        <p:cTn id="170" dur="500"/>
                                        <p:tgtEl>
                                          <p:spTgt spid="5"/>
                                        </p:tgtEl>
                                      </p:cBhvr>
                                    </p:animEffect>
                                  </p:childTnLst>
                                </p:cTn>
                              </p:par>
                            </p:childTnLst>
                          </p:cTn>
                        </p:par>
                      </p:childTnLst>
                    </p:cTn>
                  </p:par>
                  <p:par>
                    <p:cTn id="171" fill="hold" nodeType="clickPar">
                      <p:stCondLst>
                        <p:cond delay="indefinite"/>
                      </p:stCondLst>
                      <p:childTnLst>
                        <p:par>
                          <p:cTn id="172" fill="hold" nodeType="withGroup">
                            <p:stCondLst>
                              <p:cond delay="0"/>
                            </p:stCondLst>
                            <p:childTnLst>
                              <p:par>
                                <p:cTn id="173" presetID="22" presetClass="entr" presetSubtype="1" fill="hold" nodeType="clickEffect">
                                  <p:stCondLst>
                                    <p:cond delay="0"/>
                                  </p:stCondLst>
                                  <p:childTnLst>
                                    <p:set>
                                      <p:cBhvr>
                                        <p:cTn id="174" dur="1" fill="hold">
                                          <p:stCondLst>
                                            <p:cond delay="0"/>
                                          </p:stCondLst>
                                        </p:cTn>
                                        <p:tgtEl>
                                          <p:spTgt spid="6"/>
                                        </p:tgtEl>
                                        <p:attrNameLst>
                                          <p:attrName>style.visibility</p:attrName>
                                        </p:attrNameLst>
                                      </p:cBhvr>
                                      <p:to>
                                        <p:strVal val="visible"/>
                                      </p:to>
                                    </p:set>
                                    <p:animEffect transition="in" filter="wipe(up)">
                                      <p:cBhvr>
                                        <p:cTn id="175" dur="500"/>
                                        <p:tgtEl>
                                          <p:spTgt spid="6"/>
                                        </p:tgtEl>
                                      </p:cBhvr>
                                    </p:animEffect>
                                  </p:childTnLst>
                                </p:cTn>
                              </p:par>
                            </p:childTnLst>
                          </p:cTn>
                        </p:par>
                        <p:par>
                          <p:cTn id="176" fill="hold" nodeType="afterGroup">
                            <p:stCondLst>
                              <p:cond delay="500"/>
                            </p:stCondLst>
                            <p:childTnLst>
                              <p:par>
                                <p:cTn id="177" presetID="22" presetClass="entr" presetSubtype="8" fill="hold" grpId="0" nodeType="afterEffect">
                                  <p:stCondLst>
                                    <p:cond delay="0"/>
                                  </p:stCondLst>
                                  <p:childTnLst>
                                    <p:set>
                                      <p:cBhvr>
                                        <p:cTn id="178" dur="1" fill="hold">
                                          <p:stCondLst>
                                            <p:cond delay="0"/>
                                          </p:stCondLst>
                                        </p:cTn>
                                        <p:tgtEl>
                                          <p:spTgt spid="180245"/>
                                        </p:tgtEl>
                                        <p:attrNameLst>
                                          <p:attrName>style.visibility</p:attrName>
                                        </p:attrNameLst>
                                      </p:cBhvr>
                                      <p:to>
                                        <p:strVal val="visible"/>
                                      </p:to>
                                    </p:set>
                                    <p:animEffect transition="in" filter="wipe(left)">
                                      <p:cBhvr>
                                        <p:cTn id="179" dur="500"/>
                                        <p:tgtEl>
                                          <p:spTgt spid="180245"/>
                                        </p:tgtEl>
                                      </p:cBhvr>
                                    </p:animEffect>
                                  </p:childTnLst>
                                </p:cTn>
                              </p:par>
                            </p:childTnLst>
                          </p:cTn>
                        </p:par>
                      </p:childTnLst>
                    </p:cTn>
                  </p:par>
                  <p:par>
                    <p:cTn id="180" fill="hold" nodeType="clickPar">
                      <p:stCondLst>
                        <p:cond delay="indefinite"/>
                      </p:stCondLst>
                      <p:childTnLst>
                        <p:par>
                          <p:cTn id="181" fill="hold" nodeType="withGroup">
                            <p:stCondLst>
                              <p:cond delay="0"/>
                            </p:stCondLst>
                            <p:childTnLst>
                              <p:par>
                                <p:cTn id="182" presetID="22" presetClass="entr" presetSubtype="8" fill="hold" grpId="0" nodeType="clickEffect">
                                  <p:stCondLst>
                                    <p:cond delay="0"/>
                                  </p:stCondLst>
                                  <p:childTnLst>
                                    <p:set>
                                      <p:cBhvr>
                                        <p:cTn id="183" dur="1" fill="hold">
                                          <p:stCondLst>
                                            <p:cond delay="0"/>
                                          </p:stCondLst>
                                        </p:cTn>
                                        <p:tgtEl>
                                          <p:spTgt spid="180302"/>
                                        </p:tgtEl>
                                        <p:attrNameLst>
                                          <p:attrName>style.visibility</p:attrName>
                                        </p:attrNameLst>
                                      </p:cBhvr>
                                      <p:to>
                                        <p:strVal val="visible"/>
                                      </p:to>
                                    </p:set>
                                    <p:animEffect transition="in" filter="wipe(left)">
                                      <p:cBhvr>
                                        <p:cTn id="184" dur="500"/>
                                        <p:tgtEl>
                                          <p:spTgt spid="180302"/>
                                        </p:tgtEl>
                                      </p:cBhvr>
                                    </p:animEffect>
                                  </p:childTnLst>
                                </p:cTn>
                              </p:par>
                            </p:childTnLst>
                          </p:cTn>
                        </p:par>
                      </p:childTnLst>
                    </p:cTn>
                  </p:par>
                  <p:par>
                    <p:cTn id="185" fill="hold" nodeType="clickPar">
                      <p:stCondLst>
                        <p:cond delay="indefinite"/>
                      </p:stCondLst>
                      <p:childTnLst>
                        <p:par>
                          <p:cTn id="186" fill="hold" nodeType="withGroup">
                            <p:stCondLst>
                              <p:cond delay="0"/>
                            </p:stCondLst>
                            <p:childTnLst>
                              <p:par>
                                <p:cTn id="187" presetID="22" presetClass="entr" presetSubtype="8" fill="hold" grpId="0" nodeType="clickEffect">
                                  <p:stCondLst>
                                    <p:cond delay="0"/>
                                  </p:stCondLst>
                                  <p:childTnLst>
                                    <p:set>
                                      <p:cBhvr>
                                        <p:cTn id="188" dur="1" fill="hold">
                                          <p:stCondLst>
                                            <p:cond delay="0"/>
                                          </p:stCondLst>
                                        </p:cTn>
                                        <p:tgtEl>
                                          <p:spTgt spid="180307"/>
                                        </p:tgtEl>
                                        <p:attrNameLst>
                                          <p:attrName>style.visibility</p:attrName>
                                        </p:attrNameLst>
                                      </p:cBhvr>
                                      <p:to>
                                        <p:strVal val="visible"/>
                                      </p:to>
                                    </p:set>
                                    <p:animEffect transition="in" filter="wipe(left)">
                                      <p:cBhvr>
                                        <p:cTn id="189" dur="500"/>
                                        <p:tgtEl>
                                          <p:spTgt spid="180307"/>
                                        </p:tgtEl>
                                      </p:cBhvr>
                                    </p:animEffect>
                                  </p:childTnLst>
                                </p:cTn>
                              </p:par>
                            </p:childTnLst>
                          </p:cTn>
                        </p:par>
                      </p:childTnLst>
                    </p:cTn>
                  </p:par>
                  <p:par>
                    <p:cTn id="190" fill="hold" nodeType="clickPar">
                      <p:stCondLst>
                        <p:cond delay="indefinite"/>
                      </p:stCondLst>
                      <p:childTnLst>
                        <p:par>
                          <p:cTn id="191" fill="hold" nodeType="withGroup">
                            <p:stCondLst>
                              <p:cond delay="0"/>
                            </p:stCondLst>
                            <p:childTnLst>
                              <p:par>
                                <p:cTn id="192" presetID="22" presetClass="entr" presetSubtype="2" fill="hold" grpId="0" nodeType="clickEffect">
                                  <p:stCondLst>
                                    <p:cond delay="0"/>
                                  </p:stCondLst>
                                  <p:childTnLst>
                                    <p:set>
                                      <p:cBhvr>
                                        <p:cTn id="193" dur="1" fill="hold">
                                          <p:stCondLst>
                                            <p:cond delay="0"/>
                                          </p:stCondLst>
                                        </p:cTn>
                                        <p:tgtEl>
                                          <p:spTgt spid="180308"/>
                                        </p:tgtEl>
                                        <p:attrNameLst>
                                          <p:attrName>style.visibility</p:attrName>
                                        </p:attrNameLst>
                                      </p:cBhvr>
                                      <p:to>
                                        <p:strVal val="visible"/>
                                      </p:to>
                                    </p:set>
                                    <p:animEffect transition="in" filter="wipe(right)">
                                      <p:cBhvr>
                                        <p:cTn id="194" dur="500"/>
                                        <p:tgtEl>
                                          <p:spTgt spid="180308"/>
                                        </p:tgtEl>
                                      </p:cBhvr>
                                    </p:animEffect>
                                  </p:childTnLst>
                                </p:cTn>
                              </p:par>
                            </p:childTnLst>
                          </p:cTn>
                        </p:par>
                      </p:childTnLst>
                    </p:cTn>
                  </p:par>
                  <p:par>
                    <p:cTn id="195" fill="hold" nodeType="clickPar">
                      <p:stCondLst>
                        <p:cond delay="indefinite"/>
                      </p:stCondLst>
                      <p:childTnLst>
                        <p:par>
                          <p:cTn id="196" fill="hold" nodeType="withGroup">
                            <p:stCondLst>
                              <p:cond delay="0"/>
                            </p:stCondLst>
                            <p:childTnLst>
                              <p:par>
                                <p:cTn id="197" presetID="22" presetClass="entr" presetSubtype="1" fill="hold" grpId="0" nodeType="clickEffect">
                                  <p:stCondLst>
                                    <p:cond delay="0"/>
                                  </p:stCondLst>
                                  <p:childTnLst>
                                    <p:set>
                                      <p:cBhvr>
                                        <p:cTn id="198" dur="1" fill="hold">
                                          <p:stCondLst>
                                            <p:cond delay="0"/>
                                          </p:stCondLst>
                                        </p:cTn>
                                        <p:tgtEl>
                                          <p:spTgt spid="180310"/>
                                        </p:tgtEl>
                                        <p:attrNameLst>
                                          <p:attrName>style.visibility</p:attrName>
                                        </p:attrNameLst>
                                      </p:cBhvr>
                                      <p:to>
                                        <p:strVal val="visible"/>
                                      </p:to>
                                    </p:set>
                                    <p:animEffect transition="in" filter="wipe(up)">
                                      <p:cBhvr>
                                        <p:cTn id="199" dur="500"/>
                                        <p:tgtEl>
                                          <p:spTgt spid="180310"/>
                                        </p:tgtEl>
                                      </p:cBhvr>
                                    </p:animEffect>
                                  </p:childTnLst>
                                </p:cTn>
                              </p:par>
                            </p:childTnLst>
                          </p:cTn>
                        </p:par>
                      </p:childTnLst>
                    </p:cTn>
                  </p:par>
                  <p:par>
                    <p:cTn id="200" fill="hold" nodeType="clickPar">
                      <p:stCondLst>
                        <p:cond delay="indefinite"/>
                      </p:stCondLst>
                      <p:childTnLst>
                        <p:par>
                          <p:cTn id="201" fill="hold" nodeType="withGroup">
                            <p:stCondLst>
                              <p:cond delay="0"/>
                            </p:stCondLst>
                            <p:childTnLst>
                              <p:par>
                                <p:cTn id="202" presetID="22" presetClass="entr" presetSubtype="1" fill="hold" grpId="0" nodeType="clickEffect">
                                  <p:stCondLst>
                                    <p:cond delay="0"/>
                                  </p:stCondLst>
                                  <p:childTnLst>
                                    <p:set>
                                      <p:cBhvr>
                                        <p:cTn id="203" dur="1" fill="hold">
                                          <p:stCondLst>
                                            <p:cond delay="0"/>
                                          </p:stCondLst>
                                        </p:cTn>
                                        <p:tgtEl>
                                          <p:spTgt spid="180309"/>
                                        </p:tgtEl>
                                        <p:attrNameLst>
                                          <p:attrName>style.visibility</p:attrName>
                                        </p:attrNameLst>
                                      </p:cBhvr>
                                      <p:to>
                                        <p:strVal val="visible"/>
                                      </p:to>
                                    </p:set>
                                    <p:animEffect transition="in" filter="wipe(up)">
                                      <p:cBhvr>
                                        <p:cTn id="204" dur="500"/>
                                        <p:tgtEl>
                                          <p:spTgt spid="180309"/>
                                        </p:tgtEl>
                                      </p:cBhvr>
                                    </p:animEffect>
                                  </p:childTnLst>
                                </p:cTn>
                              </p:par>
                            </p:childTnLst>
                          </p:cTn>
                        </p:par>
                      </p:childTnLst>
                    </p:cTn>
                  </p:par>
                  <p:par>
                    <p:cTn id="205" fill="hold" nodeType="clickPar">
                      <p:stCondLst>
                        <p:cond delay="indefinite"/>
                      </p:stCondLst>
                      <p:childTnLst>
                        <p:par>
                          <p:cTn id="206" fill="hold" nodeType="withGroup">
                            <p:stCondLst>
                              <p:cond delay="0"/>
                            </p:stCondLst>
                            <p:childTnLst>
                              <p:par>
                                <p:cTn id="207" presetID="22" presetClass="entr" presetSubtype="1" fill="hold" grpId="0" nodeType="clickEffect">
                                  <p:stCondLst>
                                    <p:cond delay="0"/>
                                  </p:stCondLst>
                                  <p:childTnLst>
                                    <p:set>
                                      <p:cBhvr>
                                        <p:cTn id="208" dur="1" fill="hold">
                                          <p:stCondLst>
                                            <p:cond delay="0"/>
                                          </p:stCondLst>
                                        </p:cTn>
                                        <p:tgtEl>
                                          <p:spTgt spid="180289"/>
                                        </p:tgtEl>
                                        <p:attrNameLst>
                                          <p:attrName>style.visibility</p:attrName>
                                        </p:attrNameLst>
                                      </p:cBhvr>
                                      <p:to>
                                        <p:strVal val="visible"/>
                                      </p:to>
                                    </p:set>
                                    <p:animEffect transition="in" filter="wipe(up)">
                                      <p:cBhvr>
                                        <p:cTn id="209" dur="500"/>
                                        <p:tgtEl>
                                          <p:spTgt spid="180289"/>
                                        </p:tgtEl>
                                      </p:cBhvr>
                                    </p:animEffect>
                                  </p:childTnLst>
                                </p:cTn>
                              </p:par>
                            </p:childTnLst>
                          </p:cTn>
                        </p:par>
                        <p:par>
                          <p:cTn id="210" fill="hold" nodeType="afterGroup">
                            <p:stCondLst>
                              <p:cond delay="500"/>
                            </p:stCondLst>
                            <p:childTnLst>
                              <p:par>
                                <p:cTn id="211" presetID="22" presetClass="entr" presetSubtype="1" fill="hold" grpId="0" nodeType="afterEffect">
                                  <p:stCondLst>
                                    <p:cond delay="0"/>
                                  </p:stCondLst>
                                  <p:childTnLst>
                                    <p:set>
                                      <p:cBhvr>
                                        <p:cTn id="212" dur="1" fill="hold">
                                          <p:stCondLst>
                                            <p:cond delay="0"/>
                                          </p:stCondLst>
                                        </p:cTn>
                                        <p:tgtEl>
                                          <p:spTgt spid="180290"/>
                                        </p:tgtEl>
                                        <p:attrNameLst>
                                          <p:attrName>style.visibility</p:attrName>
                                        </p:attrNameLst>
                                      </p:cBhvr>
                                      <p:to>
                                        <p:strVal val="visible"/>
                                      </p:to>
                                    </p:set>
                                    <p:animEffect transition="in" filter="wipe(up)">
                                      <p:cBhvr>
                                        <p:cTn id="213" dur="500"/>
                                        <p:tgtEl>
                                          <p:spTgt spid="180290"/>
                                        </p:tgtEl>
                                      </p:cBhvr>
                                    </p:animEffect>
                                  </p:childTnLst>
                                </p:cTn>
                              </p:par>
                            </p:childTnLst>
                          </p:cTn>
                        </p:par>
                      </p:childTnLst>
                    </p:cTn>
                  </p:par>
                  <p:par>
                    <p:cTn id="214" fill="hold" nodeType="clickPar">
                      <p:stCondLst>
                        <p:cond delay="indefinite"/>
                      </p:stCondLst>
                      <p:childTnLst>
                        <p:par>
                          <p:cTn id="215" fill="hold" nodeType="withGroup">
                            <p:stCondLst>
                              <p:cond delay="0"/>
                            </p:stCondLst>
                            <p:childTnLst>
                              <p:par>
                                <p:cTn id="216" presetID="4" presetClass="entr" presetSubtype="32" fill="hold" grpId="0" nodeType="clickEffect">
                                  <p:stCondLst>
                                    <p:cond delay="0"/>
                                  </p:stCondLst>
                                  <p:childTnLst>
                                    <p:set>
                                      <p:cBhvr>
                                        <p:cTn id="217" dur="1" fill="hold">
                                          <p:stCondLst>
                                            <p:cond delay="0"/>
                                          </p:stCondLst>
                                        </p:cTn>
                                        <p:tgtEl>
                                          <p:spTgt spid="180265"/>
                                        </p:tgtEl>
                                        <p:attrNameLst>
                                          <p:attrName>style.visibility</p:attrName>
                                        </p:attrNameLst>
                                      </p:cBhvr>
                                      <p:to>
                                        <p:strVal val="visible"/>
                                      </p:to>
                                    </p:set>
                                    <p:animEffect transition="in" filter="box(out)">
                                      <p:cBhvr>
                                        <p:cTn id="218" dur="500"/>
                                        <p:tgtEl>
                                          <p:spTgt spid="180265"/>
                                        </p:tgtEl>
                                      </p:cBhvr>
                                    </p:animEffect>
                                  </p:childTnLst>
                                </p:cTn>
                              </p:par>
                            </p:childTnLst>
                          </p:cTn>
                        </p:par>
                      </p:childTnLst>
                    </p:cTn>
                  </p:par>
                  <p:par>
                    <p:cTn id="219" fill="hold" nodeType="clickPar">
                      <p:stCondLst>
                        <p:cond delay="indefinite"/>
                      </p:stCondLst>
                      <p:childTnLst>
                        <p:par>
                          <p:cTn id="220" fill="hold" nodeType="withGroup">
                            <p:stCondLst>
                              <p:cond delay="0"/>
                            </p:stCondLst>
                            <p:childTnLst>
                              <p:par>
                                <p:cTn id="221" presetID="3" presetClass="entr" presetSubtype="10" fill="hold" grpId="0" nodeType="clickEffect">
                                  <p:stCondLst>
                                    <p:cond delay="0"/>
                                  </p:stCondLst>
                                  <p:childTnLst>
                                    <p:set>
                                      <p:cBhvr>
                                        <p:cTn id="222" dur="1" fill="hold">
                                          <p:stCondLst>
                                            <p:cond delay="0"/>
                                          </p:stCondLst>
                                        </p:cTn>
                                        <p:tgtEl>
                                          <p:spTgt spid="180326"/>
                                        </p:tgtEl>
                                        <p:attrNameLst>
                                          <p:attrName>style.visibility</p:attrName>
                                        </p:attrNameLst>
                                      </p:cBhvr>
                                      <p:to>
                                        <p:strVal val="visible"/>
                                      </p:to>
                                    </p:set>
                                    <p:animEffect transition="in" filter="blinds(horizontal)">
                                      <p:cBhvr>
                                        <p:cTn id="223" dur="500"/>
                                        <p:tgtEl>
                                          <p:spTgt spid="1803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0232" grpId="0" animBg="1"/>
      <p:bldP spid="180238" grpId="0" animBg="1"/>
      <p:bldP spid="180239" grpId="0" animBg="1"/>
      <p:bldP spid="180240" grpId="0" animBg="1"/>
      <p:bldP spid="180245" grpId="0" animBg="1"/>
      <p:bldP spid="180254" grpId="0" animBg="1"/>
      <p:bldP spid="180255" grpId="0" animBg="1"/>
      <p:bldP spid="180256" grpId="0" animBg="1"/>
      <p:bldP spid="180257" grpId="0" autoUpdateAnimBg="0"/>
      <p:bldP spid="180258" grpId="0" autoUpdateAnimBg="0"/>
      <p:bldP spid="180259" grpId="0" autoUpdateAnimBg="0"/>
      <p:bldP spid="180260" grpId="0" autoUpdateAnimBg="0"/>
      <p:bldP spid="180261" grpId="0" autoUpdateAnimBg="0"/>
      <p:bldP spid="180262" grpId="0" autoUpdateAnimBg="0"/>
      <p:bldP spid="180263" grpId="0" autoUpdateAnimBg="0"/>
      <p:bldP spid="180264" grpId="0" autoUpdateAnimBg="0"/>
      <p:bldP spid="180265" grpId="0" animBg="1"/>
      <p:bldP spid="180267" grpId="0" animBg="1"/>
      <p:bldP spid="180268" grpId="0" animBg="1"/>
      <p:bldP spid="180269" grpId="0" animBg="1"/>
      <p:bldP spid="180289" grpId="0" animBg="1"/>
      <p:bldP spid="180290" grpId="0" animBg="1"/>
      <p:bldP spid="180300" grpId="0" animBg="1"/>
      <p:bldP spid="180301" grpId="0" animBg="1"/>
      <p:bldP spid="180302" grpId="0" animBg="1"/>
      <p:bldP spid="180303" grpId="0" animBg="1"/>
      <p:bldP spid="180304" grpId="0" animBg="1"/>
      <p:bldP spid="180305" grpId="0" animBg="1"/>
      <p:bldP spid="180306" grpId="0" animBg="1"/>
      <p:bldP spid="180307" grpId="0" animBg="1"/>
      <p:bldP spid="180308" grpId="0" animBg="1"/>
      <p:bldP spid="180309" grpId="0" animBg="1"/>
      <p:bldP spid="180310" grpId="0" animBg="1"/>
      <p:bldP spid="180326"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50000"/>
              </a:spcBef>
              <a:buClrTx/>
              <a:buFontTx/>
              <a:buNone/>
            </a:pPr>
            <a:fld id="{84B5C0F0-582A-4C17-9034-D73325361440}" type="slidenum">
              <a:rPr lang="en-US" altLang="zh-CN" sz="1400" smtClean="0">
                <a:solidFill>
                  <a:schemeClr val="bg2"/>
                </a:solidFill>
              </a:rPr>
              <a:pPr eaLnBrk="1" hangingPunct="1">
                <a:spcBef>
                  <a:spcPct val="50000"/>
                </a:spcBef>
                <a:buClrTx/>
                <a:buFontTx/>
                <a:buNone/>
              </a:pPr>
              <a:t>19</a:t>
            </a:fld>
            <a:endParaRPr lang="en-US" altLang="zh-CN" sz="1400" smtClean="0">
              <a:solidFill>
                <a:schemeClr val="bg2"/>
              </a:solidFill>
            </a:endParaRPr>
          </a:p>
        </p:txBody>
      </p:sp>
      <p:sp>
        <p:nvSpPr>
          <p:cNvPr id="215042" name="Line 2"/>
          <p:cNvSpPr>
            <a:spLocks noChangeShapeType="1"/>
          </p:cNvSpPr>
          <p:nvPr/>
        </p:nvSpPr>
        <p:spPr bwMode="auto">
          <a:xfrm>
            <a:off x="7558088" y="2078038"/>
            <a:ext cx="0" cy="755650"/>
          </a:xfrm>
          <a:prstGeom prst="line">
            <a:avLst/>
          </a:prstGeom>
          <a:noFill/>
          <a:ln w="38100">
            <a:solidFill>
              <a:srgbClr val="000000"/>
            </a:solidFill>
            <a:round/>
            <a:headEnd/>
            <a:tailEnd type="non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508" name="Text Box 3"/>
          <p:cNvSpPr txBox="1">
            <a:spLocks noChangeArrowheads="1"/>
          </p:cNvSpPr>
          <p:nvPr/>
        </p:nvSpPr>
        <p:spPr bwMode="auto">
          <a:xfrm>
            <a:off x="366713" y="290513"/>
            <a:ext cx="8777287"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r>
              <a:rPr lang="en-US" altLang="zh-CN">
                <a:latin typeface="黑体" pitchFamily="2" charset="-122"/>
                <a:ea typeface="黑体" pitchFamily="2" charset="-122"/>
              </a:rPr>
              <a:t>4.</a:t>
            </a:r>
            <a:r>
              <a:rPr lang="zh-CN" altLang="en-US">
                <a:latin typeface="黑体" pitchFamily="2" charset="-122"/>
                <a:ea typeface="黑体" pitchFamily="2" charset="-122"/>
              </a:rPr>
              <a:t>四分之一圆弧的画法</a:t>
            </a:r>
          </a:p>
        </p:txBody>
      </p:sp>
      <p:sp>
        <p:nvSpPr>
          <p:cNvPr id="215044" name="Text Box 4"/>
          <p:cNvSpPr txBox="1">
            <a:spLocks noChangeArrowheads="1"/>
          </p:cNvSpPr>
          <p:nvPr/>
        </p:nvSpPr>
        <p:spPr bwMode="auto">
          <a:xfrm>
            <a:off x="4945063" y="320675"/>
            <a:ext cx="4198937"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r>
              <a:rPr lang="en-US" altLang="zh-CN" sz="2800" dirty="0">
                <a:solidFill>
                  <a:srgbClr val="FF0000"/>
                </a:solidFill>
                <a:latin typeface="黑体" pitchFamily="2" charset="-122"/>
                <a:ea typeface="黑体" pitchFamily="2" charset="-122"/>
              </a:rPr>
              <a:t>(</a:t>
            </a:r>
            <a:r>
              <a:rPr lang="zh-CN" altLang="en-US" sz="2800" dirty="0">
                <a:solidFill>
                  <a:srgbClr val="FF0000"/>
                </a:solidFill>
                <a:latin typeface="黑体" pitchFamily="2" charset="-122"/>
                <a:ea typeface="黑体" pitchFamily="2" charset="-122"/>
              </a:rPr>
              <a:t>请自学</a:t>
            </a:r>
            <a:r>
              <a:rPr lang="en-US" altLang="zh-CN" sz="2800" dirty="0">
                <a:solidFill>
                  <a:srgbClr val="FF0000"/>
                </a:solidFill>
                <a:latin typeface="黑体" pitchFamily="2" charset="-122"/>
                <a:ea typeface="黑体" pitchFamily="2" charset="-122"/>
              </a:rPr>
              <a:t>)</a:t>
            </a:r>
          </a:p>
        </p:txBody>
      </p:sp>
      <p:sp>
        <p:nvSpPr>
          <p:cNvPr id="215045" name="AutoShape 5"/>
          <p:cNvSpPr>
            <a:spLocks noChangeArrowheads="1"/>
          </p:cNvSpPr>
          <p:nvPr/>
        </p:nvSpPr>
        <p:spPr bwMode="auto">
          <a:xfrm>
            <a:off x="1511300" y="2717800"/>
            <a:ext cx="2286000" cy="1600200"/>
          </a:xfrm>
          <a:prstGeom prst="roundRect">
            <a:avLst>
              <a:gd name="adj" fmla="val 16667"/>
            </a:avLst>
          </a:prstGeom>
          <a:noFill/>
          <a:ln w="38100">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endParaRPr kumimoji="0" lang="zh-CN" altLang="en-US" sz="2000"/>
          </a:p>
        </p:txBody>
      </p:sp>
      <p:sp>
        <p:nvSpPr>
          <p:cNvPr id="215046" name="Rectangle 6"/>
          <p:cNvSpPr>
            <a:spLocks noChangeArrowheads="1"/>
          </p:cNvSpPr>
          <p:nvPr/>
        </p:nvSpPr>
        <p:spPr bwMode="auto">
          <a:xfrm>
            <a:off x="1511300" y="1498600"/>
            <a:ext cx="2286000" cy="762000"/>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endParaRPr kumimoji="0" lang="zh-CN" altLang="en-US" sz="2000"/>
          </a:p>
        </p:txBody>
      </p:sp>
      <p:sp>
        <p:nvSpPr>
          <p:cNvPr id="215047" name="Oval 7"/>
          <p:cNvSpPr>
            <a:spLocks noChangeArrowheads="1"/>
          </p:cNvSpPr>
          <p:nvPr/>
        </p:nvSpPr>
        <p:spPr bwMode="auto">
          <a:xfrm>
            <a:off x="1511300" y="2717800"/>
            <a:ext cx="533400" cy="533400"/>
          </a:xfrm>
          <a:prstGeom prst="ellipse">
            <a:avLst/>
          </a:prstGeom>
          <a:noFill/>
          <a:ln w="1270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endParaRPr kumimoji="0" lang="zh-CN" altLang="en-US" sz="2000"/>
          </a:p>
        </p:txBody>
      </p:sp>
      <p:sp>
        <p:nvSpPr>
          <p:cNvPr id="215048" name="Oval 8"/>
          <p:cNvSpPr>
            <a:spLocks noChangeArrowheads="1"/>
          </p:cNvSpPr>
          <p:nvPr/>
        </p:nvSpPr>
        <p:spPr bwMode="auto">
          <a:xfrm>
            <a:off x="1511300" y="3778250"/>
            <a:ext cx="533400" cy="533400"/>
          </a:xfrm>
          <a:prstGeom prst="ellipse">
            <a:avLst/>
          </a:prstGeom>
          <a:noFill/>
          <a:ln w="1270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endParaRPr kumimoji="0" lang="zh-CN" altLang="en-US" sz="2000"/>
          </a:p>
        </p:txBody>
      </p:sp>
      <p:sp>
        <p:nvSpPr>
          <p:cNvPr id="215049" name="Oval 9"/>
          <p:cNvSpPr>
            <a:spLocks noChangeArrowheads="1"/>
          </p:cNvSpPr>
          <p:nvPr/>
        </p:nvSpPr>
        <p:spPr bwMode="auto">
          <a:xfrm>
            <a:off x="3263900" y="3771900"/>
            <a:ext cx="533400" cy="533400"/>
          </a:xfrm>
          <a:prstGeom prst="ellipse">
            <a:avLst/>
          </a:prstGeom>
          <a:noFill/>
          <a:ln w="1270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endParaRPr kumimoji="0" lang="zh-CN" altLang="en-US" sz="2000"/>
          </a:p>
        </p:txBody>
      </p:sp>
      <p:sp>
        <p:nvSpPr>
          <p:cNvPr id="215050" name="Oval 10"/>
          <p:cNvSpPr>
            <a:spLocks noChangeArrowheads="1"/>
          </p:cNvSpPr>
          <p:nvPr/>
        </p:nvSpPr>
        <p:spPr bwMode="auto">
          <a:xfrm>
            <a:off x="3263900" y="2717800"/>
            <a:ext cx="533400" cy="533400"/>
          </a:xfrm>
          <a:prstGeom prst="ellipse">
            <a:avLst/>
          </a:prstGeom>
          <a:noFill/>
          <a:ln w="1270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endParaRPr kumimoji="0" lang="zh-CN" altLang="en-US" sz="2000"/>
          </a:p>
        </p:txBody>
      </p:sp>
      <p:grpSp>
        <p:nvGrpSpPr>
          <p:cNvPr id="2" name="Group 11"/>
          <p:cNvGrpSpPr>
            <a:grpSpLocks/>
          </p:cNvGrpSpPr>
          <p:nvPr/>
        </p:nvGrpSpPr>
        <p:grpSpPr bwMode="auto">
          <a:xfrm>
            <a:off x="1443038" y="3714750"/>
            <a:ext cx="642937" cy="677863"/>
            <a:chOff x="821" y="2788"/>
            <a:chExt cx="405" cy="427"/>
          </a:xfrm>
        </p:grpSpPr>
        <p:sp>
          <p:nvSpPr>
            <p:cNvPr id="21547" name="Line 12"/>
            <p:cNvSpPr>
              <a:spLocks noChangeShapeType="1"/>
            </p:cNvSpPr>
            <p:nvPr/>
          </p:nvSpPr>
          <p:spPr bwMode="auto">
            <a:xfrm>
              <a:off x="821" y="2996"/>
              <a:ext cx="405" cy="0"/>
            </a:xfrm>
            <a:prstGeom prst="line">
              <a:avLst/>
            </a:prstGeom>
            <a:noFill/>
            <a:ln w="9525">
              <a:solidFill>
                <a:srgbClr val="FF0000"/>
              </a:solidFill>
              <a:prstDash val="lgDash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548" name="Line 13"/>
            <p:cNvSpPr>
              <a:spLocks noChangeShapeType="1"/>
            </p:cNvSpPr>
            <p:nvPr/>
          </p:nvSpPr>
          <p:spPr bwMode="auto">
            <a:xfrm>
              <a:off x="1032" y="2788"/>
              <a:ext cx="0" cy="427"/>
            </a:xfrm>
            <a:prstGeom prst="line">
              <a:avLst/>
            </a:prstGeom>
            <a:noFill/>
            <a:ln w="9525">
              <a:solidFill>
                <a:srgbClr val="FF0000"/>
              </a:solidFill>
              <a:prstDash val="lgDashDot"/>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3" name="Group 14"/>
          <p:cNvGrpSpPr>
            <a:grpSpLocks/>
          </p:cNvGrpSpPr>
          <p:nvPr/>
        </p:nvGrpSpPr>
        <p:grpSpPr bwMode="auto">
          <a:xfrm>
            <a:off x="1444625" y="2654300"/>
            <a:ext cx="642938" cy="677863"/>
            <a:chOff x="821" y="2788"/>
            <a:chExt cx="405" cy="427"/>
          </a:xfrm>
        </p:grpSpPr>
        <p:sp>
          <p:nvSpPr>
            <p:cNvPr id="21545" name="Line 15"/>
            <p:cNvSpPr>
              <a:spLocks noChangeShapeType="1"/>
            </p:cNvSpPr>
            <p:nvPr/>
          </p:nvSpPr>
          <p:spPr bwMode="auto">
            <a:xfrm>
              <a:off x="821" y="2996"/>
              <a:ext cx="405" cy="0"/>
            </a:xfrm>
            <a:prstGeom prst="line">
              <a:avLst/>
            </a:prstGeom>
            <a:noFill/>
            <a:ln w="9525">
              <a:solidFill>
                <a:srgbClr val="FF0000"/>
              </a:solidFill>
              <a:prstDash val="lgDash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546" name="Line 16"/>
            <p:cNvSpPr>
              <a:spLocks noChangeShapeType="1"/>
            </p:cNvSpPr>
            <p:nvPr/>
          </p:nvSpPr>
          <p:spPr bwMode="auto">
            <a:xfrm>
              <a:off x="1032" y="2788"/>
              <a:ext cx="0" cy="427"/>
            </a:xfrm>
            <a:prstGeom prst="line">
              <a:avLst/>
            </a:prstGeom>
            <a:noFill/>
            <a:ln w="9525">
              <a:solidFill>
                <a:srgbClr val="FF0000"/>
              </a:solidFill>
              <a:prstDash val="lgDashDot"/>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4" name="Group 17"/>
          <p:cNvGrpSpPr>
            <a:grpSpLocks/>
          </p:cNvGrpSpPr>
          <p:nvPr/>
        </p:nvGrpSpPr>
        <p:grpSpPr bwMode="auto">
          <a:xfrm>
            <a:off x="3195638" y="2652713"/>
            <a:ext cx="642937" cy="677862"/>
            <a:chOff x="821" y="2788"/>
            <a:chExt cx="405" cy="427"/>
          </a:xfrm>
        </p:grpSpPr>
        <p:sp>
          <p:nvSpPr>
            <p:cNvPr id="21543" name="Line 18"/>
            <p:cNvSpPr>
              <a:spLocks noChangeShapeType="1"/>
            </p:cNvSpPr>
            <p:nvPr/>
          </p:nvSpPr>
          <p:spPr bwMode="auto">
            <a:xfrm>
              <a:off x="821" y="2996"/>
              <a:ext cx="405" cy="0"/>
            </a:xfrm>
            <a:prstGeom prst="line">
              <a:avLst/>
            </a:prstGeom>
            <a:noFill/>
            <a:ln w="9525">
              <a:solidFill>
                <a:srgbClr val="FF0000"/>
              </a:solidFill>
              <a:prstDash val="lgDash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544" name="Line 19"/>
            <p:cNvSpPr>
              <a:spLocks noChangeShapeType="1"/>
            </p:cNvSpPr>
            <p:nvPr/>
          </p:nvSpPr>
          <p:spPr bwMode="auto">
            <a:xfrm>
              <a:off x="1032" y="2788"/>
              <a:ext cx="0" cy="427"/>
            </a:xfrm>
            <a:prstGeom prst="line">
              <a:avLst/>
            </a:prstGeom>
            <a:noFill/>
            <a:ln w="9525">
              <a:solidFill>
                <a:srgbClr val="FF0000"/>
              </a:solidFill>
              <a:prstDash val="lgDashDot"/>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5" name="Group 20"/>
          <p:cNvGrpSpPr>
            <a:grpSpLocks/>
          </p:cNvGrpSpPr>
          <p:nvPr/>
        </p:nvGrpSpPr>
        <p:grpSpPr bwMode="auto">
          <a:xfrm>
            <a:off x="3195638" y="3708400"/>
            <a:ext cx="642937" cy="677863"/>
            <a:chOff x="821" y="2788"/>
            <a:chExt cx="405" cy="427"/>
          </a:xfrm>
        </p:grpSpPr>
        <p:sp>
          <p:nvSpPr>
            <p:cNvPr id="21541" name="Line 21"/>
            <p:cNvSpPr>
              <a:spLocks noChangeShapeType="1"/>
            </p:cNvSpPr>
            <p:nvPr/>
          </p:nvSpPr>
          <p:spPr bwMode="auto">
            <a:xfrm>
              <a:off x="821" y="2996"/>
              <a:ext cx="405" cy="0"/>
            </a:xfrm>
            <a:prstGeom prst="line">
              <a:avLst/>
            </a:prstGeom>
            <a:noFill/>
            <a:ln w="9525">
              <a:solidFill>
                <a:srgbClr val="FF0000"/>
              </a:solidFill>
              <a:prstDash val="lgDash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542" name="Line 22"/>
            <p:cNvSpPr>
              <a:spLocks noChangeShapeType="1"/>
            </p:cNvSpPr>
            <p:nvPr/>
          </p:nvSpPr>
          <p:spPr bwMode="auto">
            <a:xfrm>
              <a:off x="1032" y="2788"/>
              <a:ext cx="0" cy="427"/>
            </a:xfrm>
            <a:prstGeom prst="line">
              <a:avLst/>
            </a:prstGeom>
            <a:noFill/>
            <a:ln w="9525">
              <a:solidFill>
                <a:srgbClr val="FF0000"/>
              </a:solidFill>
              <a:prstDash val="lgDashDot"/>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215063" name="Text Box 23"/>
          <p:cNvSpPr txBox="1">
            <a:spLocks noChangeArrowheads="1"/>
          </p:cNvSpPr>
          <p:nvPr/>
        </p:nvSpPr>
        <p:spPr bwMode="auto">
          <a:xfrm>
            <a:off x="1333500" y="4427538"/>
            <a:ext cx="7810500"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r>
              <a:rPr lang="zh-CN" altLang="en-US" sz="2800" dirty="0">
                <a:solidFill>
                  <a:srgbClr val="000000"/>
                </a:solidFill>
                <a:ea typeface="黑体" pitchFamily="2" charset="-122"/>
              </a:rPr>
              <a:t>每个圆角均为</a:t>
            </a:r>
            <a:r>
              <a:rPr lang="zh-CN" altLang="en-US" sz="2800" dirty="0">
                <a:solidFill>
                  <a:srgbClr val="000000"/>
                </a:solidFill>
                <a:latin typeface="黑体" pitchFamily="2" charset="-122"/>
                <a:ea typeface="黑体" pitchFamily="2" charset="-122"/>
              </a:rPr>
              <a:t>四分之一圆</a:t>
            </a:r>
          </a:p>
          <a:p>
            <a:pPr eaLnBrk="1" hangingPunct="1">
              <a:spcBef>
                <a:spcPct val="0"/>
              </a:spcBef>
              <a:buClrTx/>
              <a:buFontTx/>
              <a:buNone/>
            </a:pPr>
            <a:r>
              <a:rPr lang="en-US" altLang="zh-CN" sz="2800" dirty="0">
                <a:solidFill>
                  <a:srgbClr val="000000"/>
                </a:solidFill>
                <a:latin typeface="黑体" pitchFamily="2" charset="-122"/>
                <a:ea typeface="黑体" pitchFamily="2" charset="-122"/>
              </a:rPr>
              <a:t>(</a:t>
            </a:r>
            <a:r>
              <a:rPr lang="zh-CN" altLang="en-US" sz="2800" dirty="0">
                <a:solidFill>
                  <a:srgbClr val="000000"/>
                </a:solidFill>
                <a:latin typeface="黑体" pitchFamily="2" charset="-122"/>
                <a:ea typeface="黑体" pitchFamily="2" charset="-122"/>
              </a:rPr>
              <a:t>圆的不同部位</a:t>
            </a:r>
            <a:r>
              <a:rPr lang="en-US" altLang="zh-CN" sz="2800" dirty="0">
                <a:solidFill>
                  <a:srgbClr val="000000"/>
                </a:solidFill>
                <a:latin typeface="黑体" pitchFamily="2" charset="-122"/>
                <a:ea typeface="黑体" pitchFamily="2" charset="-122"/>
              </a:rPr>
              <a:t>)</a:t>
            </a:r>
          </a:p>
        </p:txBody>
      </p:sp>
      <p:sp>
        <p:nvSpPr>
          <p:cNvPr id="215064" name="Line 24"/>
          <p:cNvSpPr>
            <a:spLocks noChangeShapeType="1"/>
          </p:cNvSpPr>
          <p:nvPr/>
        </p:nvSpPr>
        <p:spPr bwMode="auto">
          <a:xfrm rot="-1800000">
            <a:off x="5854700" y="2654300"/>
            <a:ext cx="1741488" cy="0"/>
          </a:xfrm>
          <a:prstGeom prst="line">
            <a:avLst/>
          </a:prstGeom>
          <a:noFill/>
          <a:ln w="38100">
            <a:solidFill>
              <a:srgbClr val="000000"/>
            </a:solidFill>
            <a:round/>
            <a:headEnd/>
            <a:tailEnd type="non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5065" name="Line 25"/>
          <p:cNvSpPr>
            <a:spLocks noChangeShapeType="1"/>
          </p:cNvSpPr>
          <p:nvPr/>
        </p:nvSpPr>
        <p:spPr bwMode="auto">
          <a:xfrm rot="-3600000">
            <a:off x="5057775" y="2292350"/>
            <a:ext cx="1588" cy="1055688"/>
          </a:xfrm>
          <a:prstGeom prst="line">
            <a:avLst/>
          </a:prstGeom>
          <a:noFill/>
          <a:ln w="38100">
            <a:solidFill>
              <a:srgbClr val="000000"/>
            </a:solidFill>
            <a:round/>
            <a:headEnd/>
            <a:tailEnd type="non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5066" name="Line 26"/>
          <p:cNvSpPr>
            <a:spLocks noChangeShapeType="1"/>
          </p:cNvSpPr>
          <p:nvPr/>
        </p:nvSpPr>
        <p:spPr bwMode="auto">
          <a:xfrm>
            <a:off x="4521200" y="2419350"/>
            <a:ext cx="0" cy="755650"/>
          </a:xfrm>
          <a:prstGeom prst="line">
            <a:avLst/>
          </a:prstGeom>
          <a:noFill/>
          <a:ln w="38100">
            <a:solidFill>
              <a:srgbClr val="000000"/>
            </a:solidFill>
            <a:round/>
            <a:headEnd/>
            <a:tailEnd type="non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5067" name="Line 27"/>
          <p:cNvSpPr>
            <a:spLocks noChangeShapeType="1"/>
          </p:cNvSpPr>
          <p:nvPr/>
        </p:nvSpPr>
        <p:spPr bwMode="auto">
          <a:xfrm rot="-3600000">
            <a:off x="7020719" y="1153319"/>
            <a:ext cx="1587" cy="1076325"/>
          </a:xfrm>
          <a:prstGeom prst="line">
            <a:avLst/>
          </a:prstGeom>
          <a:noFill/>
          <a:ln w="38100">
            <a:solidFill>
              <a:srgbClr val="000000"/>
            </a:solidFill>
            <a:round/>
            <a:headEnd/>
            <a:tailEnd type="non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5068" name="Line 28"/>
          <p:cNvSpPr>
            <a:spLocks noChangeShapeType="1"/>
          </p:cNvSpPr>
          <p:nvPr/>
        </p:nvSpPr>
        <p:spPr bwMode="auto">
          <a:xfrm rot="-1800000">
            <a:off x="4486275" y="1860550"/>
            <a:ext cx="1730375" cy="0"/>
          </a:xfrm>
          <a:prstGeom prst="line">
            <a:avLst/>
          </a:prstGeom>
          <a:noFill/>
          <a:ln w="38100">
            <a:solidFill>
              <a:srgbClr val="000000"/>
            </a:solidFill>
            <a:round/>
            <a:headEnd/>
            <a:tailEnd type="non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5069" name="Arc 29"/>
          <p:cNvSpPr>
            <a:spLocks/>
          </p:cNvSpPr>
          <p:nvPr/>
        </p:nvSpPr>
        <p:spPr bwMode="auto">
          <a:xfrm>
            <a:off x="4522788" y="2293938"/>
            <a:ext cx="147637" cy="261937"/>
          </a:xfrm>
          <a:custGeom>
            <a:avLst/>
            <a:gdLst>
              <a:gd name="T0" fmla="*/ 1159850851 w 21600"/>
              <a:gd name="T1" fmla="*/ 2147483647 h 38254"/>
              <a:gd name="T2" fmla="*/ 1198890113 w 21600"/>
              <a:gd name="T3" fmla="*/ 0 h 38254"/>
              <a:gd name="T4" fmla="*/ 2147483647 w 21600"/>
              <a:gd name="T5" fmla="*/ 1981667515 h 38254"/>
              <a:gd name="T6" fmla="*/ 0 60000 65536"/>
              <a:gd name="T7" fmla="*/ 0 60000 65536"/>
              <a:gd name="T8" fmla="*/ 0 60000 65536"/>
              <a:gd name="T9" fmla="*/ 0 w 21600"/>
              <a:gd name="T10" fmla="*/ 0 h 38254"/>
              <a:gd name="T11" fmla="*/ 21600 w 21600"/>
              <a:gd name="T12" fmla="*/ 38254 h 38254"/>
            </a:gdLst>
            <a:ahLst/>
            <a:cxnLst>
              <a:cxn ang="T6">
                <a:pos x="T0" y="T1"/>
              </a:cxn>
              <a:cxn ang="T7">
                <a:pos x="T2" y="T3"/>
              </a:cxn>
              <a:cxn ang="T8">
                <a:pos x="T4" y="T5"/>
              </a:cxn>
            </a:cxnLst>
            <a:rect l="T9" t="T10" r="T11" b="T12"/>
            <a:pathLst>
              <a:path w="21600" h="38254" fill="none" extrusionOk="0">
                <a:moveTo>
                  <a:pt x="11375" y="38253"/>
                </a:moveTo>
                <a:cubicBezTo>
                  <a:pt x="4369" y="34489"/>
                  <a:pt x="0" y="27179"/>
                  <a:pt x="0" y="19227"/>
                </a:cubicBezTo>
                <a:cubicBezTo>
                  <a:pt x="-1" y="11119"/>
                  <a:pt x="4540" y="3694"/>
                  <a:pt x="11757" y="-1"/>
                </a:cubicBezTo>
              </a:path>
              <a:path w="21600" h="38254" stroke="0" extrusionOk="0">
                <a:moveTo>
                  <a:pt x="11375" y="38253"/>
                </a:moveTo>
                <a:cubicBezTo>
                  <a:pt x="4369" y="34489"/>
                  <a:pt x="0" y="27179"/>
                  <a:pt x="0" y="19227"/>
                </a:cubicBezTo>
                <a:cubicBezTo>
                  <a:pt x="-1" y="11119"/>
                  <a:pt x="4540" y="3694"/>
                  <a:pt x="11757" y="-1"/>
                </a:cubicBezTo>
                <a:lnTo>
                  <a:pt x="21600" y="19227"/>
                </a:lnTo>
                <a:lnTo>
                  <a:pt x="11375" y="38253"/>
                </a:lnTo>
                <a:close/>
              </a:path>
            </a:pathLst>
          </a:custGeom>
          <a:noFill/>
          <a:ln w="38100">
            <a:solidFill>
              <a:srgbClr val="FF0000"/>
            </a:solidFill>
            <a:round/>
            <a:headEnd/>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15070" name="Arc 30"/>
          <p:cNvSpPr>
            <a:spLocks/>
          </p:cNvSpPr>
          <p:nvPr/>
        </p:nvSpPr>
        <p:spPr bwMode="auto">
          <a:xfrm>
            <a:off x="5514975" y="2679700"/>
            <a:ext cx="458788" cy="466725"/>
          </a:xfrm>
          <a:custGeom>
            <a:avLst/>
            <a:gdLst>
              <a:gd name="T0" fmla="*/ 2147483647 w 21257"/>
              <a:gd name="T1" fmla="*/ 2147483647 h 21600"/>
              <a:gd name="T2" fmla="*/ 0 w 21257"/>
              <a:gd name="T3" fmla="*/ 2147483647 h 21600"/>
              <a:gd name="T4" fmla="*/ 2147483647 w 21257"/>
              <a:gd name="T5" fmla="*/ 0 h 21600"/>
              <a:gd name="T6" fmla="*/ 0 60000 65536"/>
              <a:gd name="T7" fmla="*/ 0 60000 65536"/>
              <a:gd name="T8" fmla="*/ 0 60000 65536"/>
              <a:gd name="T9" fmla="*/ 0 w 21257"/>
              <a:gd name="T10" fmla="*/ 0 h 21600"/>
              <a:gd name="T11" fmla="*/ 21257 w 21257"/>
              <a:gd name="T12" fmla="*/ 21600 h 21600"/>
            </a:gdLst>
            <a:ahLst/>
            <a:cxnLst>
              <a:cxn ang="T6">
                <a:pos x="T0" y="T1"/>
              </a:cxn>
              <a:cxn ang="T7">
                <a:pos x="T2" y="T3"/>
              </a:cxn>
              <a:cxn ang="T8">
                <a:pos x="T4" y="T5"/>
              </a:cxn>
            </a:cxnLst>
            <a:rect l="T9" t="T10" r="T11" b="T12"/>
            <a:pathLst>
              <a:path w="21257" h="21600" fill="none" extrusionOk="0">
                <a:moveTo>
                  <a:pt x="21256" y="18883"/>
                </a:moveTo>
                <a:cubicBezTo>
                  <a:pt x="18049" y="20665"/>
                  <a:pt x="14440" y="21599"/>
                  <a:pt x="10771" y="21600"/>
                </a:cubicBezTo>
                <a:cubicBezTo>
                  <a:pt x="6990" y="21600"/>
                  <a:pt x="3276" y="20607"/>
                  <a:pt x="0" y="18722"/>
                </a:cubicBezTo>
              </a:path>
              <a:path w="21257" h="21600" stroke="0" extrusionOk="0">
                <a:moveTo>
                  <a:pt x="21256" y="18883"/>
                </a:moveTo>
                <a:cubicBezTo>
                  <a:pt x="18049" y="20665"/>
                  <a:pt x="14440" y="21599"/>
                  <a:pt x="10771" y="21600"/>
                </a:cubicBezTo>
                <a:cubicBezTo>
                  <a:pt x="6990" y="21600"/>
                  <a:pt x="3276" y="20607"/>
                  <a:pt x="0" y="18722"/>
                </a:cubicBezTo>
                <a:lnTo>
                  <a:pt x="10771" y="0"/>
                </a:lnTo>
                <a:lnTo>
                  <a:pt x="21256" y="18883"/>
                </a:lnTo>
                <a:close/>
              </a:path>
            </a:pathLst>
          </a:custGeom>
          <a:noFill/>
          <a:ln w="38100">
            <a:solidFill>
              <a:srgbClr val="FF0000"/>
            </a:solidFill>
            <a:round/>
            <a:headEnd/>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15071" name="Arc 31"/>
          <p:cNvSpPr>
            <a:spLocks/>
          </p:cNvSpPr>
          <p:nvPr/>
        </p:nvSpPr>
        <p:spPr bwMode="auto">
          <a:xfrm flipH="1">
            <a:off x="7410450" y="1955800"/>
            <a:ext cx="147638" cy="261938"/>
          </a:xfrm>
          <a:custGeom>
            <a:avLst/>
            <a:gdLst>
              <a:gd name="T0" fmla="*/ 1159891044 w 21600"/>
              <a:gd name="T1" fmla="*/ 2147483647 h 38254"/>
              <a:gd name="T2" fmla="*/ 1198946722 w 21600"/>
              <a:gd name="T3" fmla="*/ 0 h 38254"/>
              <a:gd name="T4" fmla="*/ 2147483647 w 21600"/>
              <a:gd name="T5" fmla="*/ 1981719780 h 38254"/>
              <a:gd name="T6" fmla="*/ 0 60000 65536"/>
              <a:gd name="T7" fmla="*/ 0 60000 65536"/>
              <a:gd name="T8" fmla="*/ 0 60000 65536"/>
              <a:gd name="T9" fmla="*/ 0 w 21600"/>
              <a:gd name="T10" fmla="*/ 0 h 38254"/>
              <a:gd name="T11" fmla="*/ 21600 w 21600"/>
              <a:gd name="T12" fmla="*/ 38254 h 38254"/>
            </a:gdLst>
            <a:ahLst/>
            <a:cxnLst>
              <a:cxn ang="T6">
                <a:pos x="T0" y="T1"/>
              </a:cxn>
              <a:cxn ang="T7">
                <a:pos x="T2" y="T3"/>
              </a:cxn>
              <a:cxn ang="T8">
                <a:pos x="T4" y="T5"/>
              </a:cxn>
            </a:cxnLst>
            <a:rect l="T9" t="T10" r="T11" b="T12"/>
            <a:pathLst>
              <a:path w="21600" h="38254" fill="none" extrusionOk="0">
                <a:moveTo>
                  <a:pt x="11375" y="38253"/>
                </a:moveTo>
                <a:cubicBezTo>
                  <a:pt x="4369" y="34489"/>
                  <a:pt x="0" y="27179"/>
                  <a:pt x="0" y="19227"/>
                </a:cubicBezTo>
                <a:cubicBezTo>
                  <a:pt x="-1" y="11119"/>
                  <a:pt x="4540" y="3694"/>
                  <a:pt x="11757" y="-1"/>
                </a:cubicBezTo>
              </a:path>
              <a:path w="21600" h="38254" stroke="0" extrusionOk="0">
                <a:moveTo>
                  <a:pt x="11375" y="38253"/>
                </a:moveTo>
                <a:cubicBezTo>
                  <a:pt x="4369" y="34489"/>
                  <a:pt x="0" y="27179"/>
                  <a:pt x="0" y="19227"/>
                </a:cubicBezTo>
                <a:cubicBezTo>
                  <a:pt x="-1" y="11119"/>
                  <a:pt x="4540" y="3694"/>
                  <a:pt x="11757" y="-1"/>
                </a:cubicBezTo>
                <a:lnTo>
                  <a:pt x="21600" y="19227"/>
                </a:lnTo>
                <a:lnTo>
                  <a:pt x="11375" y="38253"/>
                </a:lnTo>
                <a:close/>
              </a:path>
            </a:pathLst>
          </a:custGeom>
          <a:noFill/>
          <a:ln w="38100">
            <a:solidFill>
              <a:srgbClr val="FF0000"/>
            </a:solidFill>
            <a:round/>
            <a:headEnd/>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15072" name="Arc 32"/>
          <p:cNvSpPr>
            <a:spLocks/>
          </p:cNvSpPr>
          <p:nvPr/>
        </p:nvSpPr>
        <p:spPr bwMode="auto">
          <a:xfrm flipV="1">
            <a:off x="6099175" y="1366838"/>
            <a:ext cx="458788" cy="466725"/>
          </a:xfrm>
          <a:custGeom>
            <a:avLst/>
            <a:gdLst>
              <a:gd name="T0" fmla="*/ 2147483647 w 21257"/>
              <a:gd name="T1" fmla="*/ 2147483647 h 21600"/>
              <a:gd name="T2" fmla="*/ 0 w 21257"/>
              <a:gd name="T3" fmla="*/ 2147483647 h 21600"/>
              <a:gd name="T4" fmla="*/ 2147483647 w 21257"/>
              <a:gd name="T5" fmla="*/ 0 h 21600"/>
              <a:gd name="T6" fmla="*/ 0 60000 65536"/>
              <a:gd name="T7" fmla="*/ 0 60000 65536"/>
              <a:gd name="T8" fmla="*/ 0 60000 65536"/>
              <a:gd name="T9" fmla="*/ 0 w 21257"/>
              <a:gd name="T10" fmla="*/ 0 h 21600"/>
              <a:gd name="T11" fmla="*/ 21257 w 21257"/>
              <a:gd name="T12" fmla="*/ 21600 h 21600"/>
            </a:gdLst>
            <a:ahLst/>
            <a:cxnLst>
              <a:cxn ang="T6">
                <a:pos x="T0" y="T1"/>
              </a:cxn>
              <a:cxn ang="T7">
                <a:pos x="T2" y="T3"/>
              </a:cxn>
              <a:cxn ang="T8">
                <a:pos x="T4" y="T5"/>
              </a:cxn>
            </a:cxnLst>
            <a:rect l="T9" t="T10" r="T11" b="T12"/>
            <a:pathLst>
              <a:path w="21257" h="21600" fill="none" extrusionOk="0">
                <a:moveTo>
                  <a:pt x="21256" y="18883"/>
                </a:moveTo>
                <a:cubicBezTo>
                  <a:pt x="18049" y="20665"/>
                  <a:pt x="14440" y="21599"/>
                  <a:pt x="10771" y="21600"/>
                </a:cubicBezTo>
                <a:cubicBezTo>
                  <a:pt x="6990" y="21600"/>
                  <a:pt x="3276" y="20607"/>
                  <a:pt x="0" y="18722"/>
                </a:cubicBezTo>
              </a:path>
              <a:path w="21257" h="21600" stroke="0" extrusionOk="0">
                <a:moveTo>
                  <a:pt x="21256" y="18883"/>
                </a:moveTo>
                <a:cubicBezTo>
                  <a:pt x="18049" y="20665"/>
                  <a:pt x="14440" y="21599"/>
                  <a:pt x="10771" y="21600"/>
                </a:cubicBezTo>
                <a:cubicBezTo>
                  <a:pt x="6990" y="21600"/>
                  <a:pt x="3276" y="20607"/>
                  <a:pt x="0" y="18722"/>
                </a:cubicBezTo>
                <a:lnTo>
                  <a:pt x="10771" y="0"/>
                </a:lnTo>
                <a:lnTo>
                  <a:pt x="21256" y="18883"/>
                </a:lnTo>
                <a:close/>
              </a:path>
            </a:pathLst>
          </a:custGeom>
          <a:noFill/>
          <a:ln w="38100">
            <a:solidFill>
              <a:srgbClr val="FF0000"/>
            </a:solidFill>
            <a:round/>
            <a:headEnd/>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15073" name="Arc 33"/>
          <p:cNvSpPr>
            <a:spLocks/>
          </p:cNvSpPr>
          <p:nvPr/>
        </p:nvSpPr>
        <p:spPr bwMode="auto">
          <a:xfrm>
            <a:off x="4521200" y="3170238"/>
            <a:ext cx="147638" cy="130175"/>
          </a:xfrm>
          <a:custGeom>
            <a:avLst/>
            <a:gdLst>
              <a:gd name="T0" fmla="*/ 1162324356 w 21589"/>
              <a:gd name="T1" fmla="*/ 1951253705 h 19027"/>
              <a:gd name="T2" fmla="*/ 0 w 21589"/>
              <a:gd name="T3" fmla="*/ 70554672 h 19027"/>
              <a:gd name="T4" fmla="*/ 2147483647 w 21589"/>
              <a:gd name="T5" fmla="*/ 0 h 19027"/>
              <a:gd name="T6" fmla="*/ 0 60000 65536"/>
              <a:gd name="T7" fmla="*/ 0 60000 65536"/>
              <a:gd name="T8" fmla="*/ 0 60000 65536"/>
              <a:gd name="T9" fmla="*/ 0 w 21589"/>
              <a:gd name="T10" fmla="*/ 0 h 19027"/>
              <a:gd name="T11" fmla="*/ 21589 w 21589"/>
              <a:gd name="T12" fmla="*/ 19027 h 19027"/>
            </a:gdLst>
            <a:ahLst/>
            <a:cxnLst>
              <a:cxn ang="T6">
                <a:pos x="T0" y="T1"/>
              </a:cxn>
              <a:cxn ang="T7">
                <a:pos x="T2" y="T3"/>
              </a:cxn>
              <a:cxn ang="T8">
                <a:pos x="T4" y="T5"/>
              </a:cxn>
            </a:cxnLst>
            <a:rect l="T9" t="T10" r="T11" b="T12"/>
            <a:pathLst>
              <a:path w="21589" h="19027" fill="none" extrusionOk="0">
                <a:moveTo>
                  <a:pt x="11364" y="19026"/>
                </a:moveTo>
                <a:cubicBezTo>
                  <a:pt x="4575" y="15378"/>
                  <a:pt x="245" y="8390"/>
                  <a:pt x="-1" y="688"/>
                </a:cubicBezTo>
              </a:path>
              <a:path w="21589" h="19027" stroke="0" extrusionOk="0">
                <a:moveTo>
                  <a:pt x="11364" y="19026"/>
                </a:moveTo>
                <a:cubicBezTo>
                  <a:pt x="4575" y="15378"/>
                  <a:pt x="245" y="8390"/>
                  <a:pt x="-1" y="688"/>
                </a:cubicBezTo>
                <a:lnTo>
                  <a:pt x="21589" y="0"/>
                </a:lnTo>
                <a:lnTo>
                  <a:pt x="11364" y="19026"/>
                </a:lnTo>
                <a:close/>
              </a:path>
            </a:pathLst>
          </a:custGeom>
          <a:noFill/>
          <a:ln w="38100">
            <a:solidFill>
              <a:srgbClr val="FF0000"/>
            </a:solidFill>
            <a:round/>
            <a:headEnd/>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15074" name="Arc 34"/>
          <p:cNvSpPr>
            <a:spLocks/>
          </p:cNvSpPr>
          <p:nvPr/>
        </p:nvSpPr>
        <p:spPr bwMode="auto">
          <a:xfrm>
            <a:off x="5507038" y="3417888"/>
            <a:ext cx="458787" cy="466725"/>
          </a:xfrm>
          <a:custGeom>
            <a:avLst/>
            <a:gdLst>
              <a:gd name="T0" fmla="*/ 2147483647 w 21257"/>
              <a:gd name="T1" fmla="*/ 2147483647 h 21600"/>
              <a:gd name="T2" fmla="*/ 0 w 21257"/>
              <a:gd name="T3" fmla="*/ 2147483647 h 21600"/>
              <a:gd name="T4" fmla="*/ 2147483647 w 21257"/>
              <a:gd name="T5" fmla="*/ 0 h 21600"/>
              <a:gd name="T6" fmla="*/ 0 60000 65536"/>
              <a:gd name="T7" fmla="*/ 0 60000 65536"/>
              <a:gd name="T8" fmla="*/ 0 60000 65536"/>
              <a:gd name="T9" fmla="*/ 0 w 21257"/>
              <a:gd name="T10" fmla="*/ 0 h 21600"/>
              <a:gd name="T11" fmla="*/ 21257 w 21257"/>
              <a:gd name="T12" fmla="*/ 21600 h 21600"/>
            </a:gdLst>
            <a:ahLst/>
            <a:cxnLst>
              <a:cxn ang="T6">
                <a:pos x="T0" y="T1"/>
              </a:cxn>
              <a:cxn ang="T7">
                <a:pos x="T2" y="T3"/>
              </a:cxn>
              <a:cxn ang="T8">
                <a:pos x="T4" y="T5"/>
              </a:cxn>
            </a:cxnLst>
            <a:rect l="T9" t="T10" r="T11" b="T12"/>
            <a:pathLst>
              <a:path w="21257" h="21600" fill="none" extrusionOk="0">
                <a:moveTo>
                  <a:pt x="21256" y="18883"/>
                </a:moveTo>
                <a:cubicBezTo>
                  <a:pt x="18049" y="20665"/>
                  <a:pt x="14440" y="21599"/>
                  <a:pt x="10771" y="21600"/>
                </a:cubicBezTo>
                <a:cubicBezTo>
                  <a:pt x="6990" y="21600"/>
                  <a:pt x="3276" y="20607"/>
                  <a:pt x="0" y="18722"/>
                </a:cubicBezTo>
              </a:path>
              <a:path w="21257" h="21600" stroke="0" extrusionOk="0">
                <a:moveTo>
                  <a:pt x="21256" y="18883"/>
                </a:moveTo>
                <a:cubicBezTo>
                  <a:pt x="18049" y="20665"/>
                  <a:pt x="14440" y="21599"/>
                  <a:pt x="10771" y="21600"/>
                </a:cubicBezTo>
                <a:cubicBezTo>
                  <a:pt x="6990" y="21600"/>
                  <a:pt x="3276" y="20607"/>
                  <a:pt x="0" y="18722"/>
                </a:cubicBezTo>
                <a:lnTo>
                  <a:pt x="10771" y="0"/>
                </a:lnTo>
                <a:lnTo>
                  <a:pt x="21256" y="18883"/>
                </a:lnTo>
                <a:close/>
              </a:path>
            </a:pathLst>
          </a:custGeom>
          <a:noFill/>
          <a:ln w="38100">
            <a:solidFill>
              <a:srgbClr val="FF0000"/>
            </a:solidFill>
            <a:round/>
            <a:headEnd/>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15075" name="Arc 35"/>
          <p:cNvSpPr>
            <a:spLocks/>
          </p:cNvSpPr>
          <p:nvPr/>
        </p:nvSpPr>
        <p:spPr bwMode="auto">
          <a:xfrm flipH="1">
            <a:off x="7408863" y="2820988"/>
            <a:ext cx="147637" cy="128587"/>
          </a:xfrm>
          <a:custGeom>
            <a:avLst/>
            <a:gdLst>
              <a:gd name="T0" fmla="*/ 1121735986 w 21595"/>
              <a:gd name="T1" fmla="*/ 1917173382 h 18815"/>
              <a:gd name="T2" fmla="*/ 0 w 21595"/>
              <a:gd name="T3" fmla="*/ 47785314 h 18815"/>
              <a:gd name="T4" fmla="*/ 2147483647 w 21595"/>
              <a:gd name="T5" fmla="*/ 0 h 18815"/>
              <a:gd name="T6" fmla="*/ 0 60000 65536"/>
              <a:gd name="T7" fmla="*/ 0 60000 65536"/>
              <a:gd name="T8" fmla="*/ 0 60000 65536"/>
              <a:gd name="T9" fmla="*/ 0 w 21595"/>
              <a:gd name="T10" fmla="*/ 0 h 18815"/>
              <a:gd name="T11" fmla="*/ 21595 w 21595"/>
              <a:gd name="T12" fmla="*/ 18815 h 18815"/>
            </a:gdLst>
            <a:ahLst/>
            <a:cxnLst>
              <a:cxn ang="T6">
                <a:pos x="T0" y="T1"/>
              </a:cxn>
              <a:cxn ang="T7">
                <a:pos x="T2" y="T3"/>
              </a:cxn>
              <a:cxn ang="T8">
                <a:pos x="T4" y="T5"/>
              </a:cxn>
            </a:cxnLst>
            <a:rect l="T9" t="T10" r="T11" b="T12"/>
            <a:pathLst>
              <a:path w="21595" h="18815" fill="none" extrusionOk="0">
                <a:moveTo>
                  <a:pt x="10985" y="18815"/>
                </a:moveTo>
                <a:cubicBezTo>
                  <a:pt x="4341" y="15068"/>
                  <a:pt x="165" y="8095"/>
                  <a:pt x="0" y="468"/>
                </a:cubicBezTo>
              </a:path>
              <a:path w="21595" h="18815" stroke="0" extrusionOk="0">
                <a:moveTo>
                  <a:pt x="10985" y="18815"/>
                </a:moveTo>
                <a:cubicBezTo>
                  <a:pt x="4341" y="15068"/>
                  <a:pt x="165" y="8095"/>
                  <a:pt x="0" y="468"/>
                </a:cubicBezTo>
                <a:lnTo>
                  <a:pt x="21595" y="0"/>
                </a:lnTo>
                <a:lnTo>
                  <a:pt x="10985" y="18815"/>
                </a:lnTo>
                <a:close/>
              </a:path>
            </a:pathLst>
          </a:custGeom>
          <a:noFill/>
          <a:ln w="38100">
            <a:solidFill>
              <a:srgbClr val="FF0000"/>
            </a:solidFill>
            <a:round/>
            <a:headEnd/>
            <a:tailEnd type="none" w="sm" len="lg"/>
          </a:ln>
          <a:extLst>
            <a:ext uri="{909E8E84-426E-40DD-AFC4-6F175D3DCCD1}">
              <a14:hiddenFill xmlns:a14="http://schemas.microsoft.com/office/drawing/2010/main">
                <a:solidFill>
                  <a:srgbClr val="FFFFFF"/>
                </a:solidFill>
              </a14:hiddenFill>
            </a:ext>
          </a:extLst>
        </p:spPr>
        <p:txBody>
          <a:bodyPr anchor="ctr">
            <a:spAutoFit/>
          </a:bodyPr>
          <a:lstStyle/>
          <a:p>
            <a:endParaRPr lang="zh-CN" altLang="en-US"/>
          </a:p>
        </p:txBody>
      </p:sp>
      <p:sp>
        <p:nvSpPr>
          <p:cNvPr id="215076" name="Line 36"/>
          <p:cNvSpPr>
            <a:spLocks noChangeShapeType="1"/>
          </p:cNvSpPr>
          <p:nvPr/>
        </p:nvSpPr>
        <p:spPr bwMode="auto">
          <a:xfrm rot="-1800000">
            <a:off x="5845175" y="3387725"/>
            <a:ext cx="1757363" cy="0"/>
          </a:xfrm>
          <a:prstGeom prst="line">
            <a:avLst/>
          </a:prstGeom>
          <a:noFill/>
          <a:ln w="38100">
            <a:solidFill>
              <a:srgbClr val="000000"/>
            </a:solidFill>
            <a:round/>
            <a:headEnd/>
            <a:tailEnd type="non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5077" name="Line 37"/>
          <p:cNvSpPr>
            <a:spLocks noChangeShapeType="1"/>
          </p:cNvSpPr>
          <p:nvPr/>
        </p:nvSpPr>
        <p:spPr bwMode="auto">
          <a:xfrm rot="-3600000">
            <a:off x="5053013" y="3033713"/>
            <a:ext cx="1587" cy="1055687"/>
          </a:xfrm>
          <a:prstGeom prst="line">
            <a:avLst/>
          </a:prstGeom>
          <a:noFill/>
          <a:ln w="38100">
            <a:solidFill>
              <a:srgbClr val="000000"/>
            </a:solidFill>
            <a:round/>
            <a:headEnd/>
            <a:tailEnd type="non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5078" name="Arc 38"/>
          <p:cNvSpPr>
            <a:spLocks/>
          </p:cNvSpPr>
          <p:nvPr/>
        </p:nvSpPr>
        <p:spPr bwMode="auto">
          <a:xfrm>
            <a:off x="5302250" y="2497138"/>
            <a:ext cx="931863" cy="655637"/>
          </a:xfrm>
          <a:custGeom>
            <a:avLst/>
            <a:gdLst>
              <a:gd name="T0" fmla="*/ 2147483647 w 43190"/>
              <a:gd name="T1" fmla="*/ 0 h 30335"/>
              <a:gd name="T2" fmla="*/ 0 w 43190"/>
              <a:gd name="T3" fmla="*/ 2147483647 h 30335"/>
              <a:gd name="T4" fmla="*/ 2147483647 w 43190"/>
              <a:gd name="T5" fmla="*/ 2147483647 h 30335"/>
              <a:gd name="T6" fmla="*/ 0 60000 65536"/>
              <a:gd name="T7" fmla="*/ 0 60000 65536"/>
              <a:gd name="T8" fmla="*/ 0 60000 65536"/>
              <a:gd name="T9" fmla="*/ 0 w 43190"/>
              <a:gd name="T10" fmla="*/ 0 h 30335"/>
              <a:gd name="T11" fmla="*/ 43190 w 43190"/>
              <a:gd name="T12" fmla="*/ 30335 h 30335"/>
            </a:gdLst>
            <a:ahLst/>
            <a:cxnLst>
              <a:cxn ang="T6">
                <a:pos x="T0" y="T1"/>
              </a:cxn>
              <a:cxn ang="T7">
                <a:pos x="T2" y="T3"/>
              </a:cxn>
              <a:cxn ang="T8">
                <a:pos x="T4" y="T5"/>
              </a:cxn>
            </a:cxnLst>
            <a:rect l="T9" t="T10" r="T11" b="T12"/>
            <a:pathLst>
              <a:path w="43190" h="30335" fill="none" extrusionOk="0">
                <a:moveTo>
                  <a:pt x="41344" y="0"/>
                </a:moveTo>
                <a:cubicBezTo>
                  <a:pt x="42561" y="2751"/>
                  <a:pt x="43190" y="5726"/>
                  <a:pt x="43190" y="8735"/>
                </a:cubicBezTo>
                <a:cubicBezTo>
                  <a:pt x="43190" y="20664"/>
                  <a:pt x="33519" y="30335"/>
                  <a:pt x="21590" y="30335"/>
                </a:cubicBezTo>
                <a:cubicBezTo>
                  <a:pt x="9919" y="30335"/>
                  <a:pt x="359" y="21064"/>
                  <a:pt x="0" y="9399"/>
                </a:cubicBezTo>
              </a:path>
              <a:path w="43190" h="30335" stroke="0" extrusionOk="0">
                <a:moveTo>
                  <a:pt x="41344" y="0"/>
                </a:moveTo>
                <a:cubicBezTo>
                  <a:pt x="42561" y="2751"/>
                  <a:pt x="43190" y="5726"/>
                  <a:pt x="43190" y="8735"/>
                </a:cubicBezTo>
                <a:cubicBezTo>
                  <a:pt x="43190" y="20664"/>
                  <a:pt x="33519" y="30335"/>
                  <a:pt x="21590" y="30335"/>
                </a:cubicBezTo>
                <a:cubicBezTo>
                  <a:pt x="9919" y="30335"/>
                  <a:pt x="359" y="21064"/>
                  <a:pt x="0" y="9399"/>
                </a:cubicBezTo>
                <a:lnTo>
                  <a:pt x="21590" y="8735"/>
                </a:lnTo>
                <a:lnTo>
                  <a:pt x="41344" y="0"/>
                </a:lnTo>
                <a:close/>
              </a:path>
            </a:pathLst>
          </a:custGeom>
          <a:noFill/>
          <a:ln w="12700">
            <a:solidFill>
              <a:srgbClr val="FF0000"/>
            </a:solidFill>
            <a:round/>
            <a:headEnd/>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15079" name="Arc 39"/>
          <p:cNvSpPr>
            <a:spLocks/>
          </p:cNvSpPr>
          <p:nvPr/>
        </p:nvSpPr>
        <p:spPr bwMode="auto">
          <a:xfrm>
            <a:off x="4529138" y="2278063"/>
            <a:ext cx="273050" cy="295275"/>
          </a:xfrm>
          <a:custGeom>
            <a:avLst/>
            <a:gdLst>
              <a:gd name="T0" fmla="*/ 2147483647 w 40190"/>
              <a:gd name="T1" fmla="*/ 2147483647 h 43200"/>
              <a:gd name="T2" fmla="*/ 2147483647 w 40190"/>
              <a:gd name="T3" fmla="*/ 722947161 h 43200"/>
              <a:gd name="T4" fmla="*/ 2124216628 w 40190"/>
              <a:gd name="T5" fmla="*/ 2147483647 h 43200"/>
              <a:gd name="T6" fmla="*/ 0 60000 65536"/>
              <a:gd name="T7" fmla="*/ 0 60000 65536"/>
              <a:gd name="T8" fmla="*/ 0 60000 65536"/>
              <a:gd name="T9" fmla="*/ 0 w 40190"/>
              <a:gd name="T10" fmla="*/ 0 h 43200"/>
              <a:gd name="T11" fmla="*/ 40190 w 40190"/>
              <a:gd name="T12" fmla="*/ 43200 h 43200"/>
            </a:gdLst>
            <a:ahLst/>
            <a:cxnLst>
              <a:cxn ang="T6">
                <a:pos x="T0" y="T1"/>
              </a:cxn>
              <a:cxn ang="T7">
                <a:pos x="T2" y="T3"/>
              </a:cxn>
              <a:cxn ang="T8">
                <a:pos x="T4" y="T5"/>
              </a:cxn>
            </a:cxnLst>
            <a:rect l="T9" t="T10" r="T11" b="T12"/>
            <a:pathLst>
              <a:path w="40190" h="43200" fill="none" extrusionOk="0">
                <a:moveTo>
                  <a:pt x="40190" y="32598"/>
                </a:moveTo>
                <a:cubicBezTo>
                  <a:pt x="36302" y="39169"/>
                  <a:pt x="29234" y="43199"/>
                  <a:pt x="21600" y="43200"/>
                </a:cubicBezTo>
                <a:cubicBezTo>
                  <a:pt x="9670" y="43200"/>
                  <a:pt x="0" y="33529"/>
                  <a:pt x="0" y="21600"/>
                </a:cubicBezTo>
                <a:cubicBezTo>
                  <a:pt x="0" y="9670"/>
                  <a:pt x="9670" y="0"/>
                  <a:pt x="21600" y="0"/>
                </a:cubicBezTo>
                <a:cubicBezTo>
                  <a:pt x="27695" y="-1"/>
                  <a:pt x="33506" y="2575"/>
                  <a:pt x="37600" y="7090"/>
                </a:cubicBezTo>
              </a:path>
              <a:path w="40190" h="43200" stroke="0" extrusionOk="0">
                <a:moveTo>
                  <a:pt x="40190" y="32598"/>
                </a:moveTo>
                <a:cubicBezTo>
                  <a:pt x="36302" y="39169"/>
                  <a:pt x="29234" y="43199"/>
                  <a:pt x="21600" y="43200"/>
                </a:cubicBezTo>
                <a:cubicBezTo>
                  <a:pt x="9670" y="43200"/>
                  <a:pt x="0" y="33529"/>
                  <a:pt x="0" y="21600"/>
                </a:cubicBezTo>
                <a:cubicBezTo>
                  <a:pt x="0" y="9670"/>
                  <a:pt x="9670" y="0"/>
                  <a:pt x="21600" y="0"/>
                </a:cubicBezTo>
                <a:cubicBezTo>
                  <a:pt x="27695" y="-1"/>
                  <a:pt x="33506" y="2575"/>
                  <a:pt x="37600" y="7090"/>
                </a:cubicBezTo>
                <a:lnTo>
                  <a:pt x="21600" y="21600"/>
                </a:lnTo>
                <a:lnTo>
                  <a:pt x="40190" y="32598"/>
                </a:lnTo>
                <a:close/>
              </a:path>
            </a:pathLst>
          </a:custGeom>
          <a:noFill/>
          <a:ln w="12700">
            <a:solidFill>
              <a:srgbClr val="FF0000"/>
            </a:solidFill>
            <a:round/>
            <a:headEnd/>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15080" name="Line 40"/>
          <p:cNvSpPr>
            <a:spLocks noChangeShapeType="1"/>
          </p:cNvSpPr>
          <p:nvPr/>
        </p:nvSpPr>
        <p:spPr bwMode="auto">
          <a:xfrm rot="900000">
            <a:off x="4584700" y="2305050"/>
            <a:ext cx="104775" cy="104775"/>
          </a:xfrm>
          <a:prstGeom prst="line">
            <a:avLst/>
          </a:prstGeom>
          <a:noFill/>
          <a:ln w="0">
            <a:solidFill>
              <a:srgbClr val="FF0000"/>
            </a:solidFill>
            <a:round/>
            <a:headEnd/>
            <a:tailEnd type="none" w="sm" len="lg"/>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215081" name="Line 41"/>
          <p:cNvSpPr>
            <a:spLocks noChangeShapeType="1"/>
          </p:cNvSpPr>
          <p:nvPr/>
        </p:nvSpPr>
        <p:spPr bwMode="auto">
          <a:xfrm rot="20700000" flipV="1">
            <a:off x="4584700" y="2435225"/>
            <a:ext cx="107950" cy="107950"/>
          </a:xfrm>
          <a:prstGeom prst="line">
            <a:avLst/>
          </a:prstGeom>
          <a:noFill/>
          <a:ln w="0">
            <a:solidFill>
              <a:srgbClr val="FF0000"/>
            </a:solidFill>
            <a:round/>
            <a:headEnd/>
            <a:tailEnd type="none" w="sm" len="lg"/>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215082" name="Line 42"/>
          <p:cNvSpPr>
            <a:spLocks noChangeShapeType="1"/>
          </p:cNvSpPr>
          <p:nvPr/>
        </p:nvSpPr>
        <p:spPr bwMode="auto">
          <a:xfrm flipH="1" flipV="1">
            <a:off x="5740400" y="2689225"/>
            <a:ext cx="230188" cy="400050"/>
          </a:xfrm>
          <a:prstGeom prst="line">
            <a:avLst/>
          </a:prstGeom>
          <a:noFill/>
          <a:ln w="0">
            <a:solidFill>
              <a:srgbClr val="FF0000"/>
            </a:solidFill>
            <a:round/>
            <a:headEnd/>
            <a:tailEnd type="none" w="sm" len="lg"/>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215083" name="Line 43"/>
          <p:cNvSpPr>
            <a:spLocks noChangeShapeType="1"/>
          </p:cNvSpPr>
          <p:nvPr/>
        </p:nvSpPr>
        <p:spPr bwMode="auto">
          <a:xfrm flipV="1">
            <a:off x="5514975" y="2692400"/>
            <a:ext cx="225425" cy="392113"/>
          </a:xfrm>
          <a:prstGeom prst="line">
            <a:avLst/>
          </a:prstGeom>
          <a:noFill/>
          <a:ln w="0">
            <a:solidFill>
              <a:srgbClr val="FF0000"/>
            </a:solidFill>
            <a:round/>
            <a:headEnd/>
            <a:tailEnd type="none" w="sm" len="lg"/>
          </a:ln>
          <a:extLst>
            <a:ext uri="{909E8E84-426E-40DD-AFC4-6F175D3DCCD1}">
              <a14:hiddenFill xmlns:a14="http://schemas.microsoft.com/office/drawing/2010/main">
                <a:noFill/>
              </a14:hiddenFill>
            </a:ext>
          </a:extLst>
        </p:spPr>
        <p:txBody>
          <a:bodyPr anchor="ctr">
            <a:spAutoFit/>
          </a:bodyP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15045"/>
                                        </p:tgtEl>
                                        <p:attrNameLst>
                                          <p:attrName>style.visibility</p:attrName>
                                        </p:attrNameLst>
                                      </p:cBhvr>
                                      <p:to>
                                        <p:strVal val="visible"/>
                                      </p:to>
                                    </p:set>
                                    <p:animEffect transition="in" filter="wipe(down)">
                                      <p:cBhvr>
                                        <p:cTn id="7" dur="500"/>
                                        <p:tgtEl>
                                          <p:spTgt spid="215045"/>
                                        </p:tgtEl>
                                      </p:cBhvr>
                                    </p:animEffect>
                                  </p:childTnLst>
                                </p:cTn>
                              </p:par>
                            </p:childTnLst>
                          </p:cTn>
                        </p:par>
                        <p:par>
                          <p:cTn id="8" fill="hold" nodeType="afterGroup">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215046"/>
                                        </p:tgtEl>
                                        <p:attrNameLst>
                                          <p:attrName>style.visibility</p:attrName>
                                        </p:attrNameLst>
                                      </p:cBhvr>
                                      <p:to>
                                        <p:strVal val="visible"/>
                                      </p:to>
                                    </p:set>
                                    <p:animEffect transition="in" filter="wipe(down)">
                                      <p:cBhvr>
                                        <p:cTn id="11" dur="500"/>
                                        <p:tgtEl>
                                          <p:spTgt spid="215046"/>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1" presetClass="entr" presetSubtype="0" fill="hold" grpId="0" nodeType="clickEffect">
                                  <p:stCondLst>
                                    <p:cond delay="0"/>
                                  </p:stCondLst>
                                  <p:childTnLst>
                                    <p:set>
                                      <p:cBhvr>
                                        <p:cTn id="15" dur="1" fill="hold">
                                          <p:stCondLst>
                                            <p:cond delay="499"/>
                                          </p:stCondLst>
                                        </p:cTn>
                                        <p:tgtEl>
                                          <p:spTgt spid="215047"/>
                                        </p:tgtEl>
                                        <p:attrNameLst>
                                          <p:attrName>style.visibility</p:attrName>
                                        </p:attrNameLst>
                                      </p:cBhvr>
                                      <p:to>
                                        <p:strVal val="visible"/>
                                      </p:to>
                                    </p:set>
                                  </p:childTnLst>
                                </p:cTn>
                              </p:par>
                            </p:childTnLst>
                          </p:cTn>
                        </p:par>
                        <p:par>
                          <p:cTn id="16" fill="hold" nodeType="afterGroup">
                            <p:stCondLst>
                              <p:cond delay="500"/>
                            </p:stCondLst>
                            <p:childTnLst>
                              <p:par>
                                <p:cTn id="17" presetID="1" presetClass="entr" presetSubtype="0" fill="hold" grpId="0" nodeType="afterEffect">
                                  <p:stCondLst>
                                    <p:cond delay="0"/>
                                  </p:stCondLst>
                                  <p:childTnLst>
                                    <p:set>
                                      <p:cBhvr>
                                        <p:cTn id="18" dur="1" fill="hold">
                                          <p:stCondLst>
                                            <p:cond delay="499"/>
                                          </p:stCondLst>
                                        </p:cTn>
                                        <p:tgtEl>
                                          <p:spTgt spid="215048"/>
                                        </p:tgtEl>
                                        <p:attrNameLst>
                                          <p:attrName>style.visibility</p:attrName>
                                        </p:attrNameLst>
                                      </p:cBhvr>
                                      <p:to>
                                        <p:strVal val="visible"/>
                                      </p:to>
                                    </p:set>
                                  </p:childTnLst>
                                </p:cTn>
                              </p:par>
                            </p:childTnLst>
                          </p:cTn>
                        </p:par>
                        <p:par>
                          <p:cTn id="19" fill="hold" nodeType="afterGroup">
                            <p:stCondLst>
                              <p:cond delay="1000"/>
                            </p:stCondLst>
                            <p:childTnLst>
                              <p:par>
                                <p:cTn id="20" presetID="1" presetClass="entr" presetSubtype="0" fill="hold" grpId="0" nodeType="afterEffect">
                                  <p:stCondLst>
                                    <p:cond delay="0"/>
                                  </p:stCondLst>
                                  <p:childTnLst>
                                    <p:set>
                                      <p:cBhvr>
                                        <p:cTn id="21" dur="1" fill="hold">
                                          <p:stCondLst>
                                            <p:cond delay="499"/>
                                          </p:stCondLst>
                                        </p:cTn>
                                        <p:tgtEl>
                                          <p:spTgt spid="215049"/>
                                        </p:tgtEl>
                                        <p:attrNameLst>
                                          <p:attrName>style.visibility</p:attrName>
                                        </p:attrNameLst>
                                      </p:cBhvr>
                                      <p:to>
                                        <p:strVal val="visible"/>
                                      </p:to>
                                    </p:set>
                                  </p:childTnLst>
                                </p:cTn>
                              </p:par>
                            </p:childTnLst>
                          </p:cTn>
                        </p:par>
                        <p:par>
                          <p:cTn id="22" fill="hold" nodeType="afterGroup">
                            <p:stCondLst>
                              <p:cond delay="1500"/>
                            </p:stCondLst>
                            <p:childTnLst>
                              <p:par>
                                <p:cTn id="23" presetID="1" presetClass="entr" presetSubtype="0" fill="hold" grpId="0" nodeType="afterEffect">
                                  <p:stCondLst>
                                    <p:cond delay="0"/>
                                  </p:stCondLst>
                                  <p:childTnLst>
                                    <p:set>
                                      <p:cBhvr>
                                        <p:cTn id="24" dur="1" fill="hold">
                                          <p:stCondLst>
                                            <p:cond delay="499"/>
                                          </p:stCondLst>
                                        </p:cTn>
                                        <p:tgtEl>
                                          <p:spTgt spid="215050"/>
                                        </p:tgtEl>
                                        <p:attrNameLst>
                                          <p:attrName>style.visibility</p:attrName>
                                        </p:attrNameLst>
                                      </p:cBhvr>
                                      <p:to>
                                        <p:strVal val="visible"/>
                                      </p:to>
                                    </p:set>
                                  </p:childTnLst>
                                </p:cTn>
                              </p:par>
                            </p:childTnLst>
                          </p:cTn>
                        </p:par>
                      </p:childTnLst>
                    </p:cTn>
                  </p:par>
                  <p:par>
                    <p:cTn id="25" fill="hold" nodeType="clickPar">
                      <p:stCondLst>
                        <p:cond delay="indefinite"/>
                      </p:stCondLst>
                      <p:childTnLst>
                        <p:par>
                          <p:cTn id="26" fill="hold" nodeType="withGroup">
                            <p:stCondLst>
                              <p:cond delay="0"/>
                            </p:stCondLst>
                            <p:childTnLst>
                              <p:par>
                                <p:cTn id="27" presetID="1" presetClass="entr" presetSubtype="0" fill="hold" nodeType="clickEffect">
                                  <p:stCondLst>
                                    <p:cond delay="0"/>
                                  </p:stCondLst>
                                  <p:childTnLst>
                                    <p:set>
                                      <p:cBhvr>
                                        <p:cTn id="28" dur="1" fill="hold">
                                          <p:stCondLst>
                                            <p:cond delay="499"/>
                                          </p:stCondLst>
                                        </p:cTn>
                                        <p:tgtEl>
                                          <p:spTgt spid="3"/>
                                        </p:tgtEl>
                                        <p:attrNameLst>
                                          <p:attrName>style.visibility</p:attrName>
                                        </p:attrNameLst>
                                      </p:cBhvr>
                                      <p:to>
                                        <p:strVal val="visible"/>
                                      </p:to>
                                    </p:set>
                                  </p:childTnLst>
                                </p:cTn>
                              </p:par>
                            </p:childTnLst>
                          </p:cTn>
                        </p:par>
                        <p:par>
                          <p:cTn id="29" fill="hold" nodeType="afterGroup">
                            <p:stCondLst>
                              <p:cond delay="500"/>
                            </p:stCondLst>
                            <p:childTnLst>
                              <p:par>
                                <p:cTn id="30" presetID="1" presetClass="entr" presetSubtype="0" fill="hold" nodeType="afterEffect">
                                  <p:stCondLst>
                                    <p:cond delay="0"/>
                                  </p:stCondLst>
                                  <p:childTnLst>
                                    <p:set>
                                      <p:cBhvr>
                                        <p:cTn id="31" dur="1" fill="hold">
                                          <p:stCondLst>
                                            <p:cond delay="499"/>
                                          </p:stCondLst>
                                        </p:cTn>
                                        <p:tgtEl>
                                          <p:spTgt spid="2"/>
                                        </p:tgtEl>
                                        <p:attrNameLst>
                                          <p:attrName>style.visibility</p:attrName>
                                        </p:attrNameLst>
                                      </p:cBhvr>
                                      <p:to>
                                        <p:strVal val="visible"/>
                                      </p:to>
                                    </p:set>
                                  </p:childTnLst>
                                </p:cTn>
                              </p:par>
                            </p:childTnLst>
                          </p:cTn>
                        </p:par>
                        <p:par>
                          <p:cTn id="32" fill="hold" nodeType="afterGroup">
                            <p:stCondLst>
                              <p:cond delay="1000"/>
                            </p:stCondLst>
                            <p:childTnLst>
                              <p:par>
                                <p:cTn id="33" presetID="1" presetClass="entr" presetSubtype="0" fill="hold" nodeType="afterEffect">
                                  <p:stCondLst>
                                    <p:cond delay="0"/>
                                  </p:stCondLst>
                                  <p:childTnLst>
                                    <p:set>
                                      <p:cBhvr>
                                        <p:cTn id="34" dur="1" fill="hold">
                                          <p:stCondLst>
                                            <p:cond delay="499"/>
                                          </p:stCondLst>
                                        </p:cTn>
                                        <p:tgtEl>
                                          <p:spTgt spid="5"/>
                                        </p:tgtEl>
                                        <p:attrNameLst>
                                          <p:attrName>style.visibility</p:attrName>
                                        </p:attrNameLst>
                                      </p:cBhvr>
                                      <p:to>
                                        <p:strVal val="visible"/>
                                      </p:to>
                                    </p:set>
                                  </p:childTnLst>
                                </p:cTn>
                              </p:par>
                            </p:childTnLst>
                          </p:cTn>
                        </p:par>
                        <p:par>
                          <p:cTn id="35" fill="hold" nodeType="afterGroup">
                            <p:stCondLst>
                              <p:cond delay="1500"/>
                            </p:stCondLst>
                            <p:childTnLst>
                              <p:par>
                                <p:cTn id="36" presetID="1" presetClass="entr" presetSubtype="0" fill="hold" nodeType="afterEffect">
                                  <p:stCondLst>
                                    <p:cond delay="0"/>
                                  </p:stCondLst>
                                  <p:childTnLst>
                                    <p:set>
                                      <p:cBhvr>
                                        <p:cTn id="37" dur="1" fill="hold">
                                          <p:stCondLst>
                                            <p:cond delay="499"/>
                                          </p:stCondLst>
                                        </p:cTn>
                                        <p:tgtEl>
                                          <p:spTgt spid="4"/>
                                        </p:tgtEl>
                                        <p:attrNameLst>
                                          <p:attrName>style.visibility</p:attrName>
                                        </p:attrNameLst>
                                      </p:cBhvr>
                                      <p:to>
                                        <p:strVal val="visible"/>
                                      </p:to>
                                    </p:set>
                                  </p:childTnLst>
                                </p:cTn>
                              </p:par>
                            </p:childTnLst>
                          </p:cTn>
                        </p:par>
                      </p:childTnLst>
                    </p:cTn>
                  </p:par>
                  <p:par>
                    <p:cTn id="38" fill="hold" nodeType="clickPar">
                      <p:stCondLst>
                        <p:cond delay="indefinite"/>
                      </p:stCondLst>
                      <p:childTnLst>
                        <p:par>
                          <p:cTn id="39" fill="hold" nodeType="withGroup">
                            <p:stCondLst>
                              <p:cond delay="0"/>
                            </p:stCondLst>
                            <p:childTnLst>
                              <p:par>
                                <p:cTn id="40" presetID="1" presetClass="entr" presetSubtype="0" fill="hold" grpId="0" nodeType="clickEffect">
                                  <p:stCondLst>
                                    <p:cond delay="0"/>
                                  </p:stCondLst>
                                  <p:childTnLst>
                                    <p:set>
                                      <p:cBhvr>
                                        <p:cTn id="41" dur="1" fill="hold">
                                          <p:stCondLst>
                                            <p:cond delay="499"/>
                                          </p:stCondLst>
                                        </p:cTn>
                                        <p:tgtEl>
                                          <p:spTgt spid="215063"/>
                                        </p:tgtEl>
                                        <p:attrNameLst>
                                          <p:attrName>style.visibility</p:attrName>
                                        </p:attrNameLst>
                                      </p:cBhvr>
                                      <p:to>
                                        <p:strVal val="visible"/>
                                      </p:to>
                                    </p:set>
                                  </p:childTnLst>
                                </p:cTn>
                              </p:par>
                            </p:childTnLst>
                          </p:cTn>
                        </p:par>
                      </p:childTnLst>
                    </p:cTn>
                  </p:par>
                  <p:par>
                    <p:cTn id="42" fill="hold" nodeType="clickPar">
                      <p:stCondLst>
                        <p:cond delay="indefinite"/>
                      </p:stCondLst>
                      <p:childTnLst>
                        <p:par>
                          <p:cTn id="43" fill="hold" nodeType="withGroup">
                            <p:stCondLst>
                              <p:cond delay="0"/>
                            </p:stCondLst>
                            <p:childTnLst>
                              <p:par>
                                <p:cTn id="44" presetID="22" presetClass="entr" presetSubtype="4" fill="hold" grpId="0" nodeType="clickEffect">
                                  <p:stCondLst>
                                    <p:cond delay="0"/>
                                  </p:stCondLst>
                                  <p:childTnLst>
                                    <p:set>
                                      <p:cBhvr>
                                        <p:cTn id="45" dur="1" fill="hold">
                                          <p:stCondLst>
                                            <p:cond delay="0"/>
                                          </p:stCondLst>
                                        </p:cTn>
                                        <p:tgtEl>
                                          <p:spTgt spid="215065"/>
                                        </p:tgtEl>
                                        <p:attrNameLst>
                                          <p:attrName>style.visibility</p:attrName>
                                        </p:attrNameLst>
                                      </p:cBhvr>
                                      <p:to>
                                        <p:strVal val="visible"/>
                                      </p:to>
                                    </p:set>
                                    <p:animEffect transition="in" filter="wipe(down)">
                                      <p:cBhvr>
                                        <p:cTn id="46" dur="500"/>
                                        <p:tgtEl>
                                          <p:spTgt spid="215065"/>
                                        </p:tgtEl>
                                      </p:cBhvr>
                                    </p:animEffect>
                                  </p:childTnLst>
                                </p:cTn>
                              </p:par>
                            </p:childTnLst>
                          </p:cTn>
                        </p:par>
                        <p:par>
                          <p:cTn id="47" fill="hold" nodeType="afterGroup">
                            <p:stCondLst>
                              <p:cond delay="500"/>
                            </p:stCondLst>
                            <p:childTnLst>
                              <p:par>
                                <p:cTn id="48" presetID="22" presetClass="entr" presetSubtype="4" fill="hold" grpId="0" nodeType="afterEffect">
                                  <p:stCondLst>
                                    <p:cond delay="0"/>
                                  </p:stCondLst>
                                  <p:childTnLst>
                                    <p:set>
                                      <p:cBhvr>
                                        <p:cTn id="49" dur="1" fill="hold">
                                          <p:stCondLst>
                                            <p:cond delay="0"/>
                                          </p:stCondLst>
                                        </p:cTn>
                                        <p:tgtEl>
                                          <p:spTgt spid="215069"/>
                                        </p:tgtEl>
                                        <p:attrNameLst>
                                          <p:attrName>style.visibility</p:attrName>
                                        </p:attrNameLst>
                                      </p:cBhvr>
                                      <p:to>
                                        <p:strVal val="visible"/>
                                      </p:to>
                                    </p:set>
                                    <p:animEffect transition="in" filter="wipe(down)">
                                      <p:cBhvr>
                                        <p:cTn id="50" dur="500"/>
                                        <p:tgtEl>
                                          <p:spTgt spid="215069"/>
                                        </p:tgtEl>
                                      </p:cBhvr>
                                    </p:animEffect>
                                  </p:childTnLst>
                                </p:cTn>
                              </p:par>
                            </p:childTnLst>
                          </p:cTn>
                        </p:par>
                        <p:par>
                          <p:cTn id="51" fill="hold" nodeType="afterGroup">
                            <p:stCondLst>
                              <p:cond delay="1000"/>
                            </p:stCondLst>
                            <p:childTnLst>
                              <p:par>
                                <p:cTn id="52" presetID="22" presetClass="entr" presetSubtype="8" fill="hold" grpId="0" nodeType="afterEffect">
                                  <p:stCondLst>
                                    <p:cond delay="0"/>
                                  </p:stCondLst>
                                  <p:childTnLst>
                                    <p:set>
                                      <p:cBhvr>
                                        <p:cTn id="53" dur="1" fill="hold">
                                          <p:stCondLst>
                                            <p:cond delay="0"/>
                                          </p:stCondLst>
                                        </p:cTn>
                                        <p:tgtEl>
                                          <p:spTgt spid="215068"/>
                                        </p:tgtEl>
                                        <p:attrNameLst>
                                          <p:attrName>style.visibility</p:attrName>
                                        </p:attrNameLst>
                                      </p:cBhvr>
                                      <p:to>
                                        <p:strVal val="visible"/>
                                      </p:to>
                                    </p:set>
                                    <p:animEffect transition="in" filter="wipe(left)">
                                      <p:cBhvr>
                                        <p:cTn id="54" dur="500"/>
                                        <p:tgtEl>
                                          <p:spTgt spid="215068"/>
                                        </p:tgtEl>
                                      </p:cBhvr>
                                    </p:animEffect>
                                  </p:childTnLst>
                                </p:cTn>
                              </p:par>
                            </p:childTnLst>
                          </p:cTn>
                        </p:par>
                        <p:par>
                          <p:cTn id="55" fill="hold" nodeType="afterGroup">
                            <p:stCondLst>
                              <p:cond delay="1500"/>
                            </p:stCondLst>
                            <p:childTnLst>
                              <p:par>
                                <p:cTn id="56" presetID="22" presetClass="entr" presetSubtype="8" fill="hold" grpId="0" nodeType="afterEffect">
                                  <p:stCondLst>
                                    <p:cond delay="0"/>
                                  </p:stCondLst>
                                  <p:childTnLst>
                                    <p:set>
                                      <p:cBhvr>
                                        <p:cTn id="57" dur="1" fill="hold">
                                          <p:stCondLst>
                                            <p:cond delay="0"/>
                                          </p:stCondLst>
                                        </p:cTn>
                                        <p:tgtEl>
                                          <p:spTgt spid="215072"/>
                                        </p:tgtEl>
                                        <p:attrNameLst>
                                          <p:attrName>style.visibility</p:attrName>
                                        </p:attrNameLst>
                                      </p:cBhvr>
                                      <p:to>
                                        <p:strVal val="visible"/>
                                      </p:to>
                                    </p:set>
                                    <p:animEffect transition="in" filter="wipe(left)">
                                      <p:cBhvr>
                                        <p:cTn id="58" dur="500"/>
                                        <p:tgtEl>
                                          <p:spTgt spid="215072"/>
                                        </p:tgtEl>
                                      </p:cBhvr>
                                    </p:animEffect>
                                  </p:childTnLst>
                                </p:cTn>
                              </p:par>
                            </p:childTnLst>
                          </p:cTn>
                        </p:par>
                        <p:par>
                          <p:cTn id="59" fill="hold" nodeType="afterGroup">
                            <p:stCondLst>
                              <p:cond delay="2000"/>
                            </p:stCondLst>
                            <p:childTnLst>
                              <p:par>
                                <p:cTn id="60" presetID="22" presetClass="entr" presetSubtype="8" fill="hold" grpId="0" nodeType="afterEffect">
                                  <p:stCondLst>
                                    <p:cond delay="0"/>
                                  </p:stCondLst>
                                  <p:childTnLst>
                                    <p:set>
                                      <p:cBhvr>
                                        <p:cTn id="61" dur="1" fill="hold">
                                          <p:stCondLst>
                                            <p:cond delay="0"/>
                                          </p:stCondLst>
                                        </p:cTn>
                                        <p:tgtEl>
                                          <p:spTgt spid="215067"/>
                                        </p:tgtEl>
                                        <p:attrNameLst>
                                          <p:attrName>style.visibility</p:attrName>
                                        </p:attrNameLst>
                                      </p:cBhvr>
                                      <p:to>
                                        <p:strVal val="visible"/>
                                      </p:to>
                                    </p:set>
                                    <p:animEffect transition="in" filter="wipe(left)">
                                      <p:cBhvr>
                                        <p:cTn id="62" dur="500"/>
                                        <p:tgtEl>
                                          <p:spTgt spid="215067"/>
                                        </p:tgtEl>
                                      </p:cBhvr>
                                    </p:animEffect>
                                  </p:childTnLst>
                                </p:cTn>
                              </p:par>
                            </p:childTnLst>
                          </p:cTn>
                        </p:par>
                        <p:par>
                          <p:cTn id="63" fill="hold" nodeType="afterGroup">
                            <p:stCondLst>
                              <p:cond delay="2500"/>
                            </p:stCondLst>
                            <p:childTnLst>
                              <p:par>
                                <p:cTn id="64" presetID="22" presetClass="entr" presetSubtype="1" fill="hold" grpId="0" nodeType="afterEffect">
                                  <p:stCondLst>
                                    <p:cond delay="0"/>
                                  </p:stCondLst>
                                  <p:childTnLst>
                                    <p:set>
                                      <p:cBhvr>
                                        <p:cTn id="65" dur="1" fill="hold">
                                          <p:stCondLst>
                                            <p:cond delay="0"/>
                                          </p:stCondLst>
                                        </p:cTn>
                                        <p:tgtEl>
                                          <p:spTgt spid="215071"/>
                                        </p:tgtEl>
                                        <p:attrNameLst>
                                          <p:attrName>style.visibility</p:attrName>
                                        </p:attrNameLst>
                                      </p:cBhvr>
                                      <p:to>
                                        <p:strVal val="visible"/>
                                      </p:to>
                                    </p:set>
                                    <p:animEffect transition="in" filter="wipe(up)">
                                      <p:cBhvr>
                                        <p:cTn id="66" dur="500"/>
                                        <p:tgtEl>
                                          <p:spTgt spid="215071"/>
                                        </p:tgtEl>
                                      </p:cBhvr>
                                    </p:animEffect>
                                  </p:childTnLst>
                                </p:cTn>
                              </p:par>
                            </p:childTnLst>
                          </p:cTn>
                        </p:par>
                        <p:par>
                          <p:cTn id="67" fill="hold" nodeType="afterGroup">
                            <p:stCondLst>
                              <p:cond delay="3000"/>
                            </p:stCondLst>
                            <p:childTnLst>
                              <p:par>
                                <p:cTn id="68" presetID="22" presetClass="entr" presetSubtype="2" fill="hold" grpId="0" nodeType="afterEffect">
                                  <p:stCondLst>
                                    <p:cond delay="0"/>
                                  </p:stCondLst>
                                  <p:childTnLst>
                                    <p:set>
                                      <p:cBhvr>
                                        <p:cTn id="69" dur="1" fill="hold">
                                          <p:stCondLst>
                                            <p:cond delay="0"/>
                                          </p:stCondLst>
                                        </p:cTn>
                                        <p:tgtEl>
                                          <p:spTgt spid="215064"/>
                                        </p:tgtEl>
                                        <p:attrNameLst>
                                          <p:attrName>style.visibility</p:attrName>
                                        </p:attrNameLst>
                                      </p:cBhvr>
                                      <p:to>
                                        <p:strVal val="visible"/>
                                      </p:to>
                                    </p:set>
                                    <p:animEffect transition="in" filter="wipe(right)">
                                      <p:cBhvr>
                                        <p:cTn id="70" dur="500"/>
                                        <p:tgtEl>
                                          <p:spTgt spid="215064"/>
                                        </p:tgtEl>
                                      </p:cBhvr>
                                    </p:animEffect>
                                  </p:childTnLst>
                                </p:cTn>
                              </p:par>
                            </p:childTnLst>
                          </p:cTn>
                        </p:par>
                        <p:par>
                          <p:cTn id="71" fill="hold" nodeType="afterGroup">
                            <p:stCondLst>
                              <p:cond delay="3500"/>
                            </p:stCondLst>
                            <p:childTnLst>
                              <p:par>
                                <p:cTn id="72" presetID="22" presetClass="entr" presetSubtype="2" fill="hold" grpId="0" nodeType="afterEffect">
                                  <p:stCondLst>
                                    <p:cond delay="0"/>
                                  </p:stCondLst>
                                  <p:childTnLst>
                                    <p:set>
                                      <p:cBhvr>
                                        <p:cTn id="73" dur="1" fill="hold">
                                          <p:stCondLst>
                                            <p:cond delay="0"/>
                                          </p:stCondLst>
                                        </p:cTn>
                                        <p:tgtEl>
                                          <p:spTgt spid="215070"/>
                                        </p:tgtEl>
                                        <p:attrNameLst>
                                          <p:attrName>style.visibility</p:attrName>
                                        </p:attrNameLst>
                                      </p:cBhvr>
                                      <p:to>
                                        <p:strVal val="visible"/>
                                      </p:to>
                                    </p:set>
                                    <p:animEffect transition="in" filter="wipe(right)">
                                      <p:cBhvr>
                                        <p:cTn id="74" dur="500"/>
                                        <p:tgtEl>
                                          <p:spTgt spid="215070"/>
                                        </p:tgtEl>
                                      </p:cBhvr>
                                    </p:animEffect>
                                  </p:childTnLst>
                                </p:cTn>
                              </p:par>
                            </p:childTnLst>
                          </p:cTn>
                        </p:par>
                      </p:childTnLst>
                    </p:cTn>
                  </p:par>
                  <p:par>
                    <p:cTn id="75" fill="hold">
                      <p:stCondLst>
                        <p:cond delay="indefinite"/>
                      </p:stCondLst>
                      <p:childTnLst>
                        <p:par>
                          <p:cTn id="76" fill="hold">
                            <p:stCondLst>
                              <p:cond delay="0"/>
                            </p:stCondLst>
                            <p:childTnLst>
                              <p:par>
                                <p:cTn id="77" presetID="22" presetClass="entr" presetSubtype="1" fill="hold" grpId="0" nodeType="clickEffect">
                                  <p:stCondLst>
                                    <p:cond delay="0"/>
                                  </p:stCondLst>
                                  <p:childTnLst>
                                    <p:set>
                                      <p:cBhvr>
                                        <p:cTn id="78" dur="1" fill="hold">
                                          <p:stCondLst>
                                            <p:cond delay="0"/>
                                          </p:stCondLst>
                                        </p:cTn>
                                        <p:tgtEl>
                                          <p:spTgt spid="215066"/>
                                        </p:tgtEl>
                                        <p:attrNameLst>
                                          <p:attrName>style.visibility</p:attrName>
                                        </p:attrNameLst>
                                      </p:cBhvr>
                                      <p:to>
                                        <p:strVal val="visible"/>
                                      </p:to>
                                    </p:set>
                                    <p:animEffect transition="in" filter="wipe(up)">
                                      <p:cBhvr>
                                        <p:cTn id="79" dur="500"/>
                                        <p:tgtEl>
                                          <p:spTgt spid="215066"/>
                                        </p:tgtEl>
                                      </p:cBhvr>
                                    </p:animEffect>
                                  </p:childTnLst>
                                </p:cTn>
                              </p:par>
                            </p:childTnLst>
                          </p:cTn>
                        </p:par>
                        <p:par>
                          <p:cTn id="80" fill="hold">
                            <p:stCondLst>
                              <p:cond delay="500"/>
                            </p:stCondLst>
                            <p:childTnLst>
                              <p:par>
                                <p:cTn id="81" presetID="22" presetClass="entr" presetSubtype="1" fill="hold" grpId="0" nodeType="afterEffect">
                                  <p:stCondLst>
                                    <p:cond delay="0"/>
                                  </p:stCondLst>
                                  <p:childTnLst>
                                    <p:set>
                                      <p:cBhvr>
                                        <p:cTn id="82" dur="1" fill="hold">
                                          <p:stCondLst>
                                            <p:cond delay="0"/>
                                          </p:stCondLst>
                                        </p:cTn>
                                        <p:tgtEl>
                                          <p:spTgt spid="215073"/>
                                        </p:tgtEl>
                                        <p:attrNameLst>
                                          <p:attrName>style.visibility</p:attrName>
                                        </p:attrNameLst>
                                      </p:cBhvr>
                                      <p:to>
                                        <p:strVal val="visible"/>
                                      </p:to>
                                    </p:set>
                                    <p:animEffect transition="in" filter="wipe(up)">
                                      <p:cBhvr>
                                        <p:cTn id="83" dur="500"/>
                                        <p:tgtEl>
                                          <p:spTgt spid="215073"/>
                                        </p:tgtEl>
                                      </p:cBhvr>
                                    </p:animEffect>
                                  </p:childTnLst>
                                </p:cTn>
                              </p:par>
                            </p:childTnLst>
                          </p:cTn>
                        </p:par>
                        <p:par>
                          <p:cTn id="84" fill="hold">
                            <p:stCondLst>
                              <p:cond delay="1000"/>
                            </p:stCondLst>
                            <p:childTnLst>
                              <p:par>
                                <p:cTn id="85" presetID="22" presetClass="entr" presetSubtype="8" fill="hold" grpId="0" nodeType="afterEffect">
                                  <p:stCondLst>
                                    <p:cond delay="0"/>
                                  </p:stCondLst>
                                  <p:childTnLst>
                                    <p:set>
                                      <p:cBhvr>
                                        <p:cTn id="86" dur="1" fill="hold">
                                          <p:stCondLst>
                                            <p:cond delay="0"/>
                                          </p:stCondLst>
                                        </p:cTn>
                                        <p:tgtEl>
                                          <p:spTgt spid="215077"/>
                                        </p:tgtEl>
                                        <p:attrNameLst>
                                          <p:attrName>style.visibility</p:attrName>
                                        </p:attrNameLst>
                                      </p:cBhvr>
                                      <p:to>
                                        <p:strVal val="visible"/>
                                      </p:to>
                                    </p:set>
                                    <p:animEffect transition="in" filter="wipe(left)">
                                      <p:cBhvr>
                                        <p:cTn id="87" dur="500"/>
                                        <p:tgtEl>
                                          <p:spTgt spid="215077"/>
                                        </p:tgtEl>
                                      </p:cBhvr>
                                    </p:animEffect>
                                  </p:childTnLst>
                                </p:cTn>
                              </p:par>
                            </p:childTnLst>
                          </p:cTn>
                        </p:par>
                        <p:par>
                          <p:cTn id="88" fill="hold">
                            <p:stCondLst>
                              <p:cond delay="1500"/>
                            </p:stCondLst>
                            <p:childTnLst>
                              <p:par>
                                <p:cTn id="89" presetID="22" presetClass="entr" presetSubtype="8" fill="hold" grpId="0" nodeType="afterEffect">
                                  <p:stCondLst>
                                    <p:cond delay="0"/>
                                  </p:stCondLst>
                                  <p:childTnLst>
                                    <p:set>
                                      <p:cBhvr>
                                        <p:cTn id="90" dur="1" fill="hold">
                                          <p:stCondLst>
                                            <p:cond delay="0"/>
                                          </p:stCondLst>
                                        </p:cTn>
                                        <p:tgtEl>
                                          <p:spTgt spid="215074"/>
                                        </p:tgtEl>
                                        <p:attrNameLst>
                                          <p:attrName>style.visibility</p:attrName>
                                        </p:attrNameLst>
                                      </p:cBhvr>
                                      <p:to>
                                        <p:strVal val="visible"/>
                                      </p:to>
                                    </p:set>
                                    <p:animEffect transition="in" filter="wipe(left)">
                                      <p:cBhvr>
                                        <p:cTn id="91" dur="500"/>
                                        <p:tgtEl>
                                          <p:spTgt spid="215074"/>
                                        </p:tgtEl>
                                      </p:cBhvr>
                                    </p:animEffect>
                                  </p:childTnLst>
                                </p:cTn>
                              </p:par>
                            </p:childTnLst>
                          </p:cTn>
                        </p:par>
                        <p:par>
                          <p:cTn id="92" fill="hold">
                            <p:stCondLst>
                              <p:cond delay="2000"/>
                            </p:stCondLst>
                            <p:childTnLst>
                              <p:par>
                                <p:cTn id="93" presetID="22" presetClass="entr" presetSubtype="8" fill="hold" grpId="0" nodeType="afterEffect">
                                  <p:stCondLst>
                                    <p:cond delay="0"/>
                                  </p:stCondLst>
                                  <p:childTnLst>
                                    <p:set>
                                      <p:cBhvr>
                                        <p:cTn id="94" dur="1" fill="hold">
                                          <p:stCondLst>
                                            <p:cond delay="0"/>
                                          </p:stCondLst>
                                        </p:cTn>
                                        <p:tgtEl>
                                          <p:spTgt spid="215076"/>
                                        </p:tgtEl>
                                        <p:attrNameLst>
                                          <p:attrName>style.visibility</p:attrName>
                                        </p:attrNameLst>
                                      </p:cBhvr>
                                      <p:to>
                                        <p:strVal val="visible"/>
                                      </p:to>
                                    </p:set>
                                    <p:animEffect transition="in" filter="wipe(left)">
                                      <p:cBhvr>
                                        <p:cTn id="95" dur="500"/>
                                        <p:tgtEl>
                                          <p:spTgt spid="215076"/>
                                        </p:tgtEl>
                                      </p:cBhvr>
                                    </p:animEffect>
                                  </p:childTnLst>
                                </p:cTn>
                              </p:par>
                            </p:childTnLst>
                          </p:cTn>
                        </p:par>
                        <p:par>
                          <p:cTn id="96" fill="hold">
                            <p:stCondLst>
                              <p:cond delay="2500"/>
                            </p:stCondLst>
                            <p:childTnLst>
                              <p:par>
                                <p:cTn id="97" presetID="22" presetClass="entr" presetSubtype="4" fill="hold" grpId="0" nodeType="afterEffect">
                                  <p:stCondLst>
                                    <p:cond delay="0"/>
                                  </p:stCondLst>
                                  <p:childTnLst>
                                    <p:set>
                                      <p:cBhvr>
                                        <p:cTn id="98" dur="1" fill="hold">
                                          <p:stCondLst>
                                            <p:cond delay="0"/>
                                          </p:stCondLst>
                                        </p:cTn>
                                        <p:tgtEl>
                                          <p:spTgt spid="215075"/>
                                        </p:tgtEl>
                                        <p:attrNameLst>
                                          <p:attrName>style.visibility</p:attrName>
                                        </p:attrNameLst>
                                      </p:cBhvr>
                                      <p:to>
                                        <p:strVal val="visible"/>
                                      </p:to>
                                    </p:set>
                                    <p:animEffect transition="in" filter="wipe(down)">
                                      <p:cBhvr>
                                        <p:cTn id="99" dur="500"/>
                                        <p:tgtEl>
                                          <p:spTgt spid="215075"/>
                                        </p:tgtEl>
                                      </p:cBhvr>
                                    </p:animEffect>
                                  </p:childTnLst>
                                </p:cTn>
                              </p:par>
                            </p:childTnLst>
                          </p:cTn>
                        </p:par>
                        <p:par>
                          <p:cTn id="100" fill="hold">
                            <p:stCondLst>
                              <p:cond delay="3000"/>
                            </p:stCondLst>
                            <p:childTnLst>
                              <p:par>
                                <p:cTn id="101" presetID="22" presetClass="entr" presetSubtype="4" fill="hold" grpId="0" nodeType="afterEffect">
                                  <p:stCondLst>
                                    <p:cond delay="0"/>
                                  </p:stCondLst>
                                  <p:childTnLst>
                                    <p:set>
                                      <p:cBhvr>
                                        <p:cTn id="102" dur="1" fill="hold">
                                          <p:stCondLst>
                                            <p:cond delay="0"/>
                                          </p:stCondLst>
                                        </p:cTn>
                                        <p:tgtEl>
                                          <p:spTgt spid="215042"/>
                                        </p:tgtEl>
                                        <p:attrNameLst>
                                          <p:attrName>style.visibility</p:attrName>
                                        </p:attrNameLst>
                                      </p:cBhvr>
                                      <p:to>
                                        <p:strVal val="visible"/>
                                      </p:to>
                                    </p:set>
                                    <p:animEffect transition="in" filter="wipe(down)">
                                      <p:cBhvr>
                                        <p:cTn id="103" dur="500"/>
                                        <p:tgtEl>
                                          <p:spTgt spid="215042"/>
                                        </p:tgtEl>
                                      </p:cBhvr>
                                    </p:animEffect>
                                  </p:childTnLst>
                                </p:cTn>
                              </p:par>
                            </p:childTnLst>
                          </p:cTn>
                        </p:par>
                      </p:childTnLst>
                    </p:cTn>
                  </p:par>
                  <p:par>
                    <p:cTn id="104" fill="hold">
                      <p:stCondLst>
                        <p:cond delay="indefinite"/>
                      </p:stCondLst>
                      <p:childTnLst>
                        <p:par>
                          <p:cTn id="105" fill="hold">
                            <p:stCondLst>
                              <p:cond delay="0"/>
                            </p:stCondLst>
                            <p:childTnLst>
                              <p:par>
                                <p:cTn id="106" presetID="22" presetClass="entr" presetSubtype="1" fill="hold" grpId="0" nodeType="clickEffect">
                                  <p:stCondLst>
                                    <p:cond delay="0"/>
                                  </p:stCondLst>
                                  <p:childTnLst>
                                    <p:set>
                                      <p:cBhvr>
                                        <p:cTn id="107" dur="1" fill="hold">
                                          <p:stCondLst>
                                            <p:cond delay="0"/>
                                          </p:stCondLst>
                                        </p:cTn>
                                        <p:tgtEl>
                                          <p:spTgt spid="215044"/>
                                        </p:tgtEl>
                                        <p:attrNameLst>
                                          <p:attrName>style.visibility</p:attrName>
                                        </p:attrNameLst>
                                      </p:cBhvr>
                                      <p:to>
                                        <p:strVal val="visible"/>
                                      </p:to>
                                    </p:set>
                                    <p:animEffect transition="in" filter="wipe(up)">
                                      <p:cBhvr>
                                        <p:cTn id="108" dur="500"/>
                                        <p:tgtEl>
                                          <p:spTgt spid="215044"/>
                                        </p:tgtEl>
                                      </p:cBhvr>
                                    </p:animEffect>
                                  </p:childTnLst>
                                </p:cTn>
                              </p:par>
                            </p:childTnLst>
                          </p:cTn>
                        </p:par>
                      </p:childTnLst>
                    </p:cTn>
                  </p:par>
                  <p:par>
                    <p:cTn id="109" fill="hold">
                      <p:stCondLst>
                        <p:cond delay="indefinite"/>
                      </p:stCondLst>
                      <p:childTnLst>
                        <p:par>
                          <p:cTn id="110" fill="hold">
                            <p:stCondLst>
                              <p:cond delay="0"/>
                            </p:stCondLst>
                            <p:childTnLst>
                              <p:par>
                                <p:cTn id="111" presetID="22" presetClass="entr" presetSubtype="4" fill="hold" grpId="0" nodeType="clickEffect">
                                  <p:stCondLst>
                                    <p:cond delay="0"/>
                                  </p:stCondLst>
                                  <p:childTnLst>
                                    <p:set>
                                      <p:cBhvr>
                                        <p:cTn id="112" dur="1" fill="hold">
                                          <p:stCondLst>
                                            <p:cond delay="0"/>
                                          </p:stCondLst>
                                        </p:cTn>
                                        <p:tgtEl>
                                          <p:spTgt spid="215081"/>
                                        </p:tgtEl>
                                        <p:attrNameLst>
                                          <p:attrName>style.visibility</p:attrName>
                                        </p:attrNameLst>
                                      </p:cBhvr>
                                      <p:to>
                                        <p:strVal val="visible"/>
                                      </p:to>
                                    </p:set>
                                    <p:animEffect transition="in" filter="wipe(down)">
                                      <p:cBhvr>
                                        <p:cTn id="113" dur="500"/>
                                        <p:tgtEl>
                                          <p:spTgt spid="215081"/>
                                        </p:tgtEl>
                                      </p:cBhvr>
                                    </p:animEffect>
                                  </p:childTnLst>
                                </p:cTn>
                              </p:par>
                            </p:childTnLst>
                          </p:cTn>
                        </p:par>
                        <p:par>
                          <p:cTn id="114" fill="hold">
                            <p:stCondLst>
                              <p:cond delay="500"/>
                            </p:stCondLst>
                            <p:childTnLst>
                              <p:par>
                                <p:cTn id="115" presetID="22" presetClass="entr" presetSubtype="1" fill="hold" grpId="0" nodeType="afterEffect">
                                  <p:stCondLst>
                                    <p:cond delay="0"/>
                                  </p:stCondLst>
                                  <p:childTnLst>
                                    <p:set>
                                      <p:cBhvr>
                                        <p:cTn id="116" dur="1" fill="hold">
                                          <p:stCondLst>
                                            <p:cond delay="0"/>
                                          </p:stCondLst>
                                        </p:cTn>
                                        <p:tgtEl>
                                          <p:spTgt spid="215080"/>
                                        </p:tgtEl>
                                        <p:attrNameLst>
                                          <p:attrName>style.visibility</p:attrName>
                                        </p:attrNameLst>
                                      </p:cBhvr>
                                      <p:to>
                                        <p:strVal val="visible"/>
                                      </p:to>
                                    </p:set>
                                    <p:animEffect transition="in" filter="wipe(up)">
                                      <p:cBhvr>
                                        <p:cTn id="117" dur="500"/>
                                        <p:tgtEl>
                                          <p:spTgt spid="215080"/>
                                        </p:tgtEl>
                                      </p:cBhvr>
                                    </p:animEffect>
                                  </p:childTnLst>
                                </p:cTn>
                              </p:par>
                            </p:childTnLst>
                          </p:cTn>
                        </p:par>
                      </p:childTnLst>
                    </p:cTn>
                  </p:par>
                  <p:par>
                    <p:cTn id="118" fill="hold">
                      <p:stCondLst>
                        <p:cond delay="indefinite"/>
                      </p:stCondLst>
                      <p:childTnLst>
                        <p:par>
                          <p:cTn id="119" fill="hold">
                            <p:stCondLst>
                              <p:cond delay="0"/>
                            </p:stCondLst>
                            <p:childTnLst>
                              <p:par>
                                <p:cTn id="120" presetID="21" presetClass="entr" presetSubtype="1" fill="hold" grpId="0" nodeType="clickEffect">
                                  <p:stCondLst>
                                    <p:cond delay="0"/>
                                  </p:stCondLst>
                                  <p:childTnLst>
                                    <p:set>
                                      <p:cBhvr>
                                        <p:cTn id="121" dur="1" fill="hold">
                                          <p:stCondLst>
                                            <p:cond delay="0"/>
                                          </p:stCondLst>
                                        </p:cTn>
                                        <p:tgtEl>
                                          <p:spTgt spid="215079"/>
                                        </p:tgtEl>
                                        <p:attrNameLst>
                                          <p:attrName>style.visibility</p:attrName>
                                        </p:attrNameLst>
                                      </p:cBhvr>
                                      <p:to>
                                        <p:strVal val="visible"/>
                                      </p:to>
                                    </p:set>
                                    <p:animEffect transition="in" filter="wheel(1)">
                                      <p:cBhvr>
                                        <p:cTn id="122" dur="2000"/>
                                        <p:tgtEl>
                                          <p:spTgt spid="215079"/>
                                        </p:tgtEl>
                                      </p:cBhvr>
                                    </p:animEffect>
                                  </p:childTnLst>
                                </p:cTn>
                              </p:par>
                            </p:childTnLst>
                          </p:cTn>
                        </p:par>
                      </p:childTnLst>
                    </p:cTn>
                  </p:par>
                  <p:par>
                    <p:cTn id="123" fill="hold">
                      <p:stCondLst>
                        <p:cond delay="indefinite"/>
                      </p:stCondLst>
                      <p:childTnLst>
                        <p:par>
                          <p:cTn id="124" fill="hold">
                            <p:stCondLst>
                              <p:cond delay="0"/>
                            </p:stCondLst>
                            <p:childTnLst>
                              <p:par>
                                <p:cTn id="125" presetID="22" presetClass="entr" presetSubtype="4" fill="hold" grpId="0" nodeType="clickEffect">
                                  <p:stCondLst>
                                    <p:cond delay="0"/>
                                  </p:stCondLst>
                                  <p:childTnLst>
                                    <p:set>
                                      <p:cBhvr>
                                        <p:cTn id="126" dur="1" fill="hold">
                                          <p:stCondLst>
                                            <p:cond delay="0"/>
                                          </p:stCondLst>
                                        </p:cTn>
                                        <p:tgtEl>
                                          <p:spTgt spid="215083"/>
                                        </p:tgtEl>
                                        <p:attrNameLst>
                                          <p:attrName>style.visibility</p:attrName>
                                        </p:attrNameLst>
                                      </p:cBhvr>
                                      <p:to>
                                        <p:strVal val="visible"/>
                                      </p:to>
                                    </p:set>
                                    <p:animEffect transition="in" filter="wipe(down)">
                                      <p:cBhvr>
                                        <p:cTn id="127" dur="500"/>
                                        <p:tgtEl>
                                          <p:spTgt spid="215083"/>
                                        </p:tgtEl>
                                      </p:cBhvr>
                                    </p:animEffect>
                                  </p:childTnLst>
                                </p:cTn>
                              </p:par>
                            </p:childTnLst>
                          </p:cTn>
                        </p:par>
                        <p:par>
                          <p:cTn id="128" fill="hold">
                            <p:stCondLst>
                              <p:cond delay="500"/>
                            </p:stCondLst>
                            <p:childTnLst>
                              <p:par>
                                <p:cTn id="129" presetID="22" presetClass="entr" presetSubtype="4" fill="hold" grpId="0" nodeType="afterEffect">
                                  <p:stCondLst>
                                    <p:cond delay="0"/>
                                  </p:stCondLst>
                                  <p:childTnLst>
                                    <p:set>
                                      <p:cBhvr>
                                        <p:cTn id="130" dur="1" fill="hold">
                                          <p:stCondLst>
                                            <p:cond delay="0"/>
                                          </p:stCondLst>
                                        </p:cTn>
                                        <p:tgtEl>
                                          <p:spTgt spid="215082"/>
                                        </p:tgtEl>
                                        <p:attrNameLst>
                                          <p:attrName>style.visibility</p:attrName>
                                        </p:attrNameLst>
                                      </p:cBhvr>
                                      <p:to>
                                        <p:strVal val="visible"/>
                                      </p:to>
                                    </p:set>
                                    <p:animEffect transition="in" filter="wipe(down)">
                                      <p:cBhvr>
                                        <p:cTn id="131" dur="500"/>
                                        <p:tgtEl>
                                          <p:spTgt spid="215082"/>
                                        </p:tgtEl>
                                      </p:cBhvr>
                                    </p:animEffect>
                                  </p:childTnLst>
                                </p:cTn>
                              </p:par>
                            </p:childTnLst>
                          </p:cTn>
                        </p:par>
                      </p:childTnLst>
                    </p:cTn>
                  </p:par>
                  <p:par>
                    <p:cTn id="132" fill="hold">
                      <p:stCondLst>
                        <p:cond delay="indefinite"/>
                      </p:stCondLst>
                      <p:childTnLst>
                        <p:par>
                          <p:cTn id="133" fill="hold">
                            <p:stCondLst>
                              <p:cond delay="0"/>
                            </p:stCondLst>
                            <p:childTnLst>
                              <p:par>
                                <p:cTn id="134" presetID="21" presetClass="entr" presetSubtype="1" fill="hold" grpId="0" nodeType="clickEffect">
                                  <p:stCondLst>
                                    <p:cond delay="0"/>
                                  </p:stCondLst>
                                  <p:childTnLst>
                                    <p:set>
                                      <p:cBhvr>
                                        <p:cTn id="135" dur="1" fill="hold">
                                          <p:stCondLst>
                                            <p:cond delay="0"/>
                                          </p:stCondLst>
                                        </p:cTn>
                                        <p:tgtEl>
                                          <p:spTgt spid="215078"/>
                                        </p:tgtEl>
                                        <p:attrNameLst>
                                          <p:attrName>style.visibility</p:attrName>
                                        </p:attrNameLst>
                                      </p:cBhvr>
                                      <p:to>
                                        <p:strVal val="visible"/>
                                      </p:to>
                                    </p:set>
                                    <p:animEffect transition="in" filter="wheel(1)">
                                      <p:cBhvr>
                                        <p:cTn id="136" dur="2000"/>
                                        <p:tgtEl>
                                          <p:spTgt spid="2150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042" grpId="0" animBg="1"/>
      <p:bldP spid="215044" grpId="0" autoUpdateAnimBg="0"/>
      <p:bldP spid="215045" grpId="0" animBg="1"/>
      <p:bldP spid="215046" grpId="0" animBg="1"/>
      <p:bldP spid="215047" grpId="0" animBg="1"/>
      <p:bldP spid="215048" grpId="0" animBg="1"/>
      <p:bldP spid="215049" grpId="0" animBg="1"/>
      <p:bldP spid="215050" grpId="0" animBg="1"/>
      <p:bldP spid="215063" grpId="0" autoUpdateAnimBg="0"/>
      <p:bldP spid="215064" grpId="0" animBg="1"/>
      <p:bldP spid="215065" grpId="0" animBg="1"/>
      <p:bldP spid="215066" grpId="0" animBg="1"/>
      <p:bldP spid="215067" grpId="0" animBg="1"/>
      <p:bldP spid="215068" grpId="0" animBg="1"/>
      <p:bldP spid="215069" grpId="0" animBg="1"/>
      <p:bldP spid="215070" grpId="0" animBg="1"/>
      <p:bldP spid="215071" grpId="0" animBg="1"/>
      <p:bldP spid="215072" grpId="0" animBg="1"/>
      <p:bldP spid="215073" grpId="0" animBg="1"/>
      <p:bldP spid="215074" grpId="0" animBg="1"/>
      <p:bldP spid="215075" grpId="0" animBg="1"/>
      <p:bldP spid="215076" grpId="0" animBg="1"/>
      <p:bldP spid="215077" grpId="0" animBg="1"/>
      <p:bldP spid="215078" grpId="0" animBg="1"/>
      <p:bldP spid="215079" grpId="0" animBg="1"/>
      <p:bldP spid="215080" grpId="0" animBg="1"/>
      <p:bldP spid="215081" grpId="0" animBg="1"/>
      <p:bldP spid="215082" grpId="0" animBg="1"/>
      <p:bldP spid="215083"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50000"/>
              </a:spcBef>
              <a:buClrTx/>
              <a:buFontTx/>
              <a:buNone/>
            </a:pPr>
            <a:fld id="{3EE85439-39D1-4A69-8854-C08AB62DB2C8}" type="slidenum">
              <a:rPr lang="en-US" altLang="zh-CN" sz="1400" smtClean="0">
                <a:solidFill>
                  <a:schemeClr val="bg2"/>
                </a:solidFill>
              </a:rPr>
              <a:pPr eaLnBrk="1" hangingPunct="1">
                <a:spcBef>
                  <a:spcPct val="50000"/>
                </a:spcBef>
                <a:buClrTx/>
                <a:buFontTx/>
                <a:buNone/>
              </a:pPr>
              <a:t>20</a:t>
            </a:fld>
            <a:endParaRPr lang="en-US" altLang="zh-CN" sz="1400" smtClean="0">
              <a:solidFill>
                <a:schemeClr val="bg2"/>
              </a:solidFill>
            </a:endParaRPr>
          </a:p>
        </p:txBody>
      </p:sp>
      <p:sp>
        <p:nvSpPr>
          <p:cNvPr id="22531" name="Text Box 3"/>
          <p:cNvSpPr txBox="1">
            <a:spLocks noChangeArrowheads="1"/>
          </p:cNvSpPr>
          <p:nvPr/>
        </p:nvSpPr>
        <p:spPr bwMode="auto">
          <a:xfrm>
            <a:off x="366713" y="339725"/>
            <a:ext cx="86868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r>
              <a:rPr lang="zh-CN" altLang="en-US" sz="3600">
                <a:solidFill>
                  <a:srgbClr val="000000"/>
                </a:solidFill>
                <a:latin typeface="黑体" pitchFamily="2" charset="-122"/>
                <a:ea typeface="黑体" pitchFamily="2" charset="-122"/>
              </a:rPr>
              <a:t>三</a:t>
            </a:r>
            <a:r>
              <a:rPr lang="en-US" altLang="zh-CN" sz="3600">
                <a:solidFill>
                  <a:srgbClr val="000000"/>
                </a:solidFill>
                <a:latin typeface="黑体" pitchFamily="2" charset="-122"/>
                <a:ea typeface="黑体" pitchFamily="2" charset="-122"/>
              </a:rPr>
              <a:t>.</a:t>
            </a:r>
            <a:r>
              <a:rPr lang="zh-CN" altLang="en-US" sz="3600">
                <a:solidFill>
                  <a:srgbClr val="000000"/>
                </a:solidFill>
                <a:latin typeface="黑体" pitchFamily="2" charset="-122"/>
                <a:ea typeface="黑体" pitchFamily="2" charset="-122"/>
              </a:rPr>
              <a:t>斜二轴测图</a:t>
            </a:r>
            <a:endParaRPr lang="zh-CN" altLang="en-US" sz="4000">
              <a:solidFill>
                <a:srgbClr val="000000"/>
              </a:solidFill>
              <a:latin typeface="黑体" pitchFamily="2" charset="-122"/>
              <a:ea typeface="黑体" pitchFamily="2" charset="-122"/>
            </a:endParaRPr>
          </a:p>
        </p:txBody>
      </p:sp>
      <p:pic>
        <p:nvPicPr>
          <p:cNvPr id="22532" name="Picture 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22788" y="1495425"/>
            <a:ext cx="4621212" cy="3567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sm" len="lg"/>
              </a14:hiddenLine>
            </a:ext>
          </a:extLst>
        </p:spPr>
      </p:pic>
      <p:pic>
        <p:nvPicPr>
          <p:cNvPr id="22533" name="Picture 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450975"/>
            <a:ext cx="4637088" cy="3654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sm" len="lg"/>
              </a14:hiddenLine>
            </a:ext>
          </a:extLst>
        </p:spPr>
      </p:pic>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50000"/>
              </a:spcBef>
              <a:buClrTx/>
              <a:buFontTx/>
              <a:buNone/>
            </a:pPr>
            <a:fld id="{88B6958C-682F-4B27-9CDE-1A56E2572A7E}" type="slidenum">
              <a:rPr lang="en-US" altLang="zh-CN" sz="1400" smtClean="0">
                <a:solidFill>
                  <a:schemeClr val="bg2"/>
                </a:solidFill>
              </a:rPr>
              <a:pPr eaLnBrk="1" hangingPunct="1">
                <a:spcBef>
                  <a:spcPct val="50000"/>
                </a:spcBef>
                <a:buClrTx/>
                <a:buFontTx/>
                <a:buNone/>
              </a:pPr>
              <a:t>21</a:t>
            </a:fld>
            <a:endParaRPr lang="en-US" altLang="zh-CN" sz="1400" smtClean="0">
              <a:solidFill>
                <a:schemeClr val="bg2"/>
              </a:solidFill>
            </a:endParaRPr>
          </a:p>
        </p:txBody>
      </p:sp>
      <p:pic>
        <p:nvPicPr>
          <p:cNvPr id="211973"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5100" y="1676400"/>
            <a:ext cx="4781550" cy="3532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sm" len="lg"/>
              </a14:hiddenLine>
            </a:ext>
          </a:extLst>
        </p:spPr>
      </p:pic>
      <p:pic>
        <p:nvPicPr>
          <p:cNvPr id="211974"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57775" y="1939925"/>
            <a:ext cx="3724275" cy="2960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sm" len="lg"/>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211974"/>
                                        </p:tgtEl>
                                        <p:attrNameLst>
                                          <p:attrName>style.visibility</p:attrName>
                                        </p:attrNameLst>
                                      </p:cBhvr>
                                      <p:to>
                                        <p:strVal val="visible"/>
                                      </p:to>
                                    </p:set>
                                    <p:anim calcmode="lin" valueType="num">
                                      <p:cBhvr additive="base">
                                        <p:cTn id="7" dur="500" fill="hold"/>
                                        <p:tgtEl>
                                          <p:spTgt spid="211974"/>
                                        </p:tgtEl>
                                        <p:attrNameLst>
                                          <p:attrName>ppt_x</p:attrName>
                                        </p:attrNameLst>
                                      </p:cBhvr>
                                      <p:tavLst>
                                        <p:tav tm="0">
                                          <p:val>
                                            <p:strVal val="#ppt_x"/>
                                          </p:val>
                                        </p:tav>
                                        <p:tav tm="100000">
                                          <p:val>
                                            <p:strVal val="#ppt_x"/>
                                          </p:val>
                                        </p:tav>
                                      </p:tavLst>
                                    </p:anim>
                                    <p:anim calcmode="lin" valueType="num">
                                      <p:cBhvr additive="base">
                                        <p:cTn id="8" dur="500" fill="hold"/>
                                        <p:tgtEl>
                                          <p:spTgt spid="211974"/>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211973"/>
                                        </p:tgtEl>
                                        <p:attrNameLst>
                                          <p:attrName>style.visibility</p:attrName>
                                        </p:attrNameLst>
                                      </p:cBhvr>
                                      <p:to>
                                        <p:strVal val="visible"/>
                                      </p:to>
                                    </p:set>
                                    <p:anim calcmode="lin" valueType="num">
                                      <p:cBhvr additive="base">
                                        <p:cTn id="13" dur="500" fill="hold"/>
                                        <p:tgtEl>
                                          <p:spTgt spid="211973"/>
                                        </p:tgtEl>
                                        <p:attrNameLst>
                                          <p:attrName>ppt_x</p:attrName>
                                        </p:attrNameLst>
                                      </p:cBhvr>
                                      <p:tavLst>
                                        <p:tav tm="0">
                                          <p:val>
                                            <p:strVal val="#ppt_x"/>
                                          </p:val>
                                        </p:tav>
                                        <p:tav tm="100000">
                                          <p:val>
                                            <p:strVal val="#ppt_x"/>
                                          </p:val>
                                        </p:tav>
                                      </p:tavLst>
                                    </p:anim>
                                    <p:anim calcmode="lin" valueType="num">
                                      <p:cBhvr additive="base">
                                        <p:cTn id="14" dur="500" fill="hold"/>
                                        <p:tgtEl>
                                          <p:spTgt spid="21197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50000"/>
              </a:spcBef>
              <a:buClrTx/>
              <a:buFontTx/>
              <a:buNone/>
            </a:pPr>
            <a:fld id="{710F68F2-0080-4A2B-A1FC-84C2605809F5}" type="slidenum">
              <a:rPr lang="en-US" altLang="zh-CN" sz="1400" smtClean="0">
                <a:solidFill>
                  <a:schemeClr val="bg2"/>
                </a:solidFill>
              </a:rPr>
              <a:pPr eaLnBrk="1" hangingPunct="1">
                <a:spcBef>
                  <a:spcPct val="50000"/>
                </a:spcBef>
                <a:buClrTx/>
                <a:buFontTx/>
                <a:buNone/>
              </a:pPr>
              <a:t>22</a:t>
            </a:fld>
            <a:endParaRPr lang="en-US" altLang="zh-CN" sz="1400" smtClean="0">
              <a:solidFill>
                <a:schemeClr val="bg2"/>
              </a:solidFill>
            </a:endParaRPr>
          </a:p>
        </p:txBody>
      </p:sp>
      <p:graphicFrame>
        <p:nvGraphicFramePr>
          <p:cNvPr id="207877" name="Object 5"/>
          <p:cNvGraphicFramePr>
            <a:graphicFrameLocks noChangeAspect="1"/>
          </p:cNvGraphicFramePr>
          <p:nvPr/>
        </p:nvGraphicFramePr>
        <p:xfrm>
          <a:off x="458788" y="1562100"/>
          <a:ext cx="8015287" cy="3671888"/>
        </p:xfrm>
        <a:graphic>
          <a:graphicData uri="http://schemas.openxmlformats.org/presentationml/2006/ole">
            <mc:AlternateContent xmlns:mc="http://schemas.openxmlformats.org/markup-compatibility/2006">
              <mc:Choice xmlns:v="urn:schemas-microsoft-com:vml" Requires="v">
                <p:oleObj spid="_x0000_s24600" name="Image" r:id="rId3" imgW="14692063" imgH="6730159" progId="Photoshop.Image.6">
                  <p:embed/>
                </p:oleObj>
              </mc:Choice>
              <mc:Fallback>
                <p:oleObj name="Image" r:id="rId3" imgW="14692063" imgH="6730159" progId="Photoshop.Image.6">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8788" y="1562100"/>
                        <a:ext cx="8015287" cy="3671888"/>
                      </a:xfrm>
                      <a:prstGeom prst="rect">
                        <a:avLst/>
                      </a:prstGeom>
                      <a:noFill/>
                      <a:ln>
                        <a:noFill/>
                      </a:ln>
                      <a:effectLst/>
                      <a:extLst>
                        <a:ext uri="{909E8E84-426E-40DD-AFC4-6F175D3DCCD1}">
                          <a14:hiddenFill xmlns:a14="http://schemas.microsoft.com/office/drawing/2010/main">
                            <a:solidFill>
                              <a:srgbClr val="FF6600"/>
                            </a:solidFill>
                          </a14:hiddenFill>
                        </a:ext>
                        <a:ext uri="{91240B29-F687-4F45-9708-019B960494DF}">
                          <a14:hiddenLine xmlns:a14="http://schemas.microsoft.com/office/drawing/2010/main" w="9525">
                            <a:solidFill>
                              <a:srgbClr val="FF0000"/>
                            </a:solidFill>
                            <a:miter lim="800000"/>
                            <a:headEnd/>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207877"/>
                                        </p:tgtEl>
                                        <p:attrNameLst>
                                          <p:attrName>style.visibility</p:attrName>
                                        </p:attrNameLst>
                                      </p:cBhvr>
                                      <p:to>
                                        <p:strVal val="visible"/>
                                      </p:to>
                                    </p:set>
                                    <p:anim calcmode="lin" valueType="num">
                                      <p:cBhvr additive="base">
                                        <p:cTn id="7" dur="500" fill="hold"/>
                                        <p:tgtEl>
                                          <p:spTgt spid="207877"/>
                                        </p:tgtEl>
                                        <p:attrNameLst>
                                          <p:attrName>ppt_x</p:attrName>
                                        </p:attrNameLst>
                                      </p:cBhvr>
                                      <p:tavLst>
                                        <p:tav tm="0">
                                          <p:val>
                                            <p:strVal val="#ppt_x"/>
                                          </p:val>
                                        </p:tav>
                                        <p:tav tm="100000">
                                          <p:val>
                                            <p:strVal val="#ppt_x"/>
                                          </p:val>
                                        </p:tav>
                                      </p:tavLst>
                                    </p:anim>
                                    <p:anim calcmode="lin" valueType="num">
                                      <p:cBhvr additive="base">
                                        <p:cTn id="8" dur="500" fill="hold"/>
                                        <p:tgtEl>
                                          <p:spTgt spid="20787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50000"/>
              </a:spcBef>
              <a:buClrTx/>
              <a:buFontTx/>
              <a:buNone/>
            </a:pPr>
            <a:fld id="{B74368E3-CA53-460D-86FE-48F1FDFED741}" type="slidenum">
              <a:rPr lang="en-US" altLang="zh-CN" sz="1400" smtClean="0">
                <a:solidFill>
                  <a:schemeClr val="bg2"/>
                </a:solidFill>
              </a:rPr>
              <a:pPr eaLnBrk="1" hangingPunct="1">
                <a:spcBef>
                  <a:spcPct val="50000"/>
                </a:spcBef>
                <a:buClrTx/>
                <a:buFontTx/>
                <a:buNone/>
              </a:pPr>
              <a:t>23</a:t>
            </a:fld>
            <a:endParaRPr lang="en-US" altLang="zh-CN" sz="1400" smtClean="0">
              <a:solidFill>
                <a:schemeClr val="bg2"/>
              </a:solidFill>
            </a:endParaRPr>
          </a:p>
        </p:txBody>
      </p:sp>
      <p:graphicFrame>
        <p:nvGraphicFramePr>
          <p:cNvPr id="208900" name="Object 4"/>
          <p:cNvGraphicFramePr>
            <a:graphicFrameLocks noChangeAspect="1"/>
          </p:cNvGraphicFramePr>
          <p:nvPr/>
        </p:nvGraphicFramePr>
        <p:xfrm>
          <a:off x="738188" y="1657350"/>
          <a:ext cx="7473950" cy="3736975"/>
        </p:xfrm>
        <a:graphic>
          <a:graphicData uri="http://schemas.openxmlformats.org/presentationml/2006/ole">
            <mc:AlternateContent xmlns:mc="http://schemas.openxmlformats.org/markup-compatibility/2006">
              <mc:Choice xmlns:v="urn:schemas-microsoft-com:vml" Requires="v">
                <p:oleObj spid="_x0000_s25624" name="Image" r:id="rId3" imgW="14857143" imgH="7428571" progId="Photoshop.Image.6">
                  <p:embed/>
                </p:oleObj>
              </mc:Choice>
              <mc:Fallback>
                <p:oleObj name="Image" r:id="rId3" imgW="14857143" imgH="7428571" progId="Photoshop.Image.6">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38188" y="1657350"/>
                        <a:ext cx="7473950" cy="3736975"/>
                      </a:xfrm>
                      <a:prstGeom prst="rect">
                        <a:avLst/>
                      </a:prstGeom>
                      <a:noFill/>
                      <a:ln>
                        <a:noFill/>
                      </a:ln>
                      <a:effectLst/>
                      <a:extLst>
                        <a:ext uri="{909E8E84-426E-40DD-AFC4-6F175D3DCCD1}">
                          <a14:hiddenFill xmlns:a14="http://schemas.microsoft.com/office/drawing/2010/main">
                            <a:solidFill>
                              <a:srgbClr val="FF6600"/>
                            </a:solidFill>
                          </a14:hiddenFill>
                        </a:ext>
                        <a:ext uri="{91240B29-F687-4F45-9708-019B960494DF}">
                          <a14:hiddenLine xmlns:a14="http://schemas.microsoft.com/office/drawing/2010/main" w="9525">
                            <a:solidFill>
                              <a:srgbClr val="FF0000"/>
                            </a:solidFill>
                            <a:miter lim="800000"/>
                            <a:headEnd/>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208900"/>
                                        </p:tgtEl>
                                        <p:attrNameLst>
                                          <p:attrName>style.visibility</p:attrName>
                                        </p:attrNameLst>
                                      </p:cBhvr>
                                      <p:to>
                                        <p:strVal val="visible"/>
                                      </p:to>
                                    </p:set>
                                    <p:anim calcmode="lin" valueType="num">
                                      <p:cBhvr additive="base">
                                        <p:cTn id="7" dur="500" fill="hold"/>
                                        <p:tgtEl>
                                          <p:spTgt spid="208900"/>
                                        </p:tgtEl>
                                        <p:attrNameLst>
                                          <p:attrName>ppt_x</p:attrName>
                                        </p:attrNameLst>
                                      </p:cBhvr>
                                      <p:tavLst>
                                        <p:tav tm="0">
                                          <p:val>
                                            <p:strVal val="#ppt_x"/>
                                          </p:val>
                                        </p:tav>
                                        <p:tav tm="100000">
                                          <p:val>
                                            <p:strVal val="#ppt_x"/>
                                          </p:val>
                                        </p:tav>
                                      </p:tavLst>
                                    </p:anim>
                                    <p:anim calcmode="lin" valueType="num">
                                      <p:cBhvr additive="base">
                                        <p:cTn id="8" dur="500" fill="hold"/>
                                        <p:tgtEl>
                                          <p:spTgt spid="20890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50000"/>
              </a:spcBef>
              <a:buClrTx/>
              <a:buFontTx/>
              <a:buNone/>
            </a:pPr>
            <a:fld id="{30E1037E-D51A-4C12-B86E-809CBD55320A}" type="slidenum">
              <a:rPr lang="en-US" altLang="zh-CN" sz="1400" smtClean="0">
                <a:solidFill>
                  <a:schemeClr val="bg2"/>
                </a:solidFill>
              </a:rPr>
              <a:pPr eaLnBrk="1" hangingPunct="1">
                <a:spcBef>
                  <a:spcPct val="50000"/>
                </a:spcBef>
                <a:buClrTx/>
                <a:buFontTx/>
                <a:buNone/>
              </a:pPr>
              <a:t>24</a:t>
            </a:fld>
            <a:endParaRPr lang="en-US" altLang="zh-CN" sz="1400" smtClean="0">
              <a:solidFill>
                <a:schemeClr val="bg2"/>
              </a:solidFill>
            </a:endParaRPr>
          </a:p>
        </p:txBody>
      </p:sp>
      <p:graphicFrame>
        <p:nvGraphicFramePr>
          <p:cNvPr id="209925" name="Object 5"/>
          <p:cNvGraphicFramePr>
            <a:graphicFrameLocks noChangeAspect="1"/>
          </p:cNvGraphicFramePr>
          <p:nvPr/>
        </p:nvGraphicFramePr>
        <p:xfrm>
          <a:off x="179388" y="1735138"/>
          <a:ext cx="8604250" cy="3027362"/>
        </p:xfrm>
        <a:graphic>
          <a:graphicData uri="http://schemas.openxmlformats.org/presentationml/2006/ole">
            <mc:AlternateContent xmlns:mc="http://schemas.openxmlformats.org/markup-compatibility/2006">
              <mc:Choice xmlns:v="urn:schemas-microsoft-com:vml" Requires="v">
                <p:oleObj spid="_x0000_s26650" name="Image" r:id="rId3" imgW="14730159" imgH="5180952" progId="Photoshop.Image.6">
                  <p:embed/>
                </p:oleObj>
              </mc:Choice>
              <mc:Fallback>
                <p:oleObj name="Image" r:id="rId3" imgW="14730159" imgH="5180952" progId="Photoshop.Image.6">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9388" y="1735138"/>
                        <a:ext cx="8604250" cy="3027362"/>
                      </a:xfrm>
                      <a:prstGeom prst="rect">
                        <a:avLst/>
                      </a:prstGeom>
                      <a:noFill/>
                      <a:ln>
                        <a:noFill/>
                      </a:ln>
                      <a:effectLst/>
                      <a:extLst>
                        <a:ext uri="{909E8E84-426E-40DD-AFC4-6F175D3DCCD1}">
                          <a14:hiddenFill xmlns:a14="http://schemas.microsoft.com/office/drawing/2010/main">
                            <a:solidFill>
                              <a:srgbClr val="FF6600"/>
                            </a:solidFill>
                          </a14:hiddenFill>
                        </a:ext>
                        <a:ext uri="{91240B29-F687-4F45-9708-019B960494DF}">
                          <a14:hiddenLine xmlns:a14="http://schemas.microsoft.com/office/drawing/2010/main" w="9525">
                            <a:solidFill>
                              <a:srgbClr val="FF0000"/>
                            </a:solidFill>
                            <a:miter lim="800000"/>
                            <a:headEnd/>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09929" name="AutoShape 9"/>
          <p:cNvSpPr>
            <a:spLocks/>
          </p:cNvSpPr>
          <p:nvPr/>
        </p:nvSpPr>
        <p:spPr bwMode="auto">
          <a:xfrm>
            <a:off x="688975" y="5264150"/>
            <a:ext cx="2281238" cy="609600"/>
          </a:xfrm>
          <a:prstGeom prst="borderCallout2">
            <a:avLst>
              <a:gd name="adj1" fmla="val 18750"/>
              <a:gd name="adj2" fmla="val -3343"/>
              <a:gd name="adj3" fmla="val 18750"/>
              <a:gd name="adj4" fmla="val -8699"/>
              <a:gd name="adj5" fmla="val -251301"/>
              <a:gd name="adj6" fmla="val -14194"/>
            </a:avLst>
          </a:prstGeom>
          <a:noFill/>
          <a:ln w="9525">
            <a:solidFill>
              <a:srgbClr val="FF0000"/>
            </a:solidFill>
            <a:miter lim="800000"/>
            <a:headEnd type="none" w="sm" len="lg"/>
            <a:tailEnd/>
          </a:ln>
          <a:extLst>
            <a:ext uri="{909E8E84-426E-40DD-AFC4-6F175D3DCCD1}">
              <a14:hiddenFill xmlns:a14="http://schemas.microsoft.com/office/drawing/2010/main">
                <a:solidFill>
                  <a:srgbClr val="FFFFFF"/>
                </a:solidFill>
              </a14:hiddenFill>
            </a:ext>
          </a:extLst>
        </p:spPr>
        <p:txBody>
          <a:bodyPr anchor="ct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eaLnBrk="1" hangingPunct="1">
              <a:spcBef>
                <a:spcPct val="0"/>
              </a:spcBef>
              <a:buClrTx/>
              <a:buFontTx/>
              <a:buNone/>
            </a:pPr>
            <a:r>
              <a:rPr kumimoji="0" lang="en-US" altLang="zh-CN" sz="2000"/>
              <a:t>Cavalier Projection</a:t>
            </a:r>
          </a:p>
        </p:txBody>
      </p:sp>
      <p:sp>
        <p:nvSpPr>
          <p:cNvPr id="209930" name="AutoShape 10"/>
          <p:cNvSpPr>
            <a:spLocks/>
          </p:cNvSpPr>
          <p:nvPr/>
        </p:nvSpPr>
        <p:spPr bwMode="auto">
          <a:xfrm>
            <a:off x="6584950" y="5349875"/>
            <a:ext cx="2162175" cy="609600"/>
          </a:xfrm>
          <a:prstGeom prst="borderCallout2">
            <a:avLst>
              <a:gd name="adj1" fmla="val 18750"/>
              <a:gd name="adj2" fmla="val -3523"/>
              <a:gd name="adj3" fmla="val 18750"/>
              <a:gd name="adj4" fmla="val -16153"/>
              <a:gd name="adj5" fmla="val -259634"/>
              <a:gd name="adj6" fmla="val -29370"/>
            </a:avLst>
          </a:prstGeom>
          <a:noFill/>
          <a:ln w="9525">
            <a:solidFill>
              <a:srgbClr val="FF0000"/>
            </a:solidFill>
            <a:miter lim="800000"/>
            <a:headEnd type="none" w="sm" len="lg"/>
            <a:tailEnd/>
          </a:ln>
          <a:extLst>
            <a:ext uri="{909E8E84-426E-40DD-AFC4-6F175D3DCCD1}">
              <a14:hiddenFill xmlns:a14="http://schemas.microsoft.com/office/drawing/2010/main">
                <a:solidFill>
                  <a:srgbClr val="FFFFFF"/>
                </a:solidFill>
              </a14:hiddenFill>
            </a:ext>
          </a:extLst>
        </p:spPr>
        <p:txBody>
          <a:bodyPr anchor="ct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eaLnBrk="1" hangingPunct="1">
              <a:spcBef>
                <a:spcPct val="0"/>
              </a:spcBef>
              <a:buClrTx/>
              <a:buFontTx/>
              <a:buNone/>
            </a:pPr>
            <a:r>
              <a:rPr kumimoji="0" lang="en-US" altLang="zh-CN" sz="2000"/>
              <a:t>Cabinet Projection</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09925"/>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2" presetClass="entr" presetSubtype="4" fill="hold" grpId="0" nodeType="clickEffect">
                                  <p:stCondLst>
                                    <p:cond delay="0"/>
                                  </p:stCondLst>
                                  <p:childTnLst>
                                    <p:set>
                                      <p:cBhvr>
                                        <p:cTn id="10" dur="1" fill="hold">
                                          <p:stCondLst>
                                            <p:cond delay="0"/>
                                          </p:stCondLst>
                                        </p:cTn>
                                        <p:tgtEl>
                                          <p:spTgt spid="209929"/>
                                        </p:tgtEl>
                                        <p:attrNameLst>
                                          <p:attrName>style.visibility</p:attrName>
                                        </p:attrNameLst>
                                      </p:cBhvr>
                                      <p:to>
                                        <p:strVal val="visible"/>
                                      </p:to>
                                    </p:set>
                                    <p:anim calcmode="lin" valueType="num">
                                      <p:cBhvr additive="base">
                                        <p:cTn id="11" dur="500" fill="hold"/>
                                        <p:tgtEl>
                                          <p:spTgt spid="209929"/>
                                        </p:tgtEl>
                                        <p:attrNameLst>
                                          <p:attrName>ppt_x</p:attrName>
                                        </p:attrNameLst>
                                      </p:cBhvr>
                                      <p:tavLst>
                                        <p:tav tm="0">
                                          <p:val>
                                            <p:strVal val="#ppt_x"/>
                                          </p:val>
                                        </p:tav>
                                        <p:tav tm="100000">
                                          <p:val>
                                            <p:strVal val="#ppt_x"/>
                                          </p:val>
                                        </p:tav>
                                      </p:tavLst>
                                    </p:anim>
                                    <p:anim calcmode="lin" valueType="num">
                                      <p:cBhvr additive="base">
                                        <p:cTn id="12" dur="500" fill="hold"/>
                                        <p:tgtEl>
                                          <p:spTgt spid="209929"/>
                                        </p:tgtEl>
                                        <p:attrNameLst>
                                          <p:attrName>ppt_y</p:attrName>
                                        </p:attrNameLst>
                                      </p:cBhvr>
                                      <p:tavLst>
                                        <p:tav tm="0">
                                          <p:val>
                                            <p:strVal val="1+#ppt_h/2"/>
                                          </p:val>
                                        </p:tav>
                                        <p:tav tm="100000">
                                          <p:val>
                                            <p:strVal val="#ppt_y"/>
                                          </p:val>
                                        </p:tav>
                                      </p:tavLst>
                                    </p:anim>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209930"/>
                                        </p:tgtEl>
                                        <p:attrNameLst>
                                          <p:attrName>style.visibility</p:attrName>
                                        </p:attrNameLst>
                                      </p:cBhvr>
                                      <p:to>
                                        <p:strVal val="visible"/>
                                      </p:to>
                                    </p:set>
                                    <p:anim calcmode="lin" valueType="num">
                                      <p:cBhvr additive="base">
                                        <p:cTn id="17" dur="500" fill="hold"/>
                                        <p:tgtEl>
                                          <p:spTgt spid="209930"/>
                                        </p:tgtEl>
                                        <p:attrNameLst>
                                          <p:attrName>ppt_x</p:attrName>
                                        </p:attrNameLst>
                                      </p:cBhvr>
                                      <p:tavLst>
                                        <p:tav tm="0">
                                          <p:val>
                                            <p:strVal val="#ppt_x"/>
                                          </p:val>
                                        </p:tav>
                                        <p:tav tm="100000">
                                          <p:val>
                                            <p:strVal val="#ppt_x"/>
                                          </p:val>
                                        </p:tav>
                                      </p:tavLst>
                                    </p:anim>
                                    <p:anim calcmode="lin" valueType="num">
                                      <p:cBhvr additive="base">
                                        <p:cTn id="18" dur="500" fill="hold"/>
                                        <p:tgtEl>
                                          <p:spTgt spid="20993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9929" grpId="0" animBg="1"/>
      <p:bldP spid="209930"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50000"/>
              </a:spcBef>
              <a:buClrTx/>
              <a:buFontTx/>
              <a:buNone/>
            </a:pPr>
            <a:fld id="{3F49EBD0-0283-4B3F-BC9D-3544182087F3}" type="slidenum">
              <a:rPr lang="en-US" altLang="zh-CN" sz="1400" smtClean="0">
                <a:solidFill>
                  <a:schemeClr val="bg2"/>
                </a:solidFill>
              </a:rPr>
              <a:pPr eaLnBrk="1" hangingPunct="1">
                <a:spcBef>
                  <a:spcPct val="50000"/>
                </a:spcBef>
                <a:buClrTx/>
                <a:buFontTx/>
                <a:buNone/>
              </a:pPr>
              <a:t>25</a:t>
            </a:fld>
            <a:endParaRPr lang="en-US" altLang="zh-CN" sz="1400" smtClean="0">
              <a:solidFill>
                <a:schemeClr val="bg2"/>
              </a:solidFill>
            </a:endParaRPr>
          </a:p>
        </p:txBody>
      </p:sp>
      <p:sp>
        <p:nvSpPr>
          <p:cNvPr id="206851" name="Text Box 3"/>
          <p:cNvSpPr txBox="1">
            <a:spLocks noChangeArrowheads="1"/>
          </p:cNvSpPr>
          <p:nvPr/>
        </p:nvSpPr>
        <p:spPr bwMode="auto">
          <a:xfrm>
            <a:off x="179388" y="284163"/>
            <a:ext cx="8610600" cy="2393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r>
              <a:rPr lang="en-US" altLang="zh-CN">
                <a:solidFill>
                  <a:srgbClr val="000000"/>
                </a:solidFill>
                <a:latin typeface="黑体" pitchFamily="2" charset="-122"/>
                <a:ea typeface="黑体" pitchFamily="2" charset="-122"/>
              </a:rPr>
              <a:t>1.</a:t>
            </a:r>
            <a:r>
              <a:rPr lang="zh-CN" altLang="en-US">
                <a:solidFill>
                  <a:srgbClr val="000000"/>
                </a:solidFill>
                <a:latin typeface="黑体" pitchFamily="2" charset="-122"/>
                <a:ea typeface="黑体" pitchFamily="2" charset="-122"/>
              </a:rPr>
              <a:t>形成</a:t>
            </a:r>
          </a:p>
          <a:p>
            <a:pPr lvl="1" eaLnBrk="1" hangingPunct="1">
              <a:spcBef>
                <a:spcPct val="25000"/>
              </a:spcBef>
              <a:buClrTx/>
              <a:buSzTx/>
              <a:buFontTx/>
              <a:buNone/>
            </a:pPr>
            <a:r>
              <a:rPr lang="zh-CN" altLang="en-US">
                <a:solidFill>
                  <a:srgbClr val="000000"/>
                </a:solidFill>
                <a:latin typeface="黑体" pitchFamily="2" charset="-122"/>
                <a:ea typeface="黑体" pitchFamily="2" charset="-122"/>
              </a:rPr>
              <a:t>物体正放</a:t>
            </a:r>
            <a:r>
              <a:rPr lang="en-US" altLang="zh-CN">
                <a:solidFill>
                  <a:srgbClr val="000000"/>
                </a:solidFill>
                <a:latin typeface="黑体" pitchFamily="2" charset="-122"/>
                <a:ea typeface="黑体" pitchFamily="2" charset="-122"/>
              </a:rPr>
              <a:t>,</a:t>
            </a:r>
            <a:r>
              <a:rPr lang="zh-CN" altLang="en-US">
                <a:solidFill>
                  <a:srgbClr val="000000"/>
                </a:solidFill>
                <a:latin typeface="黑体" pitchFamily="2" charset="-122"/>
                <a:ea typeface="黑体" pitchFamily="2" charset="-122"/>
              </a:rPr>
              <a:t>平行斜投影</a:t>
            </a:r>
            <a:r>
              <a:rPr lang="en-US" altLang="zh-CN">
                <a:solidFill>
                  <a:srgbClr val="000000"/>
                </a:solidFill>
                <a:latin typeface="黑体" pitchFamily="2" charset="-122"/>
                <a:ea typeface="黑体" pitchFamily="2" charset="-122"/>
              </a:rPr>
              <a:t>,</a:t>
            </a:r>
            <a:r>
              <a:rPr lang="zh-CN" altLang="en-US">
                <a:solidFill>
                  <a:srgbClr val="000000"/>
                </a:solidFill>
                <a:latin typeface="黑体" pitchFamily="2" charset="-122"/>
                <a:ea typeface="黑体" pitchFamily="2" charset="-122"/>
              </a:rPr>
              <a:t>单个投影面。</a:t>
            </a:r>
          </a:p>
          <a:p>
            <a:pPr lvl="1" eaLnBrk="1" hangingPunct="1">
              <a:spcBef>
                <a:spcPct val="0"/>
              </a:spcBef>
              <a:buClrTx/>
              <a:buSzTx/>
              <a:buFontTx/>
              <a:buNone/>
            </a:pPr>
            <a:r>
              <a:rPr lang="zh-CN" altLang="en-US">
                <a:solidFill>
                  <a:srgbClr val="000000"/>
                </a:solidFill>
                <a:ea typeface="黑体" pitchFamily="2" charset="-122"/>
              </a:rPr>
              <a:t>“</a:t>
            </a:r>
            <a:r>
              <a:rPr lang="zh-CN" altLang="en-US">
                <a:solidFill>
                  <a:srgbClr val="000000"/>
                </a:solidFill>
                <a:latin typeface="黑体" pitchFamily="2" charset="-122"/>
                <a:ea typeface="黑体" pitchFamily="2" charset="-122"/>
              </a:rPr>
              <a:t>斜</a:t>
            </a:r>
            <a:r>
              <a:rPr lang="zh-CN" altLang="en-US">
                <a:solidFill>
                  <a:srgbClr val="000000"/>
                </a:solidFill>
                <a:ea typeface="黑体" pitchFamily="2" charset="-122"/>
              </a:rPr>
              <a:t>”</a:t>
            </a:r>
            <a:r>
              <a:rPr lang="zh-CN" altLang="en-US">
                <a:solidFill>
                  <a:srgbClr val="000000"/>
                </a:solidFill>
                <a:latin typeface="黑体" pitchFamily="2" charset="-122"/>
                <a:ea typeface="黑体" pitchFamily="2" charset="-122"/>
              </a:rPr>
              <a:t> </a:t>
            </a:r>
            <a:r>
              <a:rPr lang="en-US" altLang="zh-CN">
                <a:solidFill>
                  <a:srgbClr val="000000"/>
                </a:solidFill>
                <a:latin typeface="黑体" pitchFamily="2" charset="-122"/>
                <a:ea typeface="黑体" pitchFamily="2" charset="-122"/>
              </a:rPr>
              <a:t>:   s </a:t>
            </a:r>
            <a:r>
              <a:rPr lang="zh-CN" altLang="en-US">
                <a:solidFill>
                  <a:srgbClr val="000000"/>
                </a:solidFill>
                <a:latin typeface="黑体" pitchFamily="2" charset="-122"/>
                <a:ea typeface="黑体" pitchFamily="2" charset="-122"/>
              </a:rPr>
              <a:t>与 </a:t>
            </a:r>
            <a:r>
              <a:rPr lang="en-US" altLang="zh-CN">
                <a:solidFill>
                  <a:srgbClr val="000000"/>
                </a:solidFill>
                <a:latin typeface="黑体" pitchFamily="2" charset="-122"/>
                <a:ea typeface="黑体" pitchFamily="2" charset="-122"/>
              </a:rPr>
              <a:t>P </a:t>
            </a:r>
            <a:r>
              <a:rPr lang="zh-CN" altLang="en-US">
                <a:solidFill>
                  <a:srgbClr val="000000"/>
                </a:solidFill>
                <a:latin typeface="黑体" pitchFamily="2" charset="-122"/>
                <a:ea typeface="黑体" pitchFamily="2" charset="-122"/>
              </a:rPr>
              <a:t>倾斜</a:t>
            </a:r>
          </a:p>
          <a:p>
            <a:pPr lvl="1" eaLnBrk="1" hangingPunct="1">
              <a:spcBef>
                <a:spcPct val="0"/>
              </a:spcBef>
              <a:buClrTx/>
              <a:buSzTx/>
              <a:buFontTx/>
              <a:buNone/>
            </a:pPr>
            <a:r>
              <a:rPr lang="zh-CN" altLang="en-US">
                <a:solidFill>
                  <a:srgbClr val="000000"/>
                </a:solidFill>
                <a:ea typeface="黑体" pitchFamily="2" charset="-122"/>
              </a:rPr>
              <a:t>“</a:t>
            </a:r>
            <a:r>
              <a:rPr lang="zh-CN" altLang="en-US">
                <a:solidFill>
                  <a:srgbClr val="000000"/>
                </a:solidFill>
                <a:latin typeface="黑体" pitchFamily="2" charset="-122"/>
                <a:ea typeface="黑体" pitchFamily="2" charset="-122"/>
              </a:rPr>
              <a:t>二</a:t>
            </a:r>
            <a:r>
              <a:rPr lang="zh-CN" altLang="en-US">
                <a:solidFill>
                  <a:srgbClr val="000000"/>
                </a:solidFill>
                <a:ea typeface="黑体" pitchFamily="2" charset="-122"/>
              </a:rPr>
              <a:t>”</a:t>
            </a:r>
            <a:r>
              <a:rPr lang="zh-CN" altLang="en-US">
                <a:solidFill>
                  <a:srgbClr val="000000"/>
                </a:solidFill>
                <a:latin typeface="黑体" pitchFamily="2" charset="-122"/>
                <a:ea typeface="黑体" pitchFamily="2" charset="-122"/>
              </a:rPr>
              <a:t> </a:t>
            </a:r>
            <a:r>
              <a:rPr lang="en-US" altLang="zh-CN">
                <a:solidFill>
                  <a:srgbClr val="000000"/>
                </a:solidFill>
                <a:latin typeface="黑体" pitchFamily="2" charset="-122"/>
                <a:ea typeface="黑体" pitchFamily="2" charset="-122"/>
              </a:rPr>
              <a:t>:   p = r         </a:t>
            </a:r>
          </a:p>
          <a:p>
            <a:pPr lvl="1" eaLnBrk="1" hangingPunct="1">
              <a:spcBef>
                <a:spcPct val="0"/>
              </a:spcBef>
              <a:buClrTx/>
              <a:buSzTx/>
              <a:buFontTx/>
              <a:buNone/>
            </a:pPr>
            <a:r>
              <a:rPr lang="en-US" altLang="zh-CN">
                <a:solidFill>
                  <a:srgbClr val="000000"/>
                </a:solidFill>
                <a:latin typeface="黑体" pitchFamily="2" charset="-122"/>
                <a:ea typeface="黑体" pitchFamily="2" charset="-122"/>
              </a:rPr>
              <a:t>           q</a:t>
            </a:r>
            <a:endParaRPr lang="en-US" altLang="zh-CN">
              <a:solidFill>
                <a:srgbClr val="000000"/>
              </a:solidFill>
              <a:latin typeface="黑体" pitchFamily="2" charset="-122"/>
              <a:ea typeface="黑体" pitchFamily="2" charset="-122"/>
              <a:sym typeface="Symbol" pitchFamily="18" charset="2"/>
            </a:endParaRPr>
          </a:p>
        </p:txBody>
      </p:sp>
      <p:sp>
        <p:nvSpPr>
          <p:cNvPr id="206852" name="Text Box 4"/>
          <p:cNvSpPr txBox="1">
            <a:spLocks noChangeArrowheads="1"/>
          </p:cNvSpPr>
          <p:nvPr/>
        </p:nvSpPr>
        <p:spPr bwMode="auto">
          <a:xfrm>
            <a:off x="3589338" y="1722438"/>
            <a:ext cx="52006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r>
              <a:rPr lang="en-US" altLang="zh-CN" sz="2800">
                <a:latin typeface="黑体" pitchFamily="2" charset="-122"/>
                <a:ea typeface="黑体" pitchFamily="2" charset="-122"/>
              </a:rPr>
              <a:t>= 1</a:t>
            </a:r>
          </a:p>
        </p:txBody>
      </p:sp>
      <p:sp>
        <p:nvSpPr>
          <p:cNvPr id="206853" name="Text Box 5"/>
          <p:cNvSpPr txBox="1">
            <a:spLocks noChangeArrowheads="1"/>
          </p:cNvSpPr>
          <p:nvPr/>
        </p:nvSpPr>
        <p:spPr bwMode="auto">
          <a:xfrm>
            <a:off x="2951163" y="2193925"/>
            <a:ext cx="4826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r>
              <a:rPr lang="en-US" altLang="zh-CN" sz="2800">
                <a:latin typeface="黑体" pitchFamily="2" charset="-122"/>
                <a:ea typeface="黑体" pitchFamily="2" charset="-122"/>
              </a:rPr>
              <a:t>= 0.5</a:t>
            </a:r>
          </a:p>
        </p:txBody>
      </p:sp>
      <p:sp>
        <p:nvSpPr>
          <p:cNvPr id="206854" name="Text Box 6"/>
          <p:cNvSpPr txBox="1">
            <a:spLocks noChangeArrowheads="1"/>
          </p:cNvSpPr>
          <p:nvPr/>
        </p:nvSpPr>
        <p:spPr bwMode="auto">
          <a:xfrm>
            <a:off x="727075" y="2744788"/>
            <a:ext cx="8062913"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r>
              <a:rPr lang="zh-CN" altLang="en-US" sz="2800">
                <a:solidFill>
                  <a:srgbClr val="000000"/>
                </a:solidFill>
                <a:latin typeface="黑体" pitchFamily="2" charset="-122"/>
                <a:ea typeface="黑体" pitchFamily="2" charset="-122"/>
              </a:rPr>
              <a:t>轴间角</a:t>
            </a:r>
            <a:r>
              <a:rPr lang="en-US" altLang="zh-CN" sz="2800">
                <a:solidFill>
                  <a:srgbClr val="000000"/>
                </a:solidFill>
                <a:latin typeface="黑体" pitchFamily="2" charset="-122"/>
                <a:ea typeface="黑体" pitchFamily="2" charset="-122"/>
              </a:rPr>
              <a:t>: </a:t>
            </a:r>
            <a:r>
              <a:rPr lang="en-US" altLang="zh-CN" sz="2800">
                <a:solidFill>
                  <a:srgbClr val="000000"/>
                </a:solidFill>
                <a:latin typeface="黑体" pitchFamily="2" charset="-122"/>
                <a:ea typeface="黑体" pitchFamily="2" charset="-122"/>
                <a:sym typeface="Symbol" pitchFamily="18" charset="2"/>
              </a:rPr>
              <a:t>ZOX=  90</a:t>
            </a:r>
            <a:r>
              <a:rPr lang="en-US" altLang="zh-CN" sz="2800">
                <a:solidFill>
                  <a:srgbClr val="000000"/>
                </a:solidFill>
                <a:sym typeface="Symbol" pitchFamily="18" charset="2"/>
              </a:rPr>
              <a:t>°</a:t>
            </a:r>
            <a:endParaRPr lang="en-US" altLang="zh-CN" sz="2800">
              <a:solidFill>
                <a:srgbClr val="000000"/>
              </a:solidFill>
              <a:latin typeface="黑体" pitchFamily="2" charset="-122"/>
              <a:ea typeface="黑体" pitchFamily="2" charset="-122"/>
              <a:sym typeface="Symbol" pitchFamily="18" charset="2"/>
            </a:endParaRPr>
          </a:p>
          <a:p>
            <a:pPr eaLnBrk="1" hangingPunct="1">
              <a:spcBef>
                <a:spcPct val="0"/>
              </a:spcBef>
              <a:buClrTx/>
              <a:buFontTx/>
              <a:buNone/>
            </a:pPr>
            <a:r>
              <a:rPr lang="en-US" altLang="zh-CN" sz="2800">
                <a:solidFill>
                  <a:srgbClr val="000000"/>
                </a:solidFill>
                <a:latin typeface="黑体" pitchFamily="2" charset="-122"/>
                <a:ea typeface="黑体" pitchFamily="2" charset="-122"/>
                <a:sym typeface="Symbol" pitchFamily="18" charset="2"/>
              </a:rPr>
              <a:t>        XOY= 135</a:t>
            </a:r>
            <a:r>
              <a:rPr lang="en-US" altLang="zh-CN" sz="2800">
                <a:solidFill>
                  <a:srgbClr val="000000"/>
                </a:solidFill>
                <a:sym typeface="Symbol" pitchFamily="18" charset="2"/>
              </a:rPr>
              <a:t>°</a:t>
            </a:r>
            <a:r>
              <a:rPr lang="zh-CN" altLang="en-US" sz="2800">
                <a:solidFill>
                  <a:srgbClr val="000000"/>
                </a:solidFill>
                <a:latin typeface="黑体" pitchFamily="2" charset="-122"/>
                <a:ea typeface="黑体" pitchFamily="2" charset="-122"/>
                <a:sym typeface="Symbol" pitchFamily="18" charset="2"/>
              </a:rPr>
              <a:t>或 </a:t>
            </a:r>
            <a:r>
              <a:rPr lang="en-US" altLang="zh-CN" sz="2800">
                <a:solidFill>
                  <a:srgbClr val="000000"/>
                </a:solidFill>
                <a:latin typeface="黑体" pitchFamily="2" charset="-122"/>
                <a:ea typeface="黑体" pitchFamily="2" charset="-122"/>
                <a:sym typeface="Symbol" pitchFamily="18" charset="2"/>
              </a:rPr>
              <a:t>45</a:t>
            </a:r>
            <a:r>
              <a:rPr lang="en-US" altLang="zh-CN" sz="2800">
                <a:solidFill>
                  <a:srgbClr val="000000"/>
                </a:solidFill>
                <a:sym typeface="Symbol" pitchFamily="18" charset="2"/>
              </a:rPr>
              <a:t>°</a:t>
            </a:r>
          </a:p>
        </p:txBody>
      </p:sp>
      <p:sp>
        <p:nvSpPr>
          <p:cNvPr id="206855" name="Text Box 7"/>
          <p:cNvSpPr txBox="1">
            <a:spLocks noChangeArrowheads="1"/>
          </p:cNvSpPr>
          <p:nvPr/>
        </p:nvSpPr>
        <p:spPr bwMode="auto">
          <a:xfrm>
            <a:off x="660400" y="4108450"/>
            <a:ext cx="8355013"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r>
              <a:rPr lang="zh-CN" altLang="en-US" sz="2800">
                <a:solidFill>
                  <a:srgbClr val="000000"/>
                </a:solidFill>
                <a:latin typeface="黑体" pitchFamily="2" charset="-122"/>
                <a:ea typeface="黑体" pitchFamily="2" charset="-122"/>
              </a:rPr>
              <a:t>特点：与</a:t>
            </a:r>
            <a:r>
              <a:rPr lang="en-US" altLang="zh-CN" sz="2800">
                <a:solidFill>
                  <a:srgbClr val="000000"/>
                </a:solidFill>
                <a:latin typeface="黑体" pitchFamily="2" charset="-122"/>
                <a:ea typeface="黑体" pitchFamily="2" charset="-122"/>
              </a:rPr>
              <a:t>XOZ</a:t>
            </a:r>
            <a:r>
              <a:rPr lang="zh-CN" altLang="en-US" sz="2800">
                <a:solidFill>
                  <a:srgbClr val="000000"/>
                </a:solidFill>
                <a:latin typeface="黑体" pitchFamily="2" charset="-122"/>
                <a:ea typeface="黑体" pitchFamily="2" charset="-122"/>
              </a:rPr>
              <a:t>面平行的图形在轴测图中反映实形。</a:t>
            </a:r>
          </a:p>
          <a:p>
            <a:pPr eaLnBrk="1" hangingPunct="1">
              <a:spcBef>
                <a:spcPct val="0"/>
              </a:spcBef>
              <a:buClrTx/>
              <a:buFontTx/>
              <a:buNone/>
            </a:pPr>
            <a:r>
              <a:rPr lang="zh-CN" altLang="en-US" sz="2800">
                <a:solidFill>
                  <a:srgbClr val="000000"/>
                </a:solidFill>
                <a:latin typeface="黑体" pitchFamily="2" charset="-122"/>
                <a:ea typeface="黑体" pitchFamily="2" charset="-122"/>
              </a:rPr>
              <a:t>应用：</a:t>
            </a:r>
            <a:r>
              <a:rPr lang="zh-CN" altLang="zh-CN" sz="2800">
                <a:solidFill>
                  <a:srgbClr val="000000"/>
                </a:solidFill>
                <a:latin typeface="黑体" pitchFamily="2" charset="-122"/>
                <a:ea typeface="黑体" pitchFamily="2" charset="-122"/>
              </a:rPr>
              <a:t>主要用于绘制多层次正平圆的机件</a:t>
            </a:r>
            <a:r>
              <a:rPr lang="zh-CN" altLang="en-US" sz="2800">
                <a:solidFill>
                  <a:srgbClr val="000000"/>
                </a:solidFill>
                <a:latin typeface="黑体" pitchFamily="2" charset="-122"/>
                <a:ea typeface="黑体" pitchFamily="2" charset="-122"/>
              </a:rPr>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6851"/>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206852"/>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206853"/>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206854"/>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22" presetClass="entr" presetSubtype="1" fill="hold" grpId="0" nodeType="clickEffect">
                                  <p:stCondLst>
                                    <p:cond delay="0"/>
                                  </p:stCondLst>
                                  <p:childTnLst>
                                    <p:set>
                                      <p:cBhvr>
                                        <p:cTn id="22" dur="1" fill="hold">
                                          <p:stCondLst>
                                            <p:cond delay="0"/>
                                          </p:stCondLst>
                                        </p:cTn>
                                        <p:tgtEl>
                                          <p:spTgt spid="206855"/>
                                        </p:tgtEl>
                                        <p:attrNameLst>
                                          <p:attrName>style.visibility</p:attrName>
                                        </p:attrNameLst>
                                      </p:cBhvr>
                                      <p:to>
                                        <p:strVal val="visible"/>
                                      </p:to>
                                    </p:set>
                                    <p:animEffect transition="in" filter="wipe(up)">
                                      <p:cBhvr>
                                        <p:cTn id="23" dur="500"/>
                                        <p:tgtEl>
                                          <p:spTgt spid="2068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6851" grpId="0"/>
      <p:bldP spid="206852" grpId="0" autoUpdateAnimBg="0"/>
      <p:bldP spid="206853" grpId="0" autoUpdateAnimBg="0"/>
      <p:bldP spid="206854" grpId="0" autoUpdateAnimBg="0"/>
      <p:bldP spid="206855" grpId="0" autoUpdateAnimBg="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50000"/>
              </a:spcBef>
              <a:buClrTx/>
              <a:buFontTx/>
              <a:buNone/>
            </a:pPr>
            <a:fld id="{F1522AA6-5B61-4FC3-B1CD-1FA71F01FF54}" type="slidenum">
              <a:rPr lang="en-US" altLang="zh-CN" sz="1400" smtClean="0">
                <a:solidFill>
                  <a:schemeClr val="bg2"/>
                </a:solidFill>
              </a:rPr>
              <a:pPr eaLnBrk="1" hangingPunct="1">
                <a:spcBef>
                  <a:spcPct val="50000"/>
                </a:spcBef>
                <a:buClrTx/>
                <a:buFontTx/>
                <a:buNone/>
              </a:pPr>
              <a:t>26</a:t>
            </a:fld>
            <a:endParaRPr lang="en-US" altLang="zh-CN" sz="1400" smtClean="0">
              <a:solidFill>
                <a:schemeClr val="bg2"/>
              </a:solidFill>
            </a:endParaRPr>
          </a:p>
        </p:txBody>
      </p:sp>
      <p:sp>
        <p:nvSpPr>
          <p:cNvPr id="173058" name="Line 2"/>
          <p:cNvSpPr>
            <a:spLocks noChangeShapeType="1"/>
          </p:cNvSpPr>
          <p:nvPr/>
        </p:nvSpPr>
        <p:spPr bwMode="auto">
          <a:xfrm>
            <a:off x="6276975" y="3516313"/>
            <a:ext cx="227013" cy="22701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73059" name="Line 3"/>
          <p:cNvSpPr>
            <a:spLocks noChangeShapeType="1"/>
          </p:cNvSpPr>
          <p:nvPr/>
        </p:nvSpPr>
        <p:spPr bwMode="auto">
          <a:xfrm>
            <a:off x="6281738" y="3330575"/>
            <a:ext cx="227012" cy="22701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73060" name="Line 4"/>
          <p:cNvSpPr>
            <a:spLocks noChangeShapeType="1"/>
          </p:cNvSpPr>
          <p:nvPr/>
        </p:nvSpPr>
        <p:spPr bwMode="auto">
          <a:xfrm>
            <a:off x="6672263" y="3321050"/>
            <a:ext cx="227012" cy="22701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73061" name="Line 5"/>
          <p:cNvSpPr>
            <a:spLocks noChangeShapeType="1"/>
          </p:cNvSpPr>
          <p:nvPr/>
        </p:nvSpPr>
        <p:spPr bwMode="auto">
          <a:xfrm>
            <a:off x="7138988" y="2930525"/>
            <a:ext cx="223837" cy="22066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2" name="Group 6"/>
          <p:cNvGrpSpPr>
            <a:grpSpLocks/>
          </p:cNvGrpSpPr>
          <p:nvPr/>
        </p:nvGrpSpPr>
        <p:grpSpPr bwMode="auto">
          <a:xfrm>
            <a:off x="5292725" y="730250"/>
            <a:ext cx="3246438" cy="4095750"/>
            <a:chOff x="3334" y="460"/>
            <a:chExt cx="2045" cy="2580"/>
          </a:xfrm>
        </p:grpSpPr>
        <p:sp>
          <p:nvSpPr>
            <p:cNvPr id="28764" name="Text Box 7"/>
            <p:cNvSpPr txBox="1">
              <a:spLocks noChangeArrowheads="1"/>
            </p:cNvSpPr>
            <p:nvPr/>
          </p:nvSpPr>
          <p:spPr bwMode="auto">
            <a:xfrm>
              <a:off x="4320" y="1427"/>
              <a:ext cx="271"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r>
                <a:rPr lang="en-US" altLang="zh-CN" sz="2000" i="1">
                  <a:solidFill>
                    <a:srgbClr val="FE1402"/>
                  </a:solidFill>
                  <a:latin typeface="ISOCPEUR" pitchFamily="34" charset="0"/>
                  <a:ea typeface="黑体" pitchFamily="2" charset="-122"/>
                </a:rPr>
                <a:t>O</a:t>
              </a:r>
              <a:r>
                <a:rPr lang="en-US" altLang="zh-CN" sz="1200" i="1">
                  <a:solidFill>
                    <a:srgbClr val="FE1402"/>
                  </a:solidFill>
                  <a:latin typeface="ISOCPEUR" pitchFamily="34" charset="0"/>
                  <a:ea typeface="黑体" pitchFamily="2" charset="-122"/>
                </a:rPr>
                <a:t>1 </a:t>
              </a:r>
              <a:endParaRPr lang="en-US" altLang="zh-CN" sz="2000" i="1">
                <a:solidFill>
                  <a:srgbClr val="FE1402"/>
                </a:solidFill>
                <a:latin typeface="ISOCPEUR" pitchFamily="34" charset="0"/>
                <a:ea typeface="黑体" pitchFamily="2" charset="-122"/>
              </a:endParaRPr>
            </a:p>
          </p:txBody>
        </p:sp>
        <p:sp>
          <p:nvSpPr>
            <p:cNvPr id="28765" name="Line 8"/>
            <p:cNvSpPr>
              <a:spLocks noChangeShapeType="1"/>
            </p:cNvSpPr>
            <p:nvPr/>
          </p:nvSpPr>
          <p:spPr bwMode="auto">
            <a:xfrm flipV="1">
              <a:off x="4355" y="630"/>
              <a:ext cx="0" cy="2410"/>
            </a:xfrm>
            <a:prstGeom prst="line">
              <a:avLst/>
            </a:prstGeom>
            <a:noFill/>
            <a:ln w="9525">
              <a:solidFill>
                <a:srgbClr val="FF0000"/>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766" name="Line 9"/>
            <p:cNvSpPr>
              <a:spLocks noChangeShapeType="1"/>
            </p:cNvSpPr>
            <p:nvPr/>
          </p:nvSpPr>
          <p:spPr bwMode="auto">
            <a:xfrm flipH="1">
              <a:off x="3423" y="1625"/>
              <a:ext cx="1956" cy="0"/>
            </a:xfrm>
            <a:prstGeom prst="line">
              <a:avLst/>
            </a:prstGeom>
            <a:noFill/>
            <a:ln w="9525">
              <a:solidFill>
                <a:srgbClr val="FF0000"/>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767" name="Line 10"/>
            <p:cNvSpPr>
              <a:spLocks noChangeShapeType="1"/>
            </p:cNvSpPr>
            <p:nvPr/>
          </p:nvSpPr>
          <p:spPr bwMode="auto">
            <a:xfrm>
              <a:off x="3600" y="869"/>
              <a:ext cx="1496" cy="1497"/>
            </a:xfrm>
            <a:prstGeom prst="line">
              <a:avLst/>
            </a:prstGeom>
            <a:noFill/>
            <a:ln w="9525">
              <a:solidFill>
                <a:srgbClr val="FF0000"/>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768" name="Text Box 11"/>
            <p:cNvSpPr txBox="1">
              <a:spLocks noChangeArrowheads="1"/>
            </p:cNvSpPr>
            <p:nvPr/>
          </p:nvSpPr>
          <p:spPr bwMode="auto">
            <a:xfrm>
              <a:off x="3334" y="1375"/>
              <a:ext cx="2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r>
                <a:rPr lang="en-US" altLang="zh-CN" sz="2000" i="1">
                  <a:solidFill>
                    <a:srgbClr val="FE1402"/>
                  </a:solidFill>
                  <a:latin typeface="ISOCPEUR" pitchFamily="34" charset="0"/>
                  <a:ea typeface="黑体" pitchFamily="2" charset="-122"/>
                </a:rPr>
                <a:t>X </a:t>
              </a:r>
            </a:p>
          </p:txBody>
        </p:sp>
        <p:sp>
          <p:nvSpPr>
            <p:cNvPr id="28769" name="Text Box 12"/>
            <p:cNvSpPr txBox="1">
              <a:spLocks noChangeArrowheads="1"/>
            </p:cNvSpPr>
            <p:nvPr/>
          </p:nvSpPr>
          <p:spPr bwMode="auto">
            <a:xfrm>
              <a:off x="4338" y="460"/>
              <a:ext cx="26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r>
                <a:rPr lang="en-US" altLang="zh-CN" sz="2000" i="1">
                  <a:solidFill>
                    <a:srgbClr val="FF0000"/>
                  </a:solidFill>
                  <a:latin typeface="ISOCPEUR" pitchFamily="34" charset="0"/>
                  <a:ea typeface="黑体" pitchFamily="2" charset="-122"/>
                </a:rPr>
                <a:t>Z </a:t>
              </a:r>
            </a:p>
          </p:txBody>
        </p:sp>
        <p:sp>
          <p:nvSpPr>
            <p:cNvPr id="28770" name="Text Box 13"/>
            <p:cNvSpPr txBox="1">
              <a:spLocks noChangeArrowheads="1"/>
            </p:cNvSpPr>
            <p:nvPr/>
          </p:nvSpPr>
          <p:spPr bwMode="auto">
            <a:xfrm>
              <a:off x="5016" y="2112"/>
              <a:ext cx="2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r>
                <a:rPr lang="en-US" altLang="zh-CN" sz="2000" i="1">
                  <a:solidFill>
                    <a:srgbClr val="FE1402"/>
                  </a:solidFill>
                  <a:latin typeface="ISOCPEUR" pitchFamily="34" charset="0"/>
                  <a:ea typeface="黑体" pitchFamily="2" charset="-122"/>
                </a:rPr>
                <a:t>Y </a:t>
              </a:r>
            </a:p>
          </p:txBody>
        </p:sp>
      </p:grpSp>
      <p:sp>
        <p:nvSpPr>
          <p:cNvPr id="173070" name="Oval 14"/>
          <p:cNvSpPr>
            <a:spLocks noChangeArrowheads="1"/>
          </p:cNvSpPr>
          <p:nvPr/>
        </p:nvSpPr>
        <p:spPr bwMode="auto">
          <a:xfrm>
            <a:off x="6721475" y="2384425"/>
            <a:ext cx="409575" cy="393700"/>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endParaRPr kumimoji="0" lang="zh-CN" altLang="en-US" sz="2000"/>
          </a:p>
        </p:txBody>
      </p:sp>
      <p:sp>
        <p:nvSpPr>
          <p:cNvPr id="173071" name="Oval 15"/>
          <p:cNvSpPr>
            <a:spLocks noChangeArrowheads="1"/>
          </p:cNvSpPr>
          <p:nvPr/>
        </p:nvSpPr>
        <p:spPr bwMode="auto">
          <a:xfrm>
            <a:off x="6486525" y="2166938"/>
            <a:ext cx="847725" cy="822325"/>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endParaRPr kumimoji="0" lang="zh-CN" altLang="en-US" sz="2000"/>
          </a:p>
        </p:txBody>
      </p:sp>
      <p:grpSp>
        <p:nvGrpSpPr>
          <p:cNvPr id="3" name="Group 16"/>
          <p:cNvGrpSpPr>
            <a:grpSpLocks/>
          </p:cNvGrpSpPr>
          <p:nvPr/>
        </p:nvGrpSpPr>
        <p:grpSpPr bwMode="auto">
          <a:xfrm>
            <a:off x="3833813" y="2482850"/>
            <a:ext cx="3119437" cy="603250"/>
            <a:chOff x="2415" y="1564"/>
            <a:chExt cx="1965" cy="380"/>
          </a:xfrm>
        </p:grpSpPr>
        <p:sp>
          <p:nvSpPr>
            <p:cNvPr id="28762" name="Line 17"/>
            <p:cNvSpPr>
              <a:spLocks noChangeShapeType="1"/>
            </p:cNvSpPr>
            <p:nvPr/>
          </p:nvSpPr>
          <p:spPr bwMode="auto">
            <a:xfrm>
              <a:off x="2415" y="1944"/>
              <a:ext cx="354"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763" name="Line 18"/>
            <p:cNvSpPr>
              <a:spLocks noChangeShapeType="1"/>
            </p:cNvSpPr>
            <p:nvPr/>
          </p:nvSpPr>
          <p:spPr bwMode="auto">
            <a:xfrm rot="2653506">
              <a:off x="4208" y="1564"/>
              <a:ext cx="172" cy="3"/>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173075" name="Oval 19"/>
          <p:cNvSpPr>
            <a:spLocks noChangeArrowheads="1"/>
          </p:cNvSpPr>
          <p:nvPr/>
        </p:nvSpPr>
        <p:spPr bwMode="auto">
          <a:xfrm>
            <a:off x="6313488" y="1992313"/>
            <a:ext cx="854075" cy="820737"/>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endParaRPr kumimoji="0" lang="zh-CN" altLang="en-US" sz="2000"/>
          </a:p>
        </p:txBody>
      </p:sp>
      <p:sp>
        <p:nvSpPr>
          <p:cNvPr id="173076" name="Arc 20"/>
          <p:cNvSpPr>
            <a:spLocks/>
          </p:cNvSpPr>
          <p:nvPr/>
        </p:nvSpPr>
        <p:spPr bwMode="auto">
          <a:xfrm flipH="1">
            <a:off x="6062663" y="1735138"/>
            <a:ext cx="1300162" cy="671512"/>
          </a:xfrm>
          <a:custGeom>
            <a:avLst/>
            <a:gdLst>
              <a:gd name="T0" fmla="*/ 0 w 43187"/>
              <a:gd name="T1" fmla="*/ 2147483647 h 21600"/>
              <a:gd name="T2" fmla="*/ 2147483647 w 43187"/>
              <a:gd name="T3" fmla="*/ 2147483647 h 21600"/>
              <a:gd name="T4" fmla="*/ 2147483647 w 43187"/>
              <a:gd name="T5" fmla="*/ 2147483647 h 21600"/>
              <a:gd name="T6" fmla="*/ 0 60000 65536"/>
              <a:gd name="T7" fmla="*/ 0 60000 65536"/>
              <a:gd name="T8" fmla="*/ 0 60000 65536"/>
              <a:gd name="T9" fmla="*/ 0 w 43187"/>
              <a:gd name="T10" fmla="*/ 0 h 21600"/>
              <a:gd name="T11" fmla="*/ 43187 w 43187"/>
              <a:gd name="T12" fmla="*/ 21600 h 21600"/>
            </a:gdLst>
            <a:ahLst/>
            <a:cxnLst>
              <a:cxn ang="T6">
                <a:pos x="T0" y="T1"/>
              </a:cxn>
              <a:cxn ang="T7">
                <a:pos x="T2" y="T3"/>
              </a:cxn>
              <a:cxn ang="T8">
                <a:pos x="T4" y="T5"/>
              </a:cxn>
            </a:cxnLst>
            <a:rect l="T9" t="T10" r="T11" b="T12"/>
            <a:pathLst>
              <a:path w="43187" h="21600" fill="none" extrusionOk="0">
                <a:moveTo>
                  <a:pt x="-1" y="21102"/>
                </a:moveTo>
                <a:cubicBezTo>
                  <a:pt x="269" y="9370"/>
                  <a:pt x="9858" y="-1"/>
                  <a:pt x="21594" y="0"/>
                </a:cubicBezTo>
                <a:cubicBezTo>
                  <a:pt x="33303" y="0"/>
                  <a:pt x="42880" y="9330"/>
                  <a:pt x="43186" y="21036"/>
                </a:cubicBezTo>
              </a:path>
              <a:path w="43187" h="21600" stroke="0" extrusionOk="0">
                <a:moveTo>
                  <a:pt x="-1" y="21102"/>
                </a:moveTo>
                <a:cubicBezTo>
                  <a:pt x="269" y="9370"/>
                  <a:pt x="9858" y="-1"/>
                  <a:pt x="21594" y="0"/>
                </a:cubicBezTo>
                <a:cubicBezTo>
                  <a:pt x="33303" y="0"/>
                  <a:pt x="42880" y="9330"/>
                  <a:pt x="43186" y="21036"/>
                </a:cubicBezTo>
                <a:lnTo>
                  <a:pt x="21594" y="21600"/>
                </a:lnTo>
                <a:lnTo>
                  <a:pt x="-1" y="21102"/>
                </a:lnTo>
                <a:close/>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nvGrpSpPr>
          <p:cNvPr id="4" name="Group 21"/>
          <p:cNvGrpSpPr>
            <a:grpSpLocks/>
          </p:cNvGrpSpPr>
          <p:nvPr/>
        </p:nvGrpSpPr>
        <p:grpSpPr bwMode="auto">
          <a:xfrm>
            <a:off x="6057900" y="2408238"/>
            <a:ext cx="1306513" cy="739775"/>
            <a:chOff x="3816" y="1517"/>
            <a:chExt cx="823" cy="466"/>
          </a:xfrm>
        </p:grpSpPr>
        <p:sp>
          <p:nvSpPr>
            <p:cNvPr id="28760" name="Line 22"/>
            <p:cNvSpPr>
              <a:spLocks noChangeShapeType="1"/>
            </p:cNvSpPr>
            <p:nvPr/>
          </p:nvSpPr>
          <p:spPr bwMode="auto">
            <a:xfrm>
              <a:off x="3816" y="1517"/>
              <a:ext cx="0" cy="46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761" name="Line 23"/>
            <p:cNvSpPr>
              <a:spLocks noChangeShapeType="1"/>
            </p:cNvSpPr>
            <p:nvPr/>
          </p:nvSpPr>
          <p:spPr bwMode="auto">
            <a:xfrm>
              <a:off x="4637" y="1519"/>
              <a:ext cx="2" cy="46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173080" name="Freeform 24"/>
          <p:cNvSpPr>
            <a:spLocks/>
          </p:cNvSpPr>
          <p:nvPr/>
        </p:nvSpPr>
        <p:spPr bwMode="auto">
          <a:xfrm>
            <a:off x="5743575" y="3152775"/>
            <a:ext cx="1909763" cy="595313"/>
          </a:xfrm>
          <a:custGeom>
            <a:avLst/>
            <a:gdLst>
              <a:gd name="T0" fmla="*/ 2147483647 w 1203"/>
              <a:gd name="T1" fmla="*/ 0 h 375"/>
              <a:gd name="T2" fmla="*/ 0 w 1203"/>
              <a:gd name="T3" fmla="*/ 0 h 375"/>
              <a:gd name="T4" fmla="*/ 0 w 1203"/>
              <a:gd name="T5" fmla="*/ 2147483647 h 375"/>
              <a:gd name="T6" fmla="*/ 2147483647 w 1203"/>
              <a:gd name="T7" fmla="*/ 2147483647 h 375"/>
              <a:gd name="T8" fmla="*/ 2147483647 w 1203"/>
              <a:gd name="T9" fmla="*/ 2147483647 h 375"/>
              <a:gd name="T10" fmla="*/ 2147483647 w 1203"/>
              <a:gd name="T11" fmla="*/ 2147483647 h 375"/>
              <a:gd name="T12" fmla="*/ 2147483647 w 1203"/>
              <a:gd name="T13" fmla="*/ 2147483647 h 375"/>
              <a:gd name="T14" fmla="*/ 2147483647 w 1203"/>
              <a:gd name="T15" fmla="*/ 2147483647 h 375"/>
              <a:gd name="T16" fmla="*/ 2147483647 w 1203"/>
              <a:gd name="T17" fmla="*/ 0 h 375"/>
              <a:gd name="T18" fmla="*/ 2147483647 w 1203"/>
              <a:gd name="T19" fmla="*/ 0 h 37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203"/>
              <a:gd name="T31" fmla="*/ 0 h 375"/>
              <a:gd name="T32" fmla="*/ 1203 w 1203"/>
              <a:gd name="T33" fmla="*/ 375 h 375"/>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203" h="375">
                <a:moveTo>
                  <a:pt x="198" y="0"/>
                </a:moveTo>
                <a:lnTo>
                  <a:pt x="0" y="0"/>
                </a:lnTo>
                <a:lnTo>
                  <a:pt x="0" y="375"/>
                </a:lnTo>
                <a:lnTo>
                  <a:pt x="474" y="375"/>
                </a:lnTo>
                <a:lnTo>
                  <a:pt x="474" y="255"/>
                </a:lnTo>
                <a:lnTo>
                  <a:pt x="726" y="255"/>
                </a:lnTo>
                <a:lnTo>
                  <a:pt x="726" y="375"/>
                </a:lnTo>
                <a:lnTo>
                  <a:pt x="1203" y="375"/>
                </a:lnTo>
                <a:lnTo>
                  <a:pt x="1203" y="0"/>
                </a:lnTo>
                <a:lnTo>
                  <a:pt x="1020" y="0"/>
                </a:lnTo>
              </a:path>
            </a:pathLst>
          </a:custGeom>
          <a:noFill/>
          <a:ln w="1270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nvGrpSpPr>
          <p:cNvPr id="5" name="Group 25"/>
          <p:cNvGrpSpPr>
            <a:grpSpLocks/>
          </p:cNvGrpSpPr>
          <p:nvPr/>
        </p:nvGrpSpPr>
        <p:grpSpPr bwMode="auto">
          <a:xfrm>
            <a:off x="3162300" y="2117725"/>
            <a:ext cx="3452813" cy="973138"/>
            <a:chOff x="1992" y="1334"/>
            <a:chExt cx="2175" cy="613"/>
          </a:xfrm>
        </p:grpSpPr>
        <p:sp>
          <p:nvSpPr>
            <p:cNvPr id="28758" name="Line 26"/>
            <p:cNvSpPr>
              <a:spLocks noChangeShapeType="1"/>
            </p:cNvSpPr>
            <p:nvPr/>
          </p:nvSpPr>
          <p:spPr bwMode="auto">
            <a:xfrm>
              <a:off x="1992" y="1944"/>
              <a:ext cx="408" cy="3"/>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759" name="Line 27"/>
            <p:cNvSpPr>
              <a:spLocks noChangeShapeType="1"/>
            </p:cNvSpPr>
            <p:nvPr/>
          </p:nvSpPr>
          <p:spPr bwMode="auto">
            <a:xfrm rot="2786030" flipV="1">
              <a:off x="4062" y="1435"/>
              <a:ext cx="205" cy="4"/>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6" name="Group 28"/>
          <p:cNvGrpSpPr>
            <a:grpSpLocks/>
          </p:cNvGrpSpPr>
          <p:nvPr/>
        </p:nvGrpSpPr>
        <p:grpSpPr bwMode="auto">
          <a:xfrm>
            <a:off x="5838825" y="966788"/>
            <a:ext cx="1885950" cy="2790825"/>
            <a:chOff x="3678" y="609"/>
            <a:chExt cx="1188" cy="1758"/>
          </a:xfrm>
        </p:grpSpPr>
        <p:sp>
          <p:nvSpPr>
            <p:cNvPr id="28755" name="Line 29"/>
            <p:cNvSpPr>
              <a:spLocks noChangeShapeType="1"/>
            </p:cNvSpPr>
            <p:nvPr/>
          </p:nvSpPr>
          <p:spPr bwMode="auto">
            <a:xfrm flipV="1">
              <a:off x="4241" y="609"/>
              <a:ext cx="0" cy="1758"/>
            </a:xfrm>
            <a:prstGeom prst="line">
              <a:avLst/>
            </a:prstGeom>
            <a:noFill/>
            <a:ln w="9525">
              <a:solidFill>
                <a:schemeClr val="tx1"/>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756" name="Line 30"/>
            <p:cNvSpPr>
              <a:spLocks noChangeShapeType="1"/>
            </p:cNvSpPr>
            <p:nvPr/>
          </p:nvSpPr>
          <p:spPr bwMode="auto">
            <a:xfrm flipH="1">
              <a:off x="3678" y="1512"/>
              <a:ext cx="1188" cy="0"/>
            </a:xfrm>
            <a:prstGeom prst="line">
              <a:avLst/>
            </a:prstGeom>
            <a:noFill/>
            <a:ln w="9525">
              <a:solidFill>
                <a:schemeClr val="tx1"/>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757" name="Text Box 31"/>
            <p:cNvSpPr txBox="1">
              <a:spLocks noChangeArrowheads="1"/>
            </p:cNvSpPr>
            <p:nvPr/>
          </p:nvSpPr>
          <p:spPr bwMode="auto">
            <a:xfrm>
              <a:off x="4181" y="1307"/>
              <a:ext cx="261"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r>
                <a:rPr lang="en-US" altLang="zh-CN" sz="2000" i="1">
                  <a:latin typeface="ISOCPEUR" pitchFamily="34" charset="0"/>
                  <a:ea typeface="黑体" pitchFamily="2" charset="-122"/>
                </a:rPr>
                <a:t>O</a:t>
              </a:r>
              <a:r>
                <a:rPr lang="en-US" altLang="zh-CN" sz="1600" i="1">
                  <a:latin typeface="ISOCPEUR" pitchFamily="34" charset="0"/>
                  <a:ea typeface="黑体" pitchFamily="2" charset="-122"/>
                </a:rPr>
                <a:t>2</a:t>
              </a:r>
              <a:endParaRPr lang="en-US" altLang="zh-CN" sz="2000" i="1">
                <a:solidFill>
                  <a:schemeClr val="accent1"/>
                </a:solidFill>
                <a:latin typeface="ISOCPEUR" pitchFamily="34" charset="0"/>
                <a:ea typeface="黑体" pitchFamily="2" charset="-122"/>
              </a:endParaRPr>
            </a:p>
          </p:txBody>
        </p:sp>
      </p:grpSp>
      <p:sp>
        <p:nvSpPr>
          <p:cNvPr id="173088" name="Arc 32"/>
          <p:cNvSpPr>
            <a:spLocks/>
          </p:cNvSpPr>
          <p:nvPr/>
        </p:nvSpPr>
        <p:spPr bwMode="auto">
          <a:xfrm flipH="1">
            <a:off x="5838825" y="1497013"/>
            <a:ext cx="1300163" cy="671512"/>
          </a:xfrm>
          <a:custGeom>
            <a:avLst/>
            <a:gdLst>
              <a:gd name="T0" fmla="*/ 0 w 43187"/>
              <a:gd name="T1" fmla="*/ 2147483647 h 21600"/>
              <a:gd name="T2" fmla="*/ 2147483647 w 43187"/>
              <a:gd name="T3" fmla="*/ 2147483647 h 21600"/>
              <a:gd name="T4" fmla="*/ 2147483647 w 43187"/>
              <a:gd name="T5" fmla="*/ 2147483647 h 21600"/>
              <a:gd name="T6" fmla="*/ 0 60000 65536"/>
              <a:gd name="T7" fmla="*/ 0 60000 65536"/>
              <a:gd name="T8" fmla="*/ 0 60000 65536"/>
              <a:gd name="T9" fmla="*/ 0 w 43187"/>
              <a:gd name="T10" fmla="*/ 0 h 21600"/>
              <a:gd name="T11" fmla="*/ 43187 w 43187"/>
              <a:gd name="T12" fmla="*/ 21600 h 21600"/>
            </a:gdLst>
            <a:ahLst/>
            <a:cxnLst>
              <a:cxn ang="T6">
                <a:pos x="T0" y="T1"/>
              </a:cxn>
              <a:cxn ang="T7">
                <a:pos x="T2" y="T3"/>
              </a:cxn>
              <a:cxn ang="T8">
                <a:pos x="T4" y="T5"/>
              </a:cxn>
            </a:cxnLst>
            <a:rect l="T9" t="T10" r="T11" b="T12"/>
            <a:pathLst>
              <a:path w="43187" h="21600" fill="none" extrusionOk="0">
                <a:moveTo>
                  <a:pt x="-1" y="21102"/>
                </a:moveTo>
                <a:cubicBezTo>
                  <a:pt x="269" y="9370"/>
                  <a:pt x="9858" y="-1"/>
                  <a:pt x="21594" y="0"/>
                </a:cubicBezTo>
                <a:cubicBezTo>
                  <a:pt x="33303" y="0"/>
                  <a:pt x="42880" y="9330"/>
                  <a:pt x="43186" y="21036"/>
                </a:cubicBezTo>
              </a:path>
              <a:path w="43187" h="21600" stroke="0" extrusionOk="0">
                <a:moveTo>
                  <a:pt x="-1" y="21102"/>
                </a:moveTo>
                <a:cubicBezTo>
                  <a:pt x="269" y="9370"/>
                  <a:pt x="9858" y="-1"/>
                  <a:pt x="21594" y="0"/>
                </a:cubicBezTo>
                <a:cubicBezTo>
                  <a:pt x="33303" y="0"/>
                  <a:pt x="42880" y="9330"/>
                  <a:pt x="43186" y="21036"/>
                </a:cubicBezTo>
                <a:lnTo>
                  <a:pt x="21594" y="21600"/>
                </a:lnTo>
                <a:lnTo>
                  <a:pt x="-1" y="21102"/>
                </a:lnTo>
                <a:close/>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nvGrpSpPr>
          <p:cNvPr id="7" name="Group 33"/>
          <p:cNvGrpSpPr>
            <a:grpSpLocks/>
          </p:cNvGrpSpPr>
          <p:nvPr/>
        </p:nvGrpSpPr>
        <p:grpSpPr bwMode="auto">
          <a:xfrm>
            <a:off x="5834063" y="2170113"/>
            <a:ext cx="1306512" cy="739775"/>
            <a:chOff x="3675" y="1367"/>
            <a:chExt cx="823" cy="466"/>
          </a:xfrm>
        </p:grpSpPr>
        <p:sp>
          <p:nvSpPr>
            <p:cNvPr id="28753" name="Line 34"/>
            <p:cNvSpPr>
              <a:spLocks noChangeShapeType="1"/>
            </p:cNvSpPr>
            <p:nvPr/>
          </p:nvSpPr>
          <p:spPr bwMode="auto">
            <a:xfrm>
              <a:off x="3675" y="1367"/>
              <a:ext cx="0" cy="46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754" name="Line 35"/>
            <p:cNvSpPr>
              <a:spLocks noChangeShapeType="1"/>
            </p:cNvSpPr>
            <p:nvPr/>
          </p:nvSpPr>
          <p:spPr bwMode="auto">
            <a:xfrm>
              <a:off x="4496" y="1369"/>
              <a:ext cx="2" cy="46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173092" name="Freeform 36"/>
          <p:cNvSpPr>
            <a:spLocks/>
          </p:cNvSpPr>
          <p:nvPr/>
        </p:nvSpPr>
        <p:spPr bwMode="auto">
          <a:xfrm>
            <a:off x="5519738" y="2914650"/>
            <a:ext cx="1909762" cy="595313"/>
          </a:xfrm>
          <a:custGeom>
            <a:avLst/>
            <a:gdLst>
              <a:gd name="T0" fmla="*/ 2147483647 w 1203"/>
              <a:gd name="T1" fmla="*/ 0 h 375"/>
              <a:gd name="T2" fmla="*/ 0 w 1203"/>
              <a:gd name="T3" fmla="*/ 0 h 375"/>
              <a:gd name="T4" fmla="*/ 0 w 1203"/>
              <a:gd name="T5" fmla="*/ 2147483647 h 375"/>
              <a:gd name="T6" fmla="*/ 2147483647 w 1203"/>
              <a:gd name="T7" fmla="*/ 2147483647 h 375"/>
              <a:gd name="T8" fmla="*/ 2147483647 w 1203"/>
              <a:gd name="T9" fmla="*/ 2147483647 h 375"/>
              <a:gd name="T10" fmla="*/ 2147483647 w 1203"/>
              <a:gd name="T11" fmla="*/ 2147483647 h 375"/>
              <a:gd name="T12" fmla="*/ 2147483647 w 1203"/>
              <a:gd name="T13" fmla="*/ 2147483647 h 375"/>
              <a:gd name="T14" fmla="*/ 2147483647 w 1203"/>
              <a:gd name="T15" fmla="*/ 2147483647 h 375"/>
              <a:gd name="T16" fmla="*/ 2147483647 w 1203"/>
              <a:gd name="T17" fmla="*/ 0 h 375"/>
              <a:gd name="T18" fmla="*/ 2147483647 w 1203"/>
              <a:gd name="T19" fmla="*/ 0 h 37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203"/>
              <a:gd name="T31" fmla="*/ 0 h 375"/>
              <a:gd name="T32" fmla="*/ 1203 w 1203"/>
              <a:gd name="T33" fmla="*/ 375 h 375"/>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203" h="375">
                <a:moveTo>
                  <a:pt x="198" y="0"/>
                </a:moveTo>
                <a:lnTo>
                  <a:pt x="0" y="0"/>
                </a:lnTo>
                <a:lnTo>
                  <a:pt x="0" y="375"/>
                </a:lnTo>
                <a:lnTo>
                  <a:pt x="474" y="375"/>
                </a:lnTo>
                <a:lnTo>
                  <a:pt x="474" y="255"/>
                </a:lnTo>
                <a:lnTo>
                  <a:pt x="726" y="255"/>
                </a:lnTo>
                <a:lnTo>
                  <a:pt x="726" y="375"/>
                </a:lnTo>
                <a:lnTo>
                  <a:pt x="1203" y="375"/>
                </a:lnTo>
                <a:lnTo>
                  <a:pt x="1203" y="0"/>
                </a:lnTo>
                <a:lnTo>
                  <a:pt x="1020" y="0"/>
                </a:lnTo>
              </a:path>
            </a:pathLst>
          </a:custGeom>
          <a:noFill/>
          <a:ln w="1270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73093" name="Line 37"/>
          <p:cNvSpPr>
            <a:spLocks noChangeShapeType="1"/>
          </p:cNvSpPr>
          <p:nvPr/>
        </p:nvSpPr>
        <p:spPr bwMode="auto">
          <a:xfrm>
            <a:off x="6437313" y="2695575"/>
            <a:ext cx="180975" cy="1841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73094" name="Line 38"/>
          <p:cNvSpPr>
            <a:spLocks noChangeShapeType="1"/>
          </p:cNvSpPr>
          <p:nvPr/>
        </p:nvSpPr>
        <p:spPr bwMode="auto">
          <a:xfrm>
            <a:off x="5516563" y="3514725"/>
            <a:ext cx="228600" cy="228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73095" name="Line 39"/>
          <p:cNvSpPr>
            <a:spLocks noChangeShapeType="1"/>
          </p:cNvSpPr>
          <p:nvPr/>
        </p:nvSpPr>
        <p:spPr bwMode="auto">
          <a:xfrm>
            <a:off x="7024688" y="2101850"/>
            <a:ext cx="188912" cy="1841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73096" name="Line 40"/>
          <p:cNvSpPr>
            <a:spLocks noChangeShapeType="1"/>
          </p:cNvSpPr>
          <p:nvPr/>
        </p:nvSpPr>
        <p:spPr bwMode="auto">
          <a:xfrm>
            <a:off x="5527675" y="2921000"/>
            <a:ext cx="215900" cy="22383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73097" name="Line 41"/>
          <p:cNvSpPr>
            <a:spLocks noChangeShapeType="1"/>
          </p:cNvSpPr>
          <p:nvPr/>
        </p:nvSpPr>
        <p:spPr bwMode="auto">
          <a:xfrm>
            <a:off x="5835650" y="2922588"/>
            <a:ext cx="217488" cy="22383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73098" name="Line 42"/>
          <p:cNvSpPr>
            <a:spLocks noChangeShapeType="1"/>
          </p:cNvSpPr>
          <p:nvPr/>
        </p:nvSpPr>
        <p:spPr bwMode="auto">
          <a:xfrm>
            <a:off x="7424738" y="2916238"/>
            <a:ext cx="223837" cy="22066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73099" name="Line 43"/>
          <p:cNvSpPr>
            <a:spLocks noChangeShapeType="1"/>
          </p:cNvSpPr>
          <p:nvPr/>
        </p:nvSpPr>
        <p:spPr bwMode="auto">
          <a:xfrm>
            <a:off x="6672263" y="3516313"/>
            <a:ext cx="227012" cy="22701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73100" name="Line 44"/>
          <p:cNvSpPr>
            <a:spLocks noChangeShapeType="1"/>
          </p:cNvSpPr>
          <p:nvPr/>
        </p:nvSpPr>
        <p:spPr bwMode="auto">
          <a:xfrm>
            <a:off x="6961188" y="1706563"/>
            <a:ext cx="230187" cy="24288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8" name="Group 45"/>
          <p:cNvGrpSpPr>
            <a:grpSpLocks/>
          </p:cNvGrpSpPr>
          <p:nvPr/>
        </p:nvGrpSpPr>
        <p:grpSpPr bwMode="auto">
          <a:xfrm>
            <a:off x="5710238" y="904875"/>
            <a:ext cx="1828800" cy="2552700"/>
            <a:chOff x="3597" y="570"/>
            <a:chExt cx="1152" cy="1608"/>
          </a:xfrm>
        </p:grpSpPr>
        <p:sp>
          <p:nvSpPr>
            <p:cNvPr id="28750" name="Line 46"/>
            <p:cNvSpPr>
              <a:spLocks noChangeShapeType="1"/>
            </p:cNvSpPr>
            <p:nvPr/>
          </p:nvSpPr>
          <p:spPr bwMode="auto">
            <a:xfrm flipH="1">
              <a:off x="3597" y="1365"/>
              <a:ext cx="1152" cy="0"/>
            </a:xfrm>
            <a:prstGeom prst="line">
              <a:avLst/>
            </a:prstGeom>
            <a:noFill/>
            <a:ln w="9525">
              <a:solidFill>
                <a:schemeClr val="tx1"/>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751" name="Line 47"/>
            <p:cNvSpPr>
              <a:spLocks noChangeShapeType="1"/>
            </p:cNvSpPr>
            <p:nvPr/>
          </p:nvSpPr>
          <p:spPr bwMode="auto">
            <a:xfrm flipV="1">
              <a:off x="4092" y="570"/>
              <a:ext cx="0" cy="1608"/>
            </a:xfrm>
            <a:prstGeom prst="line">
              <a:avLst/>
            </a:prstGeom>
            <a:noFill/>
            <a:ln w="9525">
              <a:solidFill>
                <a:schemeClr val="tx1"/>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752" name="Text Box 48"/>
            <p:cNvSpPr txBox="1">
              <a:spLocks noChangeArrowheads="1"/>
            </p:cNvSpPr>
            <p:nvPr/>
          </p:nvSpPr>
          <p:spPr bwMode="auto">
            <a:xfrm>
              <a:off x="3818" y="1173"/>
              <a:ext cx="31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r>
                <a:rPr lang="en-US" altLang="zh-CN" sz="2000" i="1">
                  <a:latin typeface="ISOCPEUR" pitchFamily="34" charset="0"/>
                  <a:ea typeface="黑体" pitchFamily="2" charset="-122"/>
                </a:rPr>
                <a:t>O</a:t>
              </a:r>
              <a:r>
                <a:rPr lang="en-US" altLang="zh-CN" sz="1600" i="1">
                  <a:latin typeface="ISOCPEUR" pitchFamily="34" charset="0"/>
                  <a:ea typeface="黑体" pitchFamily="2" charset="-122"/>
                </a:rPr>
                <a:t>3 </a:t>
              </a:r>
              <a:endParaRPr lang="en-US" altLang="zh-CN" sz="2000" i="1">
                <a:solidFill>
                  <a:srgbClr val="FFFF00"/>
                </a:solidFill>
                <a:latin typeface="ISOCPEUR" pitchFamily="34" charset="0"/>
                <a:ea typeface="黑体" pitchFamily="2" charset="-122"/>
              </a:endParaRPr>
            </a:p>
          </p:txBody>
        </p:sp>
      </p:grpSp>
      <p:sp>
        <p:nvSpPr>
          <p:cNvPr id="173106" name="Oval 50"/>
          <p:cNvSpPr>
            <a:spLocks noChangeArrowheads="1"/>
          </p:cNvSpPr>
          <p:nvPr/>
        </p:nvSpPr>
        <p:spPr bwMode="auto">
          <a:xfrm>
            <a:off x="6457950" y="2124075"/>
            <a:ext cx="74613" cy="74613"/>
          </a:xfrm>
          <a:prstGeom prst="ellipse">
            <a:avLst/>
          </a:prstGeom>
          <a:solidFill>
            <a:srgbClr val="FFFFFF"/>
          </a:solidFill>
          <a:ln w="12700">
            <a:solidFill>
              <a:srgbClr val="000000"/>
            </a:solidFill>
            <a:round/>
            <a:headEnd/>
            <a:tailEnd/>
          </a:ln>
        </p:spPr>
        <p:txBody>
          <a:bodyPr wrap="none" anchor="ct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endParaRPr kumimoji="0" lang="zh-CN" altLang="en-US" sz="2000"/>
          </a:p>
        </p:txBody>
      </p:sp>
      <p:sp>
        <p:nvSpPr>
          <p:cNvPr id="173105" name="Oval 49"/>
          <p:cNvSpPr>
            <a:spLocks noChangeArrowheads="1"/>
          </p:cNvSpPr>
          <p:nvPr/>
        </p:nvSpPr>
        <p:spPr bwMode="auto">
          <a:xfrm>
            <a:off x="6696075" y="2362200"/>
            <a:ext cx="74613" cy="74613"/>
          </a:xfrm>
          <a:prstGeom prst="ellipse">
            <a:avLst/>
          </a:prstGeom>
          <a:solidFill>
            <a:srgbClr val="FFFFFF"/>
          </a:solidFill>
          <a:ln w="12700">
            <a:solidFill>
              <a:srgbClr val="000000"/>
            </a:solidFill>
            <a:round/>
            <a:headEnd/>
            <a:tailEnd/>
          </a:ln>
        </p:spPr>
        <p:txBody>
          <a:bodyPr wrap="none" anchor="ct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endParaRPr kumimoji="0" lang="zh-CN" altLang="en-US" sz="2000"/>
          </a:p>
        </p:txBody>
      </p:sp>
      <p:sp>
        <p:nvSpPr>
          <p:cNvPr id="173107" name="Rectangle 51"/>
          <p:cNvSpPr>
            <a:spLocks noChangeArrowheads="1"/>
          </p:cNvSpPr>
          <p:nvPr/>
        </p:nvSpPr>
        <p:spPr bwMode="auto">
          <a:xfrm>
            <a:off x="4930775" y="352425"/>
            <a:ext cx="4213225" cy="5449888"/>
          </a:xfrm>
          <a:prstGeom prst="rect">
            <a:avLst/>
          </a:prstGeom>
          <a:solidFill>
            <a:srgbClr val="FFFFFF"/>
          </a:solidFill>
          <a:ln>
            <a:noFill/>
          </a:ln>
          <a:extLst>
            <a:ext uri="{91240B29-F687-4F45-9708-019B960494DF}">
              <a14:hiddenLine xmlns:a14="http://schemas.microsoft.com/office/drawing/2010/main" w="3175">
                <a:solidFill>
                  <a:srgbClr val="000000"/>
                </a:solidFill>
                <a:miter lim="800000"/>
                <a:headEnd/>
                <a:tailEnd type="none" w="sm" len="lg"/>
              </a14:hiddenLine>
            </a:ext>
          </a:extLst>
        </p:spPr>
        <p:txBody>
          <a:bodyPr wrap="none" anchor="ct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endParaRPr kumimoji="0" lang="zh-CN" altLang="en-US" sz="2000"/>
          </a:p>
        </p:txBody>
      </p:sp>
      <p:sp>
        <p:nvSpPr>
          <p:cNvPr id="173108" name="Text Box 52"/>
          <p:cNvSpPr txBox="1">
            <a:spLocks noChangeArrowheads="1"/>
          </p:cNvSpPr>
          <p:nvPr/>
        </p:nvSpPr>
        <p:spPr bwMode="auto">
          <a:xfrm>
            <a:off x="587375" y="190500"/>
            <a:ext cx="855662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r>
              <a:rPr lang="en-US" altLang="zh-CN">
                <a:solidFill>
                  <a:srgbClr val="000000"/>
                </a:solidFill>
                <a:latin typeface="黑体" pitchFamily="2" charset="-122"/>
                <a:ea typeface="黑体" pitchFamily="2" charset="-122"/>
              </a:rPr>
              <a:t>2.</a:t>
            </a:r>
            <a:r>
              <a:rPr lang="zh-CN" altLang="en-US">
                <a:solidFill>
                  <a:srgbClr val="000000"/>
                </a:solidFill>
                <a:latin typeface="黑体" pitchFamily="2" charset="-122"/>
                <a:ea typeface="黑体" pitchFamily="2" charset="-122"/>
              </a:rPr>
              <a:t>画法</a:t>
            </a:r>
          </a:p>
        </p:txBody>
      </p:sp>
      <p:grpSp>
        <p:nvGrpSpPr>
          <p:cNvPr id="9" name="Group 53"/>
          <p:cNvGrpSpPr>
            <a:grpSpLocks/>
          </p:cNvGrpSpPr>
          <p:nvPr/>
        </p:nvGrpSpPr>
        <p:grpSpPr bwMode="auto">
          <a:xfrm>
            <a:off x="881063" y="2325688"/>
            <a:ext cx="3684587" cy="2200275"/>
            <a:chOff x="555" y="1465"/>
            <a:chExt cx="2321" cy="1386"/>
          </a:xfrm>
        </p:grpSpPr>
        <p:sp>
          <p:nvSpPr>
            <p:cNvPr id="28735" name="Line 54"/>
            <p:cNvSpPr>
              <a:spLocks noChangeShapeType="1"/>
            </p:cNvSpPr>
            <p:nvPr/>
          </p:nvSpPr>
          <p:spPr bwMode="auto">
            <a:xfrm>
              <a:off x="747" y="1946"/>
              <a:ext cx="0" cy="46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736" name="Line 55"/>
            <p:cNvSpPr>
              <a:spLocks noChangeShapeType="1"/>
            </p:cNvSpPr>
            <p:nvPr/>
          </p:nvSpPr>
          <p:spPr bwMode="auto">
            <a:xfrm>
              <a:off x="1565" y="1945"/>
              <a:ext cx="2" cy="47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737" name="Oval 56"/>
            <p:cNvSpPr>
              <a:spLocks noChangeArrowheads="1"/>
            </p:cNvSpPr>
            <p:nvPr/>
          </p:nvSpPr>
          <p:spPr bwMode="auto">
            <a:xfrm>
              <a:off x="887" y="1697"/>
              <a:ext cx="538" cy="529"/>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endParaRPr kumimoji="0" lang="zh-CN" altLang="en-US" sz="2000"/>
            </a:p>
          </p:txBody>
        </p:sp>
        <p:sp>
          <p:nvSpPr>
            <p:cNvPr id="28738" name="Oval 57"/>
            <p:cNvSpPr>
              <a:spLocks noChangeArrowheads="1"/>
            </p:cNvSpPr>
            <p:nvPr/>
          </p:nvSpPr>
          <p:spPr bwMode="auto">
            <a:xfrm>
              <a:off x="1025" y="1829"/>
              <a:ext cx="258" cy="257"/>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endParaRPr kumimoji="0" lang="zh-CN" altLang="en-US" sz="2000"/>
            </a:p>
          </p:txBody>
        </p:sp>
        <p:sp>
          <p:nvSpPr>
            <p:cNvPr id="28739" name="Arc 58"/>
            <p:cNvSpPr>
              <a:spLocks/>
            </p:cNvSpPr>
            <p:nvPr/>
          </p:nvSpPr>
          <p:spPr bwMode="auto">
            <a:xfrm flipH="1">
              <a:off x="747" y="1543"/>
              <a:ext cx="819" cy="423"/>
            </a:xfrm>
            <a:custGeom>
              <a:avLst/>
              <a:gdLst>
                <a:gd name="T0" fmla="*/ 0 w 43187"/>
                <a:gd name="T1" fmla="*/ 0 h 21600"/>
                <a:gd name="T2" fmla="*/ 0 w 43187"/>
                <a:gd name="T3" fmla="*/ 0 h 21600"/>
                <a:gd name="T4" fmla="*/ 0 w 43187"/>
                <a:gd name="T5" fmla="*/ 0 h 21600"/>
                <a:gd name="T6" fmla="*/ 0 60000 65536"/>
                <a:gd name="T7" fmla="*/ 0 60000 65536"/>
                <a:gd name="T8" fmla="*/ 0 60000 65536"/>
                <a:gd name="T9" fmla="*/ 0 w 43187"/>
                <a:gd name="T10" fmla="*/ 0 h 21600"/>
                <a:gd name="T11" fmla="*/ 43187 w 43187"/>
                <a:gd name="T12" fmla="*/ 21600 h 21600"/>
              </a:gdLst>
              <a:ahLst/>
              <a:cxnLst>
                <a:cxn ang="T6">
                  <a:pos x="T0" y="T1"/>
                </a:cxn>
                <a:cxn ang="T7">
                  <a:pos x="T2" y="T3"/>
                </a:cxn>
                <a:cxn ang="T8">
                  <a:pos x="T4" y="T5"/>
                </a:cxn>
              </a:cxnLst>
              <a:rect l="T9" t="T10" r="T11" b="T12"/>
              <a:pathLst>
                <a:path w="43187" h="21600" fill="none" extrusionOk="0">
                  <a:moveTo>
                    <a:pt x="-1" y="21102"/>
                  </a:moveTo>
                  <a:cubicBezTo>
                    <a:pt x="269" y="9370"/>
                    <a:pt x="9858" y="-1"/>
                    <a:pt x="21594" y="0"/>
                  </a:cubicBezTo>
                  <a:cubicBezTo>
                    <a:pt x="33303" y="0"/>
                    <a:pt x="42880" y="9330"/>
                    <a:pt x="43186" y="21036"/>
                  </a:cubicBezTo>
                </a:path>
                <a:path w="43187" h="21600" stroke="0" extrusionOk="0">
                  <a:moveTo>
                    <a:pt x="-1" y="21102"/>
                  </a:moveTo>
                  <a:cubicBezTo>
                    <a:pt x="269" y="9370"/>
                    <a:pt x="9858" y="-1"/>
                    <a:pt x="21594" y="0"/>
                  </a:cubicBezTo>
                  <a:cubicBezTo>
                    <a:pt x="33303" y="0"/>
                    <a:pt x="42880" y="9330"/>
                    <a:pt x="43186" y="21036"/>
                  </a:cubicBezTo>
                  <a:lnTo>
                    <a:pt x="21594" y="21600"/>
                  </a:lnTo>
                  <a:lnTo>
                    <a:pt x="-1" y="21102"/>
                  </a:lnTo>
                  <a:close/>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8740" name="Freeform 59"/>
            <p:cNvSpPr>
              <a:spLocks/>
            </p:cNvSpPr>
            <p:nvPr/>
          </p:nvSpPr>
          <p:spPr bwMode="auto">
            <a:xfrm>
              <a:off x="555" y="2415"/>
              <a:ext cx="1203" cy="375"/>
            </a:xfrm>
            <a:custGeom>
              <a:avLst/>
              <a:gdLst>
                <a:gd name="T0" fmla="*/ 198 w 1203"/>
                <a:gd name="T1" fmla="*/ 0 h 375"/>
                <a:gd name="T2" fmla="*/ 0 w 1203"/>
                <a:gd name="T3" fmla="*/ 0 h 375"/>
                <a:gd name="T4" fmla="*/ 0 w 1203"/>
                <a:gd name="T5" fmla="*/ 375 h 375"/>
                <a:gd name="T6" fmla="*/ 474 w 1203"/>
                <a:gd name="T7" fmla="*/ 375 h 375"/>
                <a:gd name="T8" fmla="*/ 474 w 1203"/>
                <a:gd name="T9" fmla="*/ 255 h 375"/>
                <a:gd name="T10" fmla="*/ 726 w 1203"/>
                <a:gd name="T11" fmla="*/ 255 h 375"/>
                <a:gd name="T12" fmla="*/ 726 w 1203"/>
                <a:gd name="T13" fmla="*/ 375 h 375"/>
                <a:gd name="T14" fmla="*/ 1203 w 1203"/>
                <a:gd name="T15" fmla="*/ 375 h 375"/>
                <a:gd name="T16" fmla="*/ 1203 w 1203"/>
                <a:gd name="T17" fmla="*/ 0 h 375"/>
                <a:gd name="T18" fmla="*/ 1020 w 1203"/>
                <a:gd name="T19" fmla="*/ 0 h 37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203"/>
                <a:gd name="T31" fmla="*/ 0 h 375"/>
                <a:gd name="T32" fmla="*/ 1203 w 1203"/>
                <a:gd name="T33" fmla="*/ 375 h 375"/>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203" h="375">
                  <a:moveTo>
                    <a:pt x="198" y="0"/>
                  </a:moveTo>
                  <a:lnTo>
                    <a:pt x="0" y="0"/>
                  </a:lnTo>
                  <a:lnTo>
                    <a:pt x="0" y="375"/>
                  </a:lnTo>
                  <a:lnTo>
                    <a:pt x="474" y="375"/>
                  </a:lnTo>
                  <a:lnTo>
                    <a:pt x="474" y="255"/>
                  </a:lnTo>
                  <a:lnTo>
                    <a:pt x="726" y="255"/>
                  </a:lnTo>
                  <a:lnTo>
                    <a:pt x="726" y="375"/>
                  </a:lnTo>
                  <a:lnTo>
                    <a:pt x="1203" y="375"/>
                  </a:lnTo>
                  <a:lnTo>
                    <a:pt x="1203" y="0"/>
                  </a:lnTo>
                  <a:lnTo>
                    <a:pt x="1020" y="0"/>
                  </a:lnTo>
                </a:path>
              </a:pathLst>
            </a:custGeom>
            <a:noFill/>
            <a:ln w="28575"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8741" name="Freeform 60"/>
            <p:cNvSpPr>
              <a:spLocks/>
            </p:cNvSpPr>
            <p:nvPr/>
          </p:nvSpPr>
          <p:spPr bwMode="auto">
            <a:xfrm>
              <a:off x="1996" y="1532"/>
              <a:ext cx="777" cy="1248"/>
            </a:xfrm>
            <a:custGeom>
              <a:avLst/>
              <a:gdLst>
                <a:gd name="T0" fmla="*/ 414 w 777"/>
                <a:gd name="T1" fmla="*/ 1248 h 1248"/>
                <a:gd name="T2" fmla="*/ 0 w 777"/>
                <a:gd name="T3" fmla="*/ 1248 h 1248"/>
                <a:gd name="T4" fmla="*/ 0 w 777"/>
                <a:gd name="T5" fmla="*/ 0 h 1248"/>
                <a:gd name="T6" fmla="*/ 414 w 777"/>
                <a:gd name="T7" fmla="*/ 0 h 1248"/>
                <a:gd name="T8" fmla="*/ 414 w 777"/>
                <a:gd name="T9" fmla="*/ 153 h 1248"/>
                <a:gd name="T10" fmla="*/ 777 w 777"/>
                <a:gd name="T11" fmla="*/ 153 h 1248"/>
                <a:gd name="T12" fmla="*/ 777 w 777"/>
                <a:gd name="T13" fmla="*/ 669 h 1248"/>
                <a:gd name="T14" fmla="*/ 414 w 777"/>
                <a:gd name="T15" fmla="*/ 669 h 1248"/>
                <a:gd name="T16" fmla="*/ 414 w 777"/>
                <a:gd name="T17" fmla="*/ 1248 h 124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777"/>
                <a:gd name="T28" fmla="*/ 0 h 1248"/>
                <a:gd name="T29" fmla="*/ 777 w 777"/>
                <a:gd name="T30" fmla="*/ 1248 h 124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777" h="1248">
                  <a:moveTo>
                    <a:pt x="414" y="1248"/>
                  </a:moveTo>
                  <a:lnTo>
                    <a:pt x="0" y="1248"/>
                  </a:lnTo>
                  <a:lnTo>
                    <a:pt x="0" y="0"/>
                  </a:lnTo>
                  <a:lnTo>
                    <a:pt x="414" y="0"/>
                  </a:lnTo>
                  <a:lnTo>
                    <a:pt x="414" y="153"/>
                  </a:lnTo>
                  <a:lnTo>
                    <a:pt x="777" y="153"/>
                  </a:lnTo>
                  <a:lnTo>
                    <a:pt x="777" y="669"/>
                  </a:lnTo>
                  <a:lnTo>
                    <a:pt x="414" y="669"/>
                  </a:lnTo>
                  <a:lnTo>
                    <a:pt x="414" y="1248"/>
                  </a:lnTo>
                  <a:close/>
                </a:path>
              </a:pathLst>
            </a:custGeom>
            <a:noFill/>
            <a:ln w="28575"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8742" name="Line 61"/>
            <p:cNvSpPr>
              <a:spLocks noChangeShapeType="1"/>
            </p:cNvSpPr>
            <p:nvPr/>
          </p:nvSpPr>
          <p:spPr bwMode="auto">
            <a:xfrm>
              <a:off x="2410" y="1685"/>
              <a:ext cx="0" cy="51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743" name="Line 62"/>
            <p:cNvSpPr>
              <a:spLocks noChangeShapeType="1"/>
            </p:cNvSpPr>
            <p:nvPr/>
          </p:nvSpPr>
          <p:spPr bwMode="auto">
            <a:xfrm>
              <a:off x="1996" y="2405"/>
              <a:ext cx="41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744" name="Line 63"/>
            <p:cNvSpPr>
              <a:spLocks noChangeShapeType="1"/>
            </p:cNvSpPr>
            <p:nvPr/>
          </p:nvSpPr>
          <p:spPr bwMode="auto">
            <a:xfrm>
              <a:off x="1996" y="1832"/>
              <a:ext cx="777" cy="0"/>
            </a:xfrm>
            <a:prstGeom prst="line">
              <a:avLst/>
            </a:prstGeom>
            <a:noFill/>
            <a:ln w="9525">
              <a:solidFill>
                <a:schemeClr val="tx1"/>
              </a:solidFill>
              <a:prstDash val="lg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745" name="Line 64"/>
            <p:cNvSpPr>
              <a:spLocks noChangeShapeType="1"/>
            </p:cNvSpPr>
            <p:nvPr/>
          </p:nvSpPr>
          <p:spPr bwMode="auto">
            <a:xfrm>
              <a:off x="1996" y="2078"/>
              <a:ext cx="777" cy="0"/>
            </a:xfrm>
            <a:prstGeom prst="line">
              <a:avLst/>
            </a:prstGeom>
            <a:noFill/>
            <a:ln w="9525">
              <a:solidFill>
                <a:schemeClr val="tx1"/>
              </a:solidFill>
              <a:prstDash val="lg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746" name="Line 65"/>
            <p:cNvSpPr>
              <a:spLocks noChangeShapeType="1"/>
            </p:cNvSpPr>
            <p:nvPr/>
          </p:nvSpPr>
          <p:spPr bwMode="auto">
            <a:xfrm flipV="1">
              <a:off x="714" y="1953"/>
              <a:ext cx="927" cy="3"/>
            </a:xfrm>
            <a:prstGeom prst="line">
              <a:avLst/>
            </a:prstGeom>
            <a:noFill/>
            <a:ln w="9525">
              <a:solidFill>
                <a:schemeClr val="tx1"/>
              </a:solidFill>
              <a:prstDash val="lgDash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747" name="Line 66"/>
            <p:cNvSpPr>
              <a:spLocks noChangeShapeType="1"/>
            </p:cNvSpPr>
            <p:nvPr/>
          </p:nvSpPr>
          <p:spPr bwMode="auto">
            <a:xfrm>
              <a:off x="1957" y="1946"/>
              <a:ext cx="919" cy="0"/>
            </a:xfrm>
            <a:prstGeom prst="line">
              <a:avLst/>
            </a:prstGeom>
            <a:noFill/>
            <a:ln w="9525">
              <a:solidFill>
                <a:schemeClr val="tx1"/>
              </a:solidFill>
              <a:prstDash val="lgDash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748" name="Line 67"/>
            <p:cNvSpPr>
              <a:spLocks noChangeShapeType="1"/>
            </p:cNvSpPr>
            <p:nvPr/>
          </p:nvSpPr>
          <p:spPr bwMode="auto">
            <a:xfrm flipH="1">
              <a:off x="1153" y="1465"/>
              <a:ext cx="8" cy="1386"/>
            </a:xfrm>
            <a:prstGeom prst="line">
              <a:avLst/>
            </a:prstGeom>
            <a:noFill/>
            <a:ln w="9525">
              <a:solidFill>
                <a:schemeClr val="tx1"/>
              </a:solidFill>
              <a:prstDash val="lgDash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749" name="Line 68"/>
            <p:cNvSpPr>
              <a:spLocks noChangeShapeType="1"/>
            </p:cNvSpPr>
            <p:nvPr/>
          </p:nvSpPr>
          <p:spPr bwMode="auto">
            <a:xfrm>
              <a:off x="1997" y="2654"/>
              <a:ext cx="408" cy="0"/>
            </a:xfrm>
            <a:prstGeom prst="line">
              <a:avLst/>
            </a:prstGeom>
            <a:noFill/>
            <a:ln w="12700">
              <a:solidFill>
                <a:schemeClr val="tx1"/>
              </a:solidFill>
              <a:prstDash val="lg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173136" name="Text Box 80"/>
          <p:cNvSpPr txBox="1">
            <a:spLocks noChangeArrowheads="1"/>
          </p:cNvSpPr>
          <p:nvPr/>
        </p:nvSpPr>
        <p:spPr bwMode="auto">
          <a:xfrm>
            <a:off x="3797300" y="2781300"/>
            <a:ext cx="4762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r>
              <a:rPr lang="en-US" altLang="zh-CN" sz="2000" i="1">
                <a:solidFill>
                  <a:srgbClr val="FE1402"/>
                </a:solidFill>
                <a:latin typeface="ISOCPEUR" pitchFamily="34" charset="0"/>
              </a:rPr>
              <a:t>o</a:t>
            </a:r>
            <a:r>
              <a:rPr lang="en-US" altLang="zh-CN" sz="1200" i="1">
                <a:solidFill>
                  <a:srgbClr val="FE1402"/>
                </a:solidFill>
                <a:latin typeface="ISOCPEUR" pitchFamily="34" charset="0"/>
              </a:rPr>
              <a:t>2</a:t>
            </a:r>
            <a:r>
              <a:rPr lang="en-US" altLang="zh-CN" sz="2000" i="1">
                <a:solidFill>
                  <a:srgbClr val="FE1402"/>
                </a:solidFill>
                <a:latin typeface="ISOCPEUR" pitchFamily="34" charset="0"/>
              </a:rPr>
              <a:t>"</a:t>
            </a:r>
          </a:p>
        </p:txBody>
      </p:sp>
      <p:sp>
        <p:nvSpPr>
          <p:cNvPr id="173137" name="Text Box 81"/>
          <p:cNvSpPr txBox="1">
            <a:spLocks noChangeArrowheads="1"/>
          </p:cNvSpPr>
          <p:nvPr/>
        </p:nvSpPr>
        <p:spPr bwMode="auto">
          <a:xfrm>
            <a:off x="2755900" y="2836863"/>
            <a:ext cx="4762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r>
              <a:rPr lang="en-US" altLang="zh-CN" sz="2000" i="1">
                <a:solidFill>
                  <a:srgbClr val="FE1402"/>
                </a:solidFill>
                <a:latin typeface="ISOCPEUR" pitchFamily="34" charset="0"/>
              </a:rPr>
              <a:t>o</a:t>
            </a:r>
            <a:r>
              <a:rPr lang="en-US" altLang="zh-CN" sz="1200" i="1">
                <a:solidFill>
                  <a:srgbClr val="FE1402"/>
                </a:solidFill>
                <a:latin typeface="ISOCPEUR" pitchFamily="34" charset="0"/>
              </a:rPr>
              <a:t>3</a:t>
            </a:r>
            <a:r>
              <a:rPr lang="en-US" altLang="zh-CN" sz="2000" i="1">
                <a:solidFill>
                  <a:srgbClr val="FE1402"/>
                </a:solidFill>
                <a:latin typeface="ISOCPEUR" pitchFamily="34" charset="0"/>
              </a:rPr>
              <a:t>"</a:t>
            </a:r>
          </a:p>
        </p:txBody>
      </p:sp>
      <p:sp>
        <p:nvSpPr>
          <p:cNvPr id="173139" name="Oval 83"/>
          <p:cNvSpPr>
            <a:spLocks noChangeArrowheads="1"/>
          </p:cNvSpPr>
          <p:nvPr/>
        </p:nvSpPr>
        <p:spPr bwMode="auto">
          <a:xfrm>
            <a:off x="6496050" y="2168525"/>
            <a:ext cx="838200" cy="831850"/>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endParaRPr kumimoji="0" lang="zh-CN" altLang="en-US" sz="2000"/>
          </a:p>
        </p:txBody>
      </p:sp>
      <p:sp>
        <p:nvSpPr>
          <p:cNvPr id="173140" name="Oval 84"/>
          <p:cNvSpPr>
            <a:spLocks noChangeArrowheads="1"/>
          </p:cNvSpPr>
          <p:nvPr/>
        </p:nvSpPr>
        <p:spPr bwMode="auto">
          <a:xfrm>
            <a:off x="6735763" y="2382838"/>
            <a:ext cx="385762" cy="393700"/>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endParaRPr kumimoji="0" lang="zh-CN" altLang="en-US" sz="2000"/>
          </a:p>
        </p:txBody>
      </p:sp>
      <p:sp>
        <p:nvSpPr>
          <p:cNvPr id="173141" name="Arc 85"/>
          <p:cNvSpPr>
            <a:spLocks/>
          </p:cNvSpPr>
          <p:nvPr/>
        </p:nvSpPr>
        <p:spPr bwMode="auto">
          <a:xfrm>
            <a:off x="6307138" y="1984375"/>
            <a:ext cx="723900" cy="708025"/>
          </a:xfrm>
          <a:custGeom>
            <a:avLst/>
            <a:gdLst>
              <a:gd name="T0" fmla="*/ 2147483647 w 37109"/>
              <a:gd name="T1" fmla="*/ 2147483647 h 36912"/>
              <a:gd name="T2" fmla="*/ 2147483647 w 37109"/>
              <a:gd name="T3" fmla="*/ 2147483647 h 36912"/>
              <a:gd name="T4" fmla="*/ 2147483647 w 37109"/>
              <a:gd name="T5" fmla="*/ 2147483647 h 36912"/>
              <a:gd name="T6" fmla="*/ 0 60000 65536"/>
              <a:gd name="T7" fmla="*/ 0 60000 65536"/>
              <a:gd name="T8" fmla="*/ 0 60000 65536"/>
              <a:gd name="T9" fmla="*/ 0 w 37109"/>
              <a:gd name="T10" fmla="*/ 0 h 36912"/>
              <a:gd name="T11" fmla="*/ 37109 w 37109"/>
              <a:gd name="T12" fmla="*/ 36912 h 36912"/>
            </a:gdLst>
            <a:ahLst/>
            <a:cxnLst>
              <a:cxn ang="T6">
                <a:pos x="T0" y="T1"/>
              </a:cxn>
              <a:cxn ang="T7">
                <a:pos x="T2" y="T3"/>
              </a:cxn>
              <a:cxn ang="T8">
                <a:pos x="T4" y="T5"/>
              </a:cxn>
            </a:cxnLst>
            <a:rect l="T9" t="T10" r="T11" b="T12"/>
            <a:pathLst>
              <a:path w="37109" h="36912" fill="none" extrusionOk="0">
                <a:moveTo>
                  <a:pt x="6365" y="36912"/>
                </a:moveTo>
                <a:cubicBezTo>
                  <a:pt x="2290" y="32858"/>
                  <a:pt x="0" y="27347"/>
                  <a:pt x="0" y="21600"/>
                </a:cubicBezTo>
                <a:cubicBezTo>
                  <a:pt x="0" y="9670"/>
                  <a:pt x="9670" y="0"/>
                  <a:pt x="21600" y="0"/>
                </a:cubicBezTo>
                <a:cubicBezTo>
                  <a:pt x="27445" y="-1"/>
                  <a:pt x="33040" y="2368"/>
                  <a:pt x="37109" y="6565"/>
                </a:cubicBezTo>
              </a:path>
              <a:path w="37109" h="36912" stroke="0" extrusionOk="0">
                <a:moveTo>
                  <a:pt x="6365" y="36912"/>
                </a:moveTo>
                <a:cubicBezTo>
                  <a:pt x="2290" y="32858"/>
                  <a:pt x="0" y="27347"/>
                  <a:pt x="0" y="21600"/>
                </a:cubicBezTo>
                <a:cubicBezTo>
                  <a:pt x="0" y="9670"/>
                  <a:pt x="9670" y="0"/>
                  <a:pt x="21600" y="0"/>
                </a:cubicBezTo>
                <a:cubicBezTo>
                  <a:pt x="27445" y="-1"/>
                  <a:pt x="33040" y="2368"/>
                  <a:pt x="37109" y="6565"/>
                </a:cubicBezTo>
                <a:lnTo>
                  <a:pt x="21600" y="21600"/>
                </a:lnTo>
                <a:lnTo>
                  <a:pt x="6365" y="36912"/>
                </a:lnTo>
                <a:close/>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73142" name="Line 86"/>
          <p:cNvSpPr>
            <a:spLocks noChangeShapeType="1"/>
          </p:cNvSpPr>
          <p:nvPr/>
        </p:nvSpPr>
        <p:spPr bwMode="auto">
          <a:xfrm>
            <a:off x="7032625" y="2109788"/>
            <a:ext cx="176213" cy="17462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73143" name="Line 87"/>
          <p:cNvSpPr>
            <a:spLocks noChangeShapeType="1"/>
          </p:cNvSpPr>
          <p:nvPr/>
        </p:nvSpPr>
        <p:spPr bwMode="auto">
          <a:xfrm>
            <a:off x="6429375" y="2690813"/>
            <a:ext cx="179388" cy="18097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73144" name="Arc 88"/>
          <p:cNvSpPr>
            <a:spLocks/>
          </p:cNvSpPr>
          <p:nvPr/>
        </p:nvSpPr>
        <p:spPr bwMode="auto">
          <a:xfrm flipH="1">
            <a:off x="6059488" y="1736725"/>
            <a:ext cx="1300162" cy="666750"/>
          </a:xfrm>
          <a:custGeom>
            <a:avLst/>
            <a:gdLst>
              <a:gd name="T0" fmla="*/ 2147483647 w 43200"/>
              <a:gd name="T1" fmla="*/ 2147483647 h 21975"/>
              <a:gd name="T2" fmla="*/ 2147483647 w 43200"/>
              <a:gd name="T3" fmla="*/ 2147483647 h 21975"/>
              <a:gd name="T4" fmla="*/ 2147483647 w 43200"/>
              <a:gd name="T5" fmla="*/ 2147483647 h 21975"/>
              <a:gd name="T6" fmla="*/ 0 60000 65536"/>
              <a:gd name="T7" fmla="*/ 0 60000 65536"/>
              <a:gd name="T8" fmla="*/ 0 60000 65536"/>
              <a:gd name="T9" fmla="*/ 0 w 43200"/>
              <a:gd name="T10" fmla="*/ 0 h 21975"/>
              <a:gd name="T11" fmla="*/ 43200 w 43200"/>
              <a:gd name="T12" fmla="*/ 21975 h 21975"/>
            </a:gdLst>
            <a:ahLst/>
            <a:cxnLst>
              <a:cxn ang="T6">
                <a:pos x="T0" y="T1"/>
              </a:cxn>
              <a:cxn ang="T7">
                <a:pos x="T2" y="T3"/>
              </a:cxn>
              <a:cxn ang="T8">
                <a:pos x="T4" y="T5"/>
              </a:cxn>
            </a:cxnLst>
            <a:rect l="T9" t="T10" r="T11" b="T12"/>
            <a:pathLst>
              <a:path w="43200" h="21975" fill="none" extrusionOk="0">
                <a:moveTo>
                  <a:pt x="3" y="21974"/>
                </a:moveTo>
                <a:cubicBezTo>
                  <a:pt x="1" y="21850"/>
                  <a:pt x="0" y="21725"/>
                  <a:pt x="0" y="21600"/>
                </a:cubicBezTo>
                <a:cubicBezTo>
                  <a:pt x="0" y="9670"/>
                  <a:pt x="9670" y="0"/>
                  <a:pt x="21600" y="0"/>
                </a:cubicBezTo>
                <a:cubicBezTo>
                  <a:pt x="33529" y="0"/>
                  <a:pt x="43200" y="9670"/>
                  <a:pt x="43200" y="21600"/>
                </a:cubicBezTo>
                <a:cubicBezTo>
                  <a:pt x="43200" y="21690"/>
                  <a:pt x="43199" y="21780"/>
                  <a:pt x="43198" y="21871"/>
                </a:cubicBezTo>
              </a:path>
              <a:path w="43200" h="21975" stroke="0" extrusionOk="0">
                <a:moveTo>
                  <a:pt x="3" y="21974"/>
                </a:moveTo>
                <a:cubicBezTo>
                  <a:pt x="1" y="21850"/>
                  <a:pt x="0" y="21725"/>
                  <a:pt x="0" y="21600"/>
                </a:cubicBezTo>
                <a:cubicBezTo>
                  <a:pt x="0" y="9670"/>
                  <a:pt x="9670" y="0"/>
                  <a:pt x="21600" y="0"/>
                </a:cubicBezTo>
                <a:cubicBezTo>
                  <a:pt x="33529" y="0"/>
                  <a:pt x="43200" y="9670"/>
                  <a:pt x="43200" y="21600"/>
                </a:cubicBezTo>
                <a:cubicBezTo>
                  <a:pt x="43200" y="21690"/>
                  <a:pt x="43199" y="21780"/>
                  <a:pt x="43198" y="21871"/>
                </a:cubicBezTo>
                <a:lnTo>
                  <a:pt x="21600" y="21600"/>
                </a:lnTo>
                <a:lnTo>
                  <a:pt x="3" y="21974"/>
                </a:lnTo>
                <a:close/>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73145" name="Arc 89"/>
          <p:cNvSpPr>
            <a:spLocks/>
          </p:cNvSpPr>
          <p:nvPr/>
        </p:nvSpPr>
        <p:spPr bwMode="auto">
          <a:xfrm flipH="1">
            <a:off x="5837238" y="1511300"/>
            <a:ext cx="1111250" cy="657225"/>
          </a:xfrm>
          <a:custGeom>
            <a:avLst/>
            <a:gdLst>
              <a:gd name="T0" fmla="*/ 0 w 36768"/>
              <a:gd name="T1" fmla="*/ 2147483647 h 21600"/>
              <a:gd name="T2" fmla="*/ 2147483647 w 36768"/>
              <a:gd name="T3" fmla="*/ 2147483647 h 21600"/>
              <a:gd name="T4" fmla="*/ 2147483647 w 36768"/>
              <a:gd name="T5" fmla="*/ 2147483647 h 21600"/>
              <a:gd name="T6" fmla="*/ 0 60000 65536"/>
              <a:gd name="T7" fmla="*/ 0 60000 65536"/>
              <a:gd name="T8" fmla="*/ 0 60000 65536"/>
              <a:gd name="T9" fmla="*/ 0 w 36768"/>
              <a:gd name="T10" fmla="*/ 0 h 21600"/>
              <a:gd name="T11" fmla="*/ 36768 w 36768"/>
              <a:gd name="T12" fmla="*/ 21600 h 21600"/>
            </a:gdLst>
            <a:ahLst/>
            <a:cxnLst>
              <a:cxn ang="T6">
                <a:pos x="T0" y="T1"/>
              </a:cxn>
              <a:cxn ang="T7">
                <a:pos x="T2" y="T3"/>
              </a:cxn>
              <a:cxn ang="T8">
                <a:pos x="T4" y="T5"/>
              </a:cxn>
            </a:cxnLst>
            <a:rect l="T9" t="T10" r="T11" b="T12"/>
            <a:pathLst>
              <a:path w="36768" h="21600" fill="none" extrusionOk="0">
                <a:moveTo>
                  <a:pt x="-1" y="6221"/>
                </a:moveTo>
                <a:cubicBezTo>
                  <a:pt x="4041" y="2235"/>
                  <a:pt x="9490" y="-1"/>
                  <a:pt x="15168" y="0"/>
                </a:cubicBezTo>
                <a:cubicBezTo>
                  <a:pt x="27042" y="0"/>
                  <a:pt x="36690" y="9584"/>
                  <a:pt x="36767" y="21459"/>
                </a:cubicBezTo>
              </a:path>
              <a:path w="36768" h="21600" stroke="0" extrusionOk="0">
                <a:moveTo>
                  <a:pt x="-1" y="6221"/>
                </a:moveTo>
                <a:cubicBezTo>
                  <a:pt x="4041" y="2235"/>
                  <a:pt x="9490" y="-1"/>
                  <a:pt x="15168" y="0"/>
                </a:cubicBezTo>
                <a:cubicBezTo>
                  <a:pt x="27042" y="0"/>
                  <a:pt x="36690" y="9584"/>
                  <a:pt x="36767" y="21459"/>
                </a:cubicBezTo>
                <a:lnTo>
                  <a:pt x="15168" y="21600"/>
                </a:lnTo>
                <a:lnTo>
                  <a:pt x="-1" y="6221"/>
                </a:lnTo>
                <a:close/>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73146" name="Line 90"/>
          <p:cNvSpPr>
            <a:spLocks noChangeShapeType="1"/>
          </p:cNvSpPr>
          <p:nvPr/>
        </p:nvSpPr>
        <p:spPr bwMode="auto">
          <a:xfrm>
            <a:off x="6948487" y="1695274"/>
            <a:ext cx="192089" cy="19367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73147" name="Line 91"/>
          <p:cNvSpPr>
            <a:spLocks noChangeShapeType="1"/>
          </p:cNvSpPr>
          <p:nvPr/>
        </p:nvSpPr>
        <p:spPr bwMode="auto">
          <a:xfrm flipH="1">
            <a:off x="5837238" y="2168525"/>
            <a:ext cx="0" cy="7620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73148" name="Freeform 92"/>
          <p:cNvSpPr>
            <a:spLocks/>
          </p:cNvSpPr>
          <p:nvPr/>
        </p:nvSpPr>
        <p:spPr bwMode="auto">
          <a:xfrm>
            <a:off x="5743575" y="2397125"/>
            <a:ext cx="1911350" cy="1352550"/>
          </a:xfrm>
          <a:custGeom>
            <a:avLst/>
            <a:gdLst>
              <a:gd name="T0" fmla="*/ 2147483647 w 1204"/>
              <a:gd name="T1" fmla="*/ 0 h 852"/>
              <a:gd name="T2" fmla="*/ 2147483647 w 1204"/>
              <a:gd name="T3" fmla="*/ 2147483647 h 852"/>
              <a:gd name="T4" fmla="*/ 0 w 1204"/>
              <a:gd name="T5" fmla="*/ 2147483647 h 852"/>
              <a:gd name="T6" fmla="*/ 0 w 1204"/>
              <a:gd name="T7" fmla="*/ 2147483647 h 852"/>
              <a:gd name="T8" fmla="*/ 2147483647 w 1204"/>
              <a:gd name="T9" fmla="*/ 2147483647 h 852"/>
              <a:gd name="T10" fmla="*/ 2147483647 w 1204"/>
              <a:gd name="T11" fmla="*/ 2147483647 h 852"/>
              <a:gd name="T12" fmla="*/ 2147483647 w 1204"/>
              <a:gd name="T13" fmla="*/ 2147483647 h 852"/>
              <a:gd name="T14" fmla="*/ 2147483647 w 1204"/>
              <a:gd name="T15" fmla="*/ 2147483647 h 852"/>
              <a:gd name="T16" fmla="*/ 2147483647 w 1204"/>
              <a:gd name="T17" fmla="*/ 2147483647 h 852"/>
              <a:gd name="T18" fmla="*/ 2147483647 w 1204"/>
              <a:gd name="T19" fmla="*/ 2147483647 h 852"/>
              <a:gd name="T20" fmla="*/ 2147483647 w 1204"/>
              <a:gd name="T21" fmla="*/ 2147483647 h 852"/>
              <a:gd name="T22" fmla="*/ 2147483647 w 1204"/>
              <a:gd name="T23" fmla="*/ 2147483647 h 85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204"/>
              <a:gd name="T37" fmla="*/ 0 h 852"/>
              <a:gd name="T38" fmla="*/ 1204 w 1204"/>
              <a:gd name="T39" fmla="*/ 852 h 852"/>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204" h="852">
                <a:moveTo>
                  <a:pt x="198" y="0"/>
                </a:moveTo>
                <a:lnTo>
                  <a:pt x="198" y="476"/>
                </a:lnTo>
                <a:lnTo>
                  <a:pt x="0" y="476"/>
                </a:lnTo>
                <a:lnTo>
                  <a:pt x="0" y="850"/>
                </a:lnTo>
                <a:lnTo>
                  <a:pt x="474" y="850"/>
                </a:lnTo>
                <a:lnTo>
                  <a:pt x="474" y="728"/>
                </a:lnTo>
                <a:lnTo>
                  <a:pt x="724" y="728"/>
                </a:lnTo>
                <a:lnTo>
                  <a:pt x="724" y="850"/>
                </a:lnTo>
                <a:lnTo>
                  <a:pt x="1204" y="852"/>
                </a:lnTo>
                <a:lnTo>
                  <a:pt x="1204" y="476"/>
                </a:lnTo>
                <a:lnTo>
                  <a:pt x="1020" y="476"/>
                </a:lnTo>
                <a:cubicBezTo>
                  <a:pt x="1019" y="318"/>
                  <a:pt x="1019" y="160"/>
                  <a:pt x="1018" y="2"/>
                </a:cubicBezTo>
              </a:path>
            </a:pathLst>
          </a:custGeom>
          <a:noFill/>
          <a:ln w="28575"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73149" name="Freeform 93"/>
          <p:cNvSpPr>
            <a:spLocks/>
          </p:cNvSpPr>
          <p:nvPr/>
        </p:nvSpPr>
        <p:spPr bwMode="auto">
          <a:xfrm>
            <a:off x="5521325" y="2914650"/>
            <a:ext cx="314325" cy="835025"/>
          </a:xfrm>
          <a:custGeom>
            <a:avLst/>
            <a:gdLst>
              <a:gd name="T0" fmla="*/ 2147483647 w 198"/>
              <a:gd name="T1" fmla="*/ 0 h 526"/>
              <a:gd name="T2" fmla="*/ 0 w 198"/>
              <a:gd name="T3" fmla="*/ 0 h 526"/>
              <a:gd name="T4" fmla="*/ 0 w 198"/>
              <a:gd name="T5" fmla="*/ 2147483647 h 526"/>
              <a:gd name="T6" fmla="*/ 2147483647 w 198"/>
              <a:gd name="T7" fmla="*/ 2147483647 h 526"/>
              <a:gd name="T8" fmla="*/ 0 60000 65536"/>
              <a:gd name="T9" fmla="*/ 0 60000 65536"/>
              <a:gd name="T10" fmla="*/ 0 60000 65536"/>
              <a:gd name="T11" fmla="*/ 0 60000 65536"/>
              <a:gd name="T12" fmla="*/ 0 w 198"/>
              <a:gd name="T13" fmla="*/ 0 h 526"/>
              <a:gd name="T14" fmla="*/ 198 w 198"/>
              <a:gd name="T15" fmla="*/ 526 h 526"/>
            </a:gdLst>
            <a:ahLst/>
            <a:cxnLst>
              <a:cxn ang="T8">
                <a:pos x="T0" y="T1"/>
              </a:cxn>
              <a:cxn ang="T9">
                <a:pos x="T2" y="T3"/>
              </a:cxn>
              <a:cxn ang="T10">
                <a:pos x="T4" y="T5"/>
              </a:cxn>
              <a:cxn ang="T11">
                <a:pos x="T6" y="T7"/>
              </a:cxn>
            </a:cxnLst>
            <a:rect l="T12" t="T13" r="T14" b="T15"/>
            <a:pathLst>
              <a:path w="198" h="526">
                <a:moveTo>
                  <a:pt x="198" y="0"/>
                </a:moveTo>
                <a:lnTo>
                  <a:pt x="0" y="0"/>
                </a:lnTo>
                <a:lnTo>
                  <a:pt x="0" y="374"/>
                </a:lnTo>
                <a:lnTo>
                  <a:pt x="142" y="526"/>
                </a:lnTo>
              </a:path>
            </a:pathLst>
          </a:custGeom>
          <a:noFill/>
          <a:ln w="28575"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73150" name="Line 94"/>
          <p:cNvSpPr>
            <a:spLocks noChangeShapeType="1"/>
          </p:cNvSpPr>
          <p:nvPr/>
        </p:nvSpPr>
        <p:spPr bwMode="auto">
          <a:xfrm>
            <a:off x="5519738" y="2922588"/>
            <a:ext cx="228600" cy="230187"/>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73151" name="Line 95"/>
          <p:cNvSpPr>
            <a:spLocks noChangeShapeType="1"/>
          </p:cNvSpPr>
          <p:nvPr/>
        </p:nvSpPr>
        <p:spPr bwMode="auto">
          <a:xfrm>
            <a:off x="5829300" y="2916238"/>
            <a:ext cx="225425" cy="22542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73152" name="Freeform 96"/>
          <p:cNvSpPr>
            <a:spLocks/>
          </p:cNvSpPr>
          <p:nvPr/>
        </p:nvSpPr>
        <p:spPr bwMode="auto">
          <a:xfrm>
            <a:off x="7348538" y="2919413"/>
            <a:ext cx="315912" cy="233362"/>
          </a:xfrm>
          <a:custGeom>
            <a:avLst/>
            <a:gdLst>
              <a:gd name="T0" fmla="*/ 2147483647 w 184"/>
              <a:gd name="T1" fmla="*/ 2147483647 h 150"/>
              <a:gd name="T2" fmla="*/ 2147483647 w 184"/>
              <a:gd name="T3" fmla="*/ 0 h 150"/>
              <a:gd name="T4" fmla="*/ 0 w 184"/>
              <a:gd name="T5" fmla="*/ 0 h 150"/>
              <a:gd name="T6" fmla="*/ 0 60000 65536"/>
              <a:gd name="T7" fmla="*/ 0 60000 65536"/>
              <a:gd name="T8" fmla="*/ 0 60000 65536"/>
              <a:gd name="T9" fmla="*/ 0 w 184"/>
              <a:gd name="T10" fmla="*/ 0 h 150"/>
              <a:gd name="T11" fmla="*/ 184 w 184"/>
              <a:gd name="T12" fmla="*/ 150 h 150"/>
            </a:gdLst>
            <a:ahLst/>
            <a:cxnLst>
              <a:cxn ang="T6">
                <a:pos x="T0" y="T1"/>
              </a:cxn>
              <a:cxn ang="T7">
                <a:pos x="T2" y="T3"/>
              </a:cxn>
              <a:cxn ang="T8">
                <a:pos x="T4" y="T5"/>
              </a:cxn>
            </a:cxnLst>
            <a:rect l="T9" t="T10" r="T11" b="T12"/>
            <a:pathLst>
              <a:path w="184" h="150">
                <a:moveTo>
                  <a:pt x="184" y="150"/>
                </a:moveTo>
                <a:lnTo>
                  <a:pt x="46" y="0"/>
                </a:lnTo>
                <a:lnTo>
                  <a:pt x="0" y="0"/>
                </a:lnTo>
              </a:path>
            </a:pathLst>
          </a:custGeom>
          <a:noFill/>
          <a:ln w="28575"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73153" name="Line 97"/>
          <p:cNvSpPr>
            <a:spLocks noChangeShapeType="1"/>
          </p:cNvSpPr>
          <p:nvPr/>
        </p:nvSpPr>
        <p:spPr bwMode="auto">
          <a:xfrm flipH="1" flipV="1">
            <a:off x="6692900" y="3541713"/>
            <a:ext cx="200025" cy="20161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73154" name="Text Box 98"/>
          <p:cNvSpPr txBox="1">
            <a:spLocks noChangeArrowheads="1"/>
          </p:cNvSpPr>
          <p:nvPr/>
        </p:nvSpPr>
        <p:spPr bwMode="auto">
          <a:xfrm>
            <a:off x="4900613" y="3795713"/>
            <a:ext cx="4243387" cy="1249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r>
              <a:rPr lang="zh-CN" altLang="en-US" sz="2800" dirty="0">
                <a:solidFill>
                  <a:srgbClr val="000000"/>
                </a:solidFill>
                <a:latin typeface="黑体" pitchFamily="2" charset="-122"/>
                <a:ea typeface="黑体" pitchFamily="2" charset="-122"/>
              </a:rPr>
              <a:t>注意：</a:t>
            </a:r>
            <a:endParaRPr lang="zh-CN" altLang="en-US" sz="2400" dirty="0">
              <a:solidFill>
                <a:srgbClr val="000000"/>
              </a:solidFill>
              <a:latin typeface="黑体" pitchFamily="2" charset="-122"/>
              <a:ea typeface="黑体" pitchFamily="2" charset="-122"/>
            </a:endParaRPr>
          </a:p>
          <a:p>
            <a:pPr eaLnBrk="1" hangingPunct="1">
              <a:spcBef>
                <a:spcPct val="0"/>
              </a:spcBef>
              <a:buClrTx/>
              <a:buFontTx/>
              <a:buChar char="•"/>
            </a:pPr>
            <a:r>
              <a:rPr lang="zh-CN" altLang="en-US" sz="2400" dirty="0">
                <a:solidFill>
                  <a:srgbClr val="000000"/>
                </a:solidFill>
                <a:latin typeface="黑体" pitchFamily="2" charset="-122"/>
                <a:ea typeface="黑体" pitchFamily="2" charset="-122"/>
              </a:rPr>
              <a:t>  层距是实际的一半</a:t>
            </a:r>
          </a:p>
          <a:p>
            <a:pPr eaLnBrk="1" hangingPunct="1">
              <a:spcBef>
                <a:spcPct val="0"/>
              </a:spcBef>
              <a:buClrTx/>
              <a:buFontTx/>
              <a:buChar char="•"/>
            </a:pPr>
            <a:r>
              <a:rPr lang="zh-CN" altLang="en-US" sz="2400" dirty="0">
                <a:solidFill>
                  <a:srgbClr val="000000"/>
                </a:solidFill>
                <a:latin typeface="黑体" pitchFamily="2" charset="-122"/>
                <a:ea typeface="黑体" pitchFamily="2" charset="-122"/>
              </a:rPr>
              <a:t>  </a:t>
            </a:r>
            <a:r>
              <a:rPr lang="zh-CN" altLang="en-US" sz="2400" dirty="0">
                <a:solidFill>
                  <a:srgbClr val="FF0000"/>
                </a:solidFill>
                <a:latin typeface="黑体" pitchFamily="2" charset="-122"/>
                <a:ea typeface="黑体" pitchFamily="2" charset="-122"/>
              </a:rPr>
              <a:t>轮廓线 </a:t>
            </a:r>
            <a:r>
              <a:rPr lang="en-US" altLang="zh-CN" sz="2400" dirty="0">
                <a:solidFill>
                  <a:srgbClr val="FF0000"/>
                </a:solidFill>
                <a:ea typeface="黑体" pitchFamily="2" charset="-122"/>
              </a:rPr>
              <a:t>——</a:t>
            </a:r>
            <a:r>
              <a:rPr lang="zh-CN" altLang="en-US" sz="2400" dirty="0">
                <a:solidFill>
                  <a:srgbClr val="FF0000"/>
                </a:solidFill>
                <a:latin typeface="黑体" pitchFamily="2" charset="-122"/>
                <a:ea typeface="黑体" pitchFamily="2" charset="-122"/>
              </a:rPr>
              <a:t>公切线</a:t>
            </a:r>
          </a:p>
        </p:txBody>
      </p:sp>
      <p:grpSp>
        <p:nvGrpSpPr>
          <p:cNvPr id="10" name="Group 69"/>
          <p:cNvGrpSpPr>
            <a:grpSpLocks/>
          </p:cNvGrpSpPr>
          <p:nvPr/>
        </p:nvGrpSpPr>
        <p:grpSpPr bwMode="auto">
          <a:xfrm>
            <a:off x="517525" y="1776413"/>
            <a:ext cx="4730750" cy="1492250"/>
            <a:chOff x="326" y="1119"/>
            <a:chExt cx="2980" cy="940"/>
          </a:xfrm>
        </p:grpSpPr>
        <p:sp>
          <p:nvSpPr>
            <p:cNvPr id="28725" name="Line 70"/>
            <p:cNvSpPr>
              <a:spLocks noChangeShapeType="1"/>
            </p:cNvSpPr>
            <p:nvPr/>
          </p:nvSpPr>
          <p:spPr bwMode="auto">
            <a:xfrm flipH="1">
              <a:off x="375" y="1955"/>
              <a:ext cx="776" cy="0"/>
            </a:xfrm>
            <a:prstGeom prst="line">
              <a:avLst/>
            </a:prstGeom>
            <a:noFill/>
            <a:ln w="9525">
              <a:solidFill>
                <a:srgbClr val="FF0000"/>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726" name="Line 71"/>
            <p:cNvSpPr>
              <a:spLocks noChangeShapeType="1"/>
            </p:cNvSpPr>
            <p:nvPr/>
          </p:nvSpPr>
          <p:spPr bwMode="auto">
            <a:xfrm flipH="1" flipV="1">
              <a:off x="1160" y="1269"/>
              <a:ext cx="2" cy="674"/>
            </a:xfrm>
            <a:prstGeom prst="line">
              <a:avLst/>
            </a:prstGeom>
            <a:noFill/>
            <a:ln w="9525">
              <a:solidFill>
                <a:srgbClr val="FF0000"/>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727" name="Text Box 72"/>
            <p:cNvSpPr txBox="1">
              <a:spLocks noChangeArrowheads="1"/>
            </p:cNvSpPr>
            <p:nvPr/>
          </p:nvSpPr>
          <p:spPr bwMode="auto">
            <a:xfrm>
              <a:off x="326" y="1669"/>
              <a:ext cx="42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r>
                <a:rPr lang="en-US" altLang="zh-CN" sz="2000" i="1">
                  <a:solidFill>
                    <a:srgbClr val="FE1402"/>
                  </a:solidFill>
                  <a:latin typeface="ISOCPEUR" pitchFamily="34" charset="0"/>
                </a:rPr>
                <a:t>x’</a:t>
              </a:r>
              <a:endParaRPr lang="en-US" altLang="zh-CN" sz="4000" i="1">
                <a:solidFill>
                  <a:srgbClr val="FE1402"/>
                </a:solidFill>
                <a:latin typeface="ISOCPEUR" pitchFamily="34" charset="0"/>
              </a:endParaRPr>
            </a:p>
          </p:txBody>
        </p:sp>
        <p:sp>
          <p:nvSpPr>
            <p:cNvPr id="28728" name="Text Box 73"/>
            <p:cNvSpPr txBox="1">
              <a:spLocks noChangeArrowheads="1"/>
            </p:cNvSpPr>
            <p:nvPr/>
          </p:nvSpPr>
          <p:spPr bwMode="auto">
            <a:xfrm>
              <a:off x="1174" y="1119"/>
              <a:ext cx="22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r>
                <a:rPr lang="en-US" altLang="zh-CN" sz="2000" i="1">
                  <a:solidFill>
                    <a:srgbClr val="FF0000"/>
                  </a:solidFill>
                  <a:latin typeface="ISOCPEUR" pitchFamily="34" charset="0"/>
                </a:rPr>
                <a:t>z’</a:t>
              </a:r>
            </a:p>
          </p:txBody>
        </p:sp>
        <p:sp>
          <p:nvSpPr>
            <p:cNvPr id="28729" name="Text Box 74"/>
            <p:cNvSpPr txBox="1">
              <a:spLocks noChangeArrowheads="1"/>
            </p:cNvSpPr>
            <p:nvPr/>
          </p:nvSpPr>
          <p:spPr bwMode="auto">
            <a:xfrm>
              <a:off x="1102" y="1771"/>
              <a:ext cx="22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r>
                <a:rPr lang="en-US" altLang="zh-CN" sz="2000" i="1">
                  <a:solidFill>
                    <a:srgbClr val="FE1402"/>
                  </a:solidFill>
                  <a:latin typeface="ISOCPEUR" pitchFamily="34" charset="0"/>
                </a:rPr>
                <a:t>o’</a:t>
              </a:r>
            </a:p>
          </p:txBody>
        </p:sp>
        <p:sp>
          <p:nvSpPr>
            <p:cNvPr id="28730" name="Line 75"/>
            <p:cNvSpPr>
              <a:spLocks noChangeShapeType="1"/>
            </p:cNvSpPr>
            <p:nvPr/>
          </p:nvSpPr>
          <p:spPr bwMode="auto">
            <a:xfrm>
              <a:off x="2769" y="1949"/>
              <a:ext cx="296" cy="0"/>
            </a:xfrm>
            <a:prstGeom prst="line">
              <a:avLst/>
            </a:prstGeom>
            <a:noFill/>
            <a:ln w="9525">
              <a:solidFill>
                <a:srgbClr val="FF0000"/>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731" name="Text Box 76"/>
            <p:cNvSpPr txBox="1">
              <a:spLocks noChangeArrowheads="1"/>
            </p:cNvSpPr>
            <p:nvPr/>
          </p:nvSpPr>
          <p:spPr bwMode="auto">
            <a:xfrm>
              <a:off x="3051" y="1809"/>
              <a:ext cx="25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r>
                <a:rPr lang="en-US" altLang="zh-CN" sz="2000" i="1">
                  <a:solidFill>
                    <a:srgbClr val="FE1402"/>
                  </a:solidFill>
                  <a:latin typeface="ISOCPEUR" pitchFamily="34" charset="0"/>
                </a:rPr>
                <a:t>y"</a:t>
              </a:r>
            </a:p>
          </p:txBody>
        </p:sp>
        <p:sp>
          <p:nvSpPr>
            <p:cNvPr id="28732" name="Line 77"/>
            <p:cNvSpPr>
              <a:spLocks noChangeShapeType="1"/>
            </p:cNvSpPr>
            <p:nvPr/>
          </p:nvSpPr>
          <p:spPr bwMode="auto">
            <a:xfrm flipH="1" flipV="1">
              <a:off x="2769" y="1277"/>
              <a:ext cx="0" cy="672"/>
            </a:xfrm>
            <a:prstGeom prst="line">
              <a:avLst/>
            </a:prstGeom>
            <a:noFill/>
            <a:ln w="9525">
              <a:solidFill>
                <a:srgbClr val="FF0000"/>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733" name="Text Box 78"/>
            <p:cNvSpPr txBox="1">
              <a:spLocks noChangeArrowheads="1"/>
            </p:cNvSpPr>
            <p:nvPr/>
          </p:nvSpPr>
          <p:spPr bwMode="auto">
            <a:xfrm>
              <a:off x="2815" y="1145"/>
              <a:ext cx="25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r>
                <a:rPr lang="en-US" altLang="zh-CN" sz="2000" i="1">
                  <a:solidFill>
                    <a:srgbClr val="FE1402"/>
                  </a:solidFill>
                  <a:latin typeface="ISOCPEUR" pitchFamily="34" charset="0"/>
                </a:rPr>
                <a:t>z"</a:t>
              </a:r>
            </a:p>
          </p:txBody>
        </p:sp>
        <p:sp>
          <p:nvSpPr>
            <p:cNvPr id="28734" name="Text Box 79"/>
            <p:cNvSpPr txBox="1">
              <a:spLocks noChangeArrowheads="1"/>
            </p:cNvSpPr>
            <p:nvPr/>
          </p:nvSpPr>
          <p:spPr bwMode="auto">
            <a:xfrm>
              <a:off x="2735" y="1741"/>
              <a:ext cx="25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r>
                <a:rPr lang="en-US" altLang="zh-CN" sz="2000" i="1">
                  <a:solidFill>
                    <a:srgbClr val="FE1402"/>
                  </a:solidFill>
                  <a:latin typeface="ISOCPEUR" pitchFamily="34" charset="0"/>
                </a:rPr>
                <a:t>o"</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73108"/>
                                        </p:tgtEl>
                                        <p:attrNameLst>
                                          <p:attrName>style.visibility</p:attrName>
                                        </p:attrNameLst>
                                      </p:cBhvr>
                                      <p:to>
                                        <p:strVal val="visible"/>
                                      </p:to>
                                    </p:set>
                                    <p:animEffect transition="in" filter="wipe(up)">
                                      <p:cBhvr>
                                        <p:cTn id="7" dur="500"/>
                                        <p:tgtEl>
                                          <p:spTgt spid="17310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wipe(left)">
                                      <p:cBhvr>
                                        <p:cTn id="12" dur="500"/>
                                        <p:tgtEl>
                                          <p:spTgt spid="9"/>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wipe(left)">
                                      <p:cBhvr>
                                        <p:cTn id="17" dur="500"/>
                                        <p:tgtEl>
                                          <p:spTgt spid="10"/>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173136"/>
                                        </p:tgtEl>
                                        <p:attrNameLst>
                                          <p:attrName>style.visibility</p:attrName>
                                        </p:attrNameLst>
                                      </p:cBhvr>
                                      <p:to>
                                        <p:strVal val="visible"/>
                                      </p:to>
                                    </p:set>
                                    <p:animEffect transition="in" filter="wipe(up)">
                                      <p:cBhvr>
                                        <p:cTn id="22" dur="500"/>
                                        <p:tgtEl>
                                          <p:spTgt spid="173136"/>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173137"/>
                                        </p:tgtEl>
                                        <p:attrNameLst>
                                          <p:attrName>style.visibility</p:attrName>
                                        </p:attrNameLst>
                                      </p:cBhvr>
                                      <p:to>
                                        <p:strVal val="visible"/>
                                      </p:to>
                                    </p:set>
                                    <p:animEffect transition="in" filter="wipe(up)">
                                      <p:cBhvr>
                                        <p:cTn id="27" dur="500"/>
                                        <p:tgtEl>
                                          <p:spTgt spid="173137"/>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1" fill="hold" nodeType="clickEffect">
                                  <p:stCondLst>
                                    <p:cond delay="0"/>
                                  </p:stCondLst>
                                  <p:childTnLst>
                                    <p:set>
                                      <p:cBhvr>
                                        <p:cTn id="31" dur="1" fill="hold">
                                          <p:stCondLst>
                                            <p:cond delay="0"/>
                                          </p:stCondLst>
                                        </p:cTn>
                                        <p:tgtEl>
                                          <p:spTgt spid="2"/>
                                        </p:tgtEl>
                                        <p:attrNameLst>
                                          <p:attrName>style.visibility</p:attrName>
                                        </p:attrNameLst>
                                      </p:cBhvr>
                                      <p:to>
                                        <p:strVal val="visible"/>
                                      </p:to>
                                    </p:set>
                                    <p:animEffect transition="in" filter="wipe(up)">
                                      <p:cBhvr>
                                        <p:cTn id="32" dur="500"/>
                                        <p:tgtEl>
                                          <p:spTgt spid="2"/>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1" fill="hold" grpId="0" nodeType="clickEffect">
                                  <p:stCondLst>
                                    <p:cond delay="0"/>
                                  </p:stCondLst>
                                  <p:childTnLst>
                                    <p:set>
                                      <p:cBhvr>
                                        <p:cTn id="36" dur="1" fill="hold">
                                          <p:stCondLst>
                                            <p:cond delay="0"/>
                                          </p:stCondLst>
                                        </p:cTn>
                                        <p:tgtEl>
                                          <p:spTgt spid="173071"/>
                                        </p:tgtEl>
                                        <p:attrNameLst>
                                          <p:attrName>style.visibility</p:attrName>
                                        </p:attrNameLst>
                                      </p:cBhvr>
                                      <p:to>
                                        <p:strVal val="visible"/>
                                      </p:to>
                                    </p:set>
                                    <p:animEffect transition="in" filter="wipe(up)">
                                      <p:cBhvr>
                                        <p:cTn id="37" dur="500"/>
                                        <p:tgtEl>
                                          <p:spTgt spid="173071"/>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4" fill="hold" grpId="0" nodeType="clickEffect">
                                  <p:stCondLst>
                                    <p:cond delay="0"/>
                                  </p:stCondLst>
                                  <p:childTnLst>
                                    <p:set>
                                      <p:cBhvr>
                                        <p:cTn id="41" dur="1" fill="hold">
                                          <p:stCondLst>
                                            <p:cond delay="0"/>
                                          </p:stCondLst>
                                        </p:cTn>
                                        <p:tgtEl>
                                          <p:spTgt spid="173070"/>
                                        </p:tgtEl>
                                        <p:attrNameLst>
                                          <p:attrName>style.visibility</p:attrName>
                                        </p:attrNameLst>
                                      </p:cBhvr>
                                      <p:to>
                                        <p:strVal val="visible"/>
                                      </p:to>
                                    </p:set>
                                    <p:animEffect transition="in" filter="wipe(down)">
                                      <p:cBhvr>
                                        <p:cTn id="42" dur="500"/>
                                        <p:tgtEl>
                                          <p:spTgt spid="173070"/>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1" presetClass="entr" presetSubtype="0" fill="hold" nodeType="clickEffect">
                                  <p:stCondLst>
                                    <p:cond delay="0"/>
                                  </p:stCondLst>
                                  <p:childTnLst>
                                    <p:set>
                                      <p:cBhvr>
                                        <p:cTn id="46" dur="1" fill="hold">
                                          <p:stCondLst>
                                            <p:cond delay="499"/>
                                          </p:stCondLst>
                                        </p:cTn>
                                        <p:tgtEl>
                                          <p:spTgt spid="3"/>
                                        </p:tgtEl>
                                        <p:attrNameLst>
                                          <p:attrName>style.visibility</p:attrName>
                                        </p:attrNameLst>
                                      </p:cBhvr>
                                      <p:to>
                                        <p:strVal val="visible"/>
                                      </p:to>
                                    </p:set>
                                  </p:childTnLst>
                                  <p:subTnLst>
                                    <p:set>
                                      <p:cBhvr override="childStyle">
                                        <p:cTn dur="1" fill="hold" display="0" masterRel="nextClick" afterEffect="1"/>
                                        <p:tgtEl>
                                          <p:spTgt spid="3"/>
                                        </p:tgtEl>
                                        <p:attrNameLst>
                                          <p:attrName>style.visibility</p:attrName>
                                        </p:attrNameLst>
                                      </p:cBhvr>
                                      <p:to>
                                        <p:strVal val="hidden"/>
                                      </p:to>
                                    </p:set>
                                  </p:subTnLst>
                                </p:cTn>
                              </p:par>
                            </p:childTnLst>
                          </p:cTn>
                        </p:par>
                      </p:childTnLst>
                    </p:cTn>
                  </p:par>
                  <p:par>
                    <p:cTn id="47" fill="hold" nodeType="clickPar">
                      <p:stCondLst>
                        <p:cond delay="indefinite"/>
                      </p:stCondLst>
                      <p:childTnLst>
                        <p:par>
                          <p:cTn id="48" fill="hold" nodeType="withGroup">
                            <p:stCondLst>
                              <p:cond delay="0"/>
                            </p:stCondLst>
                            <p:childTnLst>
                              <p:par>
                                <p:cTn id="49" presetID="22" presetClass="entr" presetSubtype="1" fill="hold" grpId="0" nodeType="clickEffect">
                                  <p:stCondLst>
                                    <p:cond delay="0"/>
                                  </p:stCondLst>
                                  <p:childTnLst>
                                    <p:set>
                                      <p:cBhvr>
                                        <p:cTn id="50" dur="1" fill="hold">
                                          <p:stCondLst>
                                            <p:cond delay="0"/>
                                          </p:stCondLst>
                                        </p:cTn>
                                        <p:tgtEl>
                                          <p:spTgt spid="173105"/>
                                        </p:tgtEl>
                                        <p:attrNameLst>
                                          <p:attrName>style.visibility</p:attrName>
                                        </p:attrNameLst>
                                      </p:cBhvr>
                                      <p:to>
                                        <p:strVal val="visible"/>
                                      </p:to>
                                    </p:set>
                                    <p:animEffect transition="in" filter="wipe(up)">
                                      <p:cBhvr>
                                        <p:cTn id="51" dur="500"/>
                                        <p:tgtEl>
                                          <p:spTgt spid="173105"/>
                                        </p:tgtEl>
                                      </p:cBhvr>
                                    </p:animEffect>
                                  </p:childTnLst>
                                </p:cTn>
                              </p:par>
                            </p:childTnLst>
                          </p:cTn>
                        </p:par>
                      </p:childTnLst>
                    </p:cTn>
                  </p:par>
                  <p:par>
                    <p:cTn id="52" fill="hold" nodeType="clickPar">
                      <p:stCondLst>
                        <p:cond delay="indefinite"/>
                      </p:stCondLst>
                      <p:childTnLst>
                        <p:par>
                          <p:cTn id="53" fill="hold" nodeType="withGroup">
                            <p:stCondLst>
                              <p:cond delay="0"/>
                            </p:stCondLst>
                            <p:childTnLst>
                              <p:par>
                                <p:cTn id="54" presetID="1" presetClass="entr" presetSubtype="0" fill="hold" nodeType="clickEffect">
                                  <p:stCondLst>
                                    <p:cond delay="0"/>
                                  </p:stCondLst>
                                  <p:childTnLst>
                                    <p:set>
                                      <p:cBhvr>
                                        <p:cTn id="55" dur="1" fill="hold">
                                          <p:stCondLst>
                                            <p:cond delay="499"/>
                                          </p:stCondLst>
                                        </p:cTn>
                                        <p:tgtEl>
                                          <p:spTgt spid="6"/>
                                        </p:tgtEl>
                                        <p:attrNameLst>
                                          <p:attrName>style.visibility</p:attrName>
                                        </p:attrNameLst>
                                      </p:cBhvr>
                                      <p:to>
                                        <p:strVal val="visible"/>
                                      </p:to>
                                    </p:set>
                                  </p:childTnLst>
                                </p:cTn>
                              </p:par>
                            </p:childTnLst>
                          </p:cTn>
                        </p:par>
                      </p:childTnLst>
                    </p:cTn>
                  </p:par>
                  <p:par>
                    <p:cTn id="56" fill="hold" nodeType="clickPar">
                      <p:stCondLst>
                        <p:cond delay="indefinite"/>
                      </p:stCondLst>
                      <p:childTnLst>
                        <p:par>
                          <p:cTn id="57" fill="hold" nodeType="withGroup">
                            <p:stCondLst>
                              <p:cond delay="0"/>
                            </p:stCondLst>
                            <p:childTnLst>
                              <p:par>
                                <p:cTn id="58" presetID="22" presetClass="entr" presetSubtype="1" fill="hold" grpId="0" nodeType="clickEffect">
                                  <p:stCondLst>
                                    <p:cond delay="0"/>
                                  </p:stCondLst>
                                  <p:childTnLst>
                                    <p:set>
                                      <p:cBhvr>
                                        <p:cTn id="59" dur="1" fill="hold">
                                          <p:stCondLst>
                                            <p:cond delay="0"/>
                                          </p:stCondLst>
                                        </p:cTn>
                                        <p:tgtEl>
                                          <p:spTgt spid="173075"/>
                                        </p:tgtEl>
                                        <p:attrNameLst>
                                          <p:attrName>style.visibility</p:attrName>
                                        </p:attrNameLst>
                                      </p:cBhvr>
                                      <p:to>
                                        <p:strVal val="visible"/>
                                      </p:to>
                                    </p:set>
                                    <p:animEffect transition="in" filter="wipe(up)">
                                      <p:cBhvr>
                                        <p:cTn id="60" dur="500"/>
                                        <p:tgtEl>
                                          <p:spTgt spid="173075"/>
                                        </p:tgtEl>
                                      </p:cBhvr>
                                    </p:animEffect>
                                  </p:childTnLst>
                                </p:cTn>
                              </p:par>
                            </p:childTnLst>
                          </p:cTn>
                        </p:par>
                      </p:childTnLst>
                    </p:cTn>
                  </p:par>
                  <p:par>
                    <p:cTn id="61" fill="hold" nodeType="clickPar">
                      <p:stCondLst>
                        <p:cond delay="indefinite"/>
                      </p:stCondLst>
                      <p:childTnLst>
                        <p:par>
                          <p:cTn id="62" fill="hold" nodeType="withGroup">
                            <p:stCondLst>
                              <p:cond delay="0"/>
                            </p:stCondLst>
                            <p:childTnLst>
                              <p:par>
                                <p:cTn id="63" presetID="22" presetClass="entr" presetSubtype="2" fill="hold" grpId="0" nodeType="clickEffect">
                                  <p:stCondLst>
                                    <p:cond delay="0"/>
                                  </p:stCondLst>
                                  <p:childTnLst>
                                    <p:set>
                                      <p:cBhvr>
                                        <p:cTn id="64" dur="1" fill="hold">
                                          <p:stCondLst>
                                            <p:cond delay="0"/>
                                          </p:stCondLst>
                                        </p:cTn>
                                        <p:tgtEl>
                                          <p:spTgt spid="173076"/>
                                        </p:tgtEl>
                                        <p:attrNameLst>
                                          <p:attrName>style.visibility</p:attrName>
                                        </p:attrNameLst>
                                      </p:cBhvr>
                                      <p:to>
                                        <p:strVal val="visible"/>
                                      </p:to>
                                    </p:set>
                                    <p:animEffect transition="in" filter="wipe(right)">
                                      <p:cBhvr>
                                        <p:cTn id="65" dur="500"/>
                                        <p:tgtEl>
                                          <p:spTgt spid="173076"/>
                                        </p:tgtEl>
                                      </p:cBhvr>
                                    </p:animEffect>
                                  </p:childTnLst>
                                </p:cTn>
                              </p:par>
                            </p:childTnLst>
                          </p:cTn>
                        </p:par>
                      </p:childTnLst>
                    </p:cTn>
                  </p:par>
                  <p:par>
                    <p:cTn id="66" fill="hold" nodeType="clickPar">
                      <p:stCondLst>
                        <p:cond delay="indefinite"/>
                      </p:stCondLst>
                      <p:childTnLst>
                        <p:par>
                          <p:cTn id="67" fill="hold" nodeType="withGroup">
                            <p:stCondLst>
                              <p:cond delay="0"/>
                            </p:stCondLst>
                            <p:childTnLst>
                              <p:par>
                                <p:cTn id="68" presetID="22" presetClass="entr" presetSubtype="1" fill="hold" nodeType="clickEffect">
                                  <p:stCondLst>
                                    <p:cond delay="0"/>
                                  </p:stCondLst>
                                  <p:childTnLst>
                                    <p:set>
                                      <p:cBhvr>
                                        <p:cTn id="69" dur="1" fill="hold">
                                          <p:stCondLst>
                                            <p:cond delay="0"/>
                                          </p:stCondLst>
                                        </p:cTn>
                                        <p:tgtEl>
                                          <p:spTgt spid="4"/>
                                        </p:tgtEl>
                                        <p:attrNameLst>
                                          <p:attrName>style.visibility</p:attrName>
                                        </p:attrNameLst>
                                      </p:cBhvr>
                                      <p:to>
                                        <p:strVal val="visible"/>
                                      </p:to>
                                    </p:set>
                                    <p:animEffect transition="in" filter="wipe(up)">
                                      <p:cBhvr>
                                        <p:cTn id="70" dur="500"/>
                                        <p:tgtEl>
                                          <p:spTgt spid="4"/>
                                        </p:tgtEl>
                                      </p:cBhvr>
                                    </p:animEffect>
                                  </p:childTnLst>
                                </p:cTn>
                              </p:par>
                            </p:childTnLst>
                          </p:cTn>
                        </p:par>
                      </p:childTnLst>
                    </p:cTn>
                  </p:par>
                  <p:par>
                    <p:cTn id="71" fill="hold" nodeType="clickPar">
                      <p:stCondLst>
                        <p:cond delay="indefinite"/>
                      </p:stCondLst>
                      <p:childTnLst>
                        <p:par>
                          <p:cTn id="72" fill="hold" nodeType="withGroup">
                            <p:stCondLst>
                              <p:cond delay="0"/>
                            </p:stCondLst>
                            <p:childTnLst>
                              <p:par>
                                <p:cTn id="73" presetID="22" presetClass="entr" presetSubtype="1" fill="hold" grpId="0" nodeType="clickEffect">
                                  <p:stCondLst>
                                    <p:cond delay="0"/>
                                  </p:stCondLst>
                                  <p:childTnLst>
                                    <p:set>
                                      <p:cBhvr>
                                        <p:cTn id="74" dur="1" fill="hold">
                                          <p:stCondLst>
                                            <p:cond delay="0"/>
                                          </p:stCondLst>
                                        </p:cTn>
                                        <p:tgtEl>
                                          <p:spTgt spid="173080"/>
                                        </p:tgtEl>
                                        <p:attrNameLst>
                                          <p:attrName>style.visibility</p:attrName>
                                        </p:attrNameLst>
                                      </p:cBhvr>
                                      <p:to>
                                        <p:strVal val="visible"/>
                                      </p:to>
                                    </p:set>
                                    <p:animEffect transition="in" filter="wipe(up)">
                                      <p:cBhvr>
                                        <p:cTn id="75" dur="500"/>
                                        <p:tgtEl>
                                          <p:spTgt spid="173080"/>
                                        </p:tgtEl>
                                      </p:cBhvr>
                                    </p:animEffect>
                                  </p:childTnLst>
                                </p:cTn>
                              </p:par>
                            </p:childTnLst>
                          </p:cTn>
                        </p:par>
                      </p:childTnLst>
                    </p:cTn>
                  </p:par>
                  <p:par>
                    <p:cTn id="76" fill="hold" nodeType="clickPar">
                      <p:stCondLst>
                        <p:cond delay="indefinite"/>
                      </p:stCondLst>
                      <p:childTnLst>
                        <p:par>
                          <p:cTn id="77" fill="hold" nodeType="withGroup">
                            <p:stCondLst>
                              <p:cond delay="0"/>
                            </p:stCondLst>
                            <p:childTnLst>
                              <p:par>
                                <p:cTn id="78" presetID="1" presetClass="entr" presetSubtype="0" fill="hold" nodeType="clickEffect">
                                  <p:stCondLst>
                                    <p:cond delay="0"/>
                                  </p:stCondLst>
                                  <p:childTnLst>
                                    <p:set>
                                      <p:cBhvr>
                                        <p:cTn id="79" dur="1" fill="hold">
                                          <p:stCondLst>
                                            <p:cond delay="499"/>
                                          </p:stCondLst>
                                        </p:cTn>
                                        <p:tgtEl>
                                          <p:spTgt spid="5"/>
                                        </p:tgtEl>
                                        <p:attrNameLst>
                                          <p:attrName>style.visibility</p:attrName>
                                        </p:attrNameLst>
                                      </p:cBhvr>
                                      <p:to>
                                        <p:strVal val="visible"/>
                                      </p:to>
                                    </p:set>
                                  </p:childTnLst>
                                  <p:subTnLst>
                                    <p:set>
                                      <p:cBhvr override="childStyle">
                                        <p:cTn dur="1" fill="hold" display="0" masterRel="nextClick" afterEffect="1"/>
                                        <p:tgtEl>
                                          <p:spTgt spid="5"/>
                                        </p:tgtEl>
                                        <p:attrNameLst>
                                          <p:attrName>style.visibility</p:attrName>
                                        </p:attrNameLst>
                                      </p:cBhvr>
                                      <p:to>
                                        <p:strVal val="hidden"/>
                                      </p:to>
                                    </p:set>
                                  </p:subTnLst>
                                </p:cTn>
                              </p:par>
                            </p:childTnLst>
                          </p:cTn>
                        </p:par>
                      </p:childTnLst>
                    </p:cTn>
                  </p:par>
                  <p:par>
                    <p:cTn id="80" fill="hold" nodeType="clickPar">
                      <p:stCondLst>
                        <p:cond delay="indefinite"/>
                      </p:stCondLst>
                      <p:childTnLst>
                        <p:par>
                          <p:cTn id="81" fill="hold" nodeType="withGroup">
                            <p:stCondLst>
                              <p:cond delay="0"/>
                            </p:stCondLst>
                            <p:childTnLst>
                              <p:par>
                                <p:cTn id="82" presetID="22" presetClass="entr" presetSubtype="1" fill="hold" grpId="0" nodeType="clickEffect">
                                  <p:stCondLst>
                                    <p:cond delay="0"/>
                                  </p:stCondLst>
                                  <p:childTnLst>
                                    <p:set>
                                      <p:cBhvr>
                                        <p:cTn id="83" dur="1" fill="hold">
                                          <p:stCondLst>
                                            <p:cond delay="0"/>
                                          </p:stCondLst>
                                        </p:cTn>
                                        <p:tgtEl>
                                          <p:spTgt spid="173106"/>
                                        </p:tgtEl>
                                        <p:attrNameLst>
                                          <p:attrName>style.visibility</p:attrName>
                                        </p:attrNameLst>
                                      </p:cBhvr>
                                      <p:to>
                                        <p:strVal val="visible"/>
                                      </p:to>
                                    </p:set>
                                    <p:animEffect transition="in" filter="wipe(up)">
                                      <p:cBhvr>
                                        <p:cTn id="84" dur="500"/>
                                        <p:tgtEl>
                                          <p:spTgt spid="173106"/>
                                        </p:tgtEl>
                                      </p:cBhvr>
                                    </p:animEffect>
                                  </p:childTnLst>
                                </p:cTn>
                              </p:par>
                            </p:childTnLst>
                          </p:cTn>
                        </p:par>
                      </p:childTnLst>
                    </p:cTn>
                  </p:par>
                  <p:par>
                    <p:cTn id="85" fill="hold" nodeType="clickPar">
                      <p:stCondLst>
                        <p:cond delay="indefinite"/>
                      </p:stCondLst>
                      <p:childTnLst>
                        <p:par>
                          <p:cTn id="86" fill="hold" nodeType="withGroup">
                            <p:stCondLst>
                              <p:cond delay="0"/>
                            </p:stCondLst>
                            <p:childTnLst>
                              <p:par>
                                <p:cTn id="87" presetID="1" presetClass="entr" presetSubtype="0" fill="hold" nodeType="clickEffect">
                                  <p:stCondLst>
                                    <p:cond delay="0"/>
                                  </p:stCondLst>
                                  <p:childTnLst>
                                    <p:set>
                                      <p:cBhvr>
                                        <p:cTn id="88" dur="1" fill="hold">
                                          <p:stCondLst>
                                            <p:cond delay="499"/>
                                          </p:stCondLst>
                                        </p:cTn>
                                        <p:tgtEl>
                                          <p:spTgt spid="8"/>
                                        </p:tgtEl>
                                        <p:attrNameLst>
                                          <p:attrName>style.visibility</p:attrName>
                                        </p:attrNameLst>
                                      </p:cBhvr>
                                      <p:to>
                                        <p:strVal val="visible"/>
                                      </p:to>
                                    </p:set>
                                  </p:childTnLst>
                                </p:cTn>
                              </p:par>
                            </p:childTnLst>
                          </p:cTn>
                        </p:par>
                      </p:childTnLst>
                    </p:cTn>
                  </p:par>
                  <p:par>
                    <p:cTn id="89" fill="hold" nodeType="clickPar">
                      <p:stCondLst>
                        <p:cond delay="indefinite"/>
                      </p:stCondLst>
                      <p:childTnLst>
                        <p:par>
                          <p:cTn id="90" fill="hold" nodeType="withGroup">
                            <p:stCondLst>
                              <p:cond delay="0"/>
                            </p:stCondLst>
                            <p:childTnLst>
                              <p:par>
                                <p:cTn id="91" presetID="22" presetClass="entr" presetSubtype="8" fill="hold" grpId="0" nodeType="clickEffect">
                                  <p:stCondLst>
                                    <p:cond delay="0"/>
                                  </p:stCondLst>
                                  <p:childTnLst>
                                    <p:set>
                                      <p:cBhvr>
                                        <p:cTn id="92" dur="1" fill="hold">
                                          <p:stCondLst>
                                            <p:cond delay="0"/>
                                          </p:stCondLst>
                                        </p:cTn>
                                        <p:tgtEl>
                                          <p:spTgt spid="173088"/>
                                        </p:tgtEl>
                                        <p:attrNameLst>
                                          <p:attrName>style.visibility</p:attrName>
                                        </p:attrNameLst>
                                      </p:cBhvr>
                                      <p:to>
                                        <p:strVal val="visible"/>
                                      </p:to>
                                    </p:set>
                                    <p:animEffect transition="in" filter="wipe(left)">
                                      <p:cBhvr>
                                        <p:cTn id="93" dur="500"/>
                                        <p:tgtEl>
                                          <p:spTgt spid="173088"/>
                                        </p:tgtEl>
                                      </p:cBhvr>
                                    </p:animEffect>
                                  </p:childTnLst>
                                </p:cTn>
                              </p:par>
                            </p:childTnLst>
                          </p:cTn>
                        </p:par>
                      </p:childTnLst>
                    </p:cTn>
                  </p:par>
                  <p:par>
                    <p:cTn id="94" fill="hold" nodeType="clickPar">
                      <p:stCondLst>
                        <p:cond delay="indefinite"/>
                      </p:stCondLst>
                      <p:childTnLst>
                        <p:par>
                          <p:cTn id="95" fill="hold" nodeType="withGroup">
                            <p:stCondLst>
                              <p:cond delay="0"/>
                            </p:stCondLst>
                            <p:childTnLst>
                              <p:par>
                                <p:cTn id="96" presetID="22" presetClass="entr" presetSubtype="1" fill="hold" nodeType="clickEffect">
                                  <p:stCondLst>
                                    <p:cond delay="0"/>
                                  </p:stCondLst>
                                  <p:childTnLst>
                                    <p:set>
                                      <p:cBhvr>
                                        <p:cTn id="97" dur="1" fill="hold">
                                          <p:stCondLst>
                                            <p:cond delay="0"/>
                                          </p:stCondLst>
                                        </p:cTn>
                                        <p:tgtEl>
                                          <p:spTgt spid="7"/>
                                        </p:tgtEl>
                                        <p:attrNameLst>
                                          <p:attrName>style.visibility</p:attrName>
                                        </p:attrNameLst>
                                      </p:cBhvr>
                                      <p:to>
                                        <p:strVal val="visible"/>
                                      </p:to>
                                    </p:set>
                                    <p:animEffect transition="in" filter="wipe(up)">
                                      <p:cBhvr>
                                        <p:cTn id="98" dur="500"/>
                                        <p:tgtEl>
                                          <p:spTgt spid="7"/>
                                        </p:tgtEl>
                                      </p:cBhvr>
                                    </p:animEffect>
                                  </p:childTnLst>
                                </p:cTn>
                              </p:par>
                            </p:childTnLst>
                          </p:cTn>
                        </p:par>
                      </p:childTnLst>
                    </p:cTn>
                  </p:par>
                  <p:par>
                    <p:cTn id="99" fill="hold" nodeType="clickPar">
                      <p:stCondLst>
                        <p:cond delay="indefinite"/>
                      </p:stCondLst>
                      <p:childTnLst>
                        <p:par>
                          <p:cTn id="100" fill="hold" nodeType="withGroup">
                            <p:stCondLst>
                              <p:cond delay="0"/>
                            </p:stCondLst>
                            <p:childTnLst>
                              <p:par>
                                <p:cTn id="101" presetID="22" presetClass="entr" presetSubtype="1" fill="hold" grpId="0" nodeType="clickEffect">
                                  <p:stCondLst>
                                    <p:cond delay="0"/>
                                  </p:stCondLst>
                                  <p:childTnLst>
                                    <p:set>
                                      <p:cBhvr>
                                        <p:cTn id="102" dur="1" fill="hold">
                                          <p:stCondLst>
                                            <p:cond delay="0"/>
                                          </p:stCondLst>
                                        </p:cTn>
                                        <p:tgtEl>
                                          <p:spTgt spid="173092"/>
                                        </p:tgtEl>
                                        <p:attrNameLst>
                                          <p:attrName>style.visibility</p:attrName>
                                        </p:attrNameLst>
                                      </p:cBhvr>
                                      <p:to>
                                        <p:strVal val="visible"/>
                                      </p:to>
                                    </p:set>
                                    <p:animEffect transition="in" filter="wipe(up)">
                                      <p:cBhvr>
                                        <p:cTn id="103" dur="500"/>
                                        <p:tgtEl>
                                          <p:spTgt spid="173092"/>
                                        </p:tgtEl>
                                      </p:cBhvr>
                                    </p:animEffect>
                                  </p:childTnLst>
                                </p:cTn>
                              </p:par>
                            </p:childTnLst>
                          </p:cTn>
                        </p:par>
                      </p:childTnLst>
                    </p:cTn>
                  </p:par>
                  <p:par>
                    <p:cTn id="104" fill="hold" nodeType="clickPar">
                      <p:stCondLst>
                        <p:cond delay="indefinite"/>
                      </p:stCondLst>
                      <p:childTnLst>
                        <p:par>
                          <p:cTn id="105" fill="hold" nodeType="withGroup">
                            <p:stCondLst>
                              <p:cond delay="0"/>
                            </p:stCondLst>
                            <p:childTnLst>
                              <p:par>
                                <p:cTn id="106" presetID="22" presetClass="entr" presetSubtype="4" fill="hold" grpId="0" nodeType="clickEffect">
                                  <p:stCondLst>
                                    <p:cond delay="0"/>
                                  </p:stCondLst>
                                  <p:childTnLst>
                                    <p:set>
                                      <p:cBhvr>
                                        <p:cTn id="107" dur="1" fill="hold">
                                          <p:stCondLst>
                                            <p:cond delay="0"/>
                                          </p:stCondLst>
                                        </p:cTn>
                                        <p:tgtEl>
                                          <p:spTgt spid="173093"/>
                                        </p:tgtEl>
                                        <p:attrNameLst>
                                          <p:attrName>style.visibility</p:attrName>
                                        </p:attrNameLst>
                                      </p:cBhvr>
                                      <p:to>
                                        <p:strVal val="visible"/>
                                      </p:to>
                                    </p:set>
                                    <p:animEffect transition="in" filter="wipe(down)">
                                      <p:cBhvr>
                                        <p:cTn id="108" dur="500"/>
                                        <p:tgtEl>
                                          <p:spTgt spid="173093"/>
                                        </p:tgtEl>
                                      </p:cBhvr>
                                    </p:animEffect>
                                  </p:childTnLst>
                                </p:cTn>
                              </p:par>
                            </p:childTnLst>
                          </p:cTn>
                        </p:par>
                      </p:childTnLst>
                    </p:cTn>
                  </p:par>
                  <p:par>
                    <p:cTn id="109" fill="hold" nodeType="clickPar">
                      <p:stCondLst>
                        <p:cond delay="indefinite"/>
                      </p:stCondLst>
                      <p:childTnLst>
                        <p:par>
                          <p:cTn id="110" fill="hold" nodeType="withGroup">
                            <p:stCondLst>
                              <p:cond delay="0"/>
                            </p:stCondLst>
                            <p:childTnLst>
                              <p:par>
                                <p:cTn id="111" presetID="22" presetClass="entr" presetSubtype="4" fill="hold" grpId="0" nodeType="clickEffect">
                                  <p:stCondLst>
                                    <p:cond delay="0"/>
                                  </p:stCondLst>
                                  <p:childTnLst>
                                    <p:set>
                                      <p:cBhvr>
                                        <p:cTn id="112" dur="1" fill="hold">
                                          <p:stCondLst>
                                            <p:cond delay="0"/>
                                          </p:stCondLst>
                                        </p:cTn>
                                        <p:tgtEl>
                                          <p:spTgt spid="173095"/>
                                        </p:tgtEl>
                                        <p:attrNameLst>
                                          <p:attrName>style.visibility</p:attrName>
                                        </p:attrNameLst>
                                      </p:cBhvr>
                                      <p:to>
                                        <p:strVal val="visible"/>
                                      </p:to>
                                    </p:set>
                                    <p:animEffect transition="in" filter="wipe(down)">
                                      <p:cBhvr>
                                        <p:cTn id="113" dur="500"/>
                                        <p:tgtEl>
                                          <p:spTgt spid="173095"/>
                                        </p:tgtEl>
                                      </p:cBhvr>
                                    </p:animEffect>
                                  </p:childTnLst>
                                </p:cTn>
                              </p:par>
                            </p:childTnLst>
                          </p:cTn>
                        </p:par>
                      </p:childTnLst>
                    </p:cTn>
                  </p:par>
                  <p:par>
                    <p:cTn id="114" fill="hold" nodeType="clickPar">
                      <p:stCondLst>
                        <p:cond delay="indefinite"/>
                      </p:stCondLst>
                      <p:childTnLst>
                        <p:par>
                          <p:cTn id="115" fill="hold" nodeType="withGroup">
                            <p:stCondLst>
                              <p:cond delay="0"/>
                            </p:stCondLst>
                            <p:childTnLst>
                              <p:par>
                                <p:cTn id="116" presetID="22" presetClass="entr" presetSubtype="4" fill="hold" grpId="0" nodeType="clickEffect">
                                  <p:stCondLst>
                                    <p:cond delay="0"/>
                                  </p:stCondLst>
                                  <p:childTnLst>
                                    <p:set>
                                      <p:cBhvr>
                                        <p:cTn id="117" dur="1" fill="hold">
                                          <p:stCondLst>
                                            <p:cond delay="0"/>
                                          </p:stCondLst>
                                        </p:cTn>
                                        <p:tgtEl>
                                          <p:spTgt spid="173094"/>
                                        </p:tgtEl>
                                        <p:attrNameLst>
                                          <p:attrName>style.visibility</p:attrName>
                                        </p:attrNameLst>
                                      </p:cBhvr>
                                      <p:to>
                                        <p:strVal val="visible"/>
                                      </p:to>
                                    </p:set>
                                    <p:animEffect transition="in" filter="wipe(down)">
                                      <p:cBhvr>
                                        <p:cTn id="118" dur="500"/>
                                        <p:tgtEl>
                                          <p:spTgt spid="173094"/>
                                        </p:tgtEl>
                                      </p:cBhvr>
                                    </p:animEffect>
                                  </p:childTnLst>
                                </p:cTn>
                              </p:par>
                            </p:childTnLst>
                          </p:cTn>
                        </p:par>
                      </p:childTnLst>
                    </p:cTn>
                  </p:par>
                  <p:par>
                    <p:cTn id="119" fill="hold" nodeType="clickPar">
                      <p:stCondLst>
                        <p:cond delay="indefinite"/>
                      </p:stCondLst>
                      <p:childTnLst>
                        <p:par>
                          <p:cTn id="120" fill="hold" nodeType="withGroup">
                            <p:stCondLst>
                              <p:cond delay="0"/>
                            </p:stCondLst>
                            <p:childTnLst>
                              <p:par>
                                <p:cTn id="121" presetID="22" presetClass="entr" presetSubtype="4" fill="hold" grpId="0" nodeType="clickEffect">
                                  <p:stCondLst>
                                    <p:cond delay="0"/>
                                  </p:stCondLst>
                                  <p:childTnLst>
                                    <p:set>
                                      <p:cBhvr>
                                        <p:cTn id="122" dur="1" fill="hold">
                                          <p:stCondLst>
                                            <p:cond delay="0"/>
                                          </p:stCondLst>
                                        </p:cTn>
                                        <p:tgtEl>
                                          <p:spTgt spid="173096"/>
                                        </p:tgtEl>
                                        <p:attrNameLst>
                                          <p:attrName>style.visibility</p:attrName>
                                        </p:attrNameLst>
                                      </p:cBhvr>
                                      <p:to>
                                        <p:strVal val="visible"/>
                                      </p:to>
                                    </p:set>
                                    <p:animEffect transition="in" filter="wipe(down)">
                                      <p:cBhvr>
                                        <p:cTn id="123" dur="500"/>
                                        <p:tgtEl>
                                          <p:spTgt spid="173096"/>
                                        </p:tgtEl>
                                      </p:cBhvr>
                                    </p:animEffect>
                                  </p:childTnLst>
                                </p:cTn>
                              </p:par>
                            </p:childTnLst>
                          </p:cTn>
                        </p:par>
                      </p:childTnLst>
                    </p:cTn>
                  </p:par>
                  <p:par>
                    <p:cTn id="124" fill="hold" nodeType="clickPar">
                      <p:stCondLst>
                        <p:cond delay="indefinite"/>
                      </p:stCondLst>
                      <p:childTnLst>
                        <p:par>
                          <p:cTn id="125" fill="hold" nodeType="withGroup">
                            <p:stCondLst>
                              <p:cond delay="0"/>
                            </p:stCondLst>
                            <p:childTnLst>
                              <p:par>
                                <p:cTn id="126" presetID="22" presetClass="entr" presetSubtype="4" fill="hold" grpId="0" nodeType="clickEffect">
                                  <p:stCondLst>
                                    <p:cond delay="0"/>
                                  </p:stCondLst>
                                  <p:childTnLst>
                                    <p:set>
                                      <p:cBhvr>
                                        <p:cTn id="127" dur="1" fill="hold">
                                          <p:stCondLst>
                                            <p:cond delay="0"/>
                                          </p:stCondLst>
                                        </p:cTn>
                                        <p:tgtEl>
                                          <p:spTgt spid="173097"/>
                                        </p:tgtEl>
                                        <p:attrNameLst>
                                          <p:attrName>style.visibility</p:attrName>
                                        </p:attrNameLst>
                                      </p:cBhvr>
                                      <p:to>
                                        <p:strVal val="visible"/>
                                      </p:to>
                                    </p:set>
                                    <p:animEffect transition="in" filter="wipe(down)">
                                      <p:cBhvr>
                                        <p:cTn id="128" dur="500"/>
                                        <p:tgtEl>
                                          <p:spTgt spid="173097"/>
                                        </p:tgtEl>
                                      </p:cBhvr>
                                    </p:animEffect>
                                  </p:childTnLst>
                                </p:cTn>
                              </p:par>
                            </p:childTnLst>
                          </p:cTn>
                        </p:par>
                      </p:childTnLst>
                    </p:cTn>
                  </p:par>
                  <p:par>
                    <p:cTn id="129" fill="hold" nodeType="clickPar">
                      <p:stCondLst>
                        <p:cond delay="indefinite"/>
                      </p:stCondLst>
                      <p:childTnLst>
                        <p:par>
                          <p:cTn id="130" fill="hold" nodeType="withGroup">
                            <p:stCondLst>
                              <p:cond delay="0"/>
                            </p:stCondLst>
                            <p:childTnLst>
                              <p:par>
                                <p:cTn id="131" presetID="22" presetClass="entr" presetSubtype="4" fill="hold" grpId="0" nodeType="clickEffect">
                                  <p:stCondLst>
                                    <p:cond delay="0"/>
                                  </p:stCondLst>
                                  <p:childTnLst>
                                    <p:set>
                                      <p:cBhvr>
                                        <p:cTn id="132" dur="1" fill="hold">
                                          <p:stCondLst>
                                            <p:cond delay="0"/>
                                          </p:stCondLst>
                                        </p:cTn>
                                        <p:tgtEl>
                                          <p:spTgt spid="173098"/>
                                        </p:tgtEl>
                                        <p:attrNameLst>
                                          <p:attrName>style.visibility</p:attrName>
                                        </p:attrNameLst>
                                      </p:cBhvr>
                                      <p:to>
                                        <p:strVal val="visible"/>
                                      </p:to>
                                    </p:set>
                                    <p:animEffect transition="in" filter="wipe(down)">
                                      <p:cBhvr>
                                        <p:cTn id="133" dur="500"/>
                                        <p:tgtEl>
                                          <p:spTgt spid="173098"/>
                                        </p:tgtEl>
                                      </p:cBhvr>
                                    </p:animEffect>
                                  </p:childTnLst>
                                </p:cTn>
                              </p:par>
                            </p:childTnLst>
                          </p:cTn>
                        </p:par>
                      </p:childTnLst>
                    </p:cTn>
                  </p:par>
                  <p:par>
                    <p:cTn id="134" fill="hold" nodeType="clickPar">
                      <p:stCondLst>
                        <p:cond delay="indefinite"/>
                      </p:stCondLst>
                      <p:childTnLst>
                        <p:par>
                          <p:cTn id="135" fill="hold" nodeType="withGroup">
                            <p:stCondLst>
                              <p:cond delay="0"/>
                            </p:stCondLst>
                            <p:childTnLst>
                              <p:par>
                                <p:cTn id="136" presetID="22" presetClass="entr" presetSubtype="4" fill="hold" grpId="0" nodeType="clickEffect">
                                  <p:stCondLst>
                                    <p:cond delay="0"/>
                                  </p:stCondLst>
                                  <p:childTnLst>
                                    <p:set>
                                      <p:cBhvr>
                                        <p:cTn id="137" dur="1" fill="hold">
                                          <p:stCondLst>
                                            <p:cond delay="0"/>
                                          </p:stCondLst>
                                        </p:cTn>
                                        <p:tgtEl>
                                          <p:spTgt spid="173061"/>
                                        </p:tgtEl>
                                        <p:attrNameLst>
                                          <p:attrName>style.visibility</p:attrName>
                                        </p:attrNameLst>
                                      </p:cBhvr>
                                      <p:to>
                                        <p:strVal val="visible"/>
                                      </p:to>
                                    </p:set>
                                    <p:animEffect transition="in" filter="wipe(down)">
                                      <p:cBhvr>
                                        <p:cTn id="138" dur="500"/>
                                        <p:tgtEl>
                                          <p:spTgt spid="173061"/>
                                        </p:tgtEl>
                                      </p:cBhvr>
                                    </p:animEffect>
                                  </p:childTnLst>
                                </p:cTn>
                              </p:par>
                            </p:childTnLst>
                          </p:cTn>
                        </p:par>
                      </p:childTnLst>
                    </p:cTn>
                  </p:par>
                  <p:par>
                    <p:cTn id="139" fill="hold" nodeType="clickPar">
                      <p:stCondLst>
                        <p:cond delay="indefinite"/>
                      </p:stCondLst>
                      <p:childTnLst>
                        <p:par>
                          <p:cTn id="140" fill="hold" nodeType="withGroup">
                            <p:stCondLst>
                              <p:cond delay="0"/>
                            </p:stCondLst>
                            <p:childTnLst>
                              <p:par>
                                <p:cTn id="141" presetID="22" presetClass="entr" presetSubtype="4" fill="hold" grpId="0" nodeType="clickEffect">
                                  <p:stCondLst>
                                    <p:cond delay="0"/>
                                  </p:stCondLst>
                                  <p:childTnLst>
                                    <p:set>
                                      <p:cBhvr>
                                        <p:cTn id="142" dur="1" fill="hold">
                                          <p:stCondLst>
                                            <p:cond delay="0"/>
                                          </p:stCondLst>
                                        </p:cTn>
                                        <p:tgtEl>
                                          <p:spTgt spid="173099"/>
                                        </p:tgtEl>
                                        <p:attrNameLst>
                                          <p:attrName>style.visibility</p:attrName>
                                        </p:attrNameLst>
                                      </p:cBhvr>
                                      <p:to>
                                        <p:strVal val="visible"/>
                                      </p:to>
                                    </p:set>
                                    <p:animEffect transition="in" filter="wipe(down)">
                                      <p:cBhvr>
                                        <p:cTn id="143" dur="500"/>
                                        <p:tgtEl>
                                          <p:spTgt spid="173099"/>
                                        </p:tgtEl>
                                      </p:cBhvr>
                                    </p:animEffect>
                                  </p:childTnLst>
                                </p:cTn>
                              </p:par>
                            </p:childTnLst>
                          </p:cTn>
                        </p:par>
                      </p:childTnLst>
                    </p:cTn>
                  </p:par>
                  <p:par>
                    <p:cTn id="144" fill="hold" nodeType="clickPar">
                      <p:stCondLst>
                        <p:cond delay="indefinite"/>
                      </p:stCondLst>
                      <p:childTnLst>
                        <p:par>
                          <p:cTn id="145" fill="hold" nodeType="withGroup">
                            <p:stCondLst>
                              <p:cond delay="0"/>
                            </p:stCondLst>
                            <p:childTnLst>
                              <p:par>
                                <p:cTn id="146" presetID="22" presetClass="entr" presetSubtype="4" fill="hold" grpId="0" nodeType="clickEffect">
                                  <p:stCondLst>
                                    <p:cond delay="0"/>
                                  </p:stCondLst>
                                  <p:childTnLst>
                                    <p:set>
                                      <p:cBhvr>
                                        <p:cTn id="147" dur="1" fill="hold">
                                          <p:stCondLst>
                                            <p:cond delay="0"/>
                                          </p:stCondLst>
                                        </p:cTn>
                                        <p:tgtEl>
                                          <p:spTgt spid="173058"/>
                                        </p:tgtEl>
                                        <p:attrNameLst>
                                          <p:attrName>style.visibility</p:attrName>
                                        </p:attrNameLst>
                                      </p:cBhvr>
                                      <p:to>
                                        <p:strVal val="visible"/>
                                      </p:to>
                                    </p:set>
                                    <p:animEffect transition="in" filter="wipe(down)">
                                      <p:cBhvr>
                                        <p:cTn id="148" dur="500"/>
                                        <p:tgtEl>
                                          <p:spTgt spid="173058"/>
                                        </p:tgtEl>
                                      </p:cBhvr>
                                    </p:animEffect>
                                  </p:childTnLst>
                                </p:cTn>
                              </p:par>
                            </p:childTnLst>
                          </p:cTn>
                        </p:par>
                      </p:childTnLst>
                    </p:cTn>
                  </p:par>
                  <p:par>
                    <p:cTn id="149" fill="hold" nodeType="clickPar">
                      <p:stCondLst>
                        <p:cond delay="indefinite"/>
                      </p:stCondLst>
                      <p:childTnLst>
                        <p:par>
                          <p:cTn id="150" fill="hold" nodeType="withGroup">
                            <p:stCondLst>
                              <p:cond delay="0"/>
                            </p:stCondLst>
                            <p:childTnLst>
                              <p:par>
                                <p:cTn id="151" presetID="22" presetClass="entr" presetSubtype="4" fill="hold" grpId="0" nodeType="clickEffect">
                                  <p:stCondLst>
                                    <p:cond delay="0"/>
                                  </p:stCondLst>
                                  <p:childTnLst>
                                    <p:set>
                                      <p:cBhvr>
                                        <p:cTn id="152" dur="1" fill="hold">
                                          <p:stCondLst>
                                            <p:cond delay="0"/>
                                          </p:stCondLst>
                                        </p:cTn>
                                        <p:tgtEl>
                                          <p:spTgt spid="173059"/>
                                        </p:tgtEl>
                                        <p:attrNameLst>
                                          <p:attrName>style.visibility</p:attrName>
                                        </p:attrNameLst>
                                      </p:cBhvr>
                                      <p:to>
                                        <p:strVal val="visible"/>
                                      </p:to>
                                    </p:set>
                                    <p:animEffect transition="in" filter="wipe(down)">
                                      <p:cBhvr>
                                        <p:cTn id="153" dur="500"/>
                                        <p:tgtEl>
                                          <p:spTgt spid="173059"/>
                                        </p:tgtEl>
                                      </p:cBhvr>
                                    </p:animEffect>
                                  </p:childTnLst>
                                </p:cTn>
                              </p:par>
                            </p:childTnLst>
                          </p:cTn>
                        </p:par>
                      </p:childTnLst>
                    </p:cTn>
                  </p:par>
                  <p:par>
                    <p:cTn id="154" fill="hold" nodeType="clickPar">
                      <p:stCondLst>
                        <p:cond delay="indefinite"/>
                      </p:stCondLst>
                      <p:childTnLst>
                        <p:par>
                          <p:cTn id="155" fill="hold" nodeType="withGroup">
                            <p:stCondLst>
                              <p:cond delay="0"/>
                            </p:stCondLst>
                            <p:childTnLst>
                              <p:par>
                                <p:cTn id="156" presetID="22" presetClass="entr" presetSubtype="4" fill="hold" grpId="0" nodeType="clickEffect">
                                  <p:stCondLst>
                                    <p:cond delay="0"/>
                                  </p:stCondLst>
                                  <p:childTnLst>
                                    <p:set>
                                      <p:cBhvr>
                                        <p:cTn id="157" dur="1" fill="hold">
                                          <p:stCondLst>
                                            <p:cond delay="0"/>
                                          </p:stCondLst>
                                        </p:cTn>
                                        <p:tgtEl>
                                          <p:spTgt spid="173060"/>
                                        </p:tgtEl>
                                        <p:attrNameLst>
                                          <p:attrName>style.visibility</p:attrName>
                                        </p:attrNameLst>
                                      </p:cBhvr>
                                      <p:to>
                                        <p:strVal val="visible"/>
                                      </p:to>
                                    </p:set>
                                    <p:animEffect transition="in" filter="wipe(down)">
                                      <p:cBhvr>
                                        <p:cTn id="158" dur="500"/>
                                        <p:tgtEl>
                                          <p:spTgt spid="173060"/>
                                        </p:tgtEl>
                                      </p:cBhvr>
                                    </p:animEffect>
                                  </p:childTnLst>
                                </p:cTn>
                              </p:par>
                            </p:childTnLst>
                          </p:cTn>
                        </p:par>
                      </p:childTnLst>
                    </p:cTn>
                  </p:par>
                  <p:par>
                    <p:cTn id="159" fill="hold" nodeType="clickPar">
                      <p:stCondLst>
                        <p:cond delay="indefinite"/>
                      </p:stCondLst>
                      <p:childTnLst>
                        <p:par>
                          <p:cTn id="160" fill="hold" nodeType="withGroup">
                            <p:stCondLst>
                              <p:cond delay="0"/>
                            </p:stCondLst>
                            <p:childTnLst>
                              <p:par>
                                <p:cTn id="161" presetID="22" presetClass="entr" presetSubtype="4" fill="hold" grpId="0" nodeType="clickEffect">
                                  <p:stCondLst>
                                    <p:cond delay="0"/>
                                  </p:stCondLst>
                                  <p:childTnLst>
                                    <p:set>
                                      <p:cBhvr>
                                        <p:cTn id="162" dur="1" fill="hold">
                                          <p:stCondLst>
                                            <p:cond delay="0"/>
                                          </p:stCondLst>
                                        </p:cTn>
                                        <p:tgtEl>
                                          <p:spTgt spid="173100"/>
                                        </p:tgtEl>
                                        <p:attrNameLst>
                                          <p:attrName>style.visibility</p:attrName>
                                        </p:attrNameLst>
                                      </p:cBhvr>
                                      <p:to>
                                        <p:strVal val="visible"/>
                                      </p:to>
                                    </p:set>
                                    <p:animEffect transition="in" filter="wipe(down)">
                                      <p:cBhvr>
                                        <p:cTn id="163" dur="500"/>
                                        <p:tgtEl>
                                          <p:spTgt spid="173100"/>
                                        </p:tgtEl>
                                      </p:cBhvr>
                                    </p:animEffect>
                                  </p:childTnLst>
                                </p:cTn>
                              </p:par>
                            </p:childTnLst>
                          </p:cTn>
                        </p:par>
                      </p:childTnLst>
                    </p:cTn>
                  </p:par>
                  <p:par>
                    <p:cTn id="164" fill="hold" nodeType="clickPar">
                      <p:stCondLst>
                        <p:cond delay="indefinite"/>
                      </p:stCondLst>
                      <p:childTnLst>
                        <p:par>
                          <p:cTn id="165" fill="hold" nodeType="withGroup">
                            <p:stCondLst>
                              <p:cond delay="0"/>
                            </p:stCondLst>
                            <p:childTnLst>
                              <p:par>
                                <p:cTn id="166" presetID="22" presetClass="entr" presetSubtype="1" fill="hold" grpId="0" nodeType="clickEffect">
                                  <p:stCondLst>
                                    <p:cond delay="0"/>
                                  </p:stCondLst>
                                  <p:childTnLst>
                                    <p:set>
                                      <p:cBhvr>
                                        <p:cTn id="167" dur="1" fill="hold">
                                          <p:stCondLst>
                                            <p:cond delay="0"/>
                                          </p:stCondLst>
                                        </p:cTn>
                                        <p:tgtEl>
                                          <p:spTgt spid="173139"/>
                                        </p:tgtEl>
                                        <p:attrNameLst>
                                          <p:attrName>style.visibility</p:attrName>
                                        </p:attrNameLst>
                                      </p:cBhvr>
                                      <p:to>
                                        <p:strVal val="visible"/>
                                      </p:to>
                                    </p:set>
                                    <p:animEffect transition="in" filter="wipe(up)">
                                      <p:cBhvr>
                                        <p:cTn id="168" dur="500"/>
                                        <p:tgtEl>
                                          <p:spTgt spid="173139"/>
                                        </p:tgtEl>
                                      </p:cBhvr>
                                    </p:animEffect>
                                  </p:childTnLst>
                                </p:cTn>
                              </p:par>
                            </p:childTnLst>
                          </p:cTn>
                        </p:par>
                      </p:childTnLst>
                    </p:cTn>
                  </p:par>
                  <p:par>
                    <p:cTn id="169" fill="hold" nodeType="clickPar">
                      <p:stCondLst>
                        <p:cond delay="indefinite"/>
                      </p:stCondLst>
                      <p:childTnLst>
                        <p:par>
                          <p:cTn id="170" fill="hold" nodeType="withGroup">
                            <p:stCondLst>
                              <p:cond delay="0"/>
                            </p:stCondLst>
                            <p:childTnLst>
                              <p:par>
                                <p:cTn id="171" presetID="22" presetClass="entr" presetSubtype="1" fill="hold" grpId="0" nodeType="clickEffect">
                                  <p:stCondLst>
                                    <p:cond delay="0"/>
                                  </p:stCondLst>
                                  <p:childTnLst>
                                    <p:set>
                                      <p:cBhvr>
                                        <p:cTn id="172" dur="1" fill="hold">
                                          <p:stCondLst>
                                            <p:cond delay="0"/>
                                          </p:stCondLst>
                                        </p:cTn>
                                        <p:tgtEl>
                                          <p:spTgt spid="173140"/>
                                        </p:tgtEl>
                                        <p:attrNameLst>
                                          <p:attrName>style.visibility</p:attrName>
                                        </p:attrNameLst>
                                      </p:cBhvr>
                                      <p:to>
                                        <p:strVal val="visible"/>
                                      </p:to>
                                    </p:set>
                                    <p:animEffect transition="in" filter="wipe(up)">
                                      <p:cBhvr>
                                        <p:cTn id="173" dur="500"/>
                                        <p:tgtEl>
                                          <p:spTgt spid="173140"/>
                                        </p:tgtEl>
                                      </p:cBhvr>
                                    </p:animEffect>
                                  </p:childTnLst>
                                </p:cTn>
                              </p:par>
                            </p:childTnLst>
                          </p:cTn>
                        </p:par>
                      </p:childTnLst>
                    </p:cTn>
                  </p:par>
                  <p:par>
                    <p:cTn id="174" fill="hold" nodeType="clickPar">
                      <p:stCondLst>
                        <p:cond delay="indefinite"/>
                      </p:stCondLst>
                      <p:childTnLst>
                        <p:par>
                          <p:cTn id="175" fill="hold" nodeType="withGroup">
                            <p:stCondLst>
                              <p:cond delay="0"/>
                            </p:stCondLst>
                            <p:childTnLst>
                              <p:par>
                                <p:cTn id="176" presetID="22" presetClass="entr" presetSubtype="2" fill="hold" grpId="0" nodeType="clickEffect">
                                  <p:stCondLst>
                                    <p:cond delay="0"/>
                                  </p:stCondLst>
                                  <p:childTnLst>
                                    <p:set>
                                      <p:cBhvr>
                                        <p:cTn id="177" dur="1" fill="hold">
                                          <p:stCondLst>
                                            <p:cond delay="0"/>
                                          </p:stCondLst>
                                        </p:cTn>
                                        <p:tgtEl>
                                          <p:spTgt spid="173141"/>
                                        </p:tgtEl>
                                        <p:attrNameLst>
                                          <p:attrName>style.visibility</p:attrName>
                                        </p:attrNameLst>
                                      </p:cBhvr>
                                      <p:to>
                                        <p:strVal val="visible"/>
                                      </p:to>
                                    </p:set>
                                    <p:animEffect transition="in" filter="wipe(right)">
                                      <p:cBhvr>
                                        <p:cTn id="178" dur="500"/>
                                        <p:tgtEl>
                                          <p:spTgt spid="173141"/>
                                        </p:tgtEl>
                                      </p:cBhvr>
                                    </p:animEffect>
                                  </p:childTnLst>
                                </p:cTn>
                              </p:par>
                            </p:childTnLst>
                          </p:cTn>
                        </p:par>
                      </p:childTnLst>
                    </p:cTn>
                  </p:par>
                  <p:par>
                    <p:cTn id="179" fill="hold" nodeType="clickPar">
                      <p:stCondLst>
                        <p:cond delay="indefinite"/>
                      </p:stCondLst>
                      <p:childTnLst>
                        <p:par>
                          <p:cTn id="180" fill="hold" nodeType="withGroup">
                            <p:stCondLst>
                              <p:cond delay="0"/>
                            </p:stCondLst>
                            <p:childTnLst>
                              <p:par>
                                <p:cTn id="181" presetID="22" presetClass="entr" presetSubtype="1" fill="hold" grpId="0" nodeType="clickEffect">
                                  <p:stCondLst>
                                    <p:cond delay="0"/>
                                  </p:stCondLst>
                                  <p:childTnLst>
                                    <p:set>
                                      <p:cBhvr>
                                        <p:cTn id="182" dur="1" fill="hold">
                                          <p:stCondLst>
                                            <p:cond delay="0"/>
                                          </p:stCondLst>
                                        </p:cTn>
                                        <p:tgtEl>
                                          <p:spTgt spid="173142"/>
                                        </p:tgtEl>
                                        <p:attrNameLst>
                                          <p:attrName>style.visibility</p:attrName>
                                        </p:attrNameLst>
                                      </p:cBhvr>
                                      <p:to>
                                        <p:strVal val="visible"/>
                                      </p:to>
                                    </p:set>
                                    <p:animEffect transition="in" filter="wipe(up)">
                                      <p:cBhvr>
                                        <p:cTn id="183" dur="500"/>
                                        <p:tgtEl>
                                          <p:spTgt spid="173142"/>
                                        </p:tgtEl>
                                      </p:cBhvr>
                                    </p:animEffect>
                                  </p:childTnLst>
                                </p:cTn>
                              </p:par>
                            </p:childTnLst>
                          </p:cTn>
                        </p:par>
                      </p:childTnLst>
                    </p:cTn>
                  </p:par>
                  <p:par>
                    <p:cTn id="184" fill="hold" nodeType="clickPar">
                      <p:stCondLst>
                        <p:cond delay="indefinite"/>
                      </p:stCondLst>
                      <p:childTnLst>
                        <p:par>
                          <p:cTn id="185" fill="hold" nodeType="withGroup">
                            <p:stCondLst>
                              <p:cond delay="0"/>
                            </p:stCondLst>
                            <p:childTnLst>
                              <p:par>
                                <p:cTn id="186" presetID="22" presetClass="entr" presetSubtype="1" fill="hold" grpId="0" nodeType="clickEffect">
                                  <p:stCondLst>
                                    <p:cond delay="0"/>
                                  </p:stCondLst>
                                  <p:childTnLst>
                                    <p:set>
                                      <p:cBhvr>
                                        <p:cTn id="187" dur="1" fill="hold">
                                          <p:stCondLst>
                                            <p:cond delay="0"/>
                                          </p:stCondLst>
                                        </p:cTn>
                                        <p:tgtEl>
                                          <p:spTgt spid="173143"/>
                                        </p:tgtEl>
                                        <p:attrNameLst>
                                          <p:attrName>style.visibility</p:attrName>
                                        </p:attrNameLst>
                                      </p:cBhvr>
                                      <p:to>
                                        <p:strVal val="visible"/>
                                      </p:to>
                                    </p:set>
                                    <p:animEffect transition="in" filter="wipe(up)">
                                      <p:cBhvr>
                                        <p:cTn id="188" dur="500"/>
                                        <p:tgtEl>
                                          <p:spTgt spid="173143"/>
                                        </p:tgtEl>
                                      </p:cBhvr>
                                    </p:animEffect>
                                  </p:childTnLst>
                                </p:cTn>
                              </p:par>
                            </p:childTnLst>
                          </p:cTn>
                        </p:par>
                      </p:childTnLst>
                    </p:cTn>
                  </p:par>
                  <p:par>
                    <p:cTn id="189" fill="hold" nodeType="clickPar">
                      <p:stCondLst>
                        <p:cond delay="indefinite"/>
                      </p:stCondLst>
                      <p:childTnLst>
                        <p:par>
                          <p:cTn id="190" fill="hold" nodeType="withGroup">
                            <p:stCondLst>
                              <p:cond delay="0"/>
                            </p:stCondLst>
                            <p:childTnLst>
                              <p:par>
                                <p:cTn id="191" presetID="22" presetClass="entr" presetSubtype="8" fill="hold" grpId="0" nodeType="clickEffect">
                                  <p:stCondLst>
                                    <p:cond delay="0"/>
                                  </p:stCondLst>
                                  <p:childTnLst>
                                    <p:set>
                                      <p:cBhvr>
                                        <p:cTn id="192" dur="1" fill="hold">
                                          <p:stCondLst>
                                            <p:cond delay="0"/>
                                          </p:stCondLst>
                                        </p:cTn>
                                        <p:tgtEl>
                                          <p:spTgt spid="173144"/>
                                        </p:tgtEl>
                                        <p:attrNameLst>
                                          <p:attrName>style.visibility</p:attrName>
                                        </p:attrNameLst>
                                      </p:cBhvr>
                                      <p:to>
                                        <p:strVal val="visible"/>
                                      </p:to>
                                    </p:set>
                                    <p:animEffect transition="in" filter="wipe(left)">
                                      <p:cBhvr>
                                        <p:cTn id="193" dur="500"/>
                                        <p:tgtEl>
                                          <p:spTgt spid="173144"/>
                                        </p:tgtEl>
                                      </p:cBhvr>
                                    </p:animEffect>
                                  </p:childTnLst>
                                </p:cTn>
                              </p:par>
                            </p:childTnLst>
                          </p:cTn>
                        </p:par>
                      </p:childTnLst>
                    </p:cTn>
                  </p:par>
                  <p:par>
                    <p:cTn id="194" fill="hold" nodeType="clickPar">
                      <p:stCondLst>
                        <p:cond delay="indefinite"/>
                      </p:stCondLst>
                      <p:childTnLst>
                        <p:par>
                          <p:cTn id="195" fill="hold" nodeType="withGroup">
                            <p:stCondLst>
                              <p:cond delay="0"/>
                            </p:stCondLst>
                            <p:childTnLst>
                              <p:par>
                                <p:cTn id="196" presetID="22" presetClass="entr" presetSubtype="1" fill="hold" grpId="0" nodeType="clickEffect">
                                  <p:stCondLst>
                                    <p:cond delay="0"/>
                                  </p:stCondLst>
                                  <p:childTnLst>
                                    <p:set>
                                      <p:cBhvr>
                                        <p:cTn id="197" dur="1" fill="hold">
                                          <p:stCondLst>
                                            <p:cond delay="0"/>
                                          </p:stCondLst>
                                        </p:cTn>
                                        <p:tgtEl>
                                          <p:spTgt spid="173148"/>
                                        </p:tgtEl>
                                        <p:attrNameLst>
                                          <p:attrName>style.visibility</p:attrName>
                                        </p:attrNameLst>
                                      </p:cBhvr>
                                      <p:to>
                                        <p:strVal val="visible"/>
                                      </p:to>
                                    </p:set>
                                    <p:animEffect transition="in" filter="wipe(up)">
                                      <p:cBhvr>
                                        <p:cTn id="198" dur="500"/>
                                        <p:tgtEl>
                                          <p:spTgt spid="173148"/>
                                        </p:tgtEl>
                                      </p:cBhvr>
                                    </p:animEffect>
                                  </p:childTnLst>
                                </p:cTn>
                              </p:par>
                            </p:childTnLst>
                          </p:cTn>
                        </p:par>
                      </p:childTnLst>
                    </p:cTn>
                  </p:par>
                  <p:par>
                    <p:cTn id="199" fill="hold" nodeType="clickPar">
                      <p:stCondLst>
                        <p:cond delay="indefinite"/>
                      </p:stCondLst>
                      <p:childTnLst>
                        <p:par>
                          <p:cTn id="200" fill="hold" nodeType="withGroup">
                            <p:stCondLst>
                              <p:cond delay="0"/>
                            </p:stCondLst>
                            <p:childTnLst>
                              <p:par>
                                <p:cTn id="201" presetID="22" presetClass="entr" presetSubtype="2" fill="hold" grpId="0" nodeType="clickEffect">
                                  <p:stCondLst>
                                    <p:cond delay="0"/>
                                  </p:stCondLst>
                                  <p:childTnLst>
                                    <p:set>
                                      <p:cBhvr>
                                        <p:cTn id="202" dur="1" fill="hold">
                                          <p:stCondLst>
                                            <p:cond delay="0"/>
                                          </p:stCondLst>
                                        </p:cTn>
                                        <p:tgtEl>
                                          <p:spTgt spid="173145"/>
                                        </p:tgtEl>
                                        <p:attrNameLst>
                                          <p:attrName>style.visibility</p:attrName>
                                        </p:attrNameLst>
                                      </p:cBhvr>
                                      <p:to>
                                        <p:strVal val="visible"/>
                                      </p:to>
                                    </p:set>
                                    <p:animEffect transition="in" filter="wipe(right)">
                                      <p:cBhvr>
                                        <p:cTn id="203" dur="500"/>
                                        <p:tgtEl>
                                          <p:spTgt spid="173145"/>
                                        </p:tgtEl>
                                      </p:cBhvr>
                                    </p:animEffect>
                                  </p:childTnLst>
                                </p:cTn>
                              </p:par>
                            </p:childTnLst>
                          </p:cTn>
                        </p:par>
                      </p:childTnLst>
                    </p:cTn>
                  </p:par>
                  <p:par>
                    <p:cTn id="204" fill="hold" nodeType="clickPar">
                      <p:stCondLst>
                        <p:cond delay="indefinite"/>
                      </p:stCondLst>
                      <p:childTnLst>
                        <p:par>
                          <p:cTn id="205" fill="hold" nodeType="withGroup">
                            <p:stCondLst>
                              <p:cond delay="0"/>
                            </p:stCondLst>
                            <p:childTnLst>
                              <p:par>
                                <p:cTn id="206" presetID="22" presetClass="entr" presetSubtype="1" fill="hold" grpId="0" nodeType="clickEffect">
                                  <p:stCondLst>
                                    <p:cond delay="0"/>
                                  </p:stCondLst>
                                  <p:childTnLst>
                                    <p:set>
                                      <p:cBhvr>
                                        <p:cTn id="207" dur="1" fill="hold">
                                          <p:stCondLst>
                                            <p:cond delay="0"/>
                                          </p:stCondLst>
                                        </p:cTn>
                                        <p:tgtEl>
                                          <p:spTgt spid="173147"/>
                                        </p:tgtEl>
                                        <p:attrNameLst>
                                          <p:attrName>style.visibility</p:attrName>
                                        </p:attrNameLst>
                                      </p:cBhvr>
                                      <p:to>
                                        <p:strVal val="visible"/>
                                      </p:to>
                                    </p:set>
                                    <p:animEffect transition="in" filter="wipe(up)">
                                      <p:cBhvr>
                                        <p:cTn id="208" dur="500"/>
                                        <p:tgtEl>
                                          <p:spTgt spid="173147"/>
                                        </p:tgtEl>
                                      </p:cBhvr>
                                    </p:animEffect>
                                  </p:childTnLst>
                                </p:cTn>
                              </p:par>
                            </p:childTnLst>
                          </p:cTn>
                        </p:par>
                      </p:childTnLst>
                    </p:cTn>
                  </p:par>
                  <p:par>
                    <p:cTn id="209" fill="hold" nodeType="clickPar">
                      <p:stCondLst>
                        <p:cond delay="indefinite"/>
                      </p:stCondLst>
                      <p:childTnLst>
                        <p:par>
                          <p:cTn id="210" fill="hold" nodeType="withGroup">
                            <p:stCondLst>
                              <p:cond delay="0"/>
                            </p:stCondLst>
                            <p:childTnLst>
                              <p:par>
                                <p:cTn id="211" presetID="22" presetClass="entr" presetSubtype="1" fill="hold" grpId="0" nodeType="clickEffect">
                                  <p:stCondLst>
                                    <p:cond delay="0"/>
                                  </p:stCondLst>
                                  <p:childTnLst>
                                    <p:set>
                                      <p:cBhvr>
                                        <p:cTn id="212" dur="1" fill="hold">
                                          <p:stCondLst>
                                            <p:cond delay="0"/>
                                          </p:stCondLst>
                                        </p:cTn>
                                        <p:tgtEl>
                                          <p:spTgt spid="173149"/>
                                        </p:tgtEl>
                                        <p:attrNameLst>
                                          <p:attrName>style.visibility</p:attrName>
                                        </p:attrNameLst>
                                      </p:cBhvr>
                                      <p:to>
                                        <p:strVal val="visible"/>
                                      </p:to>
                                    </p:set>
                                    <p:animEffect transition="in" filter="wipe(up)">
                                      <p:cBhvr>
                                        <p:cTn id="213" dur="500"/>
                                        <p:tgtEl>
                                          <p:spTgt spid="173149"/>
                                        </p:tgtEl>
                                      </p:cBhvr>
                                    </p:animEffect>
                                  </p:childTnLst>
                                </p:cTn>
                              </p:par>
                            </p:childTnLst>
                          </p:cTn>
                        </p:par>
                      </p:childTnLst>
                    </p:cTn>
                  </p:par>
                  <p:par>
                    <p:cTn id="214" fill="hold" nodeType="clickPar">
                      <p:stCondLst>
                        <p:cond delay="indefinite"/>
                      </p:stCondLst>
                      <p:childTnLst>
                        <p:par>
                          <p:cTn id="215" fill="hold" nodeType="withGroup">
                            <p:stCondLst>
                              <p:cond delay="0"/>
                            </p:stCondLst>
                            <p:childTnLst>
                              <p:par>
                                <p:cTn id="216" presetID="22" presetClass="entr" presetSubtype="4" fill="hold" grpId="0" nodeType="clickEffect">
                                  <p:stCondLst>
                                    <p:cond delay="0"/>
                                  </p:stCondLst>
                                  <p:childTnLst>
                                    <p:set>
                                      <p:cBhvr>
                                        <p:cTn id="217" dur="1" fill="hold">
                                          <p:stCondLst>
                                            <p:cond delay="0"/>
                                          </p:stCondLst>
                                        </p:cTn>
                                        <p:tgtEl>
                                          <p:spTgt spid="173150"/>
                                        </p:tgtEl>
                                        <p:attrNameLst>
                                          <p:attrName>style.visibility</p:attrName>
                                        </p:attrNameLst>
                                      </p:cBhvr>
                                      <p:to>
                                        <p:strVal val="visible"/>
                                      </p:to>
                                    </p:set>
                                    <p:animEffect transition="in" filter="wipe(down)">
                                      <p:cBhvr>
                                        <p:cTn id="218" dur="500"/>
                                        <p:tgtEl>
                                          <p:spTgt spid="173150"/>
                                        </p:tgtEl>
                                      </p:cBhvr>
                                    </p:animEffect>
                                  </p:childTnLst>
                                </p:cTn>
                              </p:par>
                            </p:childTnLst>
                          </p:cTn>
                        </p:par>
                      </p:childTnLst>
                    </p:cTn>
                  </p:par>
                  <p:par>
                    <p:cTn id="219" fill="hold" nodeType="clickPar">
                      <p:stCondLst>
                        <p:cond delay="indefinite"/>
                      </p:stCondLst>
                      <p:childTnLst>
                        <p:par>
                          <p:cTn id="220" fill="hold" nodeType="withGroup">
                            <p:stCondLst>
                              <p:cond delay="0"/>
                            </p:stCondLst>
                            <p:childTnLst>
                              <p:par>
                                <p:cTn id="221" presetID="22" presetClass="entr" presetSubtype="4" fill="hold" grpId="0" nodeType="clickEffect">
                                  <p:stCondLst>
                                    <p:cond delay="0"/>
                                  </p:stCondLst>
                                  <p:childTnLst>
                                    <p:set>
                                      <p:cBhvr>
                                        <p:cTn id="222" dur="1" fill="hold">
                                          <p:stCondLst>
                                            <p:cond delay="0"/>
                                          </p:stCondLst>
                                        </p:cTn>
                                        <p:tgtEl>
                                          <p:spTgt spid="173151"/>
                                        </p:tgtEl>
                                        <p:attrNameLst>
                                          <p:attrName>style.visibility</p:attrName>
                                        </p:attrNameLst>
                                      </p:cBhvr>
                                      <p:to>
                                        <p:strVal val="visible"/>
                                      </p:to>
                                    </p:set>
                                    <p:animEffect transition="in" filter="wipe(down)">
                                      <p:cBhvr>
                                        <p:cTn id="223" dur="500"/>
                                        <p:tgtEl>
                                          <p:spTgt spid="173151"/>
                                        </p:tgtEl>
                                      </p:cBhvr>
                                    </p:animEffect>
                                  </p:childTnLst>
                                </p:cTn>
                              </p:par>
                            </p:childTnLst>
                          </p:cTn>
                        </p:par>
                      </p:childTnLst>
                    </p:cTn>
                  </p:par>
                  <p:par>
                    <p:cTn id="224" fill="hold" nodeType="clickPar">
                      <p:stCondLst>
                        <p:cond delay="indefinite"/>
                      </p:stCondLst>
                      <p:childTnLst>
                        <p:par>
                          <p:cTn id="225" fill="hold" nodeType="withGroup">
                            <p:stCondLst>
                              <p:cond delay="0"/>
                            </p:stCondLst>
                            <p:childTnLst>
                              <p:par>
                                <p:cTn id="226" presetID="22" presetClass="entr" presetSubtype="4" fill="hold" grpId="0" nodeType="clickEffect">
                                  <p:stCondLst>
                                    <p:cond delay="0"/>
                                  </p:stCondLst>
                                  <p:childTnLst>
                                    <p:set>
                                      <p:cBhvr>
                                        <p:cTn id="227" dur="1" fill="hold">
                                          <p:stCondLst>
                                            <p:cond delay="0"/>
                                          </p:stCondLst>
                                        </p:cTn>
                                        <p:tgtEl>
                                          <p:spTgt spid="173152"/>
                                        </p:tgtEl>
                                        <p:attrNameLst>
                                          <p:attrName>style.visibility</p:attrName>
                                        </p:attrNameLst>
                                      </p:cBhvr>
                                      <p:to>
                                        <p:strVal val="visible"/>
                                      </p:to>
                                    </p:set>
                                    <p:animEffect transition="in" filter="wipe(down)">
                                      <p:cBhvr>
                                        <p:cTn id="228" dur="500"/>
                                        <p:tgtEl>
                                          <p:spTgt spid="173152"/>
                                        </p:tgtEl>
                                      </p:cBhvr>
                                    </p:animEffect>
                                  </p:childTnLst>
                                </p:cTn>
                              </p:par>
                            </p:childTnLst>
                          </p:cTn>
                        </p:par>
                      </p:childTnLst>
                    </p:cTn>
                  </p:par>
                  <p:par>
                    <p:cTn id="229" fill="hold" nodeType="clickPar">
                      <p:stCondLst>
                        <p:cond delay="indefinite"/>
                      </p:stCondLst>
                      <p:childTnLst>
                        <p:par>
                          <p:cTn id="230" fill="hold" nodeType="withGroup">
                            <p:stCondLst>
                              <p:cond delay="0"/>
                            </p:stCondLst>
                            <p:childTnLst>
                              <p:par>
                                <p:cTn id="231" presetID="22" presetClass="entr" presetSubtype="4" fill="hold" grpId="0" nodeType="clickEffect">
                                  <p:stCondLst>
                                    <p:cond delay="0"/>
                                  </p:stCondLst>
                                  <p:childTnLst>
                                    <p:set>
                                      <p:cBhvr>
                                        <p:cTn id="232" dur="1" fill="hold">
                                          <p:stCondLst>
                                            <p:cond delay="0"/>
                                          </p:stCondLst>
                                        </p:cTn>
                                        <p:tgtEl>
                                          <p:spTgt spid="173153"/>
                                        </p:tgtEl>
                                        <p:attrNameLst>
                                          <p:attrName>style.visibility</p:attrName>
                                        </p:attrNameLst>
                                      </p:cBhvr>
                                      <p:to>
                                        <p:strVal val="visible"/>
                                      </p:to>
                                    </p:set>
                                    <p:animEffect transition="in" filter="wipe(down)">
                                      <p:cBhvr>
                                        <p:cTn id="233" dur="500"/>
                                        <p:tgtEl>
                                          <p:spTgt spid="173153"/>
                                        </p:tgtEl>
                                      </p:cBhvr>
                                    </p:animEffect>
                                  </p:childTnLst>
                                </p:cTn>
                              </p:par>
                            </p:childTnLst>
                          </p:cTn>
                        </p:par>
                      </p:childTnLst>
                    </p:cTn>
                  </p:par>
                  <p:par>
                    <p:cTn id="234" fill="hold" nodeType="clickPar">
                      <p:stCondLst>
                        <p:cond delay="indefinite"/>
                      </p:stCondLst>
                      <p:childTnLst>
                        <p:par>
                          <p:cTn id="235" fill="hold" nodeType="withGroup">
                            <p:stCondLst>
                              <p:cond delay="0"/>
                            </p:stCondLst>
                            <p:childTnLst>
                              <p:par>
                                <p:cTn id="236" presetID="22" presetClass="entr" presetSubtype="4" fill="hold" grpId="0" nodeType="clickEffect">
                                  <p:stCondLst>
                                    <p:cond delay="0"/>
                                  </p:stCondLst>
                                  <p:childTnLst>
                                    <p:set>
                                      <p:cBhvr>
                                        <p:cTn id="237" dur="1" fill="hold">
                                          <p:stCondLst>
                                            <p:cond delay="0"/>
                                          </p:stCondLst>
                                        </p:cTn>
                                        <p:tgtEl>
                                          <p:spTgt spid="173146"/>
                                        </p:tgtEl>
                                        <p:attrNameLst>
                                          <p:attrName>style.visibility</p:attrName>
                                        </p:attrNameLst>
                                      </p:cBhvr>
                                      <p:to>
                                        <p:strVal val="visible"/>
                                      </p:to>
                                    </p:set>
                                    <p:animEffect transition="in" filter="wipe(down)">
                                      <p:cBhvr>
                                        <p:cTn id="238" dur="500"/>
                                        <p:tgtEl>
                                          <p:spTgt spid="173146"/>
                                        </p:tgtEl>
                                      </p:cBhvr>
                                    </p:animEffect>
                                  </p:childTnLst>
                                </p:cTn>
                              </p:par>
                            </p:childTnLst>
                          </p:cTn>
                        </p:par>
                      </p:childTnLst>
                    </p:cTn>
                  </p:par>
                  <p:par>
                    <p:cTn id="239" fill="hold" nodeType="clickPar">
                      <p:stCondLst>
                        <p:cond delay="indefinite"/>
                      </p:stCondLst>
                      <p:childTnLst>
                        <p:par>
                          <p:cTn id="240" fill="hold" nodeType="withGroup">
                            <p:stCondLst>
                              <p:cond delay="0"/>
                            </p:stCondLst>
                            <p:childTnLst>
                              <p:par>
                                <p:cTn id="241" presetID="22" presetClass="entr" presetSubtype="1" fill="hold" grpId="0" nodeType="clickEffect">
                                  <p:stCondLst>
                                    <p:cond delay="0"/>
                                  </p:stCondLst>
                                  <p:childTnLst>
                                    <p:set>
                                      <p:cBhvr>
                                        <p:cTn id="242" dur="1" fill="hold">
                                          <p:stCondLst>
                                            <p:cond delay="0"/>
                                          </p:stCondLst>
                                        </p:cTn>
                                        <p:tgtEl>
                                          <p:spTgt spid="173107"/>
                                        </p:tgtEl>
                                        <p:attrNameLst>
                                          <p:attrName>style.visibility</p:attrName>
                                        </p:attrNameLst>
                                      </p:cBhvr>
                                      <p:to>
                                        <p:strVal val="visible"/>
                                      </p:to>
                                    </p:set>
                                    <p:animEffect transition="in" filter="wipe(up)">
                                      <p:cBhvr>
                                        <p:cTn id="243" dur="500"/>
                                        <p:tgtEl>
                                          <p:spTgt spid="173107"/>
                                        </p:tgtEl>
                                      </p:cBhvr>
                                    </p:animEffect>
                                  </p:childTnLst>
                                </p:cTn>
                              </p:par>
                            </p:childTnLst>
                          </p:cTn>
                        </p:par>
                      </p:childTnLst>
                    </p:cTn>
                  </p:par>
                  <p:par>
                    <p:cTn id="244" fill="hold" nodeType="clickPar">
                      <p:stCondLst>
                        <p:cond delay="indefinite"/>
                      </p:stCondLst>
                      <p:childTnLst>
                        <p:par>
                          <p:cTn id="245" fill="hold" nodeType="withGroup">
                            <p:stCondLst>
                              <p:cond delay="0"/>
                            </p:stCondLst>
                            <p:childTnLst>
                              <p:par>
                                <p:cTn id="246" presetID="22" presetClass="entr" presetSubtype="1" fill="hold" grpId="0" nodeType="clickEffect">
                                  <p:stCondLst>
                                    <p:cond delay="0"/>
                                  </p:stCondLst>
                                  <p:childTnLst>
                                    <p:set>
                                      <p:cBhvr>
                                        <p:cTn id="247" dur="1" fill="hold">
                                          <p:stCondLst>
                                            <p:cond delay="0"/>
                                          </p:stCondLst>
                                        </p:cTn>
                                        <p:tgtEl>
                                          <p:spTgt spid="173154"/>
                                        </p:tgtEl>
                                        <p:attrNameLst>
                                          <p:attrName>style.visibility</p:attrName>
                                        </p:attrNameLst>
                                      </p:cBhvr>
                                      <p:to>
                                        <p:strVal val="visible"/>
                                      </p:to>
                                    </p:set>
                                    <p:animEffect transition="in" filter="wipe(up)">
                                      <p:cBhvr>
                                        <p:cTn id="248" dur="500"/>
                                        <p:tgtEl>
                                          <p:spTgt spid="1731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3058" grpId="0" animBg="1"/>
      <p:bldP spid="173059" grpId="0" animBg="1"/>
      <p:bldP spid="173060" grpId="0" animBg="1"/>
      <p:bldP spid="173061" grpId="0" animBg="1"/>
      <p:bldP spid="173070" grpId="0" animBg="1"/>
      <p:bldP spid="173071" grpId="0" animBg="1"/>
      <p:bldP spid="173075" grpId="0" animBg="1"/>
      <p:bldP spid="173076" grpId="0" animBg="1"/>
      <p:bldP spid="173080" grpId="0" animBg="1"/>
      <p:bldP spid="173088" grpId="0" animBg="1"/>
      <p:bldP spid="173092" grpId="0" animBg="1"/>
      <p:bldP spid="173093" grpId="0" animBg="1"/>
      <p:bldP spid="173094" grpId="0" animBg="1"/>
      <p:bldP spid="173095" grpId="0" animBg="1"/>
      <p:bldP spid="173096" grpId="0" animBg="1"/>
      <p:bldP spid="173097" grpId="0" animBg="1"/>
      <p:bldP spid="173098" grpId="0" animBg="1"/>
      <p:bldP spid="173099" grpId="0" animBg="1"/>
      <p:bldP spid="173100" grpId="0" animBg="1"/>
      <p:bldP spid="173106" grpId="0" animBg="1"/>
      <p:bldP spid="173105" grpId="0" animBg="1"/>
      <p:bldP spid="173107" grpId="0" animBg="1"/>
      <p:bldP spid="173108" grpId="0" autoUpdateAnimBg="0"/>
      <p:bldP spid="173136" grpId="0" autoUpdateAnimBg="0"/>
      <p:bldP spid="173137" grpId="0" autoUpdateAnimBg="0"/>
      <p:bldP spid="173139" grpId="0" animBg="1"/>
      <p:bldP spid="173140" grpId="0" animBg="1"/>
      <p:bldP spid="173141" grpId="0" animBg="1"/>
      <p:bldP spid="173142" grpId="0" animBg="1"/>
      <p:bldP spid="173143" grpId="0" animBg="1"/>
      <p:bldP spid="173144" grpId="0" animBg="1"/>
      <p:bldP spid="173145" grpId="0" animBg="1"/>
      <p:bldP spid="173146" grpId="0" animBg="1"/>
      <p:bldP spid="173147" grpId="0" animBg="1"/>
      <p:bldP spid="173148" grpId="0" animBg="1"/>
      <p:bldP spid="173149" grpId="0" animBg="1"/>
      <p:bldP spid="173150" grpId="0" animBg="1"/>
      <p:bldP spid="173151" grpId="0" animBg="1"/>
      <p:bldP spid="173152" grpId="0" animBg="1"/>
      <p:bldP spid="173153" grpId="0" animBg="1"/>
      <p:bldP spid="173154" grpId="0" autoUpdateAnimBg="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50000"/>
              </a:spcBef>
              <a:buClrTx/>
              <a:buFontTx/>
              <a:buNone/>
            </a:pPr>
            <a:fld id="{F5268DBB-68A4-4AC6-A83B-E98191905A2C}" type="slidenum">
              <a:rPr lang="en-US" altLang="zh-CN" sz="1400" smtClean="0">
                <a:solidFill>
                  <a:schemeClr val="bg2"/>
                </a:solidFill>
              </a:rPr>
              <a:pPr eaLnBrk="1" hangingPunct="1">
                <a:spcBef>
                  <a:spcPct val="50000"/>
                </a:spcBef>
                <a:buClrTx/>
                <a:buFontTx/>
                <a:buNone/>
              </a:pPr>
              <a:t>27</a:t>
            </a:fld>
            <a:endParaRPr lang="en-US" altLang="zh-CN" sz="1400" smtClean="0">
              <a:solidFill>
                <a:schemeClr val="bg2"/>
              </a:solidFill>
            </a:endParaRPr>
          </a:p>
        </p:txBody>
      </p:sp>
      <p:grpSp>
        <p:nvGrpSpPr>
          <p:cNvPr id="2" name="Group 2"/>
          <p:cNvGrpSpPr>
            <a:grpSpLocks/>
          </p:cNvGrpSpPr>
          <p:nvPr/>
        </p:nvGrpSpPr>
        <p:grpSpPr bwMode="auto">
          <a:xfrm>
            <a:off x="700088" y="1365250"/>
            <a:ext cx="4160837" cy="3386138"/>
            <a:chOff x="441" y="1121"/>
            <a:chExt cx="2621" cy="2133"/>
          </a:xfrm>
        </p:grpSpPr>
        <p:sp>
          <p:nvSpPr>
            <p:cNvPr id="29890" name="Line 3"/>
            <p:cNvSpPr>
              <a:spLocks noChangeShapeType="1"/>
            </p:cNvSpPr>
            <p:nvPr/>
          </p:nvSpPr>
          <p:spPr bwMode="auto">
            <a:xfrm flipV="1">
              <a:off x="441" y="1894"/>
              <a:ext cx="1535" cy="10"/>
            </a:xfrm>
            <a:prstGeom prst="line">
              <a:avLst/>
            </a:prstGeom>
            <a:noFill/>
            <a:ln w="9525">
              <a:solidFill>
                <a:schemeClr val="tx1"/>
              </a:solidFill>
              <a:prstDash val="lgDash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9891" name="Line 4"/>
            <p:cNvSpPr>
              <a:spLocks noChangeShapeType="1"/>
            </p:cNvSpPr>
            <p:nvPr/>
          </p:nvSpPr>
          <p:spPr bwMode="auto">
            <a:xfrm>
              <a:off x="2048" y="1904"/>
              <a:ext cx="1014" cy="0"/>
            </a:xfrm>
            <a:prstGeom prst="line">
              <a:avLst/>
            </a:prstGeom>
            <a:noFill/>
            <a:ln w="9525">
              <a:solidFill>
                <a:schemeClr val="tx1"/>
              </a:solidFill>
              <a:prstDash val="lgDash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9892" name="Line 5"/>
            <p:cNvSpPr>
              <a:spLocks noChangeShapeType="1"/>
            </p:cNvSpPr>
            <p:nvPr/>
          </p:nvSpPr>
          <p:spPr bwMode="auto">
            <a:xfrm>
              <a:off x="451" y="2868"/>
              <a:ext cx="1510" cy="3"/>
            </a:xfrm>
            <a:prstGeom prst="line">
              <a:avLst/>
            </a:prstGeom>
            <a:noFill/>
            <a:ln w="9525">
              <a:solidFill>
                <a:schemeClr val="tx1"/>
              </a:solidFill>
              <a:prstDash val="lgDash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9893" name="Line 6"/>
            <p:cNvSpPr>
              <a:spLocks noChangeShapeType="1"/>
            </p:cNvSpPr>
            <p:nvPr/>
          </p:nvSpPr>
          <p:spPr bwMode="auto">
            <a:xfrm>
              <a:off x="1128" y="1121"/>
              <a:ext cx="0" cy="724"/>
            </a:xfrm>
            <a:prstGeom prst="line">
              <a:avLst/>
            </a:prstGeom>
            <a:noFill/>
            <a:ln w="9525">
              <a:solidFill>
                <a:schemeClr val="tx1"/>
              </a:solidFill>
              <a:prstDash val="lgDash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9894" name="Line 7"/>
            <p:cNvSpPr>
              <a:spLocks noChangeShapeType="1"/>
            </p:cNvSpPr>
            <p:nvPr/>
          </p:nvSpPr>
          <p:spPr bwMode="auto">
            <a:xfrm>
              <a:off x="1132" y="2558"/>
              <a:ext cx="0" cy="614"/>
            </a:xfrm>
            <a:prstGeom prst="line">
              <a:avLst/>
            </a:prstGeom>
            <a:noFill/>
            <a:ln w="9525">
              <a:solidFill>
                <a:schemeClr val="tx1"/>
              </a:solidFill>
              <a:prstDash val="lgDash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9895" name="Line 8"/>
            <p:cNvSpPr>
              <a:spLocks noChangeShapeType="1"/>
            </p:cNvSpPr>
            <p:nvPr/>
          </p:nvSpPr>
          <p:spPr bwMode="auto">
            <a:xfrm>
              <a:off x="2520" y="1141"/>
              <a:ext cx="0" cy="1293"/>
            </a:xfrm>
            <a:prstGeom prst="line">
              <a:avLst/>
            </a:prstGeom>
            <a:noFill/>
            <a:ln w="9525">
              <a:solidFill>
                <a:schemeClr val="tx1"/>
              </a:solidFill>
              <a:prstDash val="lgDash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9896" name="Oval 9"/>
            <p:cNvSpPr>
              <a:spLocks noChangeArrowheads="1"/>
            </p:cNvSpPr>
            <p:nvPr/>
          </p:nvSpPr>
          <p:spPr bwMode="auto">
            <a:xfrm>
              <a:off x="2131" y="1510"/>
              <a:ext cx="786" cy="765"/>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endParaRPr kumimoji="0" lang="zh-CN" altLang="en-US" sz="2000"/>
            </a:p>
          </p:txBody>
        </p:sp>
        <p:sp>
          <p:nvSpPr>
            <p:cNvPr id="29897" name="Freeform 10"/>
            <p:cNvSpPr>
              <a:spLocks/>
            </p:cNvSpPr>
            <p:nvPr/>
          </p:nvSpPr>
          <p:spPr bwMode="auto">
            <a:xfrm>
              <a:off x="484" y="1505"/>
              <a:ext cx="1386" cy="774"/>
            </a:xfrm>
            <a:custGeom>
              <a:avLst/>
              <a:gdLst>
                <a:gd name="T0" fmla="*/ 0 w 1386"/>
                <a:gd name="T1" fmla="*/ 3 h 774"/>
                <a:gd name="T2" fmla="*/ 0 w 1386"/>
                <a:gd name="T3" fmla="*/ 774 h 774"/>
                <a:gd name="T4" fmla="*/ 1386 w 1386"/>
                <a:gd name="T5" fmla="*/ 774 h 774"/>
                <a:gd name="T6" fmla="*/ 1386 w 1386"/>
                <a:gd name="T7" fmla="*/ 0 h 774"/>
                <a:gd name="T8" fmla="*/ 0 60000 65536"/>
                <a:gd name="T9" fmla="*/ 0 60000 65536"/>
                <a:gd name="T10" fmla="*/ 0 60000 65536"/>
                <a:gd name="T11" fmla="*/ 0 60000 65536"/>
                <a:gd name="T12" fmla="*/ 0 w 1386"/>
                <a:gd name="T13" fmla="*/ 0 h 774"/>
                <a:gd name="T14" fmla="*/ 1386 w 1386"/>
                <a:gd name="T15" fmla="*/ 774 h 774"/>
              </a:gdLst>
              <a:ahLst/>
              <a:cxnLst>
                <a:cxn ang="T8">
                  <a:pos x="T0" y="T1"/>
                </a:cxn>
                <a:cxn ang="T9">
                  <a:pos x="T2" y="T3"/>
                </a:cxn>
                <a:cxn ang="T10">
                  <a:pos x="T4" y="T5"/>
                </a:cxn>
                <a:cxn ang="T11">
                  <a:pos x="T6" y="T7"/>
                </a:cxn>
              </a:cxnLst>
              <a:rect l="T12" t="T13" r="T14" b="T15"/>
              <a:pathLst>
                <a:path w="1386" h="774">
                  <a:moveTo>
                    <a:pt x="0" y="3"/>
                  </a:moveTo>
                  <a:lnTo>
                    <a:pt x="0" y="774"/>
                  </a:lnTo>
                  <a:lnTo>
                    <a:pt x="1386" y="774"/>
                  </a:lnTo>
                  <a:lnTo>
                    <a:pt x="1386" y="0"/>
                  </a:lnTo>
                </a:path>
              </a:pathLst>
            </a:custGeom>
            <a:noFill/>
            <a:ln w="28575"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9898" name="Line 11"/>
            <p:cNvSpPr>
              <a:spLocks noChangeShapeType="1"/>
            </p:cNvSpPr>
            <p:nvPr/>
          </p:nvSpPr>
          <p:spPr bwMode="auto">
            <a:xfrm>
              <a:off x="484" y="1508"/>
              <a:ext cx="399"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9899" name="Line 12"/>
            <p:cNvSpPr>
              <a:spLocks noChangeShapeType="1"/>
            </p:cNvSpPr>
            <p:nvPr/>
          </p:nvSpPr>
          <p:spPr bwMode="auto">
            <a:xfrm flipH="1">
              <a:off x="1381" y="1505"/>
              <a:ext cx="492"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9900" name="Freeform 13"/>
            <p:cNvSpPr>
              <a:spLocks/>
            </p:cNvSpPr>
            <p:nvPr/>
          </p:nvSpPr>
          <p:spPr bwMode="auto">
            <a:xfrm>
              <a:off x="484" y="2480"/>
              <a:ext cx="1386" cy="774"/>
            </a:xfrm>
            <a:custGeom>
              <a:avLst/>
              <a:gdLst>
                <a:gd name="T0" fmla="*/ 0 w 1386"/>
                <a:gd name="T1" fmla="*/ 3 h 774"/>
                <a:gd name="T2" fmla="*/ 0 w 1386"/>
                <a:gd name="T3" fmla="*/ 774 h 774"/>
                <a:gd name="T4" fmla="*/ 1386 w 1386"/>
                <a:gd name="T5" fmla="*/ 774 h 774"/>
                <a:gd name="T6" fmla="*/ 1386 w 1386"/>
                <a:gd name="T7" fmla="*/ 0 h 774"/>
                <a:gd name="T8" fmla="*/ 0 60000 65536"/>
                <a:gd name="T9" fmla="*/ 0 60000 65536"/>
                <a:gd name="T10" fmla="*/ 0 60000 65536"/>
                <a:gd name="T11" fmla="*/ 0 60000 65536"/>
                <a:gd name="T12" fmla="*/ 0 w 1386"/>
                <a:gd name="T13" fmla="*/ 0 h 774"/>
                <a:gd name="T14" fmla="*/ 1386 w 1386"/>
                <a:gd name="T15" fmla="*/ 774 h 774"/>
              </a:gdLst>
              <a:ahLst/>
              <a:cxnLst>
                <a:cxn ang="T8">
                  <a:pos x="T0" y="T1"/>
                </a:cxn>
                <a:cxn ang="T9">
                  <a:pos x="T2" y="T3"/>
                </a:cxn>
                <a:cxn ang="T10">
                  <a:pos x="T4" y="T5"/>
                </a:cxn>
                <a:cxn ang="T11">
                  <a:pos x="T6" y="T7"/>
                </a:cxn>
              </a:cxnLst>
              <a:rect l="T12" t="T13" r="T14" b="T15"/>
              <a:pathLst>
                <a:path w="1386" h="774">
                  <a:moveTo>
                    <a:pt x="0" y="3"/>
                  </a:moveTo>
                  <a:lnTo>
                    <a:pt x="0" y="774"/>
                  </a:lnTo>
                  <a:lnTo>
                    <a:pt x="1386" y="774"/>
                  </a:lnTo>
                  <a:lnTo>
                    <a:pt x="1386" y="0"/>
                  </a:lnTo>
                </a:path>
              </a:pathLst>
            </a:custGeom>
            <a:noFill/>
            <a:ln w="28575"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9901" name="Line 14"/>
            <p:cNvSpPr>
              <a:spLocks noChangeShapeType="1"/>
            </p:cNvSpPr>
            <p:nvPr/>
          </p:nvSpPr>
          <p:spPr bwMode="auto">
            <a:xfrm>
              <a:off x="481" y="2480"/>
              <a:ext cx="1389" cy="3"/>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9902" name="Oval 15"/>
            <p:cNvSpPr>
              <a:spLocks noChangeArrowheads="1"/>
            </p:cNvSpPr>
            <p:nvPr/>
          </p:nvSpPr>
          <p:spPr bwMode="auto">
            <a:xfrm>
              <a:off x="883" y="2624"/>
              <a:ext cx="498" cy="492"/>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endParaRPr kumimoji="0" lang="zh-CN" altLang="en-US" sz="2000"/>
            </a:p>
          </p:txBody>
        </p:sp>
        <p:sp>
          <p:nvSpPr>
            <p:cNvPr id="29903" name="Line 16"/>
            <p:cNvSpPr>
              <a:spLocks noChangeShapeType="1"/>
            </p:cNvSpPr>
            <p:nvPr/>
          </p:nvSpPr>
          <p:spPr bwMode="auto">
            <a:xfrm>
              <a:off x="880" y="1214"/>
              <a:ext cx="0" cy="291"/>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9904" name="Line 17"/>
            <p:cNvSpPr>
              <a:spLocks noChangeShapeType="1"/>
            </p:cNvSpPr>
            <p:nvPr/>
          </p:nvSpPr>
          <p:spPr bwMode="auto">
            <a:xfrm>
              <a:off x="880" y="1214"/>
              <a:ext cx="501"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9905" name="Line 18"/>
            <p:cNvSpPr>
              <a:spLocks noChangeShapeType="1"/>
            </p:cNvSpPr>
            <p:nvPr/>
          </p:nvSpPr>
          <p:spPr bwMode="auto">
            <a:xfrm>
              <a:off x="1381" y="1214"/>
              <a:ext cx="0" cy="28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9906" name="Line 19"/>
            <p:cNvSpPr>
              <a:spLocks noChangeShapeType="1"/>
            </p:cNvSpPr>
            <p:nvPr/>
          </p:nvSpPr>
          <p:spPr bwMode="auto">
            <a:xfrm>
              <a:off x="2269" y="1211"/>
              <a:ext cx="0" cy="387"/>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9907" name="Line 20"/>
            <p:cNvSpPr>
              <a:spLocks noChangeShapeType="1"/>
            </p:cNvSpPr>
            <p:nvPr/>
          </p:nvSpPr>
          <p:spPr bwMode="auto">
            <a:xfrm>
              <a:off x="2269" y="1211"/>
              <a:ext cx="501"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9908" name="Line 21"/>
            <p:cNvSpPr>
              <a:spLocks noChangeShapeType="1"/>
            </p:cNvSpPr>
            <p:nvPr/>
          </p:nvSpPr>
          <p:spPr bwMode="auto">
            <a:xfrm>
              <a:off x="2776" y="1214"/>
              <a:ext cx="0" cy="384"/>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3" name="Group 22"/>
          <p:cNvGrpSpPr>
            <a:grpSpLocks/>
          </p:cNvGrpSpPr>
          <p:nvPr/>
        </p:nvGrpSpPr>
        <p:grpSpPr bwMode="auto">
          <a:xfrm>
            <a:off x="5616575" y="2054225"/>
            <a:ext cx="1346200" cy="1885950"/>
            <a:chOff x="3538" y="1555"/>
            <a:chExt cx="848" cy="1188"/>
          </a:xfrm>
        </p:grpSpPr>
        <p:sp>
          <p:nvSpPr>
            <p:cNvPr id="29888" name="Line 23"/>
            <p:cNvSpPr>
              <a:spLocks noChangeShapeType="1"/>
            </p:cNvSpPr>
            <p:nvPr/>
          </p:nvSpPr>
          <p:spPr bwMode="auto">
            <a:xfrm>
              <a:off x="3538" y="1883"/>
              <a:ext cx="848" cy="496"/>
            </a:xfrm>
            <a:prstGeom prst="line">
              <a:avLst/>
            </a:prstGeom>
            <a:noFill/>
            <a:ln w="9525">
              <a:solidFill>
                <a:srgbClr val="FE140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9889" name="Line 24"/>
            <p:cNvSpPr>
              <a:spLocks noChangeShapeType="1"/>
            </p:cNvSpPr>
            <p:nvPr/>
          </p:nvSpPr>
          <p:spPr bwMode="auto">
            <a:xfrm>
              <a:off x="3934" y="1555"/>
              <a:ext cx="0" cy="1188"/>
            </a:xfrm>
            <a:prstGeom prst="line">
              <a:avLst/>
            </a:prstGeom>
            <a:noFill/>
            <a:ln w="9525">
              <a:solidFill>
                <a:srgbClr val="FE140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4" name="Group 25"/>
          <p:cNvGrpSpPr>
            <a:grpSpLocks/>
          </p:cNvGrpSpPr>
          <p:nvPr/>
        </p:nvGrpSpPr>
        <p:grpSpPr bwMode="auto">
          <a:xfrm>
            <a:off x="5699125" y="2270125"/>
            <a:ext cx="1104900" cy="1371600"/>
            <a:chOff x="3590" y="1691"/>
            <a:chExt cx="696" cy="864"/>
          </a:xfrm>
        </p:grpSpPr>
        <p:sp>
          <p:nvSpPr>
            <p:cNvPr id="29884" name="Line 26"/>
            <p:cNvSpPr>
              <a:spLocks noChangeShapeType="1"/>
            </p:cNvSpPr>
            <p:nvPr/>
          </p:nvSpPr>
          <p:spPr bwMode="auto">
            <a:xfrm>
              <a:off x="4286" y="2279"/>
              <a:ext cx="0" cy="10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9885" name="Line 27"/>
            <p:cNvSpPr>
              <a:spLocks noChangeShapeType="1"/>
            </p:cNvSpPr>
            <p:nvPr/>
          </p:nvSpPr>
          <p:spPr bwMode="auto">
            <a:xfrm>
              <a:off x="3590" y="1879"/>
              <a:ext cx="4" cy="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9886" name="Line 28"/>
            <p:cNvSpPr>
              <a:spLocks noChangeShapeType="1"/>
            </p:cNvSpPr>
            <p:nvPr/>
          </p:nvSpPr>
          <p:spPr bwMode="auto">
            <a:xfrm>
              <a:off x="3898" y="1691"/>
              <a:ext cx="96" cy="5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9887" name="Line 29"/>
            <p:cNvSpPr>
              <a:spLocks noChangeShapeType="1"/>
            </p:cNvSpPr>
            <p:nvPr/>
          </p:nvSpPr>
          <p:spPr bwMode="auto">
            <a:xfrm>
              <a:off x="3902" y="2495"/>
              <a:ext cx="96" cy="6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5" name="Group 30"/>
          <p:cNvGrpSpPr>
            <a:grpSpLocks/>
          </p:cNvGrpSpPr>
          <p:nvPr/>
        </p:nvGrpSpPr>
        <p:grpSpPr bwMode="auto">
          <a:xfrm>
            <a:off x="5705475" y="1984375"/>
            <a:ext cx="1111250" cy="1917700"/>
            <a:chOff x="3594" y="1511"/>
            <a:chExt cx="700" cy="1208"/>
          </a:xfrm>
        </p:grpSpPr>
        <p:sp>
          <p:nvSpPr>
            <p:cNvPr id="29880" name="Line 31"/>
            <p:cNvSpPr>
              <a:spLocks noChangeShapeType="1"/>
            </p:cNvSpPr>
            <p:nvPr/>
          </p:nvSpPr>
          <p:spPr bwMode="auto">
            <a:xfrm flipV="1">
              <a:off x="4286" y="1923"/>
              <a:ext cx="4" cy="792"/>
            </a:xfrm>
            <a:prstGeom prst="line">
              <a:avLst/>
            </a:prstGeom>
            <a:noFill/>
            <a:ln w="9525">
              <a:solidFill>
                <a:srgbClr val="FE140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9881" name="Line 32"/>
            <p:cNvSpPr>
              <a:spLocks noChangeShapeType="1"/>
            </p:cNvSpPr>
            <p:nvPr/>
          </p:nvSpPr>
          <p:spPr bwMode="auto">
            <a:xfrm flipV="1">
              <a:off x="3594" y="1515"/>
              <a:ext cx="0" cy="800"/>
            </a:xfrm>
            <a:prstGeom prst="line">
              <a:avLst/>
            </a:prstGeom>
            <a:noFill/>
            <a:ln w="9525">
              <a:solidFill>
                <a:srgbClr val="FE140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9882" name="Line 33"/>
            <p:cNvSpPr>
              <a:spLocks noChangeShapeType="1"/>
            </p:cNvSpPr>
            <p:nvPr/>
          </p:nvSpPr>
          <p:spPr bwMode="auto">
            <a:xfrm>
              <a:off x="3594" y="1511"/>
              <a:ext cx="696" cy="408"/>
            </a:xfrm>
            <a:prstGeom prst="line">
              <a:avLst/>
            </a:prstGeom>
            <a:noFill/>
            <a:ln w="9525">
              <a:solidFill>
                <a:srgbClr val="FE140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9883" name="Line 34"/>
            <p:cNvSpPr>
              <a:spLocks noChangeShapeType="1"/>
            </p:cNvSpPr>
            <p:nvPr/>
          </p:nvSpPr>
          <p:spPr bwMode="auto">
            <a:xfrm>
              <a:off x="3598" y="2311"/>
              <a:ext cx="696" cy="408"/>
            </a:xfrm>
            <a:prstGeom prst="line">
              <a:avLst/>
            </a:prstGeom>
            <a:noFill/>
            <a:ln w="9525">
              <a:solidFill>
                <a:srgbClr val="FE140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174115" name="Oval 35"/>
          <p:cNvSpPr>
            <a:spLocks noChangeArrowheads="1"/>
          </p:cNvSpPr>
          <p:nvPr/>
        </p:nvSpPr>
        <p:spPr bwMode="auto">
          <a:xfrm rot="-1817339">
            <a:off x="5805488" y="2165350"/>
            <a:ext cx="892175" cy="1547813"/>
          </a:xfrm>
          <a:prstGeom prst="ellipse">
            <a:avLst/>
          </a:prstGeom>
          <a:noFill/>
          <a:ln w="9525">
            <a:solidFill>
              <a:srgbClr val="FE1402"/>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endParaRPr kumimoji="0" lang="zh-CN" altLang="en-US" sz="2000"/>
          </a:p>
        </p:txBody>
      </p:sp>
      <p:grpSp>
        <p:nvGrpSpPr>
          <p:cNvPr id="6" name="Group 36"/>
          <p:cNvGrpSpPr>
            <a:grpSpLocks/>
          </p:cNvGrpSpPr>
          <p:nvPr/>
        </p:nvGrpSpPr>
        <p:grpSpPr bwMode="auto">
          <a:xfrm>
            <a:off x="7569200" y="930275"/>
            <a:ext cx="1574800" cy="1885950"/>
            <a:chOff x="4768" y="847"/>
            <a:chExt cx="992" cy="1188"/>
          </a:xfrm>
        </p:grpSpPr>
        <p:sp>
          <p:nvSpPr>
            <p:cNvPr id="29878" name="Line 37"/>
            <p:cNvSpPr>
              <a:spLocks noChangeShapeType="1"/>
            </p:cNvSpPr>
            <p:nvPr/>
          </p:nvSpPr>
          <p:spPr bwMode="auto">
            <a:xfrm>
              <a:off x="4768" y="1175"/>
              <a:ext cx="992" cy="584"/>
            </a:xfrm>
            <a:prstGeom prst="line">
              <a:avLst/>
            </a:prstGeom>
            <a:noFill/>
            <a:ln w="9525">
              <a:solidFill>
                <a:srgbClr val="FE140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9879" name="Line 38"/>
            <p:cNvSpPr>
              <a:spLocks noChangeShapeType="1"/>
            </p:cNvSpPr>
            <p:nvPr/>
          </p:nvSpPr>
          <p:spPr bwMode="auto">
            <a:xfrm>
              <a:off x="5162" y="847"/>
              <a:ext cx="0" cy="1188"/>
            </a:xfrm>
            <a:prstGeom prst="line">
              <a:avLst/>
            </a:prstGeom>
            <a:noFill/>
            <a:ln w="9525">
              <a:solidFill>
                <a:srgbClr val="FE140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7" name="Group 39"/>
          <p:cNvGrpSpPr>
            <a:grpSpLocks/>
          </p:cNvGrpSpPr>
          <p:nvPr/>
        </p:nvGrpSpPr>
        <p:grpSpPr bwMode="auto">
          <a:xfrm>
            <a:off x="7654925" y="860425"/>
            <a:ext cx="1111250" cy="1917700"/>
            <a:chOff x="4822" y="803"/>
            <a:chExt cx="700" cy="1208"/>
          </a:xfrm>
        </p:grpSpPr>
        <p:sp>
          <p:nvSpPr>
            <p:cNvPr id="29874" name="Line 40"/>
            <p:cNvSpPr>
              <a:spLocks noChangeShapeType="1"/>
            </p:cNvSpPr>
            <p:nvPr/>
          </p:nvSpPr>
          <p:spPr bwMode="auto">
            <a:xfrm flipV="1">
              <a:off x="5514" y="1215"/>
              <a:ext cx="4" cy="792"/>
            </a:xfrm>
            <a:prstGeom prst="line">
              <a:avLst/>
            </a:prstGeom>
            <a:noFill/>
            <a:ln w="9525">
              <a:solidFill>
                <a:srgbClr val="FE140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9875" name="Line 41"/>
            <p:cNvSpPr>
              <a:spLocks noChangeShapeType="1"/>
            </p:cNvSpPr>
            <p:nvPr/>
          </p:nvSpPr>
          <p:spPr bwMode="auto">
            <a:xfrm flipV="1">
              <a:off x="4822" y="807"/>
              <a:ext cx="0" cy="800"/>
            </a:xfrm>
            <a:prstGeom prst="line">
              <a:avLst/>
            </a:prstGeom>
            <a:noFill/>
            <a:ln w="9525">
              <a:solidFill>
                <a:srgbClr val="FE140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9876" name="Line 42"/>
            <p:cNvSpPr>
              <a:spLocks noChangeShapeType="1"/>
            </p:cNvSpPr>
            <p:nvPr/>
          </p:nvSpPr>
          <p:spPr bwMode="auto">
            <a:xfrm>
              <a:off x="4822" y="803"/>
              <a:ext cx="696" cy="408"/>
            </a:xfrm>
            <a:prstGeom prst="line">
              <a:avLst/>
            </a:prstGeom>
            <a:noFill/>
            <a:ln w="9525">
              <a:solidFill>
                <a:srgbClr val="FE140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9877" name="Line 43"/>
            <p:cNvSpPr>
              <a:spLocks noChangeShapeType="1"/>
            </p:cNvSpPr>
            <p:nvPr/>
          </p:nvSpPr>
          <p:spPr bwMode="auto">
            <a:xfrm>
              <a:off x="4826" y="1603"/>
              <a:ext cx="696" cy="408"/>
            </a:xfrm>
            <a:prstGeom prst="line">
              <a:avLst/>
            </a:prstGeom>
            <a:noFill/>
            <a:ln w="9525">
              <a:solidFill>
                <a:srgbClr val="FE140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174124" name="Oval 44"/>
          <p:cNvSpPr>
            <a:spLocks noChangeArrowheads="1"/>
          </p:cNvSpPr>
          <p:nvPr/>
        </p:nvSpPr>
        <p:spPr bwMode="auto">
          <a:xfrm rot="-1817339">
            <a:off x="7748588" y="1035050"/>
            <a:ext cx="892175" cy="1547813"/>
          </a:xfrm>
          <a:prstGeom prst="ellipse">
            <a:avLst/>
          </a:prstGeom>
          <a:noFill/>
          <a:ln w="9525">
            <a:solidFill>
              <a:srgbClr val="FE1402"/>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endParaRPr kumimoji="0" lang="zh-CN" altLang="en-US" sz="2000"/>
          </a:p>
        </p:txBody>
      </p:sp>
      <p:grpSp>
        <p:nvGrpSpPr>
          <p:cNvPr id="8" name="Group 46"/>
          <p:cNvGrpSpPr>
            <a:grpSpLocks/>
          </p:cNvGrpSpPr>
          <p:nvPr/>
        </p:nvGrpSpPr>
        <p:grpSpPr bwMode="auto">
          <a:xfrm>
            <a:off x="6486525" y="962025"/>
            <a:ext cx="1377950" cy="806450"/>
            <a:chOff x="4086" y="867"/>
            <a:chExt cx="868" cy="508"/>
          </a:xfrm>
        </p:grpSpPr>
        <p:sp>
          <p:nvSpPr>
            <p:cNvPr id="29872" name="Line 47"/>
            <p:cNvSpPr>
              <a:spLocks noChangeShapeType="1"/>
            </p:cNvSpPr>
            <p:nvPr/>
          </p:nvSpPr>
          <p:spPr bwMode="auto">
            <a:xfrm flipH="1">
              <a:off x="4086" y="867"/>
              <a:ext cx="868" cy="508"/>
            </a:xfrm>
            <a:prstGeom prst="line">
              <a:avLst/>
            </a:prstGeom>
            <a:noFill/>
            <a:ln w="9525">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9873" name="Line 48"/>
            <p:cNvSpPr>
              <a:spLocks noChangeShapeType="1"/>
            </p:cNvSpPr>
            <p:nvPr/>
          </p:nvSpPr>
          <p:spPr bwMode="auto">
            <a:xfrm>
              <a:off x="4190" y="951"/>
              <a:ext cx="660" cy="384"/>
            </a:xfrm>
            <a:prstGeom prst="line">
              <a:avLst/>
            </a:prstGeom>
            <a:noFill/>
            <a:ln w="9525">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174125" name="Oval 45"/>
          <p:cNvSpPr>
            <a:spLocks noChangeArrowheads="1"/>
          </p:cNvSpPr>
          <p:nvPr/>
        </p:nvSpPr>
        <p:spPr bwMode="auto">
          <a:xfrm>
            <a:off x="7102475" y="1343025"/>
            <a:ext cx="74613" cy="74613"/>
          </a:xfrm>
          <a:prstGeom prst="ellipse">
            <a:avLst/>
          </a:prstGeom>
          <a:solidFill>
            <a:srgbClr val="FFFFFF"/>
          </a:solidFill>
          <a:ln w="9525">
            <a:solidFill>
              <a:srgbClr val="000000"/>
            </a:solidFill>
            <a:round/>
            <a:headEnd/>
            <a:tailEnd/>
          </a:ln>
        </p:spPr>
        <p:txBody>
          <a:bodyPr wrap="none" anchor="ct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endParaRPr kumimoji="0" lang="zh-CN" altLang="en-US" sz="2000"/>
          </a:p>
        </p:txBody>
      </p:sp>
      <p:sp>
        <p:nvSpPr>
          <p:cNvPr id="174129" name="Line 49"/>
          <p:cNvSpPr>
            <a:spLocks noChangeShapeType="1"/>
          </p:cNvSpPr>
          <p:nvPr/>
        </p:nvSpPr>
        <p:spPr bwMode="auto">
          <a:xfrm flipV="1">
            <a:off x="5864225" y="1127125"/>
            <a:ext cx="1962150" cy="1143000"/>
          </a:xfrm>
          <a:prstGeom prst="line">
            <a:avLst/>
          </a:prstGeom>
          <a:noFill/>
          <a:ln w="9525">
            <a:solidFill>
              <a:srgbClr val="FE140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74130" name="Line 50"/>
          <p:cNvSpPr>
            <a:spLocks noChangeShapeType="1"/>
          </p:cNvSpPr>
          <p:nvPr/>
        </p:nvSpPr>
        <p:spPr bwMode="auto">
          <a:xfrm flipV="1">
            <a:off x="6657975" y="2473325"/>
            <a:ext cx="1936750" cy="1123950"/>
          </a:xfrm>
          <a:prstGeom prst="line">
            <a:avLst/>
          </a:prstGeom>
          <a:noFill/>
          <a:ln w="9525">
            <a:solidFill>
              <a:srgbClr val="FF505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9" name="Group 51"/>
          <p:cNvGrpSpPr>
            <a:grpSpLocks/>
          </p:cNvGrpSpPr>
          <p:nvPr/>
        </p:nvGrpSpPr>
        <p:grpSpPr bwMode="auto">
          <a:xfrm>
            <a:off x="6746875" y="1133475"/>
            <a:ext cx="806450" cy="508000"/>
            <a:chOff x="4250" y="975"/>
            <a:chExt cx="508" cy="320"/>
          </a:xfrm>
        </p:grpSpPr>
        <p:sp>
          <p:nvSpPr>
            <p:cNvPr id="29868" name="Line 52"/>
            <p:cNvSpPr>
              <a:spLocks noChangeShapeType="1"/>
            </p:cNvSpPr>
            <p:nvPr/>
          </p:nvSpPr>
          <p:spPr bwMode="auto">
            <a:xfrm>
              <a:off x="4250" y="1231"/>
              <a:ext cx="64" cy="4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9869" name="Line 53"/>
            <p:cNvSpPr>
              <a:spLocks noChangeShapeType="1"/>
            </p:cNvSpPr>
            <p:nvPr/>
          </p:nvSpPr>
          <p:spPr bwMode="auto">
            <a:xfrm>
              <a:off x="4674" y="975"/>
              <a:ext cx="76" cy="4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9870" name="Line 54"/>
            <p:cNvSpPr>
              <a:spLocks noChangeShapeType="1"/>
            </p:cNvSpPr>
            <p:nvPr/>
          </p:nvSpPr>
          <p:spPr bwMode="auto">
            <a:xfrm flipH="1">
              <a:off x="4682" y="1235"/>
              <a:ext cx="76" cy="6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9871" name="Line 55"/>
            <p:cNvSpPr>
              <a:spLocks noChangeShapeType="1"/>
            </p:cNvSpPr>
            <p:nvPr/>
          </p:nvSpPr>
          <p:spPr bwMode="auto">
            <a:xfrm flipH="1">
              <a:off x="4258" y="983"/>
              <a:ext cx="60" cy="44"/>
            </a:xfrm>
            <a:prstGeom prst="line">
              <a:avLst/>
            </a:prstGeom>
            <a:noFill/>
            <a:ln w="9525">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10" name="Group 56"/>
          <p:cNvGrpSpPr>
            <a:grpSpLocks/>
          </p:cNvGrpSpPr>
          <p:nvPr/>
        </p:nvGrpSpPr>
        <p:grpSpPr bwMode="auto">
          <a:xfrm>
            <a:off x="6445250" y="971550"/>
            <a:ext cx="1400175" cy="823913"/>
            <a:chOff x="4060" y="864"/>
            <a:chExt cx="882" cy="519"/>
          </a:xfrm>
        </p:grpSpPr>
        <p:sp>
          <p:nvSpPr>
            <p:cNvPr id="29864" name="Line 57"/>
            <p:cNvSpPr>
              <a:spLocks noChangeShapeType="1"/>
            </p:cNvSpPr>
            <p:nvPr/>
          </p:nvSpPr>
          <p:spPr bwMode="auto">
            <a:xfrm>
              <a:off x="4066" y="1123"/>
              <a:ext cx="436" cy="26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9865" name="Line 58"/>
            <p:cNvSpPr>
              <a:spLocks noChangeShapeType="1"/>
            </p:cNvSpPr>
            <p:nvPr/>
          </p:nvSpPr>
          <p:spPr bwMode="auto">
            <a:xfrm>
              <a:off x="4506" y="864"/>
              <a:ext cx="436" cy="26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9866" name="Line 59"/>
            <p:cNvSpPr>
              <a:spLocks noChangeShapeType="1"/>
            </p:cNvSpPr>
            <p:nvPr/>
          </p:nvSpPr>
          <p:spPr bwMode="auto">
            <a:xfrm flipH="1">
              <a:off x="4503" y="1127"/>
              <a:ext cx="436" cy="25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9867" name="Line 60"/>
            <p:cNvSpPr>
              <a:spLocks noChangeShapeType="1"/>
            </p:cNvSpPr>
            <p:nvPr/>
          </p:nvSpPr>
          <p:spPr bwMode="auto">
            <a:xfrm flipH="1">
              <a:off x="4060" y="869"/>
              <a:ext cx="436" cy="25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174141" name="Oval 61"/>
          <p:cNvSpPr>
            <a:spLocks noChangeArrowheads="1"/>
          </p:cNvSpPr>
          <p:nvPr/>
        </p:nvSpPr>
        <p:spPr bwMode="auto">
          <a:xfrm>
            <a:off x="6632575" y="1111250"/>
            <a:ext cx="1035050" cy="533400"/>
          </a:xfrm>
          <a:prstGeom prst="ellipse">
            <a:avLst/>
          </a:prstGeom>
          <a:noFill/>
          <a:ln w="9525">
            <a:solidFill>
              <a:srgbClr val="0099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endParaRPr kumimoji="0" lang="zh-CN" altLang="en-US" sz="2000"/>
          </a:p>
        </p:txBody>
      </p:sp>
      <p:sp>
        <p:nvSpPr>
          <p:cNvPr id="174142" name="Line 62"/>
          <p:cNvSpPr>
            <a:spLocks noChangeShapeType="1"/>
          </p:cNvSpPr>
          <p:nvPr/>
        </p:nvSpPr>
        <p:spPr bwMode="auto">
          <a:xfrm>
            <a:off x="6632575" y="1381125"/>
            <a:ext cx="0" cy="501650"/>
          </a:xfrm>
          <a:prstGeom prst="line">
            <a:avLst/>
          </a:prstGeom>
          <a:noFill/>
          <a:ln w="9525">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74143" name="Line 63"/>
          <p:cNvSpPr>
            <a:spLocks noChangeShapeType="1"/>
          </p:cNvSpPr>
          <p:nvPr/>
        </p:nvSpPr>
        <p:spPr bwMode="auto">
          <a:xfrm>
            <a:off x="7667625" y="1387475"/>
            <a:ext cx="0" cy="511175"/>
          </a:xfrm>
          <a:prstGeom prst="line">
            <a:avLst/>
          </a:prstGeom>
          <a:noFill/>
          <a:ln w="9525">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74144" name="Line 64"/>
          <p:cNvSpPr>
            <a:spLocks noChangeShapeType="1"/>
          </p:cNvSpPr>
          <p:nvPr/>
        </p:nvSpPr>
        <p:spPr bwMode="auto">
          <a:xfrm flipV="1">
            <a:off x="6245225" y="1978025"/>
            <a:ext cx="571500" cy="32385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74145" name="Line 65"/>
          <p:cNvSpPr>
            <a:spLocks noChangeShapeType="1"/>
          </p:cNvSpPr>
          <p:nvPr/>
        </p:nvSpPr>
        <p:spPr bwMode="auto">
          <a:xfrm>
            <a:off x="6804025" y="1577975"/>
            <a:ext cx="0" cy="4254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11" name="Group 212"/>
          <p:cNvGrpSpPr>
            <a:grpSpLocks/>
          </p:cNvGrpSpPr>
          <p:nvPr/>
        </p:nvGrpSpPr>
        <p:grpSpPr bwMode="auto">
          <a:xfrm>
            <a:off x="6518275" y="1949450"/>
            <a:ext cx="468313" cy="396875"/>
            <a:chOff x="4106" y="1489"/>
            <a:chExt cx="295" cy="250"/>
          </a:xfrm>
        </p:grpSpPr>
        <p:sp>
          <p:nvSpPr>
            <p:cNvPr id="29862" name="Oval 67"/>
            <p:cNvSpPr>
              <a:spLocks noChangeArrowheads="1"/>
            </p:cNvSpPr>
            <p:nvPr/>
          </p:nvSpPr>
          <p:spPr bwMode="auto">
            <a:xfrm>
              <a:off x="4259" y="1489"/>
              <a:ext cx="47" cy="47"/>
            </a:xfrm>
            <a:prstGeom prst="ellipse">
              <a:avLst/>
            </a:prstGeom>
            <a:solidFill>
              <a:srgbClr val="FFFFFF"/>
            </a:solidFill>
            <a:ln w="9525">
              <a:solidFill>
                <a:srgbClr val="000000"/>
              </a:solidFill>
              <a:round/>
              <a:headEnd/>
              <a:tailEnd/>
            </a:ln>
          </p:spPr>
          <p:txBody>
            <a:bodyPr wrap="none" anchor="ct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endParaRPr kumimoji="0" lang="zh-CN" altLang="en-US" sz="2000"/>
            </a:p>
          </p:txBody>
        </p:sp>
        <p:sp>
          <p:nvSpPr>
            <p:cNvPr id="29863" name="Text Box 68"/>
            <p:cNvSpPr txBox="1">
              <a:spLocks noChangeArrowheads="1"/>
            </p:cNvSpPr>
            <p:nvPr/>
          </p:nvSpPr>
          <p:spPr bwMode="auto">
            <a:xfrm>
              <a:off x="4106" y="1489"/>
              <a:ext cx="29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r>
                <a:rPr lang="en-US" altLang="zh-CN" sz="2000">
                  <a:latin typeface="ISOCPEUR" pitchFamily="34" charset="0"/>
                </a:rPr>
                <a:t> </a:t>
              </a:r>
              <a:r>
                <a:rPr lang="en-US" altLang="zh-CN" sz="2000" i="1">
                  <a:latin typeface="ISOCPEUR" pitchFamily="34" charset="0"/>
                  <a:ea typeface="黑体" pitchFamily="2" charset="-122"/>
                </a:rPr>
                <a:t>1 </a:t>
              </a:r>
            </a:p>
          </p:txBody>
        </p:sp>
      </p:grpSp>
      <p:sp>
        <p:nvSpPr>
          <p:cNvPr id="174149" name="Line 69"/>
          <p:cNvSpPr>
            <a:spLocks noChangeShapeType="1"/>
          </p:cNvSpPr>
          <p:nvPr/>
        </p:nvSpPr>
        <p:spPr bwMode="auto">
          <a:xfrm flipH="1">
            <a:off x="7508875" y="1590675"/>
            <a:ext cx="0" cy="558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74150" name="Line 70"/>
          <p:cNvSpPr>
            <a:spLocks noChangeShapeType="1"/>
          </p:cNvSpPr>
          <p:nvPr/>
        </p:nvSpPr>
        <p:spPr bwMode="auto">
          <a:xfrm flipV="1">
            <a:off x="6607175" y="2139950"/>
            <a:ext cx="914400" cy="533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12" name="Group 71"/>
          <p:cNvGrpSpPr>
            <a:grpSpLocks/>
          </p:cNvGrpSpPr>
          <p:nvPr/>
        </p:nvGrpSpPr>
        <p:grpSpPr bwMode="auto">
          <a:xfrm>
            <a:off x="7223125" y="1747838"/>
            <a:ext cx="506413" cy="428625"/>
            <a:chOff x="4550" y="1362"/>
            <a:chExt cx="319" cy="270"/>
          </a:xfrm>
        </p:grpSpPr>
        <p:sp>
          <p:nvSpPr>
            <p:cNvPr id="29860" name="Oval 72"/>
            <p:cNvSpPr>
              <a:spLocks noChangeArrowheads="1"/>
            </p:cNvSpPr>
            <p:nvPr/>
          </p:nvSpPr>
          <p:spPr bwMode="auto">
            <a:xfrm>
              <a:off x="4709" y="1585"/>
              <a:ext cx="47" cy="47"/>
            </a:xfrm>
            <a:prstGeom prst="ellipse">
              <a:avLst/>
            </a:prstGeom>
            <a:solidFill>
              <a:srgbClr val="FFFFFF"/>
            </a:solidFill>
            <a:ln w="9525">
              <a:solidFill>
                <a:srgbClr val="000000"/>
              </a:solidFill>
              <a:round/>
              <a:headEnd/>
              <a:tailEnd/>
            </a:ln>
          </p:spPr>
          <p:txBody>
            <a:bodyPr wrap="none" anchor="ct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endParaRPr kumimoji="0" lang="zh-CN" altLang="en-US" sz="2000"/>
            </a:p>
          </p:txBody>
        </p:sp>
        <p:sp>
          <p:nvSpPr>
            <p:cNvPr id="29861" name="Text Box 73"/>
            <p:cNvSpPr txBox="1">
              <a:spLocks noChangeArrowheads="1"/>
            </p:cNvSpPr>
            <p:nvPr/>
          </p:nvSpPr>
          <p:spPr bwMode="auto">
            <a:xfrm>
              <a:off x="4550" y="1362"/>
              <a:ext cx="319"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r>
                <a:rPr lang="en-US" altLang="zh-CN" sz="2000" i="1">
                  <a:latin typeface="ISOCPEUR" pitchFamily="34" charset="0"/>
                  <a:ea typeface="黑体" pitchFamily="2" charset="-122"/>
                </a:rPr>
                <a:t> 2 </a:t>
              </a:r>
            </a:p>
          </p:txBody>
        </p:sp>
      </p:grpSp>
      <p:sp>
        <p:nvSpPr>
          <p:cNvPr id="174154" name="Line 74"/>
          <p:cNvSpPr>
            <a:spLocks noChangeShapeType="1"/>
          </p:cNvSpPr>
          <p:nvPr/>
        </p:nvSpPr>
        <p:spPr bwMode="auto">
          <a:xfrm flipH="1" flipV="1">
            <a:off x="6480175" y="2511425"/>
            <a:ext cx="6350" cy="11430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74155" name="Line 75"/>
          <p:cNvSpPr>
            <a:spLocks noChangeShapeType="1"/>
          </p:cNvSpPr>
          <p:nvPr/>
        </p:nvSpPr>
        <p:spPr bwMode="auto">
          <a:xfrm flipV="1">
            <a:off x="6480175" y="2168525"/>
            <a:ext cx="603250" cy="3429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74156" name="Line 76"/>
          <p:cNvSpPr>
            <a:spLocks noChangeShapeType="1"/>
          </p:cNvSpPr>
          <p:nvPr/>
        </p:nvSpPr>
        <p:spPr bwMode="auto">
          <a:xfrm rot="17951849" flipV="1">
            <a:off x="7254082" y="1312069"/>
            <a:ext cx="1587" cy="250825"/>
          </a:xfrm>
          <a:prstGeom prst="line">
            <a:avLst/>
          </a:prstGeom>
          <a:noFill/>
          <a:ln w="38100">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74157" name="Line 77"/>
          <p:cNvSpPr>
            <a:spLocks noChangeShapeType="1"/>
          </p:cNvSpPr>
          <p:nvPr/>
        </p:nvSpPr>
        <p:spPr bwMode="auto">
          <a:xfrm flipH="1">
            <a:off x="7089775" y="1304925"/>
            <a:ext cx="603250" cy="3429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74158" name="Line 78"/>
          <p:cNvSpPr>
            <a:spLocks noChangeShapeType="1"/>
          </p:cNvSpPr>
          <p:nvPr/>
        </p:nvSpPr>
        <p:spPr bwMode="auto">
          <a:xfrm>
            <a:off x="7089775" y="1647825"/>
            <a:ext cx="0" cy="5270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74159" name="Oval 79"/>
          <p:cNvSpPr>
            <a:spLocks noChangeArrowheads="1"/>
          </p:cNvSpPr>
          <p:nvPr/>
        </p:nvSpPr>
        <p:spPr bwMode="auto">
          <a:xfrm>
            <a:off x="7051675" y="2130425"/>
            <a:ext cx="74613" cy="74613"/>
          </a:xfrm>
          <a:prstGeom prst="ellipse">
            <a:avLst/>
          </a:prstGeom>
          <a:solidFill>
            <a:srgbClr val="FFFFFF"/>
          </a:solidFill>
          <a:ln w="9525">
            <a:solidFill>
              <a:srgbClr val="000000"/>
            </a:solidFill>
            <a:round/>
            <a:headEnd/>
            <a:tailEnd/>
          </a:ln>
        </p:spPr>
        <p:txBody>
          <a:bodyPr wrap="none" anchor="ct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endParaRPr kumimoji="0" lang="zh-CN" altLang="en-US" sz="2000"/>
          </a:p>
        </p:txBody>
      </p:sp>
      <p:sp>
        <p:nvSpPr>
          <p:cNvPr id="174160" name="Text Box 80"/>
          <p:cNvSpPr txBox="1">
            <a:spLocks noChangeArrowheads="1"/>
          </p:cNvSpPr>
          <p:nvPr/>
        </p:nvSpPr>
        <p:spPr bwMode="auto">
          <a:xfrm>
            <a:off x="6715125" y="2070100"/>
            <a:ext cx="311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r>
              <a:rPr lang="en-US" altLang="zh-CN" sz="2000" b="0" i="1">
                <a:latin typeface="黑体" pitchFamily="2" charset="-122"/>
                <a:ea typeface="黑体" pitchFamily="2" charset="-122"/>
              </a:rPr>
              <a:t>A</a:t>
            </a:r>
          </a:p>
        </p:txBody>
      </p:sp>
      <p:sp>
        <p:nvSpPr>
          <p:cNvPr id="174161" name="Line 81"/>
          <p:cNvSpPr>
            <a:spLocks noChangeShapeType="1"/>
          </p:cNvSpPr>
          <p:nvPr/>
        </p:nvSpPr>
        <p:spPr bwMode="auto">
          <a:xfrm rot="7174649" flipV="1">
            <a:off x="6114256" y="2712244"/>
            <a:ext cx="7938" cy="29845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74162" name="Line 82"/>
          <p:cNvSpPr>
            <a:spLocks noChangeShapeType="1"/>
          </p:cNvSpPr>
          <p:nvPr/>
        </p:nvSpPr>
        <p:spPr bwMode="auto">
          <a:xfrm flipV="1">
            <a:off x="5984875" y="2232025"/>
            <a:ext cx="0" cy="11176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74163" name="Line 83"/>
          <p:cNvSpPr>
            <a:spLocks noChangeShapeType="1"/>
          </p:cNvSpPr>
          <p:nvPr/>
        </p:nvSpPr>
        <p:spPr bwMode="auto">
          <a:xfrm flipV="1">
            <a:off x="5991225" y="1870075"/>
            <a:ext cx="615950" cy="36195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13" name="Group 84"/>
          <p:cNvGrpSpPr>
            <a:grpSpLocks/>
          </p:cNvGrpSpPr>
          <p:nvPr/>
        </p:nvGrpSpPr>
        <p:grpSpPr bwMode="auto">
          <a:xfrm>
            <a:off x="6181725" y="1525588"/>
            <a:ext cx="493713" cy="396875"/>
            <a:chOff x="3894" y="1222"/>
            <a:chExt cx="311" cy="250"/>
          </a:xfrm>
        </p:grpSpPr>
        <p:sp>
          <p:nvSpPr>
            <p:cNvPr id="29858" name="Text Box 85"/>
            <p:cNvSpPr txBox="1">
              <a:spLocks noChangeArrowheads="1"/>
            </p:cNvSpPr>
            <p:nvPr/>
          </p:nvSpPr>
          <p:spPr bwMode="auto">
            <a:xfrm>
              <a:off x="3894" y="1222"/>
              <a:ext cx="2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r>
                <a:rPr lang="en-US" altLang="zh-CN" sz="2000" b="0" i="1">
                  <a:latin typeface="黑体" pitchFamily="2" charset="-122"/>
                  <a:ea typeface="黑体" pitchFamily="2" charset="-122"/>
                </a:rPr>
                <a:t>B </a:t>
              </a:r>
            </a:p>
          </p:txBody>
        </p:sp>
        <p:sp>
          <p:nvSpPr>
            <p:cNvPr id="29859" name="Oval 86"/>
            <p:cNvSpPr>
              <a:spLocks noChangeArrowheads="1"/>
            </p:cNvSpPr>
            <p:nvPr/>
          </p:nvSpPr>
          <p:spPr bwMode="auto">
            <a:xfrm>
              <a:off x="4158" y="1419"/>
              <a:ext cx="47" cy="47"/>
            </a:xfrm>
            <a:prstGeom prst="ellipse">
              <a:avLst/>
            </a:prstGeom>
            <a:solidFill>
              <a:srgbClr val="FFFFFF"/>
            </a:solidFill>
            <a:ln w="9525">
              <a:solidFill>
                <a:srgbClr val="000000"/>
              </a:solidFill>
              <a:round/>
              <a:headEnd/>
              <a:tailEnd/>
            </a:ln>
          </p:spPr>
          <p:txBody>
            <a:bodyPr wrap="none" anchor="ct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endParaRPr kumimoji="0" lang="zh-CN" altLang="en-US" sz="2000"/>
            </a:p>
          </p:txBody>
        </p:sp>
      </p:grpSp>
      <p:sp>
        <p:nvSpPr>
          <p:cNvPr id="174167" name="Line 87"/>
          <p:cNvSpPr>
            <a:spLocks noChangeShapeType="1"/>
          </p:cNvSpPr>
          <p:nvPr/>
        </p:nvSpPr>
        <p:spPr bwMode="auto">
          <a:xfrm flipV="1">
            <a:off x="6518275" y="2549525"/>
            <a:ext cx="0" cy="109855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74168" name="Line 88"/>
          <p:cNvSpPr>
            <a:spLocks noChangeShapeType="1"/>
          </p:cNvSpPr>
          <p:nvPr/>
        </p:nvSpPr>
        <p:spPr bwMode="auto">
          <a:xfrm flipV="1">
            <a:off x="6518275" y="1901825"/>
            <a:ext cx="1149350" cy="6477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14" name="Group 89"/>
          <p:cNvGrpSpPr>
            <a:grpSpLocks/>
          </p:cNvGrpSpPr>
          <p:nvPr/>
        </p:nvGrpSpPr>
        <p:grpSpPr bwMode="auto">
          <a:xfrm>
            <a:off x="7623175" y="1584325"/>
            <a:ext cx="460375" cy="396875"/>
            <a:chOff x="4802" y="1259"/>
            <a:chExt cx="290" cy="250"/>
          </a:xfrm>
        </p:grpSpPr>
        <p:sp>
          <p:nvSpPr>
            <p:cNvPr id="29856" name="Oval 90"/>
            <p:cNvSpPr>
              <a:spLocks noChangeArrowheads="1"/>
            </p:cNvSpPr>
            <p:nvPr/>
          </p:nvSpPr>
          <p:spPr bwMode="auto">
            <a:xfrm>
              <a:off x="4802" y="1433"/>
              <a:ext cx="47" cy="47"/>
            </a:xfrm>
            <a:prstGeom prst="ellipse">
              <a:avLst/>
            </a:prstGeom>
            <a:solidFill>
              <a:srgbClr val="FFFFFF"/>
            </a:solidFill>
            <a:ln w="9525">
              <a:solidFill>
                <a:srgbClr val="000000"/>
              </a:solidFill>
              <a:round/>
              <a:headEnd/>
              <a:tailEnd/>
            </a:ln>
          </p:spPr>
          <p:txBody>
            <a:bodyPr wrap="none" anchor="ct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eaLnBrk="1" hangingPunct="1">
                <a:spcBef>
                  <a:spcPct val="0"/>
                </a:spcBef>
                <a:buClrTx/>
                <a:buFontTx/>
                <a:buNone/>
              </a:pPr>
              <a:endParaRPr lang="zh-CN" altLang="zh-CN" sz="2000">
                <a:solidFill>
                  <a:srgbClr val="FF66FF"/>
                </a:solidFill>
              </a:endParaRPr>
            </a:p>
          </p:txBody>
        </p:sp>
        <p:sp>
          <p:nvSpPr>
            <p:cNvPr id="29857" name="Text Box 91"/>
            <p:cNvSpPr txBox="1">
              <a:spLocks noChangeArrowheads="1"/>
            </p:cNvSpPr>
            <p:nvPr/>
          </p:nvSpPr>
          <p:spPr bwMode="auto">
            <a:xfrm>
              <a:off x="4816" y="1259"/>
              <a:ext cx="2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r>
                <a:rPr lang="en-US" altLang="zh-CN" sz="2000" b="0" i="1">
                  <a:latin typeface="黑体" pitchFamily="2" charset="-122"/>
                  <a:ea typeface="黑体" pitchFamily="2" charset="-122"/>
                </a:rPr>
                <a:t>B </a:t>
              </a:r>
            </a:p>
          </p:txBody>
        </p:sp>
      </p:grpSp>
      <p:sp>
        <p:nvSpPr>
          <p:cNvPr id="174172" name="Line 92"/>
          <p:cNvSpPr>
            <a:spLocks noChangeShapeType="1"/>
          </p:cNvSpPr>
          <p:nvPr/>
        </p:nvSpPr>
        <p:spPr bwMode="auto">
          <a:xfrm>
            <a:off x="6462713" y="1381125"/>
            <a:ext cx="1366837"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74173" name="Line 93"/>
          <p:cNvSpPr>
            <a:spLocks noChangeShapeType="1"/>
          </p:cNvSpPr>
          <p:nvPr/>
        </p:nvSpPr>
        <p:spPr bwMode="auto">
          <a:xfrm flipV="1">
            <a:off x="6610350" y="2667000"/>
            <a:ext cx="0" cy="95726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15" name="Group 94"/>
          <p:cNvGrpSpPr>
            <a:grpSpLocks/>
          </p:cNvGrpSpPr>
          <p:nvPr/>
        </p:nvGrpSpPr>
        <p:grpSpPr bwMode="auto">
          <a:xfrm>
            <a:off x="1401763" y="1971675"/>
            <a:ext cx="3008312" cy="2560638"/>
            <a:chOff x="875" y="1503"/>
            <a:chExt cx="1895" cy="1613"/>
          </a:xfrm>
        </p:grpSpPr>
        <p:sp>
          <p:nvSpPr>
            <p:cNvPr id="29854" name="Oval 95"/>
            <p:cNvSpPr>
              <a:spLocks noChangeArrowheads="1"/>
            </p:cNvSpPr>
            <p:nvPr/>
          </p:nvSpPr>
          <p:spPr bwMode="auto">
            <a:xfrm>
              <a:off x="875" y="2624"/>
              <a:ext cx="498" cy="492"/>
            </a:xfrm>
            <a:prstGeom prst="ellipse">
              <a:avLst/>
            </a:prstGeom>
            <a:noFill/>
            <a:ln w="38100">
              <a:solidFill>
                <a:srgbClr val="FE1402"/>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eaLnBrk="1" hangingPunct="1">
                <a:spcBef>
                  <a:spcPct val="0"/>
                </a:spcBef>
                <a:buClrTx/>
                <a:buFontTx/>
                <a:buNone/>
              </a:pPr>
              <a:endParaRPr lang="zh-CN" altLang="zh-CN" sz="4000" i="1">
                <a:latin typeface="ISOCPEUR" pitchFamily="34" charset="0"/>
              </a:endParaRPr>
            </a:p>
          </p:txBody>
        </p:sp>
        <p:sp>
          <p:nvSpPr>
            <p:cNvPr id="29855" name="Arc 96"/>
            <p:cNvSpPr>
              <a:spLocks/>
            </p:cNvSpPr>
            <p:nvPr/>
          </p:nvSpPr>
          <p:spPr bwMode="auto">
            <a:xfrm flipH="1">
              <a:off x="2276" y="1503"/>
              <a:ext cx="494" cy="371"/>
            </a:xfrm>
            <a:custGeom>
              <a:avLst/>
              <a:gdLst>
                <a:gd name="T0" fmla="*/ 0 w 26529"/>
                <a:gd name="T1" fmla="*/ 0 h 21600"/>
                <a:gd name="T2" fmla="*/ 0 w 26529"/>
                <a:gd name="T3" fmla="*/ 0 h 21600"/>
                <a:gd name="T4" fmla="*/ 0 w 26529"/>
                <a:gd name="T5" fmla="*/ 0 h 21600"/>
                <a:gd name="T6" fmla="*/ 0 60000 65536"/>
                <a:gd name="T7" fmla="*/ 0 60000 65536"/>
                <a:gd name="T8" fmla="*/ 0 60000 65536"/>
                <a:gd name="T9" fmla="*/ 0 w 26529"/>
                <a:gd name="T10" fmla="*/ 0 h 21600"/>
                <a:gd name="T11" fmla="*/ 26529 w 26529"/>
                <a:gd name="T12" fmla="*/ 21600 h 21600"/>
              </a:gdLst>
              <a:ahLst/>
              <a:cxnLst>
                <a:cxn ang="T6">
                  <a:pos x="T0" y="T1"/>
                </a:cxn>
                <a:cxn ang="T7">
                  <a:pos x="T2" y="T3"/>
                </a:cxn>
                <a:cxn ang="T8">
                  <a:pos x="T4" y="T5"/>
                </a:cxn>
              </a:cxnLst>
              <a:rect l="T9" t="T10" r="T11" b="T12"/>
              <a:pathLst>
                <a:path w="26529" h="21600" fill="none" extrusionOk="0">
                  <a:moveTo>
                    <a:pt x="0" y="4684"/>
                  </a:moveTo>
                  <a:cubicBezTo>
                    <a:pt x="3820" y="1650"/>
                    <a:pt x="8554" y="-1"/>
                    <a:pt x="13432" y="0"/>
                  </a:cubicBezTo>
                  <a:cubicBezTo>
                    <a:pt x="18164" y="0"/>
                    <a:pt x="22765" y="1554"/>
                    <a:pt x="26529" y="4423"/>
                  </a:cubicBezTo>
                </a:path>
                <a:path w="26529" h="21600" stroke="0" extrusionOk="0">
                  <a:moveTo>
                    <a:pt x="0" y="4684"/>
                  </a:moveTo>
                  <a:cubicBezTo>
                    <a:pt x="3820" y="1650"/>
                    <a:pt x="8554" y="-1"/>
                    <a:pt x="13432" y="0"/>
                  </a:cubicBezTo>
                  <a:cubicBezTo>
                    <a:pt x="18164" y="0"/>
                    <a:pt x="22765" y="1554"/>
                    <a:pt x="26529" y="4423"/>
                  </a:cubicBezTo>
                  <a:lnTo>
                    <a:pt x="13432" y="21600"/>
                  </a:lnTo>
                  <a:lnTo>
                    <a:pt x="0" y="4684"/>
                  </a:lnTo>
                  <a:close/>
                </a:path>
              </a:pathLst>
            </a:custGeom>
            <a:noFill/>
            <a:ln w="28575">
              <a:solidFill>
                <a:srgbClr val="FE1402"/>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sp>
        <p:nvSpPr>
          <p:cNvPr id="174177" name="Arc 97"/>
          <p:cNvSpPr>
            <a:spLocks/>
          </p:cNvSpPr>
          <p:nvPr/>
        </p:nvSpPr>
        <p:spPr bwMode="auto">
          <a:xfrm rot="10784385" flipH="1">
            <a:off x="1392238" y="1524000"/>
            <a:ext cx="808037" cy="588963"/>
          </a:xfrm>
          <a:custGeom>
            <a:avLst/>
            <a:gdLst>
              <a:gd name="T0" fmla="*/ 0 w 27563"/>
              <a:gd name="T1" fmla="*/ 2147483647 h 21600"/>
              <a:gd name="T2" fmla="*/ 2147483647 w 27563"/>
              <a:gd name="T3" fmla="*/ 2147483647 h 21600"/>
              <a:gd name="T4" fmla="*/ 2147483647 w 27563"/>
              <a:gd name="T5" fmla="*/ 2147483647 h 21600"/>
              <a:gd name="T6" fmla="*/ 0 60000 65536"/>
              <a:gd name="T7" fmla="*/ 0 60000 65536"/>
              <a:gd name="T8" fmla="*/ 0 60000 65536"/>
              <a:gd name="T9" fmla="*/ 0 w 27563"/>
              <a:gd name="T10" fmla="*/ 0 h 21600"/>
              <a:gd name="T11" fmla="*/ 27563 w 27563"/>
              <a:gd name="T12" fmla="*/ 21600 h 21600"/>
            </a:gdLst>
            <a:ahLst/>
            <a:cxnLst>
              <a:cxn ang="T6">
                <a:pos x="T0" y="T1"/>
              </a:cxn>
              <a:cxn ang="T7">
                <a:pos x="T2" y="T3"/>
              </a:cxn>
              <a:cxn ang="T8">
                <a:pos x="T4" y="T5"/>
              </a:cxn>
            </a:cxnLst>
            <a:rect l="T9" t="T10" r="T11" b="T12"/>
            <a:pathLst>
              <a:path w="27563" h="21600" fill="none" extrusionOk="0">
                <a:moveTo>
                  <a:pt x="-1" y="4889"/>
                </a:moveTo>
                <a:cubicBezTo>
                  <a:pt x="3859" y="1727"/>
                  <a:pt x="8696" y="-1"/>
                  <a:pt x="13686" y="0"/>
                </a:cubicBezTo>
                <a:cubicBezTo>
                  <a:pt x="18760" y="0"/>
                  <a:pt x="23673" y="1786"/>
                  <a:pt x="27562" y="5047"/>
                </a:cubicBezTo>
              </a:path>
              <a:path w="27563" h="21600" stroke="0" extrusionOk="0">
                <a:moveTo>
                  <a:pt x="-1" y="4889"/>
                </a:moveTo>
                <a:cubicBezTo>
                  <a:pt x="3859" y="1727"/>
                  <a:pt x="8696" y="-1"/>
                  <a:pt x="13686" y="0"/>
                </a:cubicBezTo>
                <a:cubicBezTo>
                  <a:pt x="18760" y="0"/>
                  <a:pt x="23673" y="1786"/>
                  <a:pt x="27562" y="5047"/>
                </a:cubicBezTo>
                <a:lnTo>
                  <a:pt x="13686" y="21600"/>
                </a:lnTo>
                <a:lnTo>
                  <a:pt x="-1" y="4889"/>
                </a:lnTo>
                <a:close/>
              </a:path>
            </a:pathLst>
          </a:custGeom>
          <a:noFill/>
          <a:ln w="28575">
            <a:solidFill>
              <a:srgbClr val="FE1402"/>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nvGrpSpPr>
          <p:cNvPr id="16" name="Group 98"/>
          <p:cNvGrpSpPr>
            <a:grpSpLocks/>
          </p:cNvGrpSpPr>
          <p:nvPr/>
        </p:nvGrpSpPr>
        <p:grpSpPr bwMode="auto">
          <a:xfrm>
            <a:off x="768350" y="2682875"/>
            <a:ext cx="6448425" cy="1457325"/>
            <a:chOff x="484" y="1951"/>
            <a:chExt cx="4062" cy="918"/>
          </a:xfrm>
        </p:grpSpPr>
        <p:sp>
          <p:nvSpPr>
            <p:cNvPr id="29852" name="Line 99"/>
            <p:cNvSpPr>
              <a:spLocks noChangeShapeType="1"/>
            </p:cNvSpPr>
            <p:nvPr/>
          </p:nvSpPr>
          <p:spPr bwMode="auto">
            <a:xfrm>
              <a:off x="484" y="2869"/>
              <a:ext cx="648" cy="0"/>
            </a:xfrm>
            <a:prstGeom prst="line">
              <a:avLst/>
            </a:prstGeom>
            <a:noFill/>
            <a:ln w="38100">
              <a:solidFill>
                <a:srgbClr val="FF0066"/>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9853" name="Line 100"/>
            <p:cNvSpPr>
              <a:spLocks noChangeShapeType="1"/>
            </p:cNvSpPr>
            <p:nvPr/>
          </p:nvSpPr>
          <p:spPr bwMode="auto">
            <a:xfrm rot="-1766737">
              <a:off x="3898" y="1951"/>
              <a:ext cx="648" cy="1"/>
            </a:xfrm>
            <a:prstGeom prst="line">
              <a:avLst/>
            </a:prstGeom>
            <a:noFill/>
            <a:ln w="38100">
              <a:solidFill>
                <a:srgbClr val="FE140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17" name="Group 101"/>
          <p:cNvGrpSpPr>
            <a:grpSpLocks/>
          </p:cNvGrpSpPr>
          <p:nvPr/>
        </p:nvGrpSpPr>
        <p:grpSpPr bwMode="auto">
          <a:xfrm>
            <a:off x="4000500" y="2608263"/>
            <a:ext cx="2840038" cy="504825"/>
            <a:chOff x="2520" y="1904"/>
            <a:chExt cx="1789" cy="318"/>
          </a:xfrm>
        </p:grpSpPr>
        <p:sp>
          <p:nvSpPr>
            <p:cNvPr id="29850" name="Line 102"/>
            <p:cNvSpPr>
              <a:spLocks noChangeShapeType="1"/>
            </p:cNvSpPr>
            <p:nvPr/>
          </p:nvSpPr>
          <p:spPr bwMode="auto">
            <a:xfrm>
              <a:off x="2520" y="1904"/>
              <a:ext cx="400" cy="0"/>
            </a:xfrm>
            <a:prstGeom prst="line">
              <a:avLst/>
            </a:prstGeom>
            <a:noFill/>
            <a:ln w="38100">
              <a:solidFill>
                <a:srgbClr val="FE140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9851" name="Line 103"/>
            <p:cNvSpPr>
              <a:spLocks noChangeShapeType="1"/>
            </p:cNvSpPr>
            <p:nvPr/>
          </p:nvSpPr>
          <p:spPr bwMode="auto">
            <a:xfrm rot="1859745">
              <a:off x="3909" y="2221"/>
              <a:ext cx="400" cy="1"/>
            </a:xfrm>
            <a:prstGeom prst="line">
              <a:avLst/>
            </a:prstGeom>
            <a:noFill/>
            <a:ln w="38100">
              <a:solidFill>
                <a:srgbClr val="FE140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18" name="Group 104"/>
          <p:cNvGrpSpPr>
            <a:grpSpLocks/>
          </p:cNvGrpSpPr>
          <p:nvPr/>
        </p:nvGrpSpPr>
        <p:grpSpPr bwMode="auto">
          <a:xfrm>
            <a:off x="1790700" y="2116138"/>
            <a:ext cx="6477000" cy="2024062"/>
            <a:chOff x="1128" y="1594"/>
            <a:chExt cx="4080" cy="1275"/>
          </a:xfrm>
        </p:grpSpPr>
        <p:sp>
          <p:nvSpPr>
            <p:cNvPr id="29848" name="Line 105"/>
            <p:cNvSpPr>
              <a:spLocks noChangeShapeType="1"/>
            </p:cNvSpPr>
            <p:nvPr/>
          </p:nvSpPr>
          <p:spPr bwMode="auto">
            <a:xfrm>
              <a:off x="1128" y="2869"/>
              <a:ext cx="740" cy="0"/>
            </a:xfrm>
            <a:prstGeom prst="line">
              <a:avLst/>
            </a:prstGeom>
            <a:noFill/>
            <a:ln w="38100">
              <a:solidFill>
                <a:srgbClr val="FF66FF"/>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9849" name="Line 106"/>
            <p:cNvSpPr>
              <a:spLocks noChangeShapeType="1"/>
            </p:cNvSpPr>
            <p:nvPr/>
          </p:nvSpPr>
          <p:spPr bwMode="auto">
            <a:xfrm rot="19780671" flipV="1">
              <a:off x="4455" y="1594"/>
              <a:ext cx="753" cy="1"/>
            </a:xfrm>
            <a:prstGeom prst="line">
              <a:avLst/>
            </a:prstGeom>
            <a:noFill/>
            <a:ln w="38100">
              <a:solidFill>
                <a:srgbClr val="FF66FF"/>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19" name="Group 107"/>
          <p:cNvGrpSpPr>
            <a:grpSpLocks/>
          </p:cNvGrpSpPr>
          <p:nvPr/>
        </p:nvGrpSpPr>
        <p:grpSpPr bwMode="auto">
          <a:xfrm>
            <a:off x="3995738" y="1384300"/>
            <a:ext cx="3146425" cy="1230313"/>
            <a:chOff x="2509" y="1133"/>
            <a:chExt cx="1982" cy="775"/>
          </a:xfrm>
        </p:grpSpPr>
        <p:sp>
          <p:nvSpPr>
            <p:cNvPr id="29846" name="Line 108"/>
            <p:cNvSpPr>
              <a:spLocks noChangeShapeType="1"/>
            </p:cNvSpPr>
            <p:nvPr/>
          </p:nvSpPr>
          <p:spPr bwMode="auto">
            <a:xfrm>
              <a:off x="2509" y="1212"/>
              <a:ext cx="0" cy="696"/>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9847" name="Line 109"/>
            <p:cNvSpPr>
              <a:spLocks noChangeShapeType="1"/>
            </p:cNvSpPr>
            <p:nvPr/>
          </p:nvSpPr>
          <p:spPr bwMode="auto">
            <a:xfrm>
              <a:off x="4489" y="1133"/>
              <a:ext cx="2" cy="674"/>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20" name="Group 110"/>
          <p:cNvGrpSpPr>
            <a:grpSpLocks/>
          </p:cNvGrpSpPr>
          <p:nvPr/>
        </p:nvGrpSpPr>
        <p:grpSpPr bwMode="auto">
          <a:xfrm>
            <a:off x="1397000" y="1484313"/>
            <a:ext cx="5765800" cy="2646362"/>
            <a:chOff x="880" y="1187"/>
            <a:chExt cx="3632" cy="1667"/>
          </a:xfrm>
        </p:grpSpPr>
        <p:sp>
          <p:nvSpPr>
            <p:cNvPr id="29844" name="Line 111"/>
            <p:cNvSpPr>
              <a:spLocks noChangeShapeType="1"/>
            </p:cNvSpPr>
            <p:nvPr/>
          </p:nvSpPr>
          <p:spPr bwMode="auto">
            <a:xfrm>
              <a:off x="880" y="2854"/>
              <a:ext cx="252"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9845" name="Line 112"/>
            <p:cNvSpPr>
              <a:spLocks noChangeShapeType="1"/>
            </p:cNvSpPr>
            <p:nvPr/>
          </p:nvSpPr>
          <p:spPr bwMode="auto">
            <a:xfrm rot="-1706924">
              <a:off x="4260" y="1187"/>
              <a:ext cx="252" cy="1"/>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21" name="Group 113"/>
          <p:cNvGrpSpPr>
            <a:grpSpLocks/>
          </p:cNvGrpSpPr>
          <p:nvPr/>
        </p:nvGrpSpPr>
        <p:grpSpPr bwMode="auto">
          <a:xfrm>
            <a:off x="361950" y="3881438"/>
            <a:ext cx="3176588" cy="396875"/>
            <a:chOff x="228" y="2700"/>
            <a:chExt cx="2001" cy="250"/>
          </a:xfrm>
        </p:grpSpPr>
        <p:sp>
          <p:nvSpPr>
            <p:cNvPr id="29842" name="Line 114"/>
            <p:cNvSpPr>
              <a:spLocks noChangeShapeType="1"/>
            </p:cNvSpPr>
            <p:nvPr/>
          </p:nvSpPr>
          <p:spPr bwMode="auto">
            <a:xfrm flipV="1">
              <a:off x="228" y="2861"/>
              <a:ext cx="1816" cy="4"/>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9843" name="Text Box 115"/>
            <p:cNvSpPr txBox="1">
              <a:spLocks noChangeArrowheads="1"/>
            </p:cNvSpPr>
            <p:nvPr/>
          </p:nvSpPr>
          <p:spPr bwMode="auto">
            <a:xfrm>
              <a:off x="2006" y="2700"/>
              <a:ext cx="223"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r>
                <a:rPr lang="en-US" altLang="zh-CN" sz="2000" i="1">
                  <a:latin typeface="ISOCPEUR" pitchFamily="34" charset="0"/>
                </a:rPr>
                <a:t>p</a:t>
              </a:r>
              <a:r>
                <a:rPr lang="en-US" altLang="zh-CN" sz="1200" i="1">
                  <a:latin typeface="ISOCPEUR" pitchFamily="34" charset="0"/>
                </a:rPr>
                <a:t>1</a:t>
              </a:r>
              <a:endParaRPr lang="en-US" altLang="zh-CN" sz="2000" i="1">
                <a:latin typeface="ISOCPEUR" pitchFamily="34" charset="0"/>
              </a:endParaRPr>
            </a:p>
          </p:txBody>
        </p:sp>
      </p:grpSp>
      <p:grpSp>
        <p:nvGrpSpPr>
          <p:cNvPr id="22" name="Group 116"/>
          <p:cNvGrpSpPr>
            <a:grpSpLocks/>
          </p:cNvGrpSpPr>
          <p:nvPr/>
        </p:nvGrpSpPr>
        <p:grpSpPr bwMode="auto">
          <a:xfrm>
            <a:off x="3540125" y="1382713"/>
            <a:ext cx="471488" cy="2382837"/>
            <a:chOff x="2230" y="1132"/>
            <a:chExt cx="297" cy="1501"/>
          </a:xfrm>
        </p:grpSpPr>
        <p:sp>
          <p:nvSpPr>
            <p:cNvPr id="29840" name="Line 117"/>
            <p:cNvSpPr>
              <a:spLocks noChangeShapeType="1"/>
            </p:cNvSpPr>
            <p:nvPr/>
          </p:nvSpPr>
          <p:spPr bwMode="auto">
            <a:xfrm>
              <a:off x="2520" y="1132"/>
              <a:ext cx="4" cy="14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9841" name="Text Box 118"/>
            <p:cNvSpPr txBox="1">
              <a:spLocks noChangeArrowheads="1"/>
            </p:cNvSpPr>
            <p:nvPr/>
          </p:nvSpPr>
          <p:spPr bwMode="auto">
            <a:xfrm>
              <a:off x="2230" y="2383"/>
              <a:ext cx="297"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r>
                <a:rPr lang="en-US" altLang="zh-CN" sz="2000" i="1">
                  <a:latin typeface="ISOCPEUR" pitchFamily="34" charset="0"/>
                </a:rPr>
                <a:t>p</a:t>
              </a:r>
              <a:r>
                <a:rPr lang="en-US" altLang="zh-CN" sz="1200" i="1">
                  <a:latin typeface="ISOCPEUR" pitchFamily="34" charset="0"/>
                </a:rPr>
                <a:t>1</a:t>
              </a:r>
              <a:r>
                <a:rPr lang="en-US" altLang="zh-CN" sz="2000" i="1">
                  <a:latin typeface="ISOCPEUR" pitchFamily="34" charset="0"/>
                </a:rPr>
                <a:t>''</a:t>
              </a:r>
            </a:p>
          </p:txBody>
        </p:sp>
      </p:grpSp>
      <p:grpSp>
        <p:nvGrpSpPr>
          <p:cNvPr id="23" name="Group 119"/>
          <p:cNvGrpSpPr>
            <a:grpSpLocks/>
          </p:cNvGrpSpPr>
          <p:nvPr/>
        </p:nvGrpSpPr>
        <p:grpSpPr bwMode="auto">
          <a:xfrm>
            <a:off x="1095375" y="1616075"/>
            <a:ext cx="338138" cy="396875"/>
            <a:chOff x="690" y="1279"/>
            <a:chExt cx="213" cy="250"/>
          </a:xfrm>
        </p:grpSpPr>
        <p:sp>
          <p:nvSpPr>
            <p:cNvPr id="29838" name="Text Box 120"/>
            <p:cNvSpPr txBox="1">
              <a:spLocks noChangeArrowheads="1"/>
            </p:cNvSpPr>
            <p:nvPr/>
          </p:nvSpPr>
          <p:spPr bwMode="auto">
            <a:xfrm>
              <a:off x="690" y="1279"/>
              <a:ext cx="20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r>
                <a:rPr lang="en-US" altLang="zh-CN" sz="2000" i="1">
                  <a:latin typeface="ISOCPEUR" pitchFamily="34" charset="0"/>
                </a:rPr>
                <a:t>1'</a:t>
              </a:r>
            </a:p>
          </p:txBody>
        </p:sp>
        <p:sp>
          <p:nvSpPr>
            <p:cNvPr id="29839" name="Oval 121"/>
            <p:cNvSpPr>
              <a:spLocks noChangeArrowheads="1"/>
            </p:cNvSpPr>
            <p:nvPr/>
          </p:nvSpPr>
          <p:spPr bwMode="auto">
            <a:xfrm>
              <a:off x="856" y="1480"/>
              <a:ext cx="47" cy="47"/>
            </a:xfrm>
            <a:prstGeom prst="ellipse">
              <a:avLst/>
            </a:prstGeom>
            <a:solidFill>
              <a:srgbClr val="FFFFFF"/>
            </a:solidFill>
            <a:ln w="9525">
              <a:solidFill>
                <a:srgbClr val="000000"/>
              </a:solidFill>
              <a:round/>
              <a:headEnd/>
              <a:tailEnd/>
            </a:ln>
          </p:spPr>
          <p:txBody>
            <a:bodyPr wrap="none" anchor="ct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endParaRPr kumimoji="0" lang="zh-CN" altLang="en-US" sz="2000"/>
            </a:p>
          </p:txBody>
        </p:sp>
      </p:grpSp>
      <p:grpSp>
        <p:nvGrpSpPr>
          <p:cNvPr id="24" name="Group 122"/>
          <p:cNvGrpSpPr>
            <a:grpSpLocks/>
          </p:cNvGrpSpPr>
          <p:nvPr/>
        </p:nvGrpSpPr>
        <p:grpSpPr bwMode="auto">
          <a:xfrm>
            <a:off x="2159000" y="1616075"/>
            <a:ext cx="403225" cy="396875"/>
            <a:chOff x="1360" y="1279"/>
            <a:chExt cx="254" cy="250"/>
          </a:xfrm>
        </p:grpSpPr>
        <p:sp>
          <p:nvSpPr>
            <p:cNvPr id="29836" name="Oval 123"/>
            <p:cNvSpPr>
              <a:spLocks noChangeArrowheads="1"/>
            </p:cNvSpPr>
            <p:nvPr/>
          </p:nvSpPr>
          <p:spPr bwMode="auto">
            <a:xfrm>
              <a:off x="1360" y="1480"/>
              <a:ext cx="47" cy="47"/>
            </a:xfrm>
            <a:prstGeom prst="ellipse">
              <a:avLst/>
            </a:prstGeom>
            <a:solidFill>
              <a:srgbClr val="FFFFFF"/>
            </a:solidFill>
            <a:ln w="9525">
              <a:solidFill>
                <a:srgbClr val="000000"/>
              </a:solidFill>
              <a:round/>
              <a:headEnd/>
              <a:tailEnd/>
            </a:ln>
          </p:spPr>
          <p:txBody>
            <a:bodyPr wrap="none" anchor="ct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eaLnBrk="1" hangingPunct="1">
                <a:spcBef>
                  <a:spcPct val="0"/>
                </a:spcBef>
                <a:buClrTx/>
                <a:buFontTx/>
                <a:buNone/>
              </a:pPr>
              <a:endParaRPr lang="zh-CN" altLang="zh-CN" sz="2000" i="1">
                <a:latin typeface="ISOCPEUR" pitchFamily="34" charset="0"/>
              </a:endParaRPr>
            </a:p>
          </p:txBody>
        </p:sp>
        <p:sp>
          <p:nvSpPr>
            <p:cNvPr id="29837" name="Text Box 124"/>
            <p:cNvSpPr txBox="1">
              <a:spLocks noChangeArrowheads="1"/>
            </p:cNvSpPr>
            <p:nvPr/>
          </p:nvSpPr>
          <p:spPr bwMode="auto">
            <a:xfrm>
              <a:off x="1386" y="1279"/>
              <a:ext cx="22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r>
                <a:rPr lang="en-US" altLang="zh-CN" sz="2000" i="1">
                  <a:latin typeface="ISOCPEUR" pitchFamily="34" charset="0"/>
                </a:rPr>
                <a:t>3'</a:t>
              </a:r>
            </a:p>
          </p:txBody>
        </p:sp>
      </p:grpSp>
      <p:grpSp>
        <p:nvGrpSpPr>
          <p:cNvPr id="25" name="Group 125"/>
          <p:cNvGrpSpPr>
            <a:grpSpLocks/>
          </p:cNvGrpSpPr>
          <p:nvPr/>
        </p:nvGrpSpPr>
        <p:grpSpPr bwMode="auto">
          <a:xfrm>
            <a:off x="412750" y="4316413"/>
            <a:ext cx="3248025" cy="396875"/>
            <a:chOff x="260" y="2980"/>
            <a:chExt cx="2046" cy="250"/>
          </a:xfrm>
        </p:grpSpPr>
        <p:sp>
          <p:nvSpPr>
            <p:cNvPr id="29834" name="Line 126"/>
            <p:cNvSpPr>
              <a:spLocks noChangeShapeType="1"/>
            </p:cNvSpPr>
            <p:nvPr/>
          </p:nvSpPr>
          <p:spPr bwMode="auto">
            <a:xfrm>
              <a:off x="260" y="3117"/>
              <a:ext cx="1812"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9835" name="Text Box 127"/>
            <p:cNvSpPr txBox="1">
              <a:spLocks noChangeArrowheads="1"/>
            </p:cNvSpPr>
            <p:nvPr/>
          </p:nvSpPr>
          <p:spPr bwMode="auto">
            <a:xfrm>
              <a:off x="2070" y="2980"/>
              <a:ext cx="23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r>
                <a:rPr lang="en-US" altLang="zh-CN" sz="2000" i="1">
                  <a:latin typeface="ISOCPEUR" pitchFamily="34" charset="0"/>
                </a:rPr>
                <a:t>p</a:t>
              </a:r>
              <a:r>
                <a:rPr lang="en-US" altLang="zh-CN" sz="1200" i="1">
                  <a:latin typeface="ISOCPEUR" pitchFamily="34" charset="0"/>
                </a:rPr>
                <a:t>2</a:t>
              </a:r>
              <a:endParaRPr lang="en-US" altLang="zh-CN" sz="2000" i="1">
                <a:solidFill>
                  <a:srgbClr val="CC0099"/>
                </a:solidFill>
                <a:latin typeface="ISOCPEUR" pitchFamily="34" charset="0"/>
              </a:endParaRPr>
            </a:p>
          </p:txBody>
        </p:sp>
      </p:grpSp>
      <p:grpSp>
        <p:nvGrpSpPr>
          <p:cNvPr id="26" name="Group 128"/>
          <p:cNvGrpSpPr>
            <a:grpSpLocks/>
          </p:cNvGrpSpPr>
          <p:nvPr/>
        </p:nvGrpSpPr>
        <p:grpSpPr bwMode="auto">
          <a:xfrm>
            <a:off x="4406900" y="1401763"/>
            <a:ext cx="501650" cy="2306637"/>
            <a:chOff x="2776" y="1144"/>
            <a:chExt cx="316" cy="1453"/>
          </a:xfrm>
        </p:grpSpPr>
        <p:sp>
          <p:nvSpPr>
            <p:cNvPr id="29832" name="Line 129"/>
            <p:cNvSpPr>
              <a:spLocks noChangeShapeType="1"/>
            </p:cNvSpPr>
            <p:nvPr/>
          </p:nvSpPr>
          <p:spPr bwMode="auto">
            <a:xfrm>
              <a:off x="2776" y="1144"/>
              <a:ext cx="8" cy="144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9833" name="Text Box 130"/>
            <p:cNvSpPr txBox="1">
              <a:spLocks noChangeArrowheads="1"/>
            </p:cNvSpPr>
            <p:nvPr/>
          </p:nvSpPr>
          <p:spPr bwMode="auto">
            <a:xfrm>
              <a:off x="2782" y="2347"/>
              <a:ext cx="31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r>
                <a:rPr lang="en-US" altLang="zh-CN" sz="2000" i="1">
                  <a:latin typeface="ISOCPEUR" pitchFamily="34" charset="0"/>
                </a:rPr>
                <a:t>p</a:t>
              </a:r>
              <a:r>
                <a:rPr lang="en-US" altLang="zh-CN" sz="1200" i="1">
                  <a:latin typeface="ISOCPEUR" pitchFamily="34" charset="0"/>
                </a:rPr>
                <a:t>2</a:t>
              </a:r>
              <a:r>
                <a:rPr lang="en-US" altLang="zh-CN" sz="2000" i="1">
                  <a:latin typeface="ISOCPEUR" pitchFamily="34" charset="0"/>
                </a:rPr>
                <a:t>''</a:t>
              </a:r>
            </a:p>
          </p:txBody>
        </p:sp>
      </p:grpSp>
      <p:sp>
        <p:nvSpPr>
          <p:cNvPr id="174211" name="Line 131"/>
          <p:cNvSpPr>
            <a:spLocks noChangeShapeType="1"/>
          </p:cNvSpPr>
          <p:nvPr/>
        </p:nvSpPr>
        <p:spPr bwMode="auto">
          <a:xfrm flipH="1">
            <a:off x="1787525" y="2125663"/>
            <a:ext cx="2616200" cy="63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27" name="Group 132"/>
          <p:cNvGrpSpPr>
            <a:grpSpLocks/>
          </p:cNvGrpSpPr>
          <p:nvPr/>
        </p:nvGrpSpPr>
        <p:grpSpPr bwMode="auto">
          <a:xfrm>
            <a:off x="444500" y="4081463"/>
            <a:ext cx="3184525" cy="396875"/>
            <a:chOff x="280" y="2832"/>
            <a:chExt cx="2006" cy="250"/>
          </a:xfrm>
        </p:grpSpPr>
        <p:sp>
          <p:nvSpPr>
            <p:cNvPr id="29830" name="Line 133"/>
            <p:cNvSpPr>
              <a:spLocks noChangeShapeType="1"/>
            </p:cNvSpPr>
            <p:nvPr/>
          </p:nvSpPr>
          <p:spPr bwMode="auto">
            <a:xfrm>
              <a:off x="280" y="3017"/>
              <a:ext cx="182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9831" name="Text Box 134"/>
            <p:cNvSpPr txBox="1">
              <a:spLocks noChangeArrowheads="1"/>
            </p:cNvSpPr>
            <p:nvPr/>
          </p:nvSpPr>
          <p:spPr bwMode="auto">
            <a:xfrm>
              <a:off x="2050" y="2832"/>
              <a:ext cx="23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r>
                <a:rPr lang="en-US" altLang="zh-CN" sz="2000" i="1">
                  <a:latin typeface="ISOCPEUR" pitchFamily="34" charset="0"/>
                </a:rPr>
                <a:t>p</a:t>
              </a:r>
              <a:r>
                <a:rPr lang="en-US" altLang="zh-CN" sz="1200" i="1">
                  <a:latin typeface="ISOCPEUR" pitchFamily="34" charset="0"/>
                </a:rPr>
                <a:t>a</a:t>
              </a:r>
              <a:endParaRPr lang="en-US" altLang="zh-CN" sz="2000" i="1">
                <a:latin typeface="ISOCPEUR" pitchFamily="34" charset="0"/>
              </a:endParaRPr>
            </a:p>
          </p:txBody>
        </p:sp>
      </p:grpSp>
      <p:grpSp>
        <p:nvGrpSpPr>
          <p:cNvPr id="28" name="Group 135"/>
          <p:cNvGrpSpPr>
            <a:grpSpLocks/>
          </p:cNvGrpSpPr>
          <p:nvPr/>
        </p:nvGrpSpPr>
        <p:grpSpPr bwMode="auto">
          <a:xfrm>
            <a:off x="4022725" y="1376363"/>
            <a:ext cx="492125" cy="2630487"/>
            <a:chOff x="2534" y="1128"/>
            <a:chExt cx="310" cy="1657"/>
          </a:xfrm>
        </p:grpSpPr>
        <p:sp>
          <p:nvSpPr>
            <p:cNvPr id="29828" name="Line 136"/>
            <p:cNvSpPr>
              <a:spLocks noChangeShapeType="1"/>
            </p:cNvSpPr>
            <p:nvPr/>
          </p:nvSpPr>
          <p:spPr bwMode="auto">
            <a:xfrm flipV="1">
              <a:off x="2704" y="1128"/>
              <a:ext cx="0" cy="145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9829" name="Text Box 137"/>
            <p:cNvSpPr txBox="1">
              <a:spLocks noChangeArrowheads="1"/>
            </p:cNvSpPr>
            <p:nvPr/>
          </p:nvSpPr>
          <p:spPr bwMode="auto">
            <a:xfrm>
              <a:off x="2534" y="2535"/>
              <a:ext cx="31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r>
                <a:rPr lang="en-US" altLang="zh-CN" sz="2000" i="1">
                  <a:solidFill>
                    <a:srgbClr val="000000"/>
                  </a:solidFill>
                  <a:latin typeface="ISOCPEUR" pitchFamily="34" charset="0"/>
                </a:rPr>
                <a:t>p</a:t>
              </a:r>
              <a:r>
                <a:rPr lang="en-US" altLang="zh-CN" sz="1200" i="1">
                  <a:solidFill>
                    <a:srgbClr val="000000"/>
                  </a:solidFill>
                  <a:latin typeface="ISOCPEUR" pitchFamily="34" charset="0"/>
                </a:rPr>
                <a:t>a</a:t>
              </a:r>
              <a:r>
                <a:rPr lang="en-US" altLang="zh-CN" sz="2000" i="1">
                  <a:solidFill>
                    <a:srgbClr val="000000"/>
                  </a:solidFill>
                  <a:latin typeface="ISOCPEUR" pitchFamily="34" charset="0"/>
                </a:rPr>
                <a:t>''</a:t>
              </a:r>
            </a:p>
          </p:txBody>
        </p:sp>
      </p:grpSp>
      <p:sp>
        <p:nvSpPr>
          <p:cNvPr id="174218" name="Text Box 138"/>
          <p:cNvSpPr txBox="1">
            <a:spLocks noChangeArrowheads="1"/>
          </p:cNvSpPr>
          <p:nvPr/>
        </p:nvSpPr>
        <p:spPr bwMode="auto">
          <a:xfrm>
            <a:off x="3987800" y="1974850"/>
            <a:ext cx="42068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r>
              <a:rPr lang="en-US" altLang="zh-CN" sz="2000" i="1">
                <a:solidFill>
                  <a:srgbClr val="000000"/>
                </a:solidFill>
                <a:latin typeface="ISOCPEUR" pitchFamily="34" charset="0"/>
              </a:rPr>
              <a:t>a''</a:t>
            </a:r>
          </a:p>
        </p:txBody>
      </p:sp>
      <p:sp>
        <p:nvSpPr>
          <p:cNvPr id="174219" name="Line 139"/>
          <p:cNvSpPr>
            <a:spLocks noChangeShapeType="1"/>
          </p:cNvSpPr>
          <p:nvPr/>
        </p:nvSpPr>
        <p:spPr bwMode="auto">
          <a:xfrm flipH="1" flipV="1">
            <a:off x="762000" y="2043113"/>
            <a:ext cx="35306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29" name="Group 140"/>
          <p:cNvGrpSpPr>
            <a:grpSpLocks/>
          </p:cNvGrpSpPr>
          <p:nvPr/>
        </p:nvGrpSpPr>
        <p:grpSpPr bwMode="auto">
          <a:xfrm>
            <a:off x="1355725" y="1998663"/>
            <a:ext cx="361950" cy="407987"/>
            <a:chOff x="854" y="1520"/>
            <a:chExt cx="228" cy="257"/>
          </a:xfrm>
        </p:grpSpPr>
        <p:sp>
          <p:nvSpPr>
            <p:cNvPr id="29826" name="Oval 141"/>
            <p:cNvSpPr>
              <a:spLocks noChangeArrowheads="1"/>
            </p:cNvSpPr>
            <p:nvPr/>
          </p:nvSpPr>
          <p:spPr bwMode="auto">
            <a:xfrm>
              <a:off x="916" y="1520"/>
              <a:ext cx="47" cy="47"/>
            </a:xfrm>
            <a:prstGeom prst="ellipse">
              <a:avLst/>
            </a:prstGeom>
            <a:solidFill>
              <a:srgbClr val="FFFFFF"/>
            </a:solidFill>
            <a:ln w="9525">
              <a:solidFill>
                <a:srgbClr val="000000"/>
              </a:solidFill>
              <a:round/>
              <a:headEnd/>
              <a:tailEnd/>
            </a:ln>
          </p:spPr>
          <p:txBody>
            <a:bodyPr wrap="none" anchor="ct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eaLnBrk="1" hangingPunct="1">
                <a:spcBef>
                  <a:spcPct val="0"/>
                </a:spcBef>
                <a:buClrTx/>
                <a:buFontTx/>
                <a:buNone/>
              </a:pPr>
              <a:endParaRPr lang="zh-CN" altLang="zh-CN" sz="2000" i="1">
                <a:solidFill>
                  <a:schemeClr val="tx2"/>
                </a:solidFill>
                <a:latin typeface="ISOCPEUR" pitchFamily="34" charset="0"/>
              </a:endParaRPr>
            </a:p>
          </p:txBody>
        </p:sp>
        <p:sp>
          <p:nvSpPr>
            <p:cNvPr id="29827" name="Text Box 142"/>
            <p:cNvSpPr txBox="1">
              <a:spLocks noChangeArrowheads="1"/>
            </p:cNvSpPr>
            <p:nvPr/>
          </p:nvSpPr>
          <p:spPr bwMode="auto">
            <a:xfrm>
              <a:off x="854" y="1527"/>
              <a:ext cx="22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r>
                <a:rPr lang="en-US" altLang="zh-CN" sz="2000" i="1">
                  <a:solidFill>
                    <a:srgbClr val="000000"/>
                  </a:solidFill>
                  <a:latin typeface="ISOCPEUR" pitchFamily="34" charset="0"/>
                </a:rPr>
                <a:t>a'</a:t>
              </a:r>
            </a:p>
          </p:txBody>
        </p:sp>
      </p:grpSp>
      <p:sp>
        <p:nvSpPr>
          <p:cNvPr id="174223" name="Oval 143"/>
          <p:cNvSpPr>
            <a:spLocks noChangeArrowheads="1"/>
          </p:cNvSpPr>
          <p:nvPr/>
        </p:nvSpPr>
        <p:spPr bwMode="auto">
          <a:xfrm>
            <a:off x="2019300" y="2005013"/>
            <a:ext cx="74613" cy="74612"/>
          </a:xfrm>
          <a:prstGeom prst="ellipse">
            <a:avLst/>
          </a:prstGeom>
          <a:solidFill>
            <a:srgbClr val="FFFFFF"/>
          </a:solidFill>
          <a:ln w="9525">
            <a:solidFill>
              <a:srgbClr val="000000"/>
            </a:solidFill>
            <a:round/>
            <a:headEnd/>
            <a:tailEnd/>
          </a:ln>
        </p:spPr>
        <p:txBody>
          <a:bodyPr wrap="none" anchor="ct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endParaRPr kumimoji="0" lang="zh-CN" altLang="en-US" sz="2000"/>
          </a:p>
        </p:txBody>
      </p:sp>
      <p:grpSp>
        <p:nvGrpSpPr>
          <p:cNvPr id="30" name="Group 144"/>
          <p:cNvGrpSpPr>
            <a:grpSpLocks/>
          </p:cNvGrpSpPr>
          <p:nvPr/>
        </p:nvGrpSpPr>
        <p:grpSpPr bwMode="auto">
          <a:xfrm>
            <a:off x="1797050" y="3008313"/>
            <a:ext cx="4700588" cy="1373187"/>
            <a:chOff x="1132" y="2156"/>
            <a:chExt cx="2961" cy="865"/>
          </a:xfrm>
        </p:grpSpPr>
        <p:sp>
          <p:nvSpPr>
            <p:cNvPr id="29824" name="Line 145"/>
            <p:cNvSpPr>
              <a:spLocks noChangeShapeType="1"/>
            </p:cNvSpPr>
            <p:nvPr/>
          </p:nvSpPr>
          <p:spPr bwMode="auto">
            <a:xfrm>
              <a:off x="1132" y="2865"/>
              <a:ext cx="0" cy="156"/>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9825" name="Line 146"/>
            <p:cNvSpPr>
              <a:spLocks noChangeShapeType="1"/>
            </p:cNvSpPr>
            <p:nvPr/>
          </p:nvSpPr>
          <p:spPr bwMode="auto">
            <a:xfrm rot="-3626379">
              <a:off x="4014" y="2079"/>
              <a:ext cx="1" cy="156"/>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174227" name="Line 147"/>
          <p:cNvSpPr>
            <a:spLocks noChangeShapeType="1"/>
          </p:cNvSpPr>
          <p:nvPr/>
        </p:nvSpPr>
        <p:spPr bwMode="auto">
          <a:xfrm>
            <a:off x="1390650" y="3746500"/>
            <a:ext cx="800100" cy="787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31" name="Group 148"/>
          <p:cNvGrpSpPr>
            <a:grpSpLocks/>
          </p:cNvGrpSpPr>
          <p:nvPr/>
        </p:nvGrpSpPr>
        <p:grpSpPr bwMode="auto">
          <a:xfrm>
            <a:off x="1470025" y="3724275"/>
            <a:ext cx="1204913" cy="982663"/>
            <a:chOff x="926" y="2607"/>
            <a:chExt cx="759" cy="619"/>
          </a:xfrm>
        </p:grpSpPr>
        <p:sp>
          <p:nvSpPr>
            <p:cNvPr id="29820" name="Text Box 149"/>
            <p:cNvSpPr txBox="1">
              <a:spLocks noChangeArrowheads="1"/>
            </p:cNvSpPr>
            <p:nvPr/>
          </p:nvSpPr>
          <p:spPr bwMode="auto">
            <a:xfrm>
              <a:off x="945" y="2607"/>
              <a:ext cx="23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50000"/>
                </a:spcBef>
                <a:buClrTx/>
                <a:buFontTx/>
                <a:buNone/>
              </a:pPr>
              <a:r>
                <a:rPr lang="en-US" altLang="zh-CN" sz="2000" i="1">
                  <a:latin typeface="ISOCPEUR" pitchFamily="34" charset="0"/>
                </a:rPr>
                <a:t>b  </a:t>
              </a:r>
            </a:p>
          </p:txBody>
        </p:sp>
        <p:sp>
          <p:nvSpPr>
            <p:cNvPr id="29821" name="Oval 150"/>
            <p:cNvSpPr>
              <a:spLocks noChangeArrowheads="1"/>
            </p:cNvSpPr>
            <p:nvPr/>
          </p:nvSpPr>
          <p:spPr bwMode="auto">
            <a:xfrm>
              <a:off x="926" y="2671"/>
              <a:ext cx="47" cy="47"/>
            </a:xfrm>
            <a:prstGeom prst="ellipse">
              <a:avLst/>
            </a:prstGeom>
            <a:solidFill>
              <a:srgbClr val="FFFFFF"/>
            </a:solidFill>
            <a:ln w="9525">
              <a:solidFill>
                <a:srgbClr val="000000"/>
              </a:solidFill>
              <a:round/>
              <a:headEnd/>
              <a:tailEnd/>
            </a:ln>
          </p:spPr>
          <p:txBody>
            <a:bodyPr wrap="none" anchor="ct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endParaRPr kumimoji="0" lang="zh-CN" altLang="en-US" sz="2000"/>
            </a:p>
          </p:txBody>
        </p:sp>
        <p:sp>
          <p:nvSpPr>
            <p:cNvPr id="29822" name="Oval 151"/>
            <p:cNvSpPr>
              <a:spLocks noChangeArrowheads="1"/>
            </p:cNvSpPr>
            <p:nvPr/>
          </p:nvSpPr>
          <p:spPr bwMode="auto">
            <a:xfrm>
              <a:off x="1280" y="3021"/>
              <a:ext cx="47" cy="47"/>
            </a:xfrm>
            <a:prstGeom prst="ellipse">
              <a:avLst/>
            </a:prstGeom>
            <a:solidFill>
              <a:srgbClr val="FFFFFF"/>
            </a:solidFill>
            <a:ln w="9525">
              <a:solidFill>
                <a:srgbClr val="000000"/>
              </a:solidFill>
              <a:round/>
              <a:headEnd/>
              <a:tailEnd/>
            </a:ln>
          </p:spPr>
          <p:txBody>
            <a:bodyPr wrap="none" anchor="ct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endParaRPr kumimoji="0" lang="zh-CN" altLang="en-US" sz="2000"/>
            </a:p>
          </p:txBody>
        </p:sp>
        <p:sp>
          <p:nvSpPr>
            <p:cNvPr id="29823" name="Text Box 152"/>
            <p:cNvSpPr txBox="1">
              <a:spLocks noChangeArrowheads="1"/>
            </p:cNvSpPr>
            <p:nvPr/>
          </p:nvSpPr>
          <p:spPr bwMode="auto">
            <a:xfrm>
              <a:off x="1302" y="2976"/>
              <a:ext cx="383"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r>
                <a:rPr lang="en-US" altLang="zh-CN" sz="2000" i="1">
                  <a:latin typeface="ISOCPEUR" pitchFamily="34" charset="0"/>
                </a:rPr>
                <a:t>b   </a:t>
              </a:r>
            </a:p>
          </p:txBody>
        </p:sp>
      </p:grpSp>
      <p:grpSp>
        <p:nvGrpSpPr>
          <p:cNvPr id="29696" name="Group 153"/>
          <p:cNvGrpSpPr>
            <a:grpSpLocks/>
          </p:cNvGrpSpPr>
          <p:nvPr/>
        </p:nvGrpSpPr>
        <p:grpSpPr bwMode="auto">
          <a:xfrm>
            <a:off x="523875" y="4827588"/>
            <a:ext cx="663575" cy="452437"/>
            <a:chOff x="330" y="3302"/>
            <a:chExt cx="418" cy="285"/>
          </a:xfrm>
        </p:grpSpPr>
        <p:sp>
          <p:nvSpPr>
            <p:cNvPr id="29818" name="Line 154"/>
            <p:cNvSpPr>
              <a:spLocks noChangeShapeType="1"/>
            </p:cNvSpPr>
            <p:nvPr/>
          </p:nvSpPr>
          <p:spPr bwMode="auto">
            <a:xfrm flipV="1">
              <a:off x="472" y="3302"/>
              <a:ext cx="276" cy="276"/>
            </a:xfrm>
            <a:prstGeom prst="line">
              <a:avLst/>
            </a:prstGeom>
            <a:noFill/>
            <a:ln w="9525">
              <a:solidFill>
                <a:schemeClr val="tx1"/>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9819" name="Text Box 155"/>
            <p:cNvSpPr txBox="1">
              <a:spLocks noChangeArrowheads="1"/>
            </p:cNvSpPr>
            <p:nvPr/>
          </p:nvSpPr>
          <p:spPr bwMode="auto">
            <a:xfrm>
              <a:off x="330" y="3337"/>
              <a:ext cx="191"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r>
                <a:rPr lang="en-US" altLang="zh-CN" sz="2000" i="1">
                  <a:latin typeface="ISOCPEUR" pitchFamily="34" charset="0"/>
                </a:rPr>
                <a:t>s</a:t>
              </a:r>
            </a:p>
          </p:txBody>
        </p:sp>
      </p:grpSp>
      <p:grpSp>
        <p:nvGrpSpPr>
          <p:cNvPr id="29697" name="Group 156"/>
          <p:cNvGrpSpPr>
            <a:grpSpLocks/>
          </p:cNvGrpSpPr>
          <p:nvPr/>
        </p:nvGrpSpPr>
        <p:grpSpPr bwMode="auto">
          <a:xfrm>
            <a:off x="501650" y="4211638"/>
            <a:ext cx="3486150" cy="396875"/>
            <a:chOff x="316" y="2918"/>
            <a:chExt cx="2196" cy="250"/>
          </a:xfrm>
        </p:grpSpPr>
        <p:sp>
          <p:nvSpPr>
            <p:cNvPr id="29816" name="Line 157"/>
            <p:cNvSpPr>
              <a:spLocks noChangeShapeType="1"/>
            </p:cNvSpPr>
            <p:nvPr/>
          </p:nvSpPr>
          <p:spPr bwMode="auto">
            <a:xfrm>
              <a:off x="316" y="3049"/>
              <a:ext cx="1968"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9817" name="Text Box 158"/>
            <p:cNvSpPr txBox="1">
              <a:spLocks noChangeArrowheads="1"/>
            </p:cNvSpPr>
            <p:nvPr/>
          </p:nvSpPr>
          <p:spPr bwMode="auto">
            <a:xfrm>
              <a:off x="2276" y="2918"/>
              <a:ext cx="23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r>
                <a:rPr lang="en-US" altLang="zh-CN" sz="2000" i="1">
                  <a:latin typeface="ISOCPEUR" pitchFamily="34" charset="0"/>
                </a:rPr>
                <a:t>p</a:t>
              </a:r>
              <a:r>
                <a:rPr lang="en-US" altLang="zh-CN" sz="1200" i="1">
                  <a:latin typeface="ISOCPEUR" pitchFamily="34" charset="0"/>
                </a:rPr>
                <a:t>b</a:t>
              </a:r>
              <a:endParaRPr lang="en-US" altLang="zh-CN" sz="2000" i="1">
                <a:latin typeface="ISOCPEUR" pitchFamily="34" charset="0"/>
              </a:endParaRPr>
            </a:p>
          </p:txBody>
        </p:sp>
      </p:grpSp>
      <p:grpSp>
        <p:nvGrpSpPr>
          <p:cNvPr id="29699" name="Group 159"/>
          <p:cNvGrpSpPr>
            <a:grpSpLocks/>
          </p:cNvGrpSpPr>
          <p:nvPr/>
        </p:nvGrpSpPr>
        <p:grpSpPr bwMode="auto">
          <a:xfrm>
            <a:off x="1809750" y="3013075"/>
            <a:ext cx="4692650" cy="1387475"/>
            <a:chOff x="1164" y="2175"/>
            <a:chExt cx="2956" cy="874"/>
          </a:xfrm>
        </p:grpSpPr>
        <p:sp>
          <p:nvSpPr>
            <p:cNvPr id="29814" name="Line 160"/>
            <p:cNvSpPr>
              <a:spLocks noChangeShapeType="1"/>
            </p:cNvSpPr>
            <p:nvPr/>
          </p:nvSpPr>
          <p:spPr bwMode="auto">
            <a:xfrm>
              <a:off x="1164" y="2873"/>
              <a:ext cx="0" cy="176"/>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9815" name="Line 161"/>
            <p:cNvSpPr>
              <a:spLocks noChangeShapeType="1"/>
            </p:cNvSpPr>
            <p:nvPr/>
          </p:nvSpPr>
          <p:spPr bwMode="auto">
            <a:xfrm rot="7174649" flipV="1">
              <a:off x="4018" y="2076"/>
              <a:ext cx="4" cy="201"/>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29700" name="Group 162"/>
          <p:cNvGrpSpPr>
            <a:grpSpLocks/>
          </p:cNvGrpSpPr>
          <p:nvPr/>
        </p:nvGrpSpPr>
        <p:grpSpPr bwMode="auto">
          <a:xfrm>
            <a:off x="1430338" y="4075113"/>
            <a:ext cx="303212" cy="396875"/>
            <a:chOff x="898" y="2828"/>
            <a:chExt cx="191" cy="250"/>
          </a:xfrm>
        </p:grpSpPr>
        <p:sp>
          <p:nvSpPr>
            <p:cNvPr id="29812" name="Text Box 163"/>
            <p:cNvSpPr txBox="1">
              <a:spLocks noChangeArrowheads="1"/>
            </p:cNvSpPr>
            <p:nvPr/>
          </p:nvSpPr>
          <p:spPr bwMode="auto">
            <a:xfrm>
              <a:off x="898" y="2828"/>
              <a:ext cx="191"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r>
                <a:rPr lang="en-US" altLang="zh-CN" sz="2000" i="1">
                  <a:latin typeface="ISOCPEUR" pitchFamily="34" charset="0"/>
                </a:rPr>
                <a:t>a</a:t>
              </a:r>
            </a:p>
          </p:txBody>
        </p:sp>
        <p:sp>
          <p:nvSpPr>
            <p:cNvPr id="29813" name="Oval 164"/>
            <p:cNvSpPr>
              <a:spLocks noChangeArrowheads="1"/>
            </p:cNvSpPr>
            <p:nvPr/>
          </p:nvSpPr>
          <p:spPr bwMode="auto">
            <a:xfrm>
              <a:off x="904" y="2996"/>
              <a:ext cx="47" cy="47"/>
            </a:xfrm>
            <a:prstGeom prst="ellipse">
              <a:avLst/>
            </a:prstGeom>
            <a:solidFill>
              <a:srgbClr val="FFFFFF"/>
            </a:solidFill>
            <a:ln w="9525">
              <a:solidFill>
                <a:srgbClr val="000000"/>
              </a:solidFill>
              <a:round/>
              <a:headEnd/>
              <a:tailEnd/>
            </a:ln>
          </p:spPr>
          <p:txBody>
            <a:bodyPr wrap="none" anchor="ct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eaLnBrk="1" hangingPunct="1">
                <a:spcBef>
                  <a:spcPct val="0"/>
                </a:spcBef>
                <a:buClrTx/>
                <a:buFontTx/>
                <a:buNone/>
              </a:pPr>
              <a:endParaRPr lang="zh-CN" altLang="zh-CN" sz="2000" i="1">
                <a:solidFill>
                  <a:schemeClr val="tx2"/>
                </a:solidFill>
                <a:latin typeface="ISOCPEUR" pitchFamily="34" charset="0"/>
              </a:endParaRPr>
            </a:p>
          </p:txBody>
        </p:sp>
      </p:grpSp>
      <p:grpSp>
        <p:nvGrpSpPr>
          <p:cNvPr id="29701" name="Group 165"/>
          <p:cNvGrpSpPr>
            <a:grpSpLocks/>
          </p:cNvGrpSpPr>
          <p:nvPr/>
        </p:nvGrpSpPr>
        <p:grpSpPr bwMode="auto">
          <a:xfrm>
            <a:off x="5356225" y="-20638"/>
            <a:ext cx="3419475" cy="4097338"/>
            <a:chOff x="3374" y="248"/>
            <a:chExt cx="2154" cy="2581"/>
          </a:xfrm>
        </p:grpSpPr>
        <p:sp>
          <p:nvSpPr>
            <p:cNvPr id="29806" name="Line 166"/>
            <p:cNvSpPr>
              <a:spLocks noChangeShapeType="1"/>
            </p:cNvSpPr>
            <p:nvPr/>
          </p:nvSpPr>
          <p:spPr bwMode="auto">
            <a:xfrm>
              <a:off x="4503" y="569"/>
              <a:ext cx="0" cy="2260"/>
            </a:xfrm>
            <a:prstGeom prst="line">
              <a:avLst/>
            </a:prstGeom>
            <a:noFill/>
            <a:ln w="9525">
              <a:solidFill>
                <a:srgbClr val="FE1402"/>
              </a:solidFill>
              <a:round/>
              <a:headEnd type="triangle" w="sm" len="lg"/>
              <a:tailEnd type="non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9807" name="Line 167"/>
            <p:cNvSpPr>
              <a:spLocks noChangeShapeType="1"/>
            </p:cNvSpPr>
            <p:nvPr/>
          </p:nvSpPr>
          <p:spPr bwMode="auto">
            <a:xfrm flipH="1">
              <a:off x="3398" y="1312"/>
              <a:ext cx="1934" cy="1117"/>
            </a:xfrm>
            <a:prstGeom prst="line">
              <a:avLst/>
            </a:prstGeom>
            <a:noFill/>
            <a:ln w="9525">
              <a:solidFill>
                <a:srgbClr val="FE1402"/>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9808" name="Line 168"/>
            <p:cNvSpPr>
              <a:spLocks noChangeShapeType="1"/>
            </p:cNvSpPr>
            <p:nvPr/>
          </p:nvSpPr>
          <p:spPr bwMode="auto">
            <a:xfrm>
              <a:off x="3722" y="1337"/>
              <a:ext cx="1619" cy="931"/>
            </a:xfrm>
            <a:prstGeom prst="line">
              <a:avLst/>
            </a:prstGeom>
            <a:noFill/>
            <a:ln w="9525">
              <a:solidFill>
                <a:srgbClr val="FE1402"/>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9809" name="Text Box 169"/>
            <p:cNvSpPr txBox="1">
              <a:spLocks noChangeArrowheads="1"/>
            </p:cNvSpPr>
            <p:nvPr/>
          </p:nvSpPr>
          <p:spPr bwMode="auto">
            <a:xfrm>
              <a:off x="3374" y="2378"/>
              <a:ext cx="2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r>
                <a:rPr lang="en-US" altLang="zh-CN" sz="2000" b="0" i="1">
                  <a:solidFill>
                    <a:srgbClr val="FE1402"/>
                  </a:solidFill>
                  <a:latin typeface="黑体" pitchFamily="2" charset="-122"/>
                  <a:ea typeface="黑体" pitchFamily="2" charset="-122"/>
                </a:rPr>
                <a:t>X </a:t>
              </a:r>
            </a:p>
          </p:txBody>
        </p:sp>
        <p:sp>
          <p:nvSpPr>
            <p:cNvPr id="29810" name="Text Box 170"/>
            <p:cNvSpPr txBox="1">
              <a:spLocks noChangeArrowheads="1"/>
            </p:cNvSpPr>
            <p:nvPr/>
          </p:nvSpPr>
          <p:spPr bwMode="auto">
            <a:xfrm>
              <a:off x="5252" y="2253"/>
              <a:ext cx="2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r>
                <a:rPr lang="en-US" altLang="zh-CN" sz="2000" b="0" i="1">
                  <a:solidFill>
                    <a:srgbClr val="FE1402"/>
                  </a:solidFill>
                  <a:latin typeface="黑体" pitchFamily="2" charset="-122"/>
                  <a:ea typeface="黑体" pitchFamily="2" charset="-122"/>
                </a:rPr>
                <a:t>Y </a:t>
              </a:r>
            </a:p>
          </p:txBody>
        </p:sp>
        <p:sp>
          <p:nvSpPr>
            <p:cNvPr id="29811" name="Text Box 171"/>
            <p:cNvSpPr txBox="1">
              <a:spLocks noChangeArrowheads="1"/>
            </p:cNvSpPr>
            <p:nvPr/>
          </p:nvSpPr>
          <p:spPr bwMode="auto">
            <a:xfrm>
              <a:off x="4510" y="248"/>
              <a:ext cx="2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r>
                <a:rPr lang="en-US" altLang="zh-CN" sz="2000" b="0" i="1">
                  <a:solidFill>
                    <a:srgbClr val="FF0066"/>
                  </a:solidFill>
                  <a:latin typeface="黑体" pitchFamily="2" charset="-122"/>
                  <a:ea typeface="黑体" pitchFamily="2" charset="-122"/>
                </a:rPr>
                <a:t>Z </a:t>
              </a:r>
            </a:p>
          </p:txBody>
        </p:sp>
      </p:grpSp>
      <p:sp>
        <p:nvSpPr>
          <p:cNvPr id="174252" name="Rectangle 172"/>
          <p:cNvSpPr>
            <a:spLocks noChangeArrowheads="1"/>
          </p:cNvSpPr>
          <p:nvPr/>
        </p:nvSpPr>
        <p:spPr bwMode="auto">
          <a:xfrm>
            <a:off x="5221288" y="-52388"/>
            <a:ext cx="3922712" cy="4281488"/>
          </a:xfrm>
          <a:prstGeom prst="rect">
            <a:avLst/>
          </a:prstGeom>
          <a:solidFill>
            <a:srgbClr val="FFFFFF"/>
          </a:solidFill>
          <a:ln>
            <a:noFill/>
          </a:ln>
          <a:extLst>
            <a:ext uri="{91240B29-F687-4F45-9708-019B960494DF}">
              <a14:hiddenLine xmlns:a14="http://schemas.microsoft.com/office/drawing/2010/main" w="3175">
                <a:solidFill>
                  <a:srgbClr val="000000"/>
                </a:solidFill>
                <a:miter lim="800000"/>
                <a:headEnd/>
                <a:tailEnd type="none" w="sm" len="lg"/>
              </a14:hiddenLine>
            </a:ext>
          </a:extLst>
        </p:spPr>
        <p:txBody>
          <a:bodyPr wrap="none" anchor="ct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endParaRPr kumimoji="0" lang="zh-CN" altLang="en-US" sz="2000"/>
          </a:p>
        </p:txBody>
      </p:sp>
      <p:sp>
        <p:nvSpPr>
          <p:cNvPr id="174253" name="Text Box 173"/>
          <p:cNvSpPr txBox="1">
            <a:spLocks noChangeArrowheads="1"/>
          </p:cNvSpPr>
          <p:nvPr/>
        </p:nvSpPr>
        <p:spPr bwMode="auto">
          <a:xfrm>
            <a:off x="581025" y="261938"/>
            <a:ext cx="8562975"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r>
              <a:rPr lang="zh-CN" altLang="en-US" sz="3600">
                <a:latin typeface="黑体" pitchFamily="2" charset="-122"/>
                <a:ea typeface="黑体" pitchFamily="2" charset="-122"/>
              </a:rPr>
              <a:t>四</a:t>
            </a:r>
            <a:r>
              <a:rPr lang="en-US" altLang="zh-CN" sz="3600">
                <a:latin typeface="黑体" pitchFamily="2" charset="-122"/>
                <a:ea typeface="黑体" pitchFamily="2" charset="-122"/>
              </a:rPr>
              <a:t>.</a:t>
            </a:r>
            <a:r>
              <a:rPr lang="zh-CN" altLang="en-US" sz="3600">
                <a:latin typeface="黑体" pitchFamily="2" charset="-122"/>
                <a:ea typeface="黑体" pitchFamily="2" charset="-122"/>
              </a:rPr>
              <a:t>轴测图上交线的画法</a:t>
            </a:r>
          </a:p>
        </p:txBody>
      </p:sp>
      <p:grpSp>
        <p:nvGrpSpPr>
          <p:cNvPr id="29702" name="Group 174"/>
          <p:cNvGrpSpPr>
            <a:grpSpLocks/>
          </p:cNvGrpSpPr>
          <p:nvPr/>
        </p:nvGrpSpPr>
        <p:grpSpPr bwMode="auto">
          <a:xfrm>
            <a:off x="415925" y="922338"/>
            <a:ext cx="1806575" cy="1966912"/>
            <a:chOff x="267" y="842"/>
            <a:chExt cx="1138" cy="1239"/>
          </a:xfrm>
        </p:grpSpPr>
        <p:sp>
          <p:nvSpPr>
            <p:cNvPr id="29801" name="Line 175"/>
            <p:cNvSpPr>
              <a:spLocks noChangeShapeType="1"/>
            </p:cNvSpPr>
            <p:nvPr/>
          </p:nvSpPr>
          <p:spPr bwMode="auto">
            <a:xfrm flipH="1">
              <a:off x="340" y="1898"/>
              <a:ext cx="789" cy="6"/>
            </a:xfrm>
            <a:prstGeom prst="line">
              <a:avLst/>
            </a:prstGeom>
            <a:noFill/>
            <a:ln w="9525">
              <a:solidFill>
                <a:srgbClr val="FE1402"/>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9802" name="Text Box 176"/>
            <p:cNvSpPr txBox="1">
              <a:spLocks noChangeArrowheads="1"/>
            </p:cNvSpPr>
            <p:nvPr/>
          </p:nvSpPr>
          <p:spPr bwMode="auto">
            <a:xfrm>
              <a:off x="1080" y="1831"/>
              <a:ext cx="22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r>
                <a:rPr lang="en-US" altLang="zh-CN" sz="2000" i="1">
                  <a:solidFill>
                    <a:srgbClr val="FE1402"/>
                  </a:solidFill>
                  <a:latin typeface="ISOCPEUR" pitchFamily="34" charset="0"/>
                </a:rPr>
                <a:t>o'</a:t>
              </a:r>
            </a:p>
          </p:txBody>
        </p:sp>
        <p:sp>
          <p:nvSpPr>
            <p:cNvPr id="29803" name="Text Box 177"/>
            <p:cNvSpPr txBox="1">
              <a:spLocks noChangeArrowheads="1"/>
            </p:cNvSpPr>
            <p:nvPr/>
          </p:nvSpPr>
          <p:spPr bwMode="auto">
            <a:xfrm>
              <a:off x="267" y="1636"/>
              <a:ext cx="22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r>
                <a:rPr lang="en-US" altLang="zh-CN" sz="2000" i="1">
                  <a:solidFill>
                    <a:srgbClr val="FE1402"/>
                  </a:solidFill>
                  <a:latin typeface="ISOCPEUR" pitchFamily="34" charset="0"/>
                </a:rPr>
                <a:t>x'</a:t>
              </a:r>
            </a:p>
          </p:txBody>
        </p:sp>
        <p:sp>
          <p:nvSpPr>
            <p:cNvPr id="29804" name="Line 178"/>
            <p:cNvSpPr>
              <a:spLocks noChangeShapeType="1"/>
            </p:cNvSpPr>
            <p:nvPr/>
          </p:nvSpPr>
          <p:spPr bwMode="auto">
            <a:xfrm flipV="1">
              <a:off x="1129" y="1022"/>
              <a:ext cx="0" cy="876"/>
            </a:xfrm>
            <a:prstGeom prst="line">
              <a:avLst/>
            </a:prstGeom>
            <a:noFill/>
            <a:ln w="9525">
              <a:solidFill>
                <a:srgbClr val="FE1402"/>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9805" name="Text Box 179"/>
            <p:cNvSpPr txBox="1">
              <a:spLocks noChangeArrowheads="1"/>
            </p:cNvSpPr>
            <p:nvPr/>
          </p:nvSpPr>
          <p:spPr bwMode="auto">
            <a:xfrm>
              <a:off x="1177" y="842"/>
              <a:ext cx="22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r>
                <a:rPr lang="en-US" altLang="zh-CN" sz="2000" i="1">
                  <a:solidFill>
                    <a:srgbClr val="FE1402"/>
                  </a:solidFill>
                  <a:latin typeface="ISOCPEUR" pitchFamily="34" charset="0"/>
                </a:rPr>
                <a:t>z'</a:t>
              </a:r>
            </a:p>
          </p:txBody>
        </p:sp>
      </p:grpSp>
      <p:grpSp>
        <p:nvGrpSpPr>
          <p:cNvPr id="29703" name="Group 180"/>
          <p:cNvGrpSpPr>
            <a:grpSpLocks/>
          </p:cNvGrpSpPr>
          <p:nvPr/>
        </p:nvGrpSpPr>
        <p:grpSpPr bwMode="auto">
          <a:xfrm>
            <a:off x="3686175" y="963613"/>
            <a:ext cx="1485900" cy="1716087"/>
            <a:chOff x="2322" y="868"/>
            <a:chExt cx="936" cy="1081"/>
          </a:xfrm>
        </p:grpSpPr>
        <p:sp>
          <p:nvSpPr>
            <p:cNvPr id="29796" name="Line 181"/>
            <p:cNvSpPr>
              <a:spLocks noChangeShapeType="1"/>
            </p:cNvSpPr>
            <p:nvPr/>
          </p:nvSpPr>
          <p:spPr bwMode="auto">
            <a:xfrm>
              <a:off x="2521" y="1904"/>
              <a:ext cx="585" cy="0"/>
            </a:xfrm>
            <a:prstGeom prst="line">
              <a:avLst/>
            </a:prstGeom>
            <a:noFill/>
            <a:ln w="9525">
              <a:solidFill>
                <a:srgbClr val="FE1402"/>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9797" name="Text Box 182"/>
            <p:cNvSpPr txBox="1">
              <a:spLocks noChangeArrowheads="1"/>
            </p:cNvSpPr>
            <p:nvPr/>
          </p:nvSpPr>
          <p:spPr bwMode="auto">
            <a:xfrm>
              <a:off x="2478" y="1699"/>
              <a:ext cx="25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r>
                <a:rPr lang="en-US" altLang="zh-CN" sz="2000" i="1">
                  <a:solidFill>
                    <a:srgbClr val="FE1402"/>
                  </a:solidFill>
                  <a:latin typeface="ISOCPEUR" pitchFamily="34" charset="0"/>
                </a:rPr>
                <a:t>o"</a:t>
              </a:r>
            </a:p>
          </p:txBody>
        </p:sp>
        <p:sp>
          <p:nvSpPr>
            <p:cNvPr id="29798" name="Text Box 183"/>
            <p:cNvSpPr txBox="1">
              <a:spLocks noChangeArrowheads="1"/>
            </p:cNvSpPr>
            <p:nvPr/>
          </p:nvSpPr>
          <p:spPr bwMode="auto">
            <a:xfrm>
              <a:off x="3003" y="1645"/>
              <a:ext cx="25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r>
                <a:rPr lang="en-US" altLang="zh-CN" sz="2000" i="1">
                  <a:solidFill>
                    <a:srgbClr val="FE1402"/>
                  </a:solidFill>
                  <a:latin typeface="ISOCPEUR" pitchFamily="34" charset="0"/>
                </a:rPr>
                <a:t>y"</a:t>
              </a:r>
            </a:p>
          </p:txBody>
        </p:sp>
        <p:sp>
          <p:nvSpPr>
            <p:cNvPr id="29799" name="Line 184"/>
            <p:cNvSpPr>
              <a:spLocks noChangeShapeType="1"/>
            </p:cNvSpPr>
            <p:nvPr/>
          </p:nvSpPr>
          <p:spPr bwMode="auto">
            <a:xfrm flipH="1" flipV="1">
              <a:off x="2521" y="1025"/>
              <a:ext cx="0" cy="876"/>
            </a:xfrm>
            <a:prstGeom prst="line">
              <a:avLst/>
            </a:prstGeom>
            <a:noFill/>
            <a:ln w="9525">
              <a:solidFill>
                <a:srgbClr val="FE1402"/>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9800" name="Text Box 185"/>
            <p:cNvSpPr txBox="1">
              <a:spLocks noChangeArrowheads="1"/>
            </p:cNvSpPr>
            <p:nvPr/>
          </p:nvSpPr>
          <p:spPr bwMode="auto">
            <a:xfrm>
              <a:off x="2322" y="868"/>
              <a:ext cx="25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r>
                <a:rPr lang="en-US" altLang="zh-CN" sz="2000" i="1">
                  <a:solidFill>
                    <a:srgbClr val="FE1402"/>
                  </a:solidFill>
                  <a:latin typeface="ISOCPEUR" pitchFamily="34" charset="0"/>
                </a:rPr>
                <a:t>z"</a:t>
              </a:r>
            </a:p>
          </p:txBody>
        </p:sp>
      </p:grpSp>
      <p:sp>
        <p:nvSpPr>
          <p:cNvPr id="174266" name="Rectangle 186"/>
          <p:cNvSpPr>
            <a:spLocks noChangeArrowheads="1"/>
          </p:cNvSpPr>
          <p:nvPr/>
        </p:nvSpPr>
        <p:spPr bwMode="auto">
          <a:xfrm>
            <a:off x="1395413" y="3733800"/>
            <a:ext cx="800100" cy="80486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endParaRPr kumimoji="0" lang="zh-CN" altLang="en-US" sz="2000"/>
          </a:p>
        </p:txBody>
      </p:sp>
      <p:sp>
        <p:nvSpPr>
          <p:cNvPr id="174267" name="Text Box 187"/>
          <p:cNvSpPr txBox="1">
            <a:spLocks noChangeArrowheads="1"/>
          </p:cNvSpPr>
          <p:nvPr/>
        </p:nvSpPr>
        <p:spPr bwMode="auto">
          <a:xfrm>
            <a:off x="1152525" y="3792538"/>
            <a:ext cx="2667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r>
              <a:rPr lang="en-US" altLang="zh-CN" sz="2000" i="1">
                <a:latin typeface="ISOCPEUR" pitchFamily="34" charset="0"/>
              </a:rPr>
              <a:t>1</a:t>
            </a:r>
          </a:p>
        </p:txBody>
      </p:sp>
      <p:sp>
        <p:nvSpPr>
          <p:cNvPr id="174268" name="Text Box 188"/>
          <p:cNvSpPr txBox="1">
            <a:spLocks noChangeArrowheads="1"/>
          </p:cNvSpPr>
          <p:nvPr/>
        </p:nvSpPr>
        <p:spPr bwMode="auto">
          <a:xfrm>
            <a:off x="1728788" y="4440238"/>
            <a:ext cx="3032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r>
              <a:rPr lang="en-US" altLang="zh-CN" sz="2000" i="1">
                <a:latin typeface="ISOCPEUR" pitchFamily="34" charset="0"/>
              </a:rPr>
              <a:t>2</a:t>
            </a:r>
          </a:p>
        </p:txBody>
      </p:sp>
      <p:sp>
        <p:nvSpPr>
          <p:cNvPr id="174269" name="Text Box 189"/>
          <p:cNvSpPr txBox="1">
            <a:spLocks noChangeArrowheads="1"/>
          </p:cNvSpPr>
          <p:nvPr/>
        </p:nvSpPr>
        <p:spPr bwMode="auto">
          <a:xfrm>
            <a:off x="2171700" y="3783013"/>
            <a:ext cx="3032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r>
              <a:rPr lang="en-US" altLang="zh-CN" sz="2000" i="1">
                <a:latin typeface="ISOCPEUR" pitchFamily="34" charset="0"/>
              </a:rPr>
              <a:t>3</a:t>
            </a:r>
          </a:p>
        </p:txBody>
      </p:sp>
      <p:sp>
        <p:nvSpPr>
          <p:cNvPr id="174270" name="Text Box 190"/>
          <p:cNvSpPr txBox="1">
            <a:spLocks noChangeArrowheads="1"/>
          </p:cNvSpPr>
          <p:nvPr/>
        </p:nvSpPr>
        <p:spPr bwMode="auto">
          <a:xfrm>
            <a:off x="1747838" y="3436938"/>
            <a:ext cx="311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r>
              <a:rPr lang="en-US" altLang="zh-CN" sz="2000" i="1">
                <a:latin typeface="ISOCPEUR" pitchFamily="34" charset="0"/>
              </a:rPr>
              <a:t>4</a:t>
            </a:r>
          </a:p>
        </p:txBody>
      </p:sp>
      <p:sp>
        <p:nvSpPr>
          <p:cNvPr id="174271" name="Rectangle 191"/>
          <p:cNvSpPr>
            <a:spLocks noChangeArrowheads="1"/>
          </p:cNvSpPr>
          <p:nvPr/>
        </p:nvSpPr>
        <p:spPr bwMode="auto">
          <a:xfrm>
            <a:off x="3373438" y="1974850"/>
            <a:ext cx="1252537" cy="1223963"/>
          </a:xfrm>
          <a:prstGeom prst="rect">
            <a:avLst/>
          </a:prstGeom>
          <a:noFill/>
          <a:ln w="9525">
            <a:solidFill>
              <a:srgbClr val="FE140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eaLnBrk="1" hangingPunct="1">
              <a:spcBef>
                <a:spcPct val="0"/>
              </a:spcBef>
              <a:buClrTx/>
              <a:buFontTx/>
              <a:buNone/>
            </a:pPr>
            <a:endParaRPr lang="zh-CN" altLang="zh-CN" sz="2000" i="1">
              <a:latin typeface="ISOCPEUR" pitchFamily="34" charset="0"/>
            </a:endParaRPr>
          </a:p>
        </p:txBody>
      </p:sp>
      <p:sp>
        <p:nvSpPr>
          <p:cNvPr id="174272" name="Text Box 192"/>
          <p:cNvSpPr txBox="1">
            <a:spLocks noChangeArrowheads="1"/>
          </p:cNvSpPr>
          <p:nvPr/>
        </p:nvSpPr>
        <p:spPr bwMode="auto">
          <a:xfrm>
            <a:off x="0" y="5464175"/>
            <a:ext cx="9144000"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r>
              <a:rPr lang="zh-CN" altLang="en-US" sz="2400">
                <a:solidFill>
                  <a:srgbClr val="000000"/>
                </a:solidFill>
                <a:latin typeface="黑体" pitchFamily="2" charset="-122"/>
                <a:ea typeface="黑体" pitchFamily="2" charset="-122"/>
              </a:rPr>
              <a:t>交线的画法：</a:t>
            </a:r>
            <a:r>
              <a:rPr lang="en-US" altLang="zh-CN" sz="2400">
                <a:solidFill>
                  <a:srgbClr val="000000"/>
                </a:solidFill>
                <a:latin typeface="黑体" pitchFamily="2" charset="-122"/>
                <a:ea typeface="黑体" pitchFamily="2" charset="-122"/>
              </a:rPr>
              <a:t>1.</a:t>
            </a:r>
            <a:r>
              <a:rPr lang="zh-CN" altLang="en-US" sz="2400">
                <a:solidFill>
                  <a:srgbClr val="000000"/>
                </a:solidFill>
                <a:latin typeface="黑体" pitchFamily="2" charset="-122"/>
                <a:ea typeface="黑体" pitchFamily="2" charset="-122"/>
              </a:rPr>
              <a:t>辅助平面法</a:t>
            </a:r>
            <a:r>
              <a:rPr lang="en-US" altLang="zh-CN" sz="2400">
                <a:solidFill>
                  <a:srgbClr val="000000"/>
                </a:solidFill>
                <a:latin typeface="黑体" pitchFamily="2" charset="-122"/>
                <a:ea typeface="黑体" pitchFamily="2" charset="-122"/>
              </a:rPr>
              <a:t>(</a:t>
            </a:r>
            <a:r>
              <a:rPr lang="zh-CN" altLang="en-US" sz="2400">
                <a:solidFill>
                  <a:srgbClr val="000000"/>
                </a:solidFill>
                <a:latin typeface="黑体" pitchFamily="2" charset="-122"/>
                <a:ea typeface="黑体" pitchFamily="2" charset="-122"/>
              </a:rPr>
              <a:t>近似</a:t>
            </a:r>
            <a:r>
              <a:rPr lang="en-US" altLang="zh-CN" sz="2400">
                <a:solidFill>
                  <a:srgbClr val="000000"/>
                </a:solidFill>
                <a:latin typeface="黑体" pitchFamily="2" charset="-122"/>
                <a:ea typeface="黑体" pitchFamily="2" charset="-122"/>
              </a:rPr>
              <a:t>)</a:t>
            </a:r>
          </a:p>
          <a:p>
            <a:pPr eaLnBrk="1" hangingPunct="1">
              <a:spcBef>
                <a:spcPct val="0"/>
              </a:spcBef>
              <a:buClrTx/>
              <a:buFontTx/>
              <a:buNone/>
            </a:pPr>
            <a:r>
              <a:rPr lang="en-US" altLang="zh-CN" sz="2400">
                <a:solidFill>
                  <a:srgbClr val="000000"/>
                </a:solidFill>
                <a:latin typeface="黑体" pitchFamily="2" charset="-122"/>
                <a:ea typeface="黑体" pitchFamily="2" charset="-122"/>
              </a:rPr>
              <a:t>            2.</a:t>
            </a:r>
            <a:r>
              <a:rPr lang="zh-CN" altLang="en-US" sz="2400">
                <a:solidFill>
                  <a:srgbClr val="000000"/>
                </a:solidFill>
                <a:latin typeface="黑体" pitchFamily="2" charset="-122"/>
                <a:ea typeface="黑体" pitchFamily="2" charset="-122"/>
              </a:rPr>
              <a:t>坐标法</a:t>
            </a:r>
            <a:r>
              <a:rPr lang="en-US" altLang="zh-CN" sz="2400">
                <a:solidFill>
                  <a:srgbClr val="000000"/>
                </a:solidFill>
                <a:latin typeface="黑体" pitchFamily="2" charset="-122"/>
                <a:ea typeface="黑体" pitchFamily="2" charset="-122"/>
              </a:rPr>
              <a:t>(</a:t>
            </a:r>
            <a:r>
              <a:rPr lang="zh-CN" altLang="en-US" sz="2400">
                <a:solidFill>
                  <a:srgbClr val="000000"/>
                </a:solidFill>
                <a:latin typeface="黑体" pitchFamily="2" charset="-122"/>
                <a:ea typeface="黑体" pitchFamily="2" charset="-122"/>
              </a:rPr>
              <a:t>精确</a:t>
            </a:r>
            <a:r>
              <a:rPr lang="en-US" altLang="zh-CN" sz="2400">
                <a:solidFill>
                  <a:srgbClr val="000000"/>
                </a:solidFill>
                <a:latin typeface="黑体" pitchFamily="2" charset="-122"/>
                <a:ea typeface="黑体" pitchFamily="2" charset="-122"/>
              </a:rPr>
              <a:t>)</a:t>
            </a:r>
          </a:p>
        </p:txBody>
      </p:sp>
      <p:grpSp>
        <p:nvGrpSpPr>
          <p:cNvPr id="29704" name="Group 193"/>
          <p:cNvGrpSpPr>
            <a:grpSpLocks/>
          </p:cNvGrpSpPr>
          <p:nvPr/>
        </p:nvGrpSpPr>
        <p:grpSpPr bwMode="auto">
          <a:xfrm>
            <a:off x="327025" y="3698875"/>
            <a:ext cx="1809750" cy="1533525"/>
            <a:chOff x="206" y="2588"/>
            <a:chExt cx="1140" cy="966"/>
          </a:xfrm>
        </p:grpSpPr>
        <p:sp>
          <p:nvSpPr>
            <p:cNvPr id="29791" name="Line 194"/>
            <p:cNvSpPr>
              <a:spLocks noChangeShapeType="1"/>
            </p:cNvSpPr>
            <p:nvPr/>
          </p:nvSpPr>
          <p:spPr bwMode="auto">
            <a:xfrm flipH="1" flipV="1">
              <a:off x="301" y="2867"/>
              <a:ext cx="828" cy="3"/>
            </a:xfrm>
            <a:prstGeom prst="line">
              <a:avLst/>
            </a:prstGeom>
            <a:noFill/>
            <a:ln w="9525">
              <a:solidFill>
                <a:srgbClr val="FE1402"/>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9792" name="Text Box 195"/>
            <p:cNvSpPr txBox="1">
              <a:spLocks noChangeArrowheads="1"/>
            </p:cNvSpPr>
            <p:nvPr/>
          </p:nvSpPr>
          <p:spPr bwMode="auto">
            <a:xfrm>
              <a:off x="1089" y="2662"/>
              <a:ext cx="191"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r>
                <a:rPr lang="en-US" altLang="zh-CN" sz="2000" i="1">
                  <a:solidFill>
                    <a:srgbClr val="FE1402"/>
                  </a:solidFill>
                  <a:latin typeface="ISOCPEUR" pitchFamily="34" charset="0"/>
                </a:rPr>
                <a:t>o</a:t>
              </a:r>
            </a:p>
          </p:txBody>
        </p:sp>
        <p:sp>
          <p:nvSpPr>
            <p:cNvPr id="29793" name="Line 196"/>
            <p:cNvSpPr>
              <a:spLocks noChangeShapeType="1"/>
            </p:cNvSpPr>
            <p:nvPr/>
          </p:nvSpPr>
          <p:spPr bwMode="auto">
            <a:xfrm flipH="1">
              <a:off x="1129" y="2870"/>
              <a:ext cx="0" cy="561"/>
            </a:xfrm>
            <a:prstGeom prst="line">
              <a:avLst/>
            </a:prstGeom>
            <a:noFill/>
            <a:ln w="9525">
              <a:solidFill>
                <a:srgbClr val="FE1402"/>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9794" name="Text Box 197"/>
            <p:cNvSpPr txBox="1">
              <a:spLocks noChangeArrowheads="1"/>
            </p:cNvSpPr>
            <p:nvPr/>
          </p:nvSpPr>
          <p:spPr bwMode="auto">
            <a:xfrm>
              <a:off x="1155" y="3304"/>
              <a:ext cx="191"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r>
                <a:rPr lang="en-US" altLang="zh-CN" sz="2000" i="1">
                  <a:solidFill>
                    <a:srgbClr val="FE1402"/>
                  </a:solidFill>
                  <a:latin typeface="ISOCPEUR" pitchFamily="34" charset="0"/>
                </a:rPr>
                <a:t>y</a:t>
              </a:r>
            </a:p>
          </p:txBody>
        </p:sp>
        <p:sp>
          <p:nvSpPr>
            <p:cNvPr id="29795" name="Text Box 198"/>
            <p:cNvSpPr txBox="1">
              <a:spLocks noChangeArrowheads="1"/>
            </p:cNvSpPr>
            <p:nvPr/>
          </p:nvSpPr>
          <p:spPr bwMode="auto">
            <a:xfrm>
              <a:off x="206" y="2588"/>
              <a:ext cx="191"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r>
                <a:rPr lang="en-US" altLang="zh-CN" sz="2000" i="1">
                  <a:solidFill>
                    <a:srgbClr val="FE1402"/>
                  </a:solidFill>
                  <a:latin typeface="ISOCPEUR" pitchFamily="34" charset="0"/>
                </a:rPr>
                <a:t>x</a:t>
              </a:r>
            </a:p>
          </p:txBody>
        </p:sp>
      </p:grpSp>
      <p:sp>
        <p:nvSpPr>
          <p:cNvPr id="174279" name="Oval 199"/>
          <p:cNvSpPr>
            <a:spLocks noChangeArrowheads="1"/>
          </p:cNvSpPr>
          <p:nvPr/>
        </p:nvSpPr>
        <p:spPr bwMode="auto">
          <a:xfrm>
            <a:off x="6626225" y="1109663"/>
            <a:ext cx="1039813" cy="533400"/>
          </a:xfrm>
          <a:prstGeom prst="ellipse">
            <a:avLst/>
          </a:prstGeom>
          <a:noFill/>
          <a:ln w="28575">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endParaRPr kumimoji="0" lang="zh-CN" altLang="en-US" sz="2000"/>
          </a:p>
        </p:txBody>
      </p:sp>
      <p:sp>
        <p:nvSpPr>
          <p:cNvPr id="174280" name="Line 200"/>
          <p:cNvSpPr>
            <a:spLocks noChangeShapeType="1"/>
          </p:cNvSpPr>
          <p:nvPr/>
        </p:nvSpPr>
        <p:spPr bwMode="auto">
          <a:xfrm>
            <a:off x="6624638" y="1387475"/>
            <a:ext cx="1587" cy="49530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74281" name="Line 201"/>
          <p:cNvSpPr>
            <a:spLocks noChangeShapeType="1"/>
          </p:cNvSpPr>
          <p:nvPr/>
        </p:nvSpPr>
        <p:spPr bwMode="auto">
          <a:xfrm>
            <a:off x="7667625" y="1387475"/>
            <a:ext cx="0" cy="515938"/>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74282" name="Oval 202"/>
          <p:cNvSpPr>
            <a:spLocks noChangeArrowheads="1"/>
          </p:cNvSpPr>
          <p:nvPr/>
        </p:nvSpPr>
        <p:spPr bwMode="auto">
          <a:xfrm rot="-1817339">
            <a:off x="5805488" y="2165350"/>
            <a:ext cx="892175" cy="1547813"/>
          </a:xfrm>
          <a:prstGeom prst="ellipse">
            <a:avLst/>
          </a:prstGeom>
          <a:noFill/>
          <a:ln w="28575">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endParaRPr kumimoji="0" lang="zh-CN" altLang="en-US" sz="2000"/>
          </a:p>
        </p:txBody>
      </p:sp>
      <p:sp>
        <p:nvSpPr>
          <p:cNvPr id="174283" name="Line 203"/>
          <p:cNvSpPr>
            <a:spLocks noChangeShapeType="1"/>
          </p:cNvSpPr>
          <p:nvPr/>
        </p:nvSpPr>
        <p:spPr bwMode="auto">
          <a:xfrm flipV="1">
            <a:off x="6645275" y="2476500"/>
            <a:ext cx="1955800" cy="113982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74284" name="Line 204"/>
          <p:cNvSpPr>
            <a:spLocks noChangeShapeType="1"/>
          </p:cNvSpPr>
          <p:nvPr/>
        </p:nvSpPr>
        <p:spPr bwMode="auto">
          <a:xfrm flipV="1">
            <a:off x="5870575" y="1825625"/>
            <a:ext cx="762000" cy="43815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74285" name="Line 205"/>
          <p:cNvSpPr>
            <a:spLocks noChangeShapeType="1"/>
          </p:cNvSpPr>
          <p:nvPr/>
        </p:nvSpPr>
        <p:spPr bwMode="auto">
          <a:xfrm flipV="1">
            <a:off x="7613650" y="1122363"/>
            <a:ext cx="233363" cy="13811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74286" name="Freeform 206"/>
          <p:cNvSpPr>
            <a:spLocks/>
          </p:cNvSpPr>
          <p:nvPr/>
        </p:nvSpPr>
        <p:spPr bwMode="auto">
          <a:xfrm>
            <a:off x="6624638" y="1866900"/>
            <a:ext cx="1042987" cy="320675"/>
          </a:xfrm>
          <a:custGeom>
            <a:avLst/>
            <a:gdLst>
              <a:gd name="T0" fmla="*/ 0 w 651"/>
              <a:gd name="T1" fmla="*/ 0 h 202"/>
              <a:gd name="T2" fmla="*/ 2147483647 w 651"/>
              <a:gd name="T3" fmla="*/ 2147483647 h 202"/>
              <a:gd name="T4" fmla="*/ 2147483647 w 651"/>
              <a:gd name="T5" fmla="*/ 2147483647 h 202"/>
              <a:gd name="T6" fmla="*/ 2147483647 w 651"/>
              <a:gd name="T7" fmla="*/ 2147483647 h 202"/>
              <a:gd name="T8" fmla="*/ 2147483647 w 651"/>
              <a:gd name="T9" fmla="*/ 2147483647 h 202"/>
              <a:gd name="T10" fmla="*/ 0 60000 65536"/>
              <a:gd name="T11" fmla="*/ 0 60000 65536"/>
              <a:gd name="T12" fmla="*/ 0 60000 65536"/>
              <a:gd name="T13" fmla="*/ 0 60000 65536"/>
              <a:gd name="T14" fmla="*/ 0 60000 65536"/>
              <a:gd name="T15" fmla="*/ 0 w 651"/>
              <a:gd name="T16" fmla="*/ 0 h 202"/>
              <a:gd name="T17" fmla="*/ 651 w 651"/>
              <a:gd name="T18" fmla="*/ 202 h 202"/>
            </a:gdLst>
            <a:ahLst/>
            <a:cxnLst>
              <a:cxn ang="T10">
                <a:pos x="T0" y="T1"/>
              </a:cxn>
              <a:cxn ang="T11">
                <a:pos x="T2" y="T3"/>
              </a:cxn>
              <a:cxn ang="T12">
                <a:pos x="T4" y="T5"/>
              </a:cxn>
              <a:cxn ang="T13">
                <a:pos x="T6" y="T7"/>
              </a:cxn>
              <a:cxn ang="T14">
                <a:pos x="T8" y="T9"/>
              </a:cxn>
            </a:cxnLst>
            <a:rect l="T15" t="T16" r="T17" b="T18"/>
            <a:pathLst>
              <a:path w="651" h="202">
                <a:moveTo>
                  <a:pt x="0" y="0"/>
                </a:moveTo>
                <a:cubicBezTo>
                  <a:pt x="28" y="20"/>
                  <a:pt x="57" y="41"/>
                  <a:pt x="105" y="72"/>
                </a:cubicBezTo>
                <a:cubicBezTo>
                  <a:pt x="153" y="103"/>
                  <a:pt x="213" y="170"/>
                  <a:pt x="288" y="186"/>
                </a:cubicBezTo>
                <a:cubicBezTo>
                  <a:pt x="363" y="202"/>
                  <a:pt x="494" y="197"/>
                  <a:pt x="555" y="168"/>
                </a:cubicBezTo>
                <a:cubicBezTo>
                  <a:pt x="616" y="139"/>
                  <a:pt x="633" y="77"/>
                  <a:pt x="651" y="15"/>
                </a:cubicBezTo>
              </a:path>
            </a:pathLst>
          </a:custGeom>
          <a:noFill/>
          <a:ln w="38100" cmpd="sng">
            <a:solidFill>
              <a:srgbClr val="FE1402"/>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74287" name="Arc 207"/>
          <p:cNvSpPr>
            <a:spLocks/>
          </p:cNvSpPr>
          <p:nvPr/>
        </p:nvSpPr>
        <p:spPr bwMode="auto">
          <a:xfrm rot="-1738399">
            <a:off x="8166100" y="935038"/>
            <a:ext cx="439738" cy="1546225"/>
          </a:xfrm>
          <a:custGeom>
            <a:avLst/>
            <a:gdLst>
              <a:gd name="T0" fmla="*/ 2147483647 w 21600"/>
              <a:gd name="T1" fmla="*/ 0 h 43118"/>
              <a:gd name="T2" fmla="*/ 2147483647 w 21600"/>
              <a:gd name="T3" fmla="*/ 2147483647 h 43118"/>
              <a:gd name="T4" fmla="*/ 0 w 21600"/>
              <a:gd name="T5" fmla="*/ 2147483647 h 43118"/>
              <a:gd name="T6" fmla="*/ 0 60000 65536"/>
              <a:gd name="T7" fmla="*/ 0 60000 65536"/>
              <a:gd name="T8" fmla="*/ 0 60000 65536"/>
              <a:gd name="T9" fmla="*/ 0 w 21600"/>
              <a:gd name="T10" fmla="*/ 0 h 43118"/>
              <a:gd name="T11" fmla="*/ 21600 w 21600"/>
              <a:gd name="T12" fmla="*/ 43118 h 43118"/>
            </a:gdLst>
            <a:ahLst/>
            <a:cxnLst>
              <a:cxn ang="T6">
                <a:pos x="T0" y="T1"/>
              </a:cxn>
              <a:cxn ang="T7">
                <a:pos x="T2" y="T3"/>
              </a:cxn>
              <a:cxn ang="T8">
                <a:pos x="T4" y="T5"/>
              </a:cxn>
            </a:cxnLst>
            <a:rect l="T9" t="T10" r="T11" b="T12"/>
            <a:pathLst>
              <a:path w="21600" h="43118" fill="none" extrusionOk="0">
                <a:moveTo>
                  <a:pt x="1031" y="-1"/>
                </a:moveTo>
                <a:cubicBezTo>
                  <a:pt x="12546" y="549"/>
                  <a:pt x="21600" y="10046"/>
                  <a:pt x="21600" y="21575"/>
                </a:cubicBezTo>
                <a:cubicBezTo>
                  <a:pt x="21600" y="32896"/>
                  <a:pt x="12858" y="42296"/>
                  <a:pt x="1567" y="43118"/>
                </a:cubicBezTo>
              </a:path>
              <a:path w="21600" h="43118" stroke="0" extrusionOk="0">
                <a:moveTo>
                  <a:pt x="1031" y="-1"/>
                </a:moveTo>
                <a:cubicBezTo>
                  <a:pt x="12546" y="549"/>
                  <a:pt x="21600" y="10046"/>
                  <a:pt x="21600" y="21575"/>
                </a:cubicBezTo>
                <a:cubicBezTo>
                  <a:pt x="21600" y="32896"/>
                  <a:pt x="12858" y="42296"/>
                  <a:pt x="1567" y="43118"/>
                </a:cubicBezTo>
                <a:lnTo>
                  <a:pt x="0" y="21575"/>
                </a:lnTo>
                <a:lnTo>
                  <a:pt x="1031" y="-1"/>
                </a:lnTo>
                <a:close/>
              </a:path>
            </a:pathLst>
          </a:custGeom>
          <a:noFill/>
          <a:ln w="28575">
            <a:solidFill>
              <a:schemeClr val="tx1"/>
            </a:solidFill>
            <a:round/>
            <a:headEnd/>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74288" name="Text Box 208"/>
          <p:cNvSpPr txBox="1">
            <a:spLocks noChangeArrowheads="1"/>
          </p:cNvSpPr>
          <p:nvPr/>
        </p:nvSpPr>
        <p:spPr bwMode="auto">
          <a:xfrm>
            <a:off x="4803775" y="3557588"/>
            <a:ext cx="4397375" cy="2647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r>
              <a:rPr lang="zh-CN" altLang="en-US" sz="2400">
                <a:solidFill>
                  <a:srgbClr val="000000"/>
                </a:solidFill>
                <a:latin typeface="黑体" pitchFamily="2" charset="-122"/>
                <a:ea typeface="黑体" pitchFamily="2" charset="-122"/>
              </a:rPr>
              <a:t>步骤：</a:t>
            </a:r>
          </a:p>
          <a:p>
            <a:pPr eaLnBrk="1" hangingPunct="1">
              <a:spcBef>
                <a:spcPct val="0"/>
              </a:spcBef>
              <a:buClrTx/>
              <a:buFontTx/>
              <a:buChar char="•"/>
            </a:pPr>
            <a:r>
              <a:rPr lang="zh-CN" altLang="en-US" sz="2400">
                <a:solidFill>
                  <a:srgbClr val="000000"/>
                </a:solidFill>
                <a:latin typeface="黑体" pitchFamily="2" charset="-122"/>
                <a:ea typeface="黑体" pitchFamily="2" charset="-122"/>
              </a:rPr>
              <a:t> 在三视图中选点</a:t>
            </a:r>
            <a:r>
              <a:rPr lang="en-US" altLang="zh-CN" sz="2400">
                <a:solidFill>
                  <a:srgbClr val="000000"/>
                </a:solidFill>
                <a:latin typeface="黑体" pitchFamily="2" charset="-122"/>
                <a:ea typeface="黑体" pitchFamily="2" charset="-122"/>
              </a:rPr>
              <a:t>A</a:t>
            </a:r>
          </a:p>
          <a:p>
            <a:pPr eaLnBrk="1" hangingPunct="1">
              <a:spcBef>
                <a:spcPct val="0"/>
              </a:spcBef>
              <a:buClrTx/>
              <a:buFontTx/>
              <a:buChar char="•"/>
            </a:pPr>
            <a:r>
              <a:rPr lang="en-US" altLang="zh-CN" sz="2400">
                <a:solidFill>
                  <a:srgbClr val="000000"/>
                </a:solidFill>
                <a:latin typeface="黑体" pitchFamily="2" charset="-122"/>
                <a:ea typeface="黑体" pitchFamily="2" charset="-122"/>
              </a:rPr>
              <a:t> </a:t>
            </a:r>
            <a:r>
              <a:rPr lang="zh-CN" altLang="en-US" sz="2400">
                <a:solidFill>
                  <a:srgbClr val="000000"/>
                </a:solidFill>
                <a:latin typeface="黑体" pitchFamily="2" charset="-122"/>
                <a:ea typeface="黑体" pitchFamily="2" charset="-122"/>
              </a:rPr>
              <a:t>利用辅助平面</a:t>
            </a:r>
            <a:r>
              <a:rPr lang="en-US" altLang="zh-CN" sz="2400">
                <a:solidFill>
                  <a:srgbClr val="000000"/>
                </a:solidFill>
                <a:latin typeface="黑体" pitchFamily="2" charset="-122"/>
                <a:ea typeface="黑体" pitchFamily="2" charset="-122"/>
              </a:rPr>
              <a:t>Pa</a:t>
            </a:r>
            <a:r>
              <a:rPr lang="zh-CN" altLang="en-US" sz="2400">
                <a:solidFill>
                  <a:srgbClr val="000000"/>
                </a:solidFill>
                <a:latin typeface="黑体" pitchFamily="2" charset="-122"/>
                <a:ea typeface="黑体" pitchFamily="2" charset="-122"/>
              </a:rPr>
              <a:t>得到</a:t>
            </a:r>
            <a:r>
              <a:rPr lang="en-US" altLang="zh-CN" sz="2400">
                <a:solidFill>
                  <a:srgbClr val="000000"/>
                </a:solidFill>
                <a:latin typeface="黑体" pitchFamily="2" charset="-122"/>
                <a:ea typeface="黑体" pitchFamily="2" charset="-122"/>
              </a:rPr>
              <a:t>a</a:t>
            </a:r>
            <a:r>
              <a:rPr lang="en-US" altLang="zh-CN" sz="2000">
                <a:solidFill>
                  <a:srgbClr val="000000"/>
                </a:solidFill>
                <a:latin typeface="黑体" pitchFamily="2" charset="-122"/>
                <a:ea typeface="黑体" pitchFamily="2" charset="-122"/>
              </a:rPr>
              <a:t>'</a:t>
            </a:r>
            <a:endParaRPr lang="en-US" altLang="zh-CN" sz="2400">
              <a:solidFill>
                <a:srgbClr val="000000"/>
              </a:solidFill>
              <a:latin typeface="黑体" pitchFamily="2" charset="-122"/>
              <a:ea typeface="黑体" pitchFamily="2" charset="-122"/>
            </a:endParaRPr>
          </a:p>
          <a:p>
            <a:pPr eaLnBrk="1" hangingPunct="1">
              <a:spcBef>
                <a:spcPct val="0"/>
              </a:spcBef>
              <a:buClrTx/>
              <a:buFontTx/>
              <a:buChar char="•"/>
            </a:pPr>
            <a:r>
              <a:rPr lang="en-US" altLang="zh-CN" sz="2400">
                <a:solidFill>
                  <a:srgbClr val="000000"/>
                </a:solidFill>
                <a:latin typeface="黑体" pitchFamily="2" charset="-122"/>
                <a:ea typeface="黑体" pitchFamily="2" charset="-122"/>
              </a:rPr>
              <a:t> </a:t>
            </a:r>
            <a:r>
              <a:rPr lang="zh-CN" altLang="en-US" sz="2400">
                <a:solidFill>
                  <a:srgbClr val="000000"/>
                </a:solidFill>
                <a:latin typeface="黑体" pitchFamily="2" charset="-122"/>
                <a:ea typeface="黑体" pitchFamily="2" charset="-122"/>
              </a:rPr>
              <a:t>在轴测图上找到其投影点</a:t>
            </a:r>
            <a:r>
              <a:rPr lang="en-US" altLang="zh-CN" sz="2400">
                <a:solidFill>
                  <a:srgbClr val="000000"/>
                </a:solidFill>
                <a:latin typeface="黑体" pitchFamily="2" charset="-122"/>
                <a:ea typeface="黑体" pitchFamily="2" charset="-122"/>
              </a:rPr>
              <a:t>A</a:t>
            </a:r>
          </a:p>
          <a:p>
            <a:pPr eaLnBrk="1" hangingPunct="1">
              <a:spcBef>
                <a:spcPct val="0"/>
              </a:spcBef>
              <a:buClrTx/>
              <a:buFontTx/>
              <a:buNone/>
            </a:pPr>
            <a:r>
              <a:rPr lang="zh-CN" altLang="en-US" sz="2400">
                <a:solidFill>
                  <a:srgbClr val="000000"/>
                </a:solidFill>
                <a:latin typeface="黑体" pitchFamily="2" charset="-122"/>
                <a:ea typeface="黑体" pitchFamily="2" charset="-122"/>
              </a:rPr>
              <a:t>．．．</a:t>
            </a:r>
          </a:p>
          <a:p>
            <a:pPr eaLnBrk="1" hangingPunct="1">
              <a:spcBef>
                <a:spcPct val="0"/>
              </a:spcBef>
              <a:buClrTx/>
              <a:buFontTx/>
              <a:buChar char="•"/>
            </a:pPr>
            <a:r>
              <a:rPr lang="zh-CN" altLang="en-US" sz="2400">
                <a:solidFill>
                  <a:srgbClr val="000000"/>
                </a:solidFill>
                <a:latin typeface="黑体" pitchFamily="2" charset="-122"/>
                <a:ea typeface="黑体" pitchFamily="2" charset="-122"/>
              </a:rPr>
              <a:t> 在轴测图上小圆柱的轮廓为</a:t>
            </a:r>
            <a:r>
              <a:rPr lang="en-US" altLang="zh-CN" sz="2400">
                <a:solidFill>
                  <a:srgbClr val="000000"/>
                </a:solidFill>
                <a:latin typeface="黑体" pitchFamily="2" charset="-122"/>
                <a:ea typeface="黑体" pitchFamily="2" charset="-122"/>
              </a:rPr>
              <a:t>B</a:t>
            </a:r>
          </a:p>
          <a:p>
            <a:pPr eaLnBrk="1" hangingPunct="1">
              <a:spcBef>
                <a:spcPct val="0"/>
              </a:spcBef>
              <a:buClrTx/>
              <a:buFontTx/>
              <a:buChar char="•"/>
            </a:pPr>
            <a:r>
              <a:rPr lang="en-US" altLang="zh-CN" sz="2400">
                <a:solidFill>
                  <a:srgbClr val="000000"/>
                </a:solidFill>
                <a:latin typeface="黑体" pitchFamily="2" charset="-122"/>
                <a:ea typeface="黑体" pitchFamily="2" charset="-122"/>
              </a:rPr>
              <a:t> </a:t>
            </a:r>
            <a:r>
              <a:rPr lang="zh-CN" altLang="en-US" sz="2400">
                <a:solidFill>
                  <a:srgbClr val="000000"/>
                </a:solidFill>
                <a:latin typeface="黑体" pitchFamily="2" charset="-122"/>
                <a:ea typeface="黑体" pitchFamily="2" charset="-122"/>
              </a:rPr>
              <a:t>光滑连线，完成轮廓线</a:t>
            </a:r>
          </a:p>
        </p:txBody>
      </p:sp>
      <p:grpSp>
        <p:nvGrpSpPr>
          <p:cNvPr id="29705" name="Group 209"/>
          <p:cNvGrpSpPr>
            <a:grpSpLocks/>
          </p:cNvGrpSpPr>
          <p:nvPr/>
        </p:nvGrpSpPr>
        <p:grpSpPr bwMode="auto">
          <a:xfrm>
            <a:off x="1743075" y="2041525"/>
            <a:ext cx="361950" cy="396875"/>
            <a:chOff x="1098" y="1547"/>
            <a:chExt cx="228" cy="250"/>
          </a:xfrm>
        </p:grpSpPr>
        <p:sp>
          <p:nvSpPr>
            <p:cNvPr id="29789" name="Oval 210"/>
            <p:cNvSpPr>
              <a:spLocks noChangeArrowheads="1"/>
            </p:cNvSpPr>
            <p:nvPr/>
          </p:nvSpPr>
          <p:spPr bwMode="auto">
            <a:xfrm>
              <a:off x="1100" y="1576"/>
              <a:ext cx="47" cy="47"/>
            </a:xfrm>
            <a:prstGeom prst="ellipse">
              <a:avLst/>
            </a:prstGeom>
            <a:solidFill>
              <a:srgbClr val="FFFFFF"/>
            </a:solidFill>
            <a:ln w="9525">
              <a:solidFill>
                <a:srgbClr val="000000"/>
              </a:solidFill>
              <a:round/>
              <a:headEnd/>
              <a:tailEnd/>
            </a:ln>
          </p:spPr>
          <p:txBody>
            <a:bodyPr wrap="none" anchor="ct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endParaRPr kumimoji="0" lang="zh-CN" altLang="en-US" sz="2000"/>
            </a:p>
          </p:txBody>
        </p:sp>
        <p:sp>
          <p:nvSpPr>
            <p:cNvPr id="29790" name="Text Box 211"/>
            <p:cNvSpPr txBox="1">
              <a:spLocks noChangeArrowheads="1"/>
            </p:cNvSpPr>
            <p:nvPr/>
          </p:nvSpPr>
          <p:spPr bwMode="auto">
            <a:xfrm>
              <a:off x="1098" y="1547"/>
              <a:ext cx="22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r>
                <a:rPr lang="en-US" altLang="zh-CN" sz="2000" i="1">
                  <a:latin typeface="ISOCPEUR" pitchFamily="34" charset="0"/>
                </a:rPr>
                <a:t>2'</a:t>
              </a:r>
            </a:p>
          </p:txBody>
        </p:sp>
      </p:grpSp>
      <p:sp>
        <p:nvSpPr>
          <p:cNvPr id="32" name="椭圆 31"/>
          <p:cNvSpPr/>
          <p:nvPr/>
        </p:nvSpPr>
        <p:spPr bwMode="auto">
          <a:xfrm>
            <a:off x="6244520" y="1586707"/>
            <a:ext cx="657225" cy="659607"/>
          </a:xfrm>
          <a:prstGeom prst="ellipse">
            <a:avLst/>
          </a:prstGeom>
          <a:noFill/>
          <a:ln w="9525" cap="flat" cmpd="sng" algn="ctr">
            <a:solidFill>
              <a:srgbClr val="FF0000"/>
            </a:solidFill>
            <a:prstDash val="solid"/>
            <a:round/>
            <a:headEnd type="none" w="med" len="med"/>
            <a:tailEnd type="none" w="sm" len="lg"/>
          </a:ln>
          <a:effectLst/>
        </p:spPr>
        <p:txBody>
          <a:bodyPr vert="horz" wrap="none" lIns="91440" tIns="45720" rIns="91440" bIns="45720" numCol="1" rtlCol="0" anchor="ctr"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2000" b="1" i="0" u="none" strike="noStrike" cap="none" normalizeH="0" baseline="0" smtClean="0">
              <a:ln>
                <a:noFill/>
              </a:ln>
              <a:solidFill>
                <a:schemeClr val="tx1"/>
              </a:solidFill>
              <a:effectLst/>
              <a:latin typeface="Times New Roman" pitchFamily="18" charset="0"/>
              <a:ea typeface="宋体" pitchFamily="2" charset="-122"/>
            </a:endParaRPr>
          </a:p>
        </p:txBody>
      </p:sp>
      <p:sp>
        <p:nvSpPr>
          <p:cNvPr id="33" name="矩形 32"/>
          <p:cNvSpPr/>
          <p:nvPr/>
        </p:nvSpPr>
        <p:spPr>
          <a:xfrm>
            <a:off x="2244852" y="5011166"/>
            <a:ext cx="2875788" cy="369332"/>
          </a:xfrm>
          <a:prstGeom prst="rect">
            <a:avLst/>
          </a:prstGeom>
        </p:spPr>
        <p:txBody>
          <a:bodyPr wrap="square">
            <a:spAutoFit/>
          </a:bodyPr>
          <a:lstStyle/>
          <a:p>
            <a:r>
              <a:rPr lang="zh-CN" altLang="en-US" sz="1800" dirty="0" smtClean="0">
                <a:solidFill>
                  <a:srgbClr val="FF0000"/>
                </a:solidFill>
                <a:latin typeface="黑体" pitchFamily="2" charset="-122"/>
                <a:ea typeface="黑体" pitchFamily="2" charset="-122"/>
              </a:rPr>
              <a:t>外形轮廓线上的特殊点？</a:t>
            </a:r>
            <a:endParaRPr lang="zh-CN" altLang="en-US" sz="1800" dirty="0">
              <a:solidFill>
                <a:srgbClr val="FF0000"/>
              </a:solidFill>
              <a:latin typeface="黑体" pitchFamily="2" charset="-122"/>
              <a:ea typeface="黑体"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74253"/>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4" presetClass="entr" presetSubtype="32" fill="hold" nodeType="click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box(out)">
                                      <p:cBhvr>
                                        <p:cTn id="11" dur="500"/>
                                        <p:tgtEl>
                                          <p:spTgt spid="2"/>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4" presetClass="entr" presetSubtype="32" fill="hold" nodeType="clickEffect">
                                  <p:stCondLst>
                                    <p:cond delay="0"/>
                                  </p:stCondLst>
                                  <p:childTnLst>
                                    <p:set>
                                      <p:cBhvr>
                                        <p:cTn id="15" dur="1" fill="hold">
                                          <p:stCondLst>
                                            <p:cond delay="0"/>
                                          </p:stCondLst>
                                        </p:cTn>
                                        <p:tgtEl>
                                          <p:spTgt spid="29702"/>
                                        </p:tgtEl>
                                        <p:attrNameLst>
                                          <p:attrName>style.visibility</p:attrName>
                                        </p:attrNameLst>
                                      </p:cBhvr>
                                      <p:to>
                                        <p:strVal val="visible"/>
                                      </p:to>
                                    </p:set>
                                    <p:animEffect transition="in" filter="box(out)">
                                      <p:cBhvr>
                                        <p:cTn id="16" dur="500"/>
                                        <p:tgtEl>
                                          <p:spTgt spid="29702"/>
                                        </p:tgtEl>
                                      </p:cBhvr>
                                    </p:animEffect>
                                  </p:childTnLst>
                                </p:cTn>
                              </p:par>
                            </p:childTnLst>
                          </p:cTn>
                        </p:par>
                        <p:par>
                          <p:cTn id="17" fill="hold" nodeType="afterGroup">
                            <p:stCondLst>
                              <p:cond delay="500"/>
                            </p:stCondLst>
                            <p:childTnLst>
                              <p:par>
                                <p:cTn id="18" presetID="4" presetClass="entr" presetSubtype="32" fill="hold" nodeType="afterEffect">
                                  <p:stCondLst>
                                    <p:cond delay="0"/>
                                  </p:stCondLst>
                                  <p:childTnLst>
                                    <p:set>
                                      <p:cBhvr>
                                        <p:cTn id="19" dur="1" fill="hold">
                                          <p:stCondLst>
                                            <p:cond delay="0"/>
                                          </p:stCondLst>
                                        </p:cTn>
                                        <p:tgtEl>
                                          <p:spTgt spid="29704"/>
                                        </p:tgtEl>
                                        <p:attrNameLst>
                                          <p:attrName>style.visibility</p:attrName>
                                        </p:attrNameLst>
                                      </p:cBhvr>
                                      <p:to>
                                        <p:strVal val="visible"/>
                                      </p:to>
                                    </p:set>
                                    <p:animEffect transition="in" filter="box(out)">
                                      <p:cBhvr>
                                        <p:cTn id="20" dur="500"/>
                                        <p:tgtEl>
                                          <p:spTgt spid="29704"/>
                                        </p:tgtEl>
                                      </p:cBhvr>
                                    </p:animEffect>
                                  </p:childTnLst>
                                </p:cTn>
                              </p:par>
                            </p:childTnLst>
                          </p:cTn>
                        </p:par>
                        <p:par>
                          <p:cTn id="21" fill="hold" nodeType="afterGroup">
                            <p:stCondLst>
                              <p:cond delay="1000"/>
                            </p:stCondLst>
                            <p:childTnLst>
                              <p:par>
                                <p:cTn id="22" presetID="4" presetClass="entr" presetSubtype="32" fill="hold" nodeType="afterEffect">
                                  <p:stCondLst>
                                    <p:cond delay="0"/>
                                  </p:stCondLst>
                                  <p:childTnLst>
                                    <p:set>
                                      <p:cBhvr>
                                        <p:cTn id="23" dur="1" fill="hold">
                                          <p:stCondLst>
                                            <p:cond delay="0"/>
                                          </p:stCondLst>
                                        </p:cTn>
                                        <p:tgtEl>
                                          <p:spTgt spid="29703"/>
                                        </p:tgtEl>
                                        <p:attrNameLst>
                                          <p:attrName>style.visibility</p:attrName>
                                        </p:attrNameLst>
                                      </p:cBhvr>
                                      <p:to>
                                        <p:strVal val="visible"/>
                                      </p:to>
                                    </p:set>
                                    <p:animEffect transition="in" filter="box(out)">
                                      <p:cBhvr>
                                        <p:cTn id="24" dur="500"/>
                                        <p:tgtEl>
                                          <p:spTgt spid="29703"/>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4" presetClass="entr" presetSubtype="32" fill="hold" nodeType="clickEffect">
                                  <p:stCondLst>
                                    <p:cond delay="0"/>
                                  </p:stCondLst>
                                  <p:childTnLst>
                                    <p:set>
                                      <p:cBhvr>
                                        <p:cTn id="28" dur="1" fill="hold">
                                          <p:stCondLst>
                                            <p:cond delay="0"/>
                                          </p:stCondLst>
                                        </p:cTn>
                                        <p:tgtEl>
                                          <p:spTgt spid="29701"/>
                                        </p:tgtEl>
                                        <p:attrNameLst>
                                          <p:attrName>style.visibility</p:attrName>
                                        </p:attrNameLst>
                                      </p:cBhvr>
                                      <p:to>
                                        <p:strVal val="visible"/>
                                      </p:to>
                                    </p:set>
                                    <p:animEffect transition="in" filter="box(out)">
                                      <p:cBhvr>
                                        <p:cTn id="29" dur="500"/>
                                        <p:tgtEl>
                                          <p:spTgt spid="29701"/>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1" presetClass="entr" presetSubtype="0" fill="hold" grpId="0" nodeType="clickEffect">
                                  <p:stCondLst>
                                    <p:cond delay="0"/>
                                  </p:stCondLst>
                                  <p:childTnLst>
                                    <p:set>
                                      <p:cBhvr>
                                        <p:cTn id="33" dur="1" fill="hold">
                                          <p:stCondLst>
                                            <p:cond delay="499"/>
                                          </p:stCondLst>
                                        </p:cTn>
                                        <p:tgtEl>
                                          <p:spTgt spid="174266"/>
                                        </p:tgtEl>
                                        <p:attrNameLst>
                                          <p:attrName>style.visibility</p:attrName>
                                        </p:attrNameLst>
                                      </p:cBhvr>
                                      <p:to>
                                        <p:strVal val="visible"/>
                                      </p:to>
                                    </p:set>
                                  </p:childTnLst>
                                </p:cTn>
                              </p:par>
                            </p:childTnLst>
                          </p:cTn>
                        </p:par>
                      </p:childTnLst>
                    </p:cTn>
                  </p:par>
                  <p:par>
                    <p:cTn id="34" fill="hold" nodeType="clickPar">
                      <p:stCondLst>
                        <p:cond delay="indefinite"/>
                      </p:stCondLst>
                      <p:childTnLst>
                        <p:par>
                          <p:cTn id="35" fill="hold" nodeType="withGroup">
                            <p:stCondLst>
                              <p:cond delay="0"/>
                            </p:stCondLst>
                            <p:childTnLst>
                              <p:par>
                                <p:cTn id="36" presetID="1" presetClass="entr" presetSubtype="0" fill="hold" grpId="0" nodeType="clickEffect">
                                  <p:stCondLst>
                                    <p:cond delay="0"/>
                                  </p:stCondLst>
                                  <p:childTnLst>
                                    <p:set>
                                      <p:cBhvr>
                                        <p:cTn id="37" dur="1" fill="hold">
                                          <p:stCondLst>
                                            <p:cond delay="499"/>
                                          </p:stCondLst>
                                        </p:cTn>
                                        <p:tgtEl>
                                          <p:spTgt spid="174267"/>
                                        </p:tgtEl>
                                        <p:attrNameLst>
                                          <p:attrName>style.visibility</p:attrName>
                                        </p:attrNameLst>
                                      </p:cBhvr>
                                      <p:to>
                                        <p:strVal val="visible"/>
                                      </p:to>
                                    </p:set>
                                  </p:childTnLst>
                                </p:cTn>
                              </p:par>
                            </p:childTnLst>
                          </p:cTn>
                        </p:par>
                        <p:par>
                          <p:cTn id="38" fill="hold" nodeType="afterGroup">
                            <p:stCondLst>
                              <p:cond delay="500"/>
                            </p:stCondLst>
                            <p:childTnLst>
                              <p:par>
                                <p:cTn id="39" presetID="1" presetClass="entr" presetSubtype="0" fill="hold" grpId="0" nodeType="afterEffect">
                                  <p:stCondLst>
                                    <p:cond delay="0"/>
                                  </p:stCondLst>
                                  <p:childTnLst>
                                    <p:set>
                                      <p:cBhvr>
                                        <p:cTn id="40" dur="1" fill="hold">
                                          <p:stCondLst>
                                            <p:cond delay="499"/>
                                          </p:stCondLst>
                                        </p:cTn>
                                        <p:tgtEl>
                                          <p:spTgt spid="174268"/>
                                        </p:tgtEl>
                                        <p:attrNameLst>
                                          <p:attrName>style.visibility</p:attrName>
                                        </p:attrNameLst>
                                      </p:cBhvr>
                                      <p:to>
                                        <p:strVal val="visible"/>
                                      </p:to>
                                    </p:set>
                                  </p:childTnLst>
                                </p:cTn>
                              </p:par>
                            </p:childTnLst>
                          </p:cTn>
                        </p:par>
                        <p:par>
                          <p:cTn id="41" fill="hold" nodeType="afterGroup">
                            <p:stCondLst>
                              <p:cond delay="1000"/>
                            </p:stCondLst>
                            <p:childTnLst>
                              <p:par>
                                <p:cTn id="42" presetID="1" presetClass="entr" presetSubtype="0" fill="hold" grpId="0" nodeType="afterEffect">
                                  <p:stCondLst>
                                    <p:cond delay="0"/>
                                  </p:stCondLst>
                                  <p:childTnLst>
                                    <p:set>
                                      <p:cBhvr>
                                        <p:cTn id="43" dur="1" fill="hold">
                                          <p:stCondLst>
                                            <p:cond delay="499"/>
                                          </p:stCondLst>
                                        </p:cTn>
                                        <p:tgtEl>
                                          <p:spTgt spid="174269"/>
                                        </p:tgtEl>
                                        <p:attrNameLst>
                                          <p:attrName>style.visibility</p:attrName>
                                        </p:attrNameLst>
                                      </p:cBhvr>
                                      <p:to>
                                        <p:strVal val="visible"/>
                                      </p:to>
                                    </p:set>
                                  </p:childTnLst>
                                </p:cTn>
                              </p:par>
                            </p:childTnLst>
                          </p:cTn>
                        </p:par>
                        <p:par>
                          <p:cTn id="44" fill="hold" nodeType="afterGroup">
                            <p:stCondLst>
                              <p:cond delay="1500"/>
                            </p:stCondLst>
                            <p:childTnLst>
                              <p:par>
                                <p:cTn id="45" presetID="1" presetClass="entr" presetSubtype="0" fill="hold" grpId="0" nodeType="afterEffect">
                                  <p:stCondLst>
                                    <p:cond delay="0"/>
                                  </p:stCondLst>
                                  <p:childTnLst>
                                    <p:set>
                                      <p:cBhvr>
                                        <p:cTn id="46" dur="1" fill="hold">
                                          <p:stCondLst>
                                            <p:cond delay="499"/>
                                          </p:stCondLst>
                                        </p:cTn>
                                        <p:tgtEl>
                                          <p:spTgt spid="174270"/>
                                        </p:tgtEl>
                                        <p:attrNameLst>
                                          <p:attrName>style.visibility</p:attrName>
                                        </p:attrNameLst>
                                      </p:cBhvr>
                                      <p:to>
                                        <p:strVal val="visible"/>
                                      </p:to>
                                    </p:set>
                                  </p:childTnLst>
                                </p:cTn>
                              </p:par>
                            </p:childTnLst>
                          </p:cTn>
                        </p:par>
                      </p:childTnLst>
                    </p:cTn>
                  </p:par>
                  <p:par>
                    <p:cTn id="47" fill="hold" nodeType="clickPar">
                      <p:stCondLst>
                        <p:cond delay="indefinite"/>
                      </p:stCondLst>
                      <p:childTnLst>
                        <p:par>
                          <p:cTn id="48" fill="hold" nodeType="withGroup">
                            <p:stCondLst>
                              <p:cond delay="0"/>
                            </p:stCondLst>
                            <p:childTnLst>
                              <p:par>
                                <p:cTn id="49" presetID="1" presetClass="entr" presetSubtype="0" fill="hold" grpId="0" nodeType="clickEffect">
                                  <p:stCondLst>
                                    <p:cond delay="0"/>
                                  </p:stCondLst>
                                  <p:childTnLst>
                                    <p:set>
                                      <p:cBhvr>
                                        <p:cTn id="50" dur="1" fill="hold">
                                          <p:stCondLst>
                                            <p:cond delay="499"/>
                                          </p:stCondLst>
                                        </p:cTn>
                                        <p:tgtEl>
                                          <p:spTgt spid="174271"/>
                                        </p:tgtEl>
                                        <p:attrNameLst>
                                          <p:attrName>style.visibility</p:attrName>
                                        </p:attrNameLst>
                                      </p:cBhvr>
                                      <p:to>
                                        <p:strVal val="visible"/>
                                      </p:to>
                                    </p:set>
                                  </p:childTnLst>
                                </p:cTn>
                              </p:par>
                            </p:childTnLst>
                          </p:cTn>
                        </p:par>
                      </p:childTnLst>
                    </p:cTn>
                  </p:par>
                  <p:par>
                    <p:cTn id="51" fill="hold" nodeType="clickPar">
                      <p:stCondLst>
                        <p:cond delay="indefinite"/>
                      </p:stCondLst>
                      <p:childTnLst>
                        <p:par>
                          <p:cTn id="52" fill="hold" nodeType="withGroup">
                            <p:stCondLst>
                              <p:cond delay="0"/>
                            </p:stCondLst>
                            <p:childTnLst>
                              <p:par>
                                <p:cTn id="53" presetID="4" presetClass="entr" presetSubtype="32" fill="hold" nodeType="clickEffect">
                                  <p:stCondLst>
                                    <p:cond delay="0"/>
                                  </p:stCondLst>
                                  <p:childTnLst>
                                    <p:set>
                                      <p:cBhvr>
                                        <p:cTn id="54" dur="1" fill="hold">
                                          <p:stCondLst>
                                            <p:cond delay="0"/>
                                          </p:stCondLst>
                                        </p:cTn>
                                        <p:tgtEl>
                                          <p:spTgt spid="16"/>
                                        </p:tgtEl>
                                        <p:attrNameLst>
                                          <p:attrName>style.visibility</p:attrName>
                                        </p:attrNameLst>
                                      </p:cBhvr>
                                      <p:to>
                                        <p:strVal val="visible"/>
                                      </p:to>
                                    </p:set>
                                    <p:animEffect transition="in" filter="box(out)">
                                      <p:cBhvr>
                                        <p:cTn id="55" dur="500"/>
                                        <p:tgtEl>
                                          <p:spTgt spid="16"/>
                                        </p:tgtEl>
                                      </p:cBhvr>
                                    </p:animEffect>
                                  </p:childTnLst>
                                  <p:subTnLst>
                                    <p:set>
                                      <p:cBhvr override="childStyle">
                                        <p:cTn dur="1" fill="hold" display="0" masterRel="nextClick" afterEffect="1"/>
                                        <p:tgtEl>
                                          <p:spTgt spid="16"/>
                                        </p:tgtEl>
                                        <p:attrNameLst>
                                          <p:attrName>style.visibility</p:attrName>
                                        </p:attrNameLst>
                                      </p:cBhvr>
                                      <p:to>
                                        <p:strVal val="hidden"/>
                                      </p:to>
                                    </p:set>
                                  </p:subTnLst>
                                </p:cTn>
                              </p:par>
                            </p:childTnLst>
                          </p:cTn>
                        </p:par>
                      </p:childTnLst>
                    </p:cTn>
                  </p:par>
                  <p:par>
                    <p:cTn id="56" fill="hold" nodeType="clickPar">
                      <p:stCondLst>
                        <p:cond delay="indefinite"/>
                      </p:stCondLst>
                      <p:childTnLst>
                        <p:par>
                          <p:cTn id="57" fill="hold" nodeType="withGroup">
                            <p:stCondLst>
                              <p:cond delay="0"/>
                            </p:stCondLst>
                            <p:childTnLst>
                              <p:par>
                                <p:cTn id="58" presetID="4" presetClass="entr" presetSubtype="32" fill="hold" nodeType="clickEffect">
                                  <p:stCondLst>
                                    <p:cond delay="0"/>
                                  </p:stCondLst>
                                  <p:childTnLst>
                                    <p:set>
                                      <p:cBhvr>
                                        <p:cTn id="59" dur="1" fill="hold">
                                          <p:stCondLst>
                                            <p:cond delay="0"/>
                                          </p:stCondLst>
                                        </p:cTn>
                                        <p:tgtEl>
                                          <p:spTgt spid="3"/>
                                        </p:tgtEl>
                                        <p:attrNameLst>
                                          <p:attrName>style.visibility</p:attrName>
                                        </p:attrNameLst>
                                      </p:cBhvr>
                                      <p:to>
                                        <p:strVal val="visible"/>
                                      </p:to>
                                    </p:set>
                                    <p:animEffect transition="in" filter="box(out)">
                                      <p:cBhvr>
                                        <p:cTn id="60" dur="500"/>
                                        <p:tgtEl>
                                          <p:spTgt spid="3"/>
                                        </p:tgtEl>
                                      </p:cBhvr>
                                    </p:animEffect>
                                  </p:childTnLst>
                                </p:cTn>
                              </p:par>
                            </p:childTnLst>
                          </p:cTn>
                        </p:par>
                      </p:childTnLst>
                    </p:cTn>
                  </p:par>
                  <p:par>
                    <p:cTn id="61" fill="hold" nodeType="clickPar">
                      <p:stCondLst>
                        <p:cond delay="indefinite"/>
                      </p:stCondLst>
                      <p:childTnLst>
                        <p:par>
                          <p:cTn id="62" fill="hold" nodeType="withGroup">
                            <p:stCondLst>
                              <p:cond delay="0"/>
                            </p:stCondLst>
                            <p:childTnLst>
                              <p:par>
                                <p:cTn id="63" presetID="4" presetClass="entr" presetSubtype="32" fill="hold" nodeType="clickEffect">
                                  <p:stCondLst>
                                    <p:cond delay="0"/>
                                  </p:stCondLst>
                                  <p:childTnLst>
                                    <p:set>
                                      <p:cBhvr>
                                        <p:cTn id="64" dur="1" fill="hold">
                                          <p:stCondLst>
                                            <p:cond delay="0"/>
                                          </p:stCondLst>
                                        </p:cTn>
                                        <p:tgtEl>
                                          <p:spTgt spid="17"/>
                                        </p:tgtEl>
                                        <p:attrNameLst>
                                          <p:attrName>style.visibility</p:attrName>
                                        </p:attrNameLst>
                                      </p:cBhvr>
                                      <p:to>
                                        <p:strVal val="visible"/>
                                      </p:to>
                                    </p:set>
                                    <p:animEffect transition="in" filter="box(out)">
                                      <p:cBhvr>
                                        <p:cTn id="65" dur="500"/>
                                        <p:tgtEl>
                                          <p:spTgt spid="17"/>
                                        </p:tgtEl>
                                      </p:cBhvr>
                                    </p:animEffect>
                                  </p:childTnLst>
                                  <p:subTnLst>
                                    <p:set>
                                      <p:cBhvr override="childStyle">
                                        <p:cTn dur="1" fill="hold" display="0" masterRel="nextClick" afterEffect="1"/>
                                        <p:tgtEl>
                                          <p:spTgt spid="17"/>
                                        </p:tgtEl>
                                        <p:attrNameLst>
                                          <p:attrName>style.visibility</p:attrName>
                                        </p:attrNameLst>
                                      </p:cBhvr>
                                      <p:to>
                                        <p:strVal val="hidden"/>
                                      </p:to>
                                    </p:set>
                                  </p:subTnLst>
                                </p:cTn>
                              </p:par>
                            </p:childTnLst>
                          </p:cTn>
                        </p:par>
                      </p:childTnLst>
                    </p:cTn>
                  </p:par>
                  <p:par>
                    <p:cTn id="66" fill="hold" nodeType="clickPar">
                      <p:stCondLst>
                        <p:cond delay="indefinite"/>
                      </p:stCondLst>
                      <p:childTnLst>
                        <p:par>
                          <p:cTn id="67" fill="hold" nodeType="withGroup">
                            <p:stCondLst>
                              <p:cond delay="0"/>
                            </p:stCondLst>
                            <p:childTnLst>
                              <p:par>
                                <p:cTn id="68" presetID="4" presetClass="entr" presetSubtype="32" fill="hold" nodeType="clickEffect">
                                  <p:stCondLst>
                                    <p:cond delay="0"/>
                                  </p:stCondLst>
                                  <p:childTnLst>
                                    <p:set>
                                      <p:cBhvr>
                                        <p:cTn id="69" dur="1" fill="hold">
                                          <p:stCondLst>
                                            <p:cond delay="0"/>
                                          </p:stCondLst>
                                        </p:cTn>
                                        <p:tgtEl>
                                          <p:spTgt spid="4"/>
                                        </p:tgtEl>
                                        <p:attrNameLst>
                                          <p:attrName>style.visibility</p:attrName>
                                        </p:attrNameLst>
                                      </p:cBhvr>
                                      <p:to>
                                        <p:strVal val="visible"/>
                                      </p:to>
                                    </p:set>
                                    <p:animEffect transition="in" filter="box(out)">
                                      <p:cBhvr>
                                        <p:cTn id="70" dur="500"/>
                                        <p:tgtEl>
                                          <p:spTgt spid="4"/>
                                        </p:tgtEl>
                                      </p:cBhvr>
                                    </p:animEffect>
                                  </p:childTnLst>
                                </p:cTn>
                              </p:par>
                            </p:childTnLst>
                          </p:cTn>
                        </p:par>
                      </p:childTnLst>
                    </p:cTn>
                  </p:par>
                  <p:par>
                    <p:cTn id="71" fill="hold" nodeType="clickPar">
                      <p:stCondLst>
                        <p:cond delay="indefinite"/>
                      </p:stCondLst>
                      <p:childTnLst>
                        <p:par>
                          <p:cTn id="72" fill="hold" nodeType="withGroup">
                            <p:stCondLst>
                              <p:cond delay="0"/>
                            </p:stCondLst>
                            <p:childTnLst>
                              <p:par>
                                <p:cTn id="73" presetID="4" presetClass="entr" presetSubtype="32" fill="hold" nodeType="clickEffect">
                                  <p:stCondLst>
                                    <p:cond delay="0"/>
                                  </p:stCondLst>
                                  <p:childTnLst>
                                    <p:set>
                                      <p:cBhvr>
                                        <p:cTn id="74" dur="1" fill="hold">
                                          <p:stCondLst>
                                            <p:cond delay="0"/>
                                          </p:stCondLst>
                                        </p:cTn>
                                        <p:tgtEl>
                                          <p:spTgt spid="5"/>
                                        </p:tgtEl>
                                        <p:attrNameLst>
                                          <p:attrName>style.visibility</p:attrName>
                                        </p:attrNameLst>
                                      </p:cBhvr>
                                      <p:to>
                                        <p:strVal val="visible"/>
                                      </p:to>
                                    </p:set>
                                    <p:animEffect transition="in" filter="box(out)">
                                      <p:cBhvr>
                                        <p:cTn id="75" dur="500"/>
                                        <p:tgtEl>
                                          <p:spTgt spid="5"/>
                                        </p:tgtEl>
                                      </p:cBhvr>
                                    </p:animEffect>
                                  </p:childTnLst>
                                </p:cTn>
                              </p:par>
                            </p:childTnLst>
                          </p:cTn>
                        </p:par>
                      </p:childTnLst>
                    </p:cTn>
                  </p:par>
                  <p:par>
                    <p:cTn id="76" fill="hold" nodeType="clickPar">
                      <p:stCondLst>
                        <p:cond delay="indefinite"/>
                      </p:stCondLst>
                      <p:childTnLst>
                        <p:par>
                          <p:cTn id="77" fill="hold" nodeType="withGroup">
                            <p:stCondLst>
                              <p:cond delay="0"/>
                            </p:stCondLst>
                            <p:childTnLst>
                              <p:par>
                                <p:cTn id="78" presetID="1" presetClass="entr" presetSubtype="0" fill="hold" grpId="0" nodeType="clickEffect">
                                  <p:stCondLst>
                                    <p:cond delay="0"/>
                                  </p:stCondLst>
                                  <p:childTnLst>
                                    <p:set>
                                      <p:cBhvr>
                                        <p:cTn id="79" dur="1" fill="hold">
                                          <p:stCondLst>
                                            <p:cond delay="499"/>
                                          </p:stCondLst>
                                        </p:cTn>
                                        <p:tgtEl>
                                          <p:spTgt spid="174115"/>
                                        </p:tgtEl>
                                        <p:attrNameLst>
                                          <p:attrName>style.visibility</p:attrName>
                                        </p:attrNameLst>
                                      </p:cBhvr>
                                      <p:to>
                                        <p:strVal val="visible"/>
                                      </p:to>
                                    </p:set>
                                  </p:childTnLst>
                                </p:cTn>
                              </p:par>
                            </p:childTnLst>
                          </p:cTn>
                        </p:par>
                      </p:childTnLst>
                    </p:cTn>
                  </p:par>
                  <p:par>
                    <p:cTn id="80" fill="hold" nodeType="clickPar">
                      <p:stCondLst>
                        <p:cond delay="indefinite"/>
                      </p:stCondLst>
                      <p:childTnLst>
                        <p:par>
                          <p:cTn id="81" fill="hold" nodeType="withGroup">
                            <p:stCondLst>
                              <p:cond delay="0"/>
                            </p:stCondLst>
                            <p:childTnLst>
                              <p:par>
                                <p:cTn id="82" presetID="4" presetClass="entr" presetSubtype="32" fill="hold" nodeType="clickEffect">
                                  <p:stCondLst>
                                    <p:cond delay="0"/>
                                  </p:stCondLst>
                                  <p:childTnLst>
                                    <p:set>
                                      <p:cBhvr>
                                        <p:cTn id="83" dur="1" fill="hold">
                                          <p:stCondLst>
                                            <p:cond delay="0"/>
                                          </p:stCondLst>
                                        </p:cTn>
                                        <p:tgtEl>
                                          <p:spTgt spid="18"/>
                                        </p:tgtEl>
                                        <p:attrNameLst>
                                          <p:attrName>style.visibility</p:attrName>
                                        </p:attrNameLst>
                                      </p:cBhvr>
                                      <p:to>
                                        <p:strVal val="visible"/>
                                      </p:to>
                                    </p:set>
                                    <p:animEffect transition="in" filter="box(out)">
                                      <p:cBhvr>
                                        <p:cTn id="84" dur="500"/>
                                        <p:tgtEl>
                                          <p:spTgt spid="18"/>
                                        </p:tgtEl>
                                      </p:cBhvr>
                                    </p:animEffect>
                                  </p:childTnLst>
                                  <p:subTnLst>
                                    <p:set>
                                      <p:cBhvr override="childStyle">
                                        <p:cTn dur="1" fill="hold" display="0" masterRel="nextClick" afterEffect="1"/>
                                        <p:tgtEl>
                                          <p:spTgt spid="18"/>
                                        </p:tgtEl>
                                        <p:attrNameLst>
                                          <p:attrName>style.visibility</p:attrName>
                                        </p:attrNameLst>
                                      </p:cBhvr>
                                      <p:to>
                                        <p:strVal val="hidden"/>
                                      </p:to>
                                    </p:set>
                                  </p:subTnLst>
                                </p:cTn>
                              </p:par>
                            </p:childTnLst>
                          </p:cTn>
                        </p:par>
                      </p:childTnLst>
                    </p:cTn>
                  </p:par>
                  <p:par>
                    <p:cTn id="85" fill="hold" nodeType="clickPar">
                      <p:stCondLst>
                        <p:cond delay="indefinite"/>
                      </p:stCondLst>
                      <p:childTnLst>
                        <p:par>
                          <p:cTn id="86" fill="hold" nodeType="withGroup">
                            <p:stCondLst>
                              <p:cond delay="0"/>
                            </p:stCondLst>
                            <p:childTnLst>
                              <p:par>
                                <p:cTn id="87" presetID="4" presetClass="entr" presetSubtype="32" fill="hold" nodeType="clickEffect">
                                  <p:stCondLst>
                                    <p:cond delay="0"/>
                                  </p:stCondLst>
                                  <p:childTnLst>
                                    <p:set>
                                      <p:cBhvr>
                                        <p:cTn id="88" dur="1" fill="hold">
                                          <p:stCondLst>
                                            <p:cond delay="0"/>
                                          </p:stCondLst>
                                        </p:cTn>
                                        <p:tgtEl>
                                          <p:spTgt spid="6"/>
                                        </p:tgtEl>
                                        <p:attrNameLst>
                                          <p:attrName>style.visibility</p:attrName>
                                        </p:attrNameLst>
                                      </p:cBhvr>
                                      <p:to>
                                        <p:strVal val="visible"/>
                                      </p:to>
                                    </p:set>
                                    <p:animEffect transition="in" filter="box(out)">
                                      <p:cBhvr>
                                        <p:cTn id="89" dur="500"/>
                                        <p:tgtEl>
                                          <p:spTgt spid="6"/>
                                        </p:tgtEl>
                                      </p:cBhvr>
                                    </p:animEffect>
                                  </p:childTnLst>
                                </p:cTn>
                              </p:par>
                            </p:childTnLst>
                          </p:cTn>
                        </p:par>
                      </p:childTnLst>
                    </p:cTn>
                  </p:par>
                  <p:par>
                    <p:cTn id="90" fill="hold" nodeType="clickPar">
                      <p:stCondLst>
                        <p:cond delay="indefinite"/>
                      </p:stCondLst>
                      <p:childTnLst>
                        <p:par>
                          <p:cTn id="91" fill="hold" nodeType="withGroup">
                            <p:stCondLst>
                              <p:cond delay="0"/>
                            </p:stCondLst>
                            <p:childTnLst>
                              <p:par>
                                <p:cTn id="92" presetID="4" presetClass="entr" presetSubtype="32" fill="hold" nodeType="clickEffect">
                                  <p:stCondLst>
                                    <p:cond delay="0"/>
                                  </p:stCondLst>
                                  <p:childTnLst>
                                    <p:set>
                                      <p:cBhvr>
                                        <p:cTn id="93" dur="1" fill="hold">
                                          <p:stCondLst>
                                            <p:cond delay="0"/>
                                          </p:stCondLst>
                                        </p:cTn>
                                        <p:tgtEl>
                                          <p:spTgt spid="7"/>
                                        </p:tgtEl>
                                        <p:attrNameLst>
                                          <p:attrName>style.visibility</p:attrName>
                                        </p:attrNameLst>
                                      </p:cBhvr>
                                      <p:to>
                                        <p:strVal val="visible"/>
                                      </p:to>
                                    </p:set>
                                    <p:animEffect transition="in" filter="box(out)">
                                      <p:cBhvr>
                                        <p:cTn id="94" dur="500"/>
                                        <p:tgtEl>
                                          <p:spTgt spid="7"/>
                                        </p:tgtEl>
                                      </p:cBhvr>
                                    </p:animEffect>
                                  </p:childTnLst>
                                </p:cTn>
                              </p:par>
                            </p:childTnLst>
                          </p:cTn>
                        </p:par>
                      </p:childTnLst>
                    </p:cTn>
                  </p:par>
                  <p:par>
                    <p:cTn id="95" fill="hold" nodeType="clickPar">
                      <p:stCondLst>
                        <p:cond delay="indefinite"/>
                      </p:stCondLst>
                      <p:childTnLst>
                        <p:par>
                          <p:cTn id="96" fill="hold" nodeType="withGroup">
                            <p:stCondLst>
                              <p:cond delay="0"/>
                            </p:stCondLst>
                            <p:childTnLst>
                              <p:par>
                                <p:cTn id="97" presetID="1" presetClass="entr" presetSubtype="0" fill="hold" grpId="0" nodeType="clickEffect">
                                  <p:stCondLst>
                                    <p:cond delay="0"/>
                                  </p:stCondLst>
                                  <p:childTnLst>
                                    <p:set>
                                      <p:cBhvr>
                                        <p:cTn id="98" dur="1" fill="hold">
                                          <p:stCondLst>
                                            <p:cond delay="499"/>
                                          </p:stCondLst>
                                        </p:cTn>
                                        <p:tgtEl>
                                          <p:spTgt spid="174124"/>
                                        </p:tgtEl>
                                        <p:attrNameLst>
                                          <p:attrName>style.visibility</p:attrName>
                                        </p:attrNameLst>
                                      </p:cBhvr>
                                      <p:to>
                                        <p:strVal val="visible"/>
                                      </p:to>
                                    </p:set>
                                  </p:childTnLst>
                                </p:cTn>
                              </p:par>
                            </p:childTnLst>
                          </p:cTn>
                        </p:par>
                      </p:childTnLst>
                    </p:cTn>
                  </p:par>
                  <p:par>
                    <p:cTn id="99" fill="hold" nodeType="clickPar">
                      <p:stCondLst>
                        <p:cond delay="indefinite"/>
                      </p:stCondLst>
                      <p:childTnLst>
                        <p:par>
                          <p:cTn id="100" fill="hold" nodeType="withGroup">
                            <p:stCondLst>
                              <p:cond delay="0"/>
                            </p:stCondLst>
                            <p:childTnLst>
                              <p:par>
                                <p:cTn id="101" presetID="1" presetClass="entr" presetSubtype="0" fill="hold" grpId="0" nodeType="clickEffect">
                                  <p:stCondLst>
                                    <p:cond delay="0"/>
                                  </p:stCondLst>
                                  <p:childTnLst>
                                    <p:set>
                                      <p:cBhvr>
                                        <p:cTn id="102" dur="1" fill="hold">
                                          <p:stCondLst>
                                            <p:cond delay="499"/>
                                          </p:stCondLst>
                                        </p:cTn>
                                        <p:tgtEl>
                                          <p:spTgt spid="174130"/>
                                        </p:tgtEl>
                                        <p:attrNameLst>
                                          <p:attrName>style.visibility</p:attrName>
                                        </p:attrNameLst>
                                      </p:cBhvr>
                                      <p:to>
                                        <p:strVal val="visible"/>
                                      </p:to>
                                    </p:set>
                                  </p:childTnLst>
                                </p:cTn>
                              </p:par>
                            </p:childTnLst>
                          </p:cTn>
                        </p:par>
                      </p:childTnLst>
                    </p:cTn>
                  </p:par>
                  <p:par>
                    <p:cTn id="103" fill="hold" nodeType="clickPar">
                      <p:stCondLst>
                        <p:cond delay="indefinite"/>
                      </p:stCondLst>
                      <p:childTnLst>
                        <p:par>
                          <p:cTn id="104" fill="hold" nodeType="withGroup">
                            <p:stCondLst>
                              <p:cond delay="0"/>
                            </p:stCondLst>
                            <p:childTnLst>
                              <p:par>
                                <p:cTn id="105" presetID="1" presetClass="entr" presetSubtype="0" fill="hold" grpId="0" nodeType="clickEffect">
                                  <p:stCondLst>
                                    <p:cond delay="0"/>
                                  </p:stCondLst>
                                  <p:childTnLst>
                                    <p:set>
                                      <p:cBhvr>
                                        <p:cTn id="106" dur="1" fill="hold">
                                          <p:stCondLst>
                                            <p:cond delay="499"/>
                                          </p:stCondLst>
                                        </p:cTn>
                                        <p:tgtEl>
                                          <p:spTgt spid="174129"/>
                                        </p:tgtEl>
                                        <p:attrNameLst>
                                          <p:attrName>style.visibility</p:attrName>
                                        </p:attrNameLst>
                                      </p:cBhvr>
                                      <p:to>
                                        <p:strVal val="visible"/>
                                      </p:to>
                                    </p:set>
                                  </p:childTnLst>
                                </p:cTn>
                              </p:par>
                            </p:childTnLst>
                          </p:cTn>
                        </p:par>
                      </p:childTnLst>
                    </p:cTn>
                  </p:par>
                  <p:par>
                    <p:cTn id="107" fill="hold" nodeType="clickPar">
                      <p:stCondLst>
                        <p:cond delay="indefinite"/>
                      </p:stCondLst>
                      <p:childTnLst>
                        <p:par>
                          <p:cTn id="108" fill="hold" nodeType="withGroup">
                            <p:stCondLst>
                              <p:cond delay="0"/>
                            </p:stCondLst>
                            <p:childTnLst>
                              <p:par>
                                <p:cTn id="109" presetID="4" presetClass="entr" presetSubtype="32" fill="hold" nodeType="clickEffect">
                                  <p:stCondLst>
                                    <p:cond delay="0"/>
                                  </p:stCondLst>
                                  <p:childTnLst>
                                    <p:set>
                                      <p:cBhvr>
                                        <p:cTn id="110" dur="1" fill="hold">
                                          <p:stCondLst>
                                            <p:cond delay="0"/>
                                          </p:stCondLst>
                                        </p:cTn>
                                        <p:tgtEl>
                                          <p:spTgt spid="19"/>
                                        </p:tgtEl>
                                        <p:attrNameLst>
                                          <p:attrName>style.visibility</p:attrName>
                                        </p:attrNameLst>
                                      </p:cBhvr>
                                      <p:to>
                                        <p:strVal val="visible"/>
                                      </p:to>
                                    </p:set>
                                    <p:animEffect transition="in" filter="box(out)">
                                      <p:cBhvr>
                                        <p:cTn id="111" dur="500"/>
                                        <p:tgtEl>
                                          <p:spTgt spid="19"/>
                                        </p:tgtEl>
                                      </p:cBhvr>
                                    </p:animEffect>
                                  </p:childTnLst>
                                  <p:subTnLst>
                                    <p:set>
                                      <p:cBhvr override="childStyle">
                                        <p:cTn dur="1" fill="hold" display="0" masterRel="nextClick" afterEffect="1"/>
                                        <p:tgtEl>
                                          <p:spTgt spid="19"/>
                                        </p:tgtEl>
                                        <p:attrNameLst>
                                          <p:attrName>style.visibility</p:attrName>
                                        </p:attrNameLst>
                                      </p:cBhvr>
                                      <p:to>
                                        <p:strVal val="hidden"/>
                                      </p:to>
                                    </p:set>
                                  </p:subTnLst>
                                </p:cTn>
                              </p:par>
                            </p:childTnLst>
                          </p:cTn>
                        </p:par>
                      </p:childTnLst>
                    </p:cTn>
                  </p:par>
                  <p:par>
                    <p:cTn id="112" fill="hold" nodeType="clickPar">
                      <p:stCondLst>
                        <p:cond delay="indefinite"/>
                      </p:stCondLst>
                      <p:childTnLst>
                        <p:par>
                          <p:cTn id="113" fill="hold" nodeType="withGroup">
                            <p:stCondLst>
                              <p:cond delay="0"/>
                            </p:stCondLst>
                            <p:childTnLst>
                              <p:par>
                                <p:cTn id="114" presetID="1" presetClass="entr" presetSubtype="0" fill="hold" grpId="0" nodeType="clickEffect">
                                  <p:stCondLst>
                                    <p:cond delay="0"/>
                                  </p:stCondLst>
                                  <p:childTnLst>
                                    <p:set>
                                      <p:cBhvr>
                                        <p:cTn id="115" dur="1" fill="hold">
                                          <p:stCondLst>
                                            <p:cond delay="499"/>
                                          </p:stCondLst>
                                        </p:cTn>
                                        <p:tgtEl>
                                          <p:spTgt spid="174125"/>
                                        </p:tgtEl>
                                        <p:attrNameLst>
                                          <p:attrName>style.visibility</p:attrName>
                                        </p:attrNameLst>
                                      </p:cBhvr>
                                      <p:to>
                                        <p:strVal val="visible"/>
                                      </p:to>
                                    </p:set>
                                  </p:childTnLst>
                                </p:cTn>
                              </p:par>
                            </p:childTnLst>
                          </p:cTn>
                        </p:par>
                      </p:childTnLst>
                    </p:cTn>
                  </p:par>
                  <p:par>
                    <p:cTn id="116" fill="hold" nodeType="clickPar">
                      <p:stCondLst>
                        <p:cond delay="indefinite"/>
                      </p:stCondLst>
                      <p:childTnLst>
                        <p:par>
                          <p:cTn id="117" fill="hold" nodeType="withGroup">
                            <p:stCondLst>
                              <p:cond delay="0"/>
                            </p:stCondLst>
                            <p:childTnLst>
                              <p:par>
                                <p:cTn id="118" presetID="4" presetClass="entr" presetSubtype="32" fill="hold" nodeType="clickEffect">
                                  <p:stCondLst>
                                    <p:cond delay="0"/>
                                  </p:stCondLst>
                                  <p:childTnLst>
                                    <p:set>
                                      <p:cBhvr>
                                        <p:cTn id="119" dur="1" fill="hold">
                                          <p:stCondLst>
                                            <p:cond delay="0"/>
                                          </p:stCondLst>
                                        </p:cTn>
                                        <p:tgtEl>
                                          <p:spTgt spid="8"/>
                                        </p:tgtEl>
                                        <p:attrNameLst>
                                          <p:attrName>style.visibility</p:attrName>
                                        </p:attrNameLst>
                                      </p:cBhvr>
                                      <p:to>
                                        <p:strVal val="visible"/>
                                      </p:to>
                                    </p:set>
                                    <p:animEffect transition="in" filter="box(out)">
                                      <p:cBhvr>
                                        <p:cTn id="120" dur="500"/>
                                        <p:tgtEl>
                                          <p:spTgt spid="8"/>
                                        </p:tgtEl>
                                      </p:cBhvr>
                                    </p:animEffect>
                                  </p:childTnLst>
                                </p:cTn>
                              </p:par>
                            </p:childTnLst>
                          </p:cTn>
                        </p:par>
                      </p:childTnLst>
                    </p:cTn>
                  </p:par>
                  <p:par>
                    <p:cTn id="121" fill="hold" nodeType="clickPar">
                      <p:stCondLst>
                        <p:cond delay="indefinite"/>
                      </p:stCondLst>
                      <p:childTnLst>
                        <p:par>
                          <p:cTn id="122" fill="hold" nodeType="withGroup">
                            <p:stCondLst>
                              <p:cond delay="0"/>
                            </p:stCondLst>
                            <p:childTnLst>
                              <p:par>
                                <p:cTn id="123" presetID="4" presetClass="entr" presetSubtype="32" fill="hold" nodeType="clickEffect">
                                  <p:stCondLst>
                                    <p:cond delay="0"/>
                                  </p:stCondLst>
                                  <p:childTnLst>
                                    <p:set>
                                      <p:cBhvr>
                                        <p:cTn id="124" dur="1" fill="hold">
                                          <p:stCondLst>
                                            <p:cond delay="0"/>
                                          </p:stCondLst>
                                        </p:cTn>
                                        <p:tgtEl>
                                          <p:spTgt spid="20"/>
                                        </p:tgtEl>
                                        <p:attrNameLst>
                                          <p:attrName>style.visibility</p:attrName>
                                        </p:attrNameLst>
                                      </p:cBhvr>
                                      <p:to>
                                        <p:strVal val="visible"/>
                                      </p:to>
                                    </p:set>
                                    <p:animEffect transition="in" filter="box(out)">
                                      <p:cBhvr>
                                        <p:cTn id="125" dur="500"/>
                                        <p:tgtEl>
                                          <p:spTgt spid="20"/>
                                        </p:tgtEl>
                                      </p:cBhvr>
                                    </p:animEffect>
                                  </p:childTnLst>
                                  <p:subTnLst>
                                    <p:set>
                                      <p:cBhvr override="childStyle">
                                        <p:cTn dur="1" fill="hold" display="0" masterRel="nextClick" afterEffect="1"/>
                                        <p:tgtEl>
                                          <p:spTgt spid="20"/>
                                        </p:tgtEl>
                                        <p:attrNameLst>
                                          <p:attrName>style.visibility</p:attrName>
                                        </p:attrNameLst>
                                      </p:cBhvr>
                                      <p:to>
                                        <p:strVal val="hidden"/>
                                      </p:to>
                                    </p:set>
                                  </p:subTnLst>
                                </p:cTn>
                              </p:par>
                            </p:childTnLst>
                          </p:cTn>
                        </p:par>
                      </p:childTnLst>
                    </p:cTn>
                  </p:par>
                  <p:par>
                    <p:cTn id="126" fill="hold" nodeType="clickPar">
                      <p:stCondLst>
                        <p:cond delay="indefinite"/>
                      </p:stCondLst>
                      <p:childTnLst>
                        <p:par>
                          <p:cTn id="127" fill="hold" nodeType="withGroup">
                            <p:stCondLst>
                              <p:cond delay="0"/>
                            </p:stCondLst>
                            <p:childTnLst>
                              <p:par>
                                <p:cTn id="128" presetID="4" presetClass="entr" presetSubtype="32" fill="hold" nodeType="clickEffect">
                                  <p:stCondLst>
                                    <p:cond delay="0"/>
                                  </p:stCondLst>
                                  <p:childTnLst>
                                    <p:set>
                                      <p:cBhvr>
                                        <p:cTn id="129" dur="1" fill="hold">
                                          <p:stCondLst>
                                            <p:cond delay="0"/>
                                          </p:stCondLst>
                                        </p:cTn>
                                        <p:tgtEl>
                                          <p:spTgt spid="9"/>
                                        </p:tgtEl>
                                        <p:attrNameLst>
                                          <p:attrName>style.visibility</p:attrName>
                                        </p:attrNameLst>
                                      </p:cBhvr>
                                      <p:to>
                                        <p:strVal val="visible"/>
                                      </p:to>
                                    </p:set>
                                    <p:animEffect transition="in" filter="box(out)">
                                      <p:cBhvr>
                                        <p:cTn id="130" dur="500"/>
                                        <p:tgtEl>
                                          <p:spTgt spid="9"/>
                                        </p:tgtEl>
                                      </p:cBhvr>
                                    </p:animEffect>
                                  </p:childTnLst>
                                </p:cTn>
                              </p:par>
                            </p:childTnLst>
                          </p:cTn>
                        </p:par>
                      </p:childTnLst>
                    </p:cTn>
                  </p:par>
                  <p:par>
                    <p:cTn id="131" fill="hold" nodeType="clickPar">
                      <p:stCondLst>
                        <p:cond delay="indefinite"/>
                      </p:stCondLst>
                      <p:childTnLst>
                        <p:par>
                          <p:cTn id="132" fill="hold" nodeType="withGroup">
                            <p:stCondLst>
                              <p:cond delay="0"/>
                            </p:stCondLst>
                            <p:childTnLst>
                              <p:par>
                                <p:cTn id="133" presetID="4" presetClass="entr" presetSubtype="32" fill="hold" nodeType="clickEffect">
                                  <p:stCondLst>
                                    <p:cond delay="0"/>
                                  </p:stCondLst>
                                  <p:childTnLst>
                                    <p:set>
                                      <p:cBhvr>
                                        <p:cTn id="134" dur="1" fill="hold">
                                          <p:stCondLst>
                                            <p:cond delay="0"/>
                                          </p:stCondLst>
                                        </p:cTn>
                                        <p:tgtEl>
                                          <p:spTgt spid="10"/>
                                        </p:tgtEl>
                                        <p:attrNameLst>
                                          <p:attrName>style.visibility</p:attrName>
                                        </p:attrNameLst>
                                      </p:cBhvr>
                                      <p:to>
                                        <p:strVal val="visible"/>
                                      </p:to>
                                    </p:set>
                                    <p:animEffect transition="in" filter="box(out)">
                                      <p:cBhvr>
                                        <p:cTn id="135" dur="500"/>
                                        <p:tgtEl>
                                          <p:spTgt spid="10"/>
                                        </p:tgtEl>
                                      </p:cBhvr>
                                    </p:animEffect>
                                  </p:childTnLst>
                                </p:cTn>
                              </p:par>
                            </p:childTnLst>
                          </p:cTn>
                        </p:par>
                      </p:childTnLst>
                    </p:cTn>
                  </p:par>
                  <p:par>
                    <p:cTn id="136" fill="hold" nodeType="clickPar">
                      <p:stCondLst>
                        <p:cond delay="indefinite"/>
                      </p:stCondLst>
                      <p:childTnLst>
                        <p:par>
                          <p:cTn id="137" fill="hold" nodeType="withGroup">
                            <p:stCondLst>
                              <p:cond delay="0"/>
                            </p:stCondLst>
                            <p:childTnLst>
                              <p:par>
                                <p:cTn id="138" presetID="1" presetClass="entr" presetSubtype="0" fill="hold" grpId="0" nodeType="clickEffect">
                                  <p:stCondLst>
                                    <p:cond delay="0"/>
                                  </p:stCondLst>
                                  <p:childTnLst>
                                    <p:set>
                                      <p:cBhvr>
                                        <p:cTn id="139" dur="1" fill="hold">
                                          <p:stCondLst>
                                            <p:cond delay="499"/>
                                          </p:stCondLst>
                                        </p:cTn>
                                        <p:tgtEl>
                                          <p:spTgt spid="174141"/>
                                        </p:tgtEl>
                                        <p:attrNameLst>
                                          <p:attrName>style.visibility</p:attrName>
                                        </p:attrNameLst>
                                      </p:cBhvr>
                                      <p:to>
                                        <p:strVal val="visible"/>
                                      </p:to>
                                    </p:set>
                                  </p:childTnLst>
                                </p:cTn>
                              </p:par>
                            </p:childTnLst>
                          </p:cTn>
                        </p:par>
                      </p:childTnLst>
                    </p:cTn>
                  </p:par>
                  <p:par>
                    <p:cTn id="140" fill="hold" nodeType="clickPar">
                      <p:stCondLst>
                        <p:cond delay="indefinite"/>
                      </p:stCondLst>
                      <p:childTnLst>
                        <p:par>
                          <p:cTn id="141" fill="hold" nodeType="withGroup">
                            <p:stCondLst>
                              <p:cond delay="0"/>
                            </p:stCondLst>
                            <p:childTnLst>
                              <p:par>
                                <p:cTn id="142" presetID="1" presetClass="entr" presetSubtype="0" fill="hold" grpId="0" nodeType="clickEffect">
                                  <p:stCondLst>
                                    <p:cond delay="0"/>
                                  </p:stCondLst>
                                  <p:childTnLst>
                                    <p:set>
                                      <p:cBhvr>
                                        <p:cTn id="143" dur="1" fill="hold">
                                          <p:stCondLst>
                                            <p:cond delay="499"/>
                                          </p:stCondLst>
                                        </p:cTn>
                                        <p:tgtEl>
                                          <p:spTgt spid="174142"/>
                                        </p:tgtEl>
                                        <p:attrNameLst>
                                          <p:attrName>style.visibility</p:attrName>
                                        </p:attrNameLst>
                                      </p:cBhvr>
                                      <p:to>
                                        <p:strVal val="visible"/>
                                      </p:to>
                                    </p:set>
                                  </p:childTnLst>
                                </p:cTn>
                              </p:par>
                            </p:childTnLst>
                          </p:cTn>
                        </p:par>
                      </p:childTnLst>
                    </p:cTn>
                  </p:par>
                  <p:par>
                    <p:cTn id="144" fill="hold" nodeType="clickPar">
                      <p:stCondLst>
                        <p:cond delay="indefinite"/>
                      </p:stCondLst>
                      <p:childTnLst>
                        <p:par>
                          <p:cTn id="145" fill="hold" nodeType="withGroup">
                            <p:stCondLst>
                              <p:cond delay="0"/>
                            </p:stCondLst>
                            <p:childTnLst>
                              <p:par>
                                <p:cTn id="146" presetID="1" presetClass="entr" presetSubtype="0" fill="hold" grpId="0" nodeType="clickEffect">
                                  <p:stCondLst>
                                    <p:cond delay="0"/>
                                  </p:stCondLst>
                                  <p:childTnLst>
                                    <p:set>
                                      <p:cBhvr>
                                        <p:cTn id="147" dur="1" fill="hold">
                                          <p:stCondLst>
                                            <p:cond delay="499"/>
                                          </p:stCondLst>
                                        </p:cTn>
                                        <p:tgtEl>
                                          <p:spTgt spid="174143"/>
                                        </p:tgtEl>
                                        <p:attrNameLst>
                                          <p:attrName>style.visibility</p:attrName>
                                        </p:attrNameLst>
                                      </p:cBhvr>
                                      <p:to>
                                        <p:strVal val="visible"/>
                                      </p:to>
                                    </p:set>
                                  </p:childTnLst>
                                </p:cTn>
                              </p:par>
                            </p:childTnLst>
                          </p:cTn>
                        </p:par>
                      </p:childTnLst>
                    </p:cTn>
                  </p:par>
                  <p:par>
                    <p:cTn id="148" fill="hold" nodeType="clickPar">
                      <p:stCondLst>
                        <p:cond delay="indefinite"/>
                      </p:stCondLst>
                      <p:childTnLst>
                        <p:par>
                          <p:cTn id="149" fill="hold" nodeType="withGroup">
                            <p:stCondLst>
                              <p:cond delay="0"/>
                            </p:stCondLst>
                            <p:childTnLst>
                              <p:par>
                                <p:cTn id="150" presetID="4" presetClass="entr" presetSubtype="32" fill="hold" nodeType="clickEffect">
                                  <p:stCondLst>
                                    <p:cond delay="0"/>
                                  </p:stCondLst>
                                  <p:childTnLst>
                                    <p:set>
                                      <p:cBhvr>
                                        <p:cTn id="151" dur="1" fill="hold">
                                          <p:stCondLst>
                                            <p:cond delay="0"/>
                                          </p:stCondLst>
                                        </p:cTn>
                                        <p:tgtEl>
                                          <p:spTgt spid="15"/>
                                        </p:tgtEl>
                                        <p:attrNameLst>
                                          <p:attrName>style.visibility</p:attrName>
                                        </p:attrNameLst>
                                      </p:cBhvr>
                                      <p:to>
                                        <p:strVal val="visible"/>
                                      </p:to>
                                    </p:set>
                                    <p:animEffect transition="in" filter="box(out)">
                                      <p:cBhvr>
                                        <p:cTn id="152" dur="500"/>
                                        <p:tgtEl>
                                          <p:spTgt spid="15"/>
                                        </p:tgtEl>
                                      </p:cBhvr>
                                    </p:animEffect>
                                  </p:childTnLst>
                                </p:cTn>
                              </p:par>
                            </p:childTnLst>
                          </p:cTn>
                        </p:par>
                      </p:childTnLst>
                    </p:cTn>
                  </p:par>
                  <p:par>
                    <p:cTn id="153" fill="hold" nodeType="clickPar">
                      <p:stCondLst>
                        <p:cond delay="indefinite"/>
                      </p:stCondLst>
                      <p:childTnLst>
                        <p:par>
                          <p:cTn id="154" fill="hold" nodeType="withGroup">
                            <p:stCondLst>
                              <p:cond delay="0"/>
                            </p:stCondLst>
                            <p:childTnLst>
                              <p:par>
                                <p:cTn id="155" presetID="4" presetClass="entr" presetSubtype="32" fill="hold" nodeType="clickEffect">
                                  <p:stCondLst>
                                    <p:cond delay="0"/>
                                  </p:stCondLst>
                                  <p:childTnLst>
                                    <p:set>
                                      <p:cBhvr>
                                        <p:cTn id="156" dur="1" fill="hold">
                                          <p:stCondLst>
                                            <p:cond delay="0"/>
                                          </p:stCondLst>
                                        </p:cTn>
                                        <p:tgtEl>
                                          <p:spTgt spid="27"/>
                                        </p:tgtEl>
                                        <p:attrNameLst>
                                          <p:attrName>style.visibility</p:attrName>
                                        </p:attrNameLst>
                                      </p:cBhvr>
                                      <p:to>
                                        <p:strVal val="visible"/>
                                      </p:to>
                                    </p:set>
                                    <p:animEffect transition="in" filter="box(out)">
                                      <p:cBhvr>
                                        <p:cTn id="157" dur="500"/>
                                        <p:tgtEl>
                                          <p:spTgt spid="27"/>
                                        </p:tgtEl>
                                      </p:cBhvr>
                                    </p:animEffect>
                                  </p:childTnLst>
                                </p:cTn>
                              </p:par>
                            </p:childTnLst>
                          </p:cTn>
                        </p:par>
                      </p:childTnLst>
                    </p:cTn>
                  </p:par>
                  <p:par>
                    <p:cTn id="158" fill="hold" nodeType="clickPar">
                      <p:stCondLst>
                        <p:cond delay="indefinite"/>
                      </p:stCondLst>
                      <p:childTnLst>
                        <p:par>
                          <p:cTn id="159" fill="hold" nodeType="withGroup">
                            <p:stCondLst>
                              <p:cond delay="0"/>
                            </p:stCondLst>
                            <p:childTnLst>
                              <p:par>
                                <p:cTn id="160" presetID="4" presetClass="entr" presetSubtype="32" fill="hold" nodeType="clickEffect">
                                  <p:stCondLst>
                                    <p:cond delay="0"/>
                                  </p:stCondLst>
                                  <p:childTnLst>
                                    <p:set>
                                      <p:cBhvr>
                                        <p:cTn id="161" dur="1" fill="hold">
                                          <p:stCondLst>
                                            <p:cond delay="0"/>
                                          </p:stCondLst>
                                        </p:cTn>
                                        <p:tgtEl>
                                          <p:spTgt spid="29700"/>
                                        </p:tgtEl>
                                        <p:attrNameLst>
                                          <p:attrName>style.visibility</p:attrName>
                                        </p:attrNameLst>
                                      </p:cBhvr>
                                      <p:to>
                                        <p:strVal val="visible"/>
                                      </p:to>
                                    </p:set>
                                    <p:animEffect transition="in" filter="box(out)">
                                      <p:cBhvr>
                                        <p:cTn id="162" dur="500"/>
                                        <p:tgtEl>
                                          <p:spTgt spid="29700"/>
                                        </p:tgtEl>
                                      </p:cBhvr>
                                    </p:animEffect>
                                  </p:childTnLst>
                                </p:cTn>
                              </p:par>
                            </p:childTnLst>
                          </p:cTn>
                        </p:par>
                      </p:childTnLst>
                    </p:cTn>
                  </p:par>
                  <p:par>
                    <p:cTn id="163" fill="hold" nodeType="clickPar">
                      <p:stCondLst>
                        <p:cond delay="indefinite"/>
                      </p:stCondLst>
                      <p:childTnLst>
                        <p:par>
                          <p:cTn id="164" fill="hold" nodeType="withGroup">
                            <p:stCondLst>
                              <p:cond delay="0"/>
                            </p:stCondLst>
                            <p:childTnLst>
                              <p:par>
                                <p:cTn id="165" presetID="4" presetClass="entr" presetSubtype="32" fill="hold" nodeType="clickEffect">
                                  <p:stCondLst>
                                    <p:cond delay="0"/>
                                  </p:stCondLst>
                                  <p:childTnLst>
                                    <p:set>
                                      <p:cBhvr>
                                        <p:cTn id="166" dur="1" fill="hold">
                                          <p:stCondLst>
                                            <p:cond delay="0"/>
                                          </p:stCondLst>
                                        </p:cTn>
                                        <p:tgtEl>
                                          <p:spTgt spid="28"/>
                                        </p:tgtEl>
                                        <p:attrNameLst>
                                          <p:attrName>style.visibility</p:attrName>
                                        </p:attrNameLst>
                                      </p:cBhvr>
                                      <p:to>
                                        <p:strVal val="visible"/>
                                      </p:to>
                                    </p:set>
                                    <p:animEffect transition="in" filter="box(out)">
                                      <p:cBhvr>
                                        <p:cTn id="167" dur="500"/>
                                        <p:tgtEl>
                                          <p:spTgt spid="28"/>
                                        </p:tgtEl>
                                      </p:cBhvr>
                                    </p:animEffect>
                                  </p:childTnLst>
                                </p:cTn>
                              </p:par>
                            </p:childTnLst>
                          </p:cTn>
                        </p:par>
                      </p:childTnLst>
                    </p:cTn>
                  </p:par>
                  <p:par>
                    <p:cTn id="168" fill="hold" nodeType="clickPar">
                      <p:stCondLst>
                        <p:cond delay="indefinite"/>
                      </p:stCondLst>
                      <p:childTnLst>
                        <p:par>
                          <p:cTn id="169" fill="hold" nodeType="withGroup">
                            <p:stCondLst>
                              <p:cond delay="0"/>
                            </p:stCondLst>
                            <p:childTnLst>
                              <p:par>
                                <p:cTn id="170" presetID="1" presetClass="entr" presetSubtype="0" fill="hold" grpId="0" nodeType="clickEffect">
                                  <p:stCondLst>
                                    <p:cond delay="0"/>
                                  </p:stCondLst>
                                  <p:childTnLst>
                                    <p:set>
                                      <p:cBhvr>
                                        <p:cTn id="171" dur="1" fill="hold">
                                          <p:stCondLst>
                                            <p:cond delay="499"/>
                                          </p:stCondLst>
                                        </p:cTn>
                                        <p:tgtEl>
                                          <p:spTgt spid="174218"/>
                                        </p:tgtEl>
                                        <p:attrNameLst>
                                          <p:attrName>style.visibility</p:attrName>
                                        </p:attrNameLst>
                                      </p:cBhvr>
                                      <p:to>
                                        <p:strVal val="visible"/>
                                      </p:to>
                                    </p:set>
                                  </p:childTnLst>
                                </p:cTn>
                              </p:par>
                            </p:childTnLst>
                          </p:cTn>
                        </p:par>
                      </p:childTnLst>
                    </p:cTn>
                  </p:par>
                  <p:par>
                    <p:cTn id="172" fill="hold" nodeType="clickPar">
                      <p:stCondLst>
                        <p:cond delay="indefinite"/>
                      </p:stCondLst>
                      <p:childTnLst>
                        <p:par>
                          <p:cTn id="173" fill="hold" nodeType="withGroup">
                            <p:stCondLst>
                              <p:cond delay="0"/>
                            </p:stCondLst>
                            <p:childTnLst>
                              <p:par>
                                <p:cTn id="174" presetID="1" presetClass="entr" presetSubtype="0" fill="hold" grpId="0" nodeType="clickEffect">
                                  <p:stCondLst>
                                    <p:cond delay="0"/>
                                  </p:stCondLst>
                                  <p:childTnLst>
                                    <p:set>
                                      <p:cBhvr>
                                        <p:cTn id="175" dur="1" fill="hold">
                                          <p:stCondLst>
                                            <p:cond delay="499"/>
                                          </p:stCondLst>
                                        </p:cTn>
                                        <p:tgtEl>
                                          <p:spTgt spid="174219"/>
                                        </p:tgtEl>
                                        <p:attrNameLst>
                                          <p:attrName>style.visibility</p:attrName>
                                        </p:attrNameLst>
                                      </p:cBhvr>
                                      <p:to>
                                        <p:strVal val="visible"/>
                                      </p:to>
                                    </p:set>
                                  </p:childTnLst>
                                </p:cTn>
                              </p:par>
                            </p:childTnLst>
                          </p:cTn>
                        </p:par>
                      </p:childTnLst>
                    </p:cTn>
                  </p:par>
                  <p:par>
                    <p:cTn id="176" fill="hold" nodeType="clickPar">
                      <p:stCondLst>
                        <p:cond delay="indefinite"/>
                      </p:stCondLst>
                      <p:childTnLst>
                        <p:par>
                          <p:cTn id="177" fill="hold" nodeType="withGroup">
                            <p:stCondLst>
                              <p:cond delay="0"/>
                            </p:stCondLst>
                            <p:childTnLst>
                              <p:par>
                                <p:cTn id="178" presetID="4" presetClass="entr" presetSubtype="32" fill="hold" nodeType="clickEffect">
                                  <p:stCondLst>
                                    <p:cond delay="0"/>
                                  </p:stCondLst>
                                  <p:childTnLst>
                                    <p:set>
                                      <p:cBhvr>
                                        <p:cTn id="179" dur="1" fill="hold">
                                          <p:stCondLst>
                                            <p:cond delay="0"/>
                                          </p:stCondLst>
                                        </p:cTn>
                                        <p:tgtEl>
                                          <p:spTgt spid="29"/>
                                        </p:tgtEl>
                                        <p:attrNameLst>
                                          <p:attrName>style.visibility</p:attrName>
                                        </p:attrNameLst>
                                      </p:cBhvr>
                                      <p:to>
                                        <p:strVal val="visible"/>
                                      </p:to>
                                    </p:set>
                                    <p:animEffect transition="in" filter="box(out)">
                                      <p:cBhvr>
                                        <p:cTn id="180" dur="500"/>
                                        <p:tgtEl>
                                          <p:spTgt spid="29"/>
                                        </p:tgtEl>
                                      </p:cBhvr>
                                    </p:animEffect>
                                  </p:childTnLst>
                                </p:cTn>
                              </p:par>
                            </p:childTnLst>
                          </p:cTn>
                        </p:par>
                      </p:childTnLst>
                    </p:cTn>
                  </p:par>
                  <p:par>
                    <p:cTn id="181" fill="hold" nodeType="clickPar">
                      <p:stCondLst>
                        <p:cond delay="indefinite"/>
                      </p:stCondLst>
                      <p:childTnLst>
                        <p:par>
                          <p:cTn id="182" fill="hold" nodeType="withGroup">
                            <p:stCondLst>
                              <p:cond delay="0"/>
                            </p:stCondLst>
                            <p:childTnLst>
                              <p:par>
                                <p:cTn id="183" presetID="1" presetClass="entr" presetSubtype="0" fill="hold" grpId="0" nodeType="clickEffect">
                                  <p:stCondLst>
                                    <p:cond delay="0"/>
                                  </p:stCondLst>
                                  <p:childTnLst>
                                    <p:set>
                                      <p:cBhvr>
                                        <p:cTn id="184" dur="1" fill="hold">
                                          <p:stCondLst>
                                            <p:cond delay="499"/>
                                          </p:stCondLst>
                                        </p:cTn>
                                        <p:tgtEl>
                                          <p:spTgt spid="174223"/>
                                        </p:tgtEl>
                                        <p:attrNameLst>
                                          <p:attrName>style.visibility</p:attrName>
                                        </p:attrNameLst>
                                      </p:cBhvr>
                                      <p:to>
                                        <p:strVal val="visible"/>
                                      </p:to>
                                    </p:set>
                                  </p:childTnLst>
                                </p:cTn>
                              </p:par>
                            </p:childTnLst>
                          </p:cTn>
                        </p:par>
                      </p:childTnLst>
                    </p:cTn>
                  </p:par>
                  <p:par>
                    <p:cTn id="185" fill="hold" nodeType="clickPar">
                      <p:stCondLst>
                        <p:cond delay="indefinite"/>
                      </p:stCondLst>
                      <p:childTnLst>
                        <p:par>
                          <p:cTn id="186" fill="hold" nodeType="withGroup">
                            <p:stCondLst>
                              <p:cond delay="0"/>
                            </p:stCondLst>
                            <p:childTnLst>
                              <p:par>
                                <p:cTn id="187" presetID="4" presetClass="entr" presetSubtype="32" fill="hold" nodeType="clickEffect">
                                  <p:stCondLst>
                                    <p:cond delay="0"/>
                                  </p:stCondLst>
                                  <p:childTnLst>
                                    <p:set>
                                      <p:cBhvr>
                                        <p:cTn id="188" dur="1" fill="hold">
                                          <p:stCondLst>
                                            <p:cond delay="0"/>
                                          </p:stCondLst>
                                        </p:cTn>
                                        <p:tgtEl>
                                          <p:spTgt spid="30"/>
                                        </p:tgtEl>
                                        <p:attrNameLst>
                                          <p:attrName>style.visibility</p:attrName>
                                        </p:attrNameLst>
                                      </p:cBhvr>
                                      <p:to>
                                        <p:strVal val="visible"/>
                                      </p:to>
                                    </p:set>
                                    <p:animEffect transition="in" filter="box(out)">
                                      <p:cBhvr>
                                        <p:cTn id="189" dur="500"/>
                                        <p:tgtEl>
                                          <p:spTgt spid="30"/>
                                        </p:tgtEl>
                                      </p:cBhvr>
                                    </p:animEffect>
                                  </p:childTnLst>
                                  <p:subTnLst>
                                    <p:set>
                                      <p:cBhvr override="childStyle">
                                        <p:cTn dur="1" fill="hold" display="0" masterRel="nextClick" afterEffect="1"/>
                                        <p:tgtEl>
                                          <p:spTgt spid="30"/>
                                        </p:tgtEl>
                                        <p:attrNameLst>
                                          <p:attrName>style.visibility</p:attrName>
                                        </p:attrNameLst>
                                      </p:cBhvr>
                                      <p:to>
                                        <p:strVal val="hidden"/>
                                      </p:to>
                                    </p:set>
                                  </p:subTnLst>
                                </p:cTn>
                              </p:par>
                            </p:childTnLst>
                          </p:cTn>
                        </p:par>
                      </p:childTnLst>
                    </p:cTn>
                  </p:par>
                  <p:par>
                    <p:cTn id="190" fill="hold" nodeType="clickPar">
                      <p:stCondLst>
                        <p:cond delay="indefinite"/>
                      </p:stCondLst>
                      <p:childTnLst>
                        <p:par>
                          <p:cTn id="191" fill="hold" nodeType="withGroup">
                            <p:stCondLst>
                              <p:cond delay="0"/>
                            </p:stCondLst>
                            <p:childTnLst>
                              <p:par>
                                <p:cTn id="192" presetID="1" presetClass="entr" presetSubtype="0" fill="hold" grpId="0" nodeType="clickEffect">
                                  <p:stCondLst>
                                    <p:cond delay="0"/>
                                  </p:stCondLst>
                                  <p:childTnLst>
                                    <p:set>
                                      <p:cBhvr>
                                        <p:cTn id="193" dur="1" fill="hold">
                                          <p:stCondLst>
                                            <p:cond delay="499"/>
                                          </p:stCondLst>
                                        </p:cTn>
                                        <p:tgtEl>
                                          <p:spTgt spid="174154"/>
                                        </p:tgtEl>
                                        <p:attrNameLst>
                                          <p:attrName>style.visibility</p:attrName>
                                        </p:attrNameLst>
                                      </p:cBhvr>
                                      <p:to>
                                        <p:strVal val="visible"/>
                                      </p:to>
                                    </p:set>
                                  </p:childTnLst>
                                </p:cTn>
                              </p:par>
                            </p:childTnLst>
                          </p:cTn>
                        </p:par>
                      </p:childTnLst>
                    </p:cTn>
                  </p:par>
                  <p:par>
                    <p:cTn id="194" fill="hold" nodeType="clickPar">
                      <p:stCondLst>
                        <p:cond delay="indefinite"/>
                      </p:stCondLst>
                      <p:childTnLst>
                        <p:par>
                          <p:cTn id="195" fill="hold" nodeType="withGroup">
                            <p:stCondLst>
                              <p:cond delay="0"/>
                            </p:stCondLst>
                            <p:childTnLst>
                              <p:par>
                                <p:cTn id="196" presetID="1" presetClass="entr" presetSubtype="0" fill="hold" grpId="0" nodeType="clickEffect">
                                  <p:stCondLst>
                                    <p:cond delay="0"/>
                                  </p:stCondLst>
                                  <p:childTnLst>
                                    <p:set>
                                      <p:cBhvr>
                                        <p:cTn id="197" dur="1" fill="hold">
                                          <p:stCondLst>
                                            <p:cond delay="499"/>
                                          </p:stCondLst>
                                        </p:cTn>
                                        <p:tgtEl>
                                          <p:spTgt spid="174155"/>
                                        </p:tgtEl>
                                        <p:attrNameLst>
                                          <p:attrName>style.visibility</p:attrName>
                                        </p:attrNameLst>
                                      </p:cBhvr>
                                      <p:to>
                                        <p:strVal val="visible"/>
                                      </p:to>
                                    </p:set>
                                  </p:childTnLst>
                                </p:cTn>
                              </p:par>
                            </p:childTnLst>
                          </p:cTn>
                        </p:par>
                      </p:childTnLst>
                    </p:cTn>
                  </p:par>
                  <p:par>
                    <p:cTn id="198" fill="hold" nodeType="clickPar">
                      <p:stCondLst>
                        <p:cond delay="indefinite"/>
                      </p:stCondLst>
                      <p:childTnLst>
                        <p:par>
                          <p:cTn id="199" fill="hold" nodeType="withGroup">
                            <p:stCondLst>
                              <p:cond delay="0"/>
                            </p:stCondLst>
                            <p:childTnLst>
                              <p:par>
                                <p:cTn id="200" presetID="1" presetClass="entr" presetSubtype="0" fill="hold" grpId="0" nodeType="clickEffect">
                                  <p:stCondLst>
                                    <p:cond delay="0"/>
                                  </p:stCondLst>
                                  <p:childTnLst>
                                    <p:set>
                                      <p:cBhvr>
                                        <p:cTn id="201" dur="1" fill="hold">
                                          <p:stCondLst>
                                            <p:cond delay="499"/>
                                          </p:stCondLst>
                                        </p:cTn>
                                        <p:tgtEl>
                                          <p:spTgt spid="174156"/>
                                        </p:tgtEl>
                                        <p:attrNameLst>
                                          <p:attrName>style.visibility</p:attrName>
                                        </p:attrNameLst>
                                      </p:cBhvr>
                                      <p:to>
                                        <p:strVal val="visible"/>
                                      </p:to>
                                    </p:set>
                                  </p:childTnLst>
                                  <p:subTnLst>
                                    <p:set>
                                      <p:cBhvr override="childStyle">
                                        <p:cTn dur="1" fill="hold" display="0" masterRel="nextClick" afterEffect="1"/>
                                        <p:tgtEl>
                                          <p:spTgt spid="174156"/>
                                        </p:tgtEl>
                                        <p:attrNameLst>
                                          <p:attrName>style.visibility</p:attrName>
                                        </p:attrNameLst>
                                      </p:cBhvr>
                                      <p:to>
                                        <p:strVal val="hidden"/>
                                      </p:to>
                                    </p:set>
                                  </p:subTnLst>
                                </p:cTn>
                              </p:par>
                            </p:childTnLst>
                          </p:cTn>
                        </p:par>
                      </p:childTnLst>
                    </p:cTn>
                  </p:par>
                  <p:par>
                    <p:cTn id="202" fill="hold" nodeType="clickPar">
                      <p:stCondLst>
                        <p:cond delay="indefinite"/>
                      </p:stCondLst>
                      <p:childTnLst>
                        <p:par>
                          <p:cTn id="203" fill="hold" nodeType="withGroup">
                            <p:stCondLst>
                              <p:cond delay="0"/>
                            </p:stCondLst>
                            <p:childTnLst>
                              <p:par>
                                <p:cTn id="204" presetID="1" presetClass="entr" presetSubtype="0" fill="hold" grpId="0" nodeType="clickEffect">
                                  <p:stCondLst>
                                    <p:cond delay="0"/>
                                  </p:stCondLst>
                                  <p:childTnLst>
                                    <p:set>
                                      <p:cBhvr>
                                        <p:cTn id="205" dur="1" fill="hold">
                                          <p:stCondLst>
                                            <p:cond delay="499"/>
                                          </p:stCondLst>
                                        </p:cTn>
                                        <p:tgtEl>
                                          <p:spTgt spid="174157"/>
                                        </p:tgtEl>
                                        <p:attrNameLst>
                                          <p:attrName>style.visibility</p:attrName>
                                        </p:attrNameLst>
                                      </p:cBhvr>
                                      <p:to>
                                        <p:strVal val="visible"/>
                                      </p:to>
                                    </p:set>
                                  </p:childTnLst>
                                </p:cTn>
                              </p:par>
                            </p:childTnLst>
                          </p:cTn>
                        </p:par>
                      </p:childTnLst>
                    </p:cTn>
                  </p:par>
                  <p:par>
                    <p:cTn id="206" fill="hold" nodeType="clickPar">
                      <p:stCondLst>
                        <p:cond delay="indefinite"/>
                      </p:stCondLst>
                      <p:childTnLst>
                        <p:par>
                          <p:cTn id="207" fill="hold" nodeType="withGroup">
                            <p:stCondLst>
                              <p:cond delay="0"/>
                            </p:stCondLst>
                            <p:childTnLst>
                              <p:par>
                                <p:cTn id="208" presetID="1" presetClass="entr" presetSubtype="0" fill="hold" grpId="0" nodeType="clickEffect">
                                  <p:stCondLst>
                                    <p:cond delay="0"/>
                                  </p:stCondLst>
                                  <p:childTnLst>
                                    <p:set>
                                      <p:cBhvr>
                                        <p:cTn id="209" dur="1" fill="hold">
                                          <p:stCondLst>
                                            <p:cond delay="499"/>
                                          </p:stCondLst>
                                        </p:cTn>
                                        <p:tgtEl>
                                          <p:spTgt spid="174158"/>
                                        </p:tgtEl>
                                        <p:attrNameLst>
                                          <p:attrName>style.visibility</p:attrName>
                                        </p:attrNameLst>
                                      </p:cBhvr>
                                      <p:to>
                                        <p:strVal val="visible"/>
                                      </p:to>
                                    </p:set>
                                  </p:childTnLst>
                                </p:cTn>
                              </p:par>
                            </p:childTnLst>
                          </p:cTn>
                        </p:par>
                      </p:childTnLst>
                    </p:cTn>
                  </p:par>
                  <p:par>
                    <p:cTn id="210" fill="hold" nodeType="clickPar">
                      <p:stCondLst>
                        <p:cond delay="indefinite"/>
                      </p:stCondLst>
                      <p:childTnLst>
                        <p:par>
                          <p:cTn id="211" fill="hold" nodeType="withGroup">
                            <p:stCondLst>
                              <p:cond delay="0"/>
                            </p:stCondLst>
                            <p:childTnLst>
                              <p:par>
                                <p:cTn id="212" presetID="1" presetClass="entr" presetSubtype="0" fill="hold" grpId="0" nodeType="clickEffect">
                                  <p:stCondLst>
                                    <p:cond delay="0"/>
                                  </p:stCondLst>
                                  <p:childTnLst>
                                    <p:set>
                                      <p:cBhvr>
                                        <p:cTn id="213" dur="1" fill="hold">
                                          <p:stCondLst>
                                            <p:cond delay="499"/>
                                          </p:stCondLst>
                                        </p:cTn>
                                        <p:tgtEl>
                                          <p:spTgt spid="174159"/>
                                        </p:tgtEl>
                                        <p:attrNameLst>
                                          <p:attrName>style.visibility</p:attrName>
                                        </p:attrNameLst>
                                      </p:cBhvr>
                                      <p:to>
                                        <p:strVal val="visible"/>
                                      </p:to>
                                    </p:set>
                                  </p:childTnLst>
                                </p:cTn>
                              </p:par>
                            </p:childTnLst>
                          </p:cTn>
                        </p:par>
                      </p:childTnLst>
                    </p:cTn>
                  </p:par>
                  <p:par>
                    <p:cTn id="214" fill="hold" nodeType="clickPar">
                      <p:stCondLst>
                        <p:cond delay="indefinite"/>
                      </p:stCondLst>
                      <p:childTnLst>
                        <p:par>
                          <p:cTn id="215" fill="hold" nodeType="withGroup">
                            <p:stCondLst>
                              <p:cond delay="0"/>
                            </p:stCondLst>
                            <p:childTnLst>
                              <p:par>
                                <p:cTn id="216" presetID="1" presetClass="entr" presetSubtype="0" fill="hold" grpId="0" nodeType="clickEffect">
                                  <p:stCondLst>
                                    <p:cond delay="0"/>
                                  </p:stCondLst>
                                  <p:childTnLst>
                                    <p:set>
                                      <p:cBhvr>
                                        <p:cTn id="217" dur="1" fill="hold">
                                          <p:stCondLst>
                                            <p:cond delay="499"/>
                                          </p:stCondLst>
                                        </p:cTn>
                                        <p:tgtEl>
                                          <p:spTgt spid="174160"/>
                                        </p:tgtEl>
                                        <p:attrNameLst>
                                          <p:attrName>style.visibility</p:attrName>
                                        </p:attrNameLst>
                                      </p:cBhvr>
                                      <p:to>
                                        <p:strVal val="visible"/>
                                      </p:to>
                                    </p:set>
                                  </p:childTnLst>
                                </p:cTn>
                              </p:par>
                            </p:childTnLst>
                          </p:cTn>
                        </p:par>
                      </p:childTnLst>
                    </p:cTn>
                  </p:par>
                  <p:par>
                    <p:cTn id="218" fill="hold" nodeType="clickPar">
                      <p:stCondLst>
                        <p:cond delay="indefinite"/>
                      </p:stCondLst>
                      <p:childTnLst>
                        <p:par>
                          <p:cTn id="219" fill="hold" nodeType="withGroup">
                            <p:stCondLst>
                              <p:cond delay="0"/>
                            </p:stCondLst>
                            <p:childTnLst>
                              <p:par>
                                <p:cTn id="220" presetID="1" presetClass="entr" presetSubtype="0" fill="hold" nodeType="clickEffect">
                                  <p:stCondLst>
                                    <p:cond delay="0"/>
                                  </p:stCondLst>
                                  <p:childTnLst>
                                    <p:set>
                                      <p:cBhvr>
                                        <p:cTn id="221" dur="1" fill="hold">
                                          <p:stCondLst>
                                            <p:cond delay="499"/>
                                          </p:stCondLst>
                                        </p:cTn>
                                        <p:tgtEl>
                                          <p:spTgt spid="21"/>
                                        </p:tgtEl>
                                        <p:attrNameLst>
                                          <p:attrName>style.visibility</p:attrName>
                                        </p:attrNameLst>
                                      </p:cBhvr>
                                      <p:to>
                                        <p:strVal val="visible"/>
                                      </p:to>
                                    </p:set>
                                  </p:childTnLst>
                                </p:cTn>
                              </p:par>
                            </p:childTnLst>
                          </p:cTn>
                        </p:par>
                      </p:childTnLst>
                    </p:cTn>
                  </p:par>
                  <p:par>
                    <p:cTn id="222" fill="hold" nodeType="clickPar">
                      <p:stCondLst>
                        <p:cond delay="indefinite"/>
                      </p:stCondLst>
                      <p:childTnLst>
                        <p:par>
                          <p:cTn id="223" fill="hold" nodeType="withGroup">
                            <p:stCondLst>
                              <p:cond delay="0"/>
                            </p:stCondLst>
                            <p:childTnLst>
                              <p:par>
                                <p:cTn id="224" presetID="1" presetClass="entr" presetSubtype="0" fill="hold" nodeType="clickEffect">
                                  <p:stCondLst>
                                    <p:cond delay="0"/>
                                  </p:stCondLst>
                                  <p:childTnLst>
                                    <p:set>
                                      <p:cBhvr>
                                        <p:cTn id="225" dur="1" fill="hold">
                                          <p:stCondLst>
                                            <p:cond delay="499"/>
                                          </p:stCondLst>
                                        </p:cTn>
                                        <p:tgtEl>
                                          <p:spTgt spid="22"/>
                                        </p:tgtEl>
                                        <p:attrNameLst>
                                          <p:attrName>style.visibility</p:attrName>
                                        </p:attrNameLst>
                                      </p:cBhvr>
                                      <p:to>
                                        <p:strVal val="visible"/>
                                      </p:to>
                                    </p:set>
                                  </p:childTnLst>
                                </p:cTn>
                              </p:par>
                            </p:childTnLst>
                          </p:cTn>
                        </p:par>
                      </p:childTnLst>
                    </p:cTn>
                  </p:par>
                  <p:par>
                    <p:cTn id="226" fill="hold" nodeType="clickPar">
                      <p:stCondLst>
                        <p:cond delay="indefinite"/>
                      </p:stCondLst>
                      <p:childTnLst>
                        <p:par>
                          <p:cTn id="227" fill="hold" nodeType="withGroup">
                            <p:stCondLst>
                              <p:cond delay="0"/>
                            </p:stCondLst>
                            <p:childTnLst>
                              <p:par>
                                <p:cTn id="228" presetID="1" presetClass="entr" presetSubtype="0" fill="hold" nodeType="clickEffect">
                                  <p:stCondLst>
                                    <p:cond delay="0"/>
                                  </p:stCondLst>
                                  <p:childTnLst>
                                    <p:set>
                                      <p:cBhvr>
                                        <p:cTn id="229" dur="1" fill="hold">
                                          <p:stCondLst>
                                            <p:cond delay="499"/>
                                          </p:stCondLst>
                                        </p:cTn>
                                        <p:tgtEl>
                                          <p:spTgt spid="23"/>
                                        </p:tgtEl>
                                        <p:attrNameLst>
                                          <p:attrName>style.visibility</p:attrName>
                                        </p:attrNameLst>
                                      </p:cBhvr>
                                      <p:to>
                                        <p:strVal val="visible"/>
                                      </p:to>
                                    </p:set>
                                  </p:childTnLst>
                                </p:cTn>
                              </p:par>
                            </p:childTnLst>
                          </p:cTn>
                        </p:par>
                      </p:childTnLst>
                    </p:cTn>
                  </p:par>
                  <p:par>
                    <p:cTn id="230" fill="hold" nodeType="clickPar">
                      <p:stCondLst>
                        <p:cond delay="indefinite"/>
                      </p:stCondLst>
                      <p:childTnLst>
                        <p:par>
                          <p:cTn id="231" fill="hold" nodeType="withGroup">
                            <p:stCondLst>
                              <p:cond delay="0"/>
                            </p:stCondLst>
                            <p:childTnLst>
                              <p:par>
                                <p:cTn id="232" presetID="1" presetClass="entr" presetSubtype="0" fill="hold" nodeType="clickEffect">
                                  <p:stCondLst>
                                    <p:cond delay="0"/>
                                  </p:stCondLst>
                                  <p:childTnLst>
                                    <p:set>
                                      <p:cBhvr>
                                        <p:cTn id="233" dur="1" fill="hold">
                                          <p:stCondLst>
                                            <p:cond delay="499"/>
                                          </p:stCondLst>
                                        </p:cTn>
                                        <p:tgtEl>
                                          <p:spTgt spid="24"/>
                                        </p:tgtEl>
                                        <p:attrNameLst>
                                          <p:attrName>style.visibility</p:attrName>
                                        </p:attrNameLst>
                                      </p:cBhvr>
                                      <p:to>
                                        <p:strVal val="visible"/>
                                      </p:to>
                                    </p:set>
                                  </p:childTnLst>
                                </p:cTn>
                              </p:par>
                            </p:childTnLst>
                          </p:cTn>
                        </p:par>
                      </p:childTnLst>
                    </p:cTn>
                  </p:par>
                  <p:par>
                    <p:cTn id="234" fill="hold" nodeType="clickPar">
                      <p:stCondLst>
                        <p:cond delay="indefinite"/>
                      </p:stCondLst>
                      <p:childTnLst>
                        <p:par>
                          <p:cTn id="235" fill="hold" nodeType="withGroup">
                            <p:stCondLst>
                              <p:cond delay="0"/>
                            </p:stCondLst>
                            <p:childTnLst>
                              <p:par>
                                <p:cTn id="236" presetID="1" presetClass="entr" presetSubtype="0" fill="hold" grpId="0" nodeType="clickEffect">
                                  <p:stCondLst>
                                    <p:cond delay="0"/>
                                  </p:stCondLst>
                                  <p:childTnLst>
                                    <p:set>
                                      <p:cBhvr>
                                        <p:cTn id="237" dur="1" fill="hold">
                                          <p:stCondLst>
                                            <p:cond delay="499"/>
                                          </p:stCondLst>
                                        </p:cTn>
                                        <p:tgtEl>
                                          <p:spTgt spid="174144"/>
                                        </p:tgtEl>
                                        <p:attrNameLst>
                                          <p:attrName>style.visibility</p:attrName>
                                        </p:attrNameLst>
                                      </p:cBhvr>
                                      <p:to>
                                        <p:strVal val="visible"/>
                                      </p:to>
                                    </p:set>
                                  </p:childTnLst>
                                </p:cTn>
                              </p:par>
                            </p:childTnLst>
                          </p:cTn>
                        </p:par>
                      </p:childTnLst>
                    </p:cTn>
                  </p:par>
                  <p:par>
                    <p:cTn id="238" fill="hold" nodeType="clickPar">
                      <p:stCondLst>
                        <p:cond delay="indefinite"/>
                      </p:stCondLst>
                      <p:childTnLst>
                        <p:par>
                          <p:cTn id="239" fill="hold" nodeType="withGroup">
                            <p:stCondLst>
                              <p:cond delay="0"/>
                            </p:stCondLst>
                            <p:childTnLst>
                              <p:par>
                                <p:cTn id="240" presetID="1" presetClass="entr" presetSubtype="0" fill="hold" grpId="0" nodeType="clickEffect">
                                  <p:stCondLst>
                                    <p:cond delay="0"/>
                                  </p:stCondLst>
                                  <p:childTnLst>
                                    <p:set>
                                      <p:cBhvr>
                                        <p:cTn id="241" dur="1" fill="hold">
                                          <p:stCondLst>
                                            <p:cond delay="499"/>
                                          </p:stCondLst>
                                        </p:cTn>
                                        <p:tgtEl>
                                          <p:spTgt spid="174145"/>
                                        </p:tgtEl>
                                        <p:attrNameLst>
                                          <p:attrName>style.visibility</p:attrName>
                                        </p:attrNameLst>
                                      </p:cBhvr>
                                      <p:to>
                                        <p:strVal val="visible"/>
                                      </p:to>
                                    </p:set>
                                  </p:childTnLst>
                                </p:cTn>
                              </p:par>
                            </p:childTnLst>
                          </p:cTn>
                        </p:par>
                      </p:childTnLst>
                    </p:cTn>
                  </p:par>
                  <p:par>
                    <p:cTn id="242" fill="hold" nodeType="clickPar">
                      <p:stCondLst>
                        <p:cond delay="indefinite"/>
                      </p:stCondLst>
                      <p:childTnLst>
                        <p:par>
                          <p:cTn id="243" fill="hold" nodeType="withGroup">
                            <p:stCondLst>
                              <p:cond delay="0"/>
                            </p:stCondLst>
                            <p:childTnLst>
                              <p:par>
                                <p:cTn id="244" presetID="1" presetClass="entr" presetSubtype="0" fill="hold" nodeType="clickEffect">
                                  <p:stCondLst>
                                    <p:cond delay="0"/>
                                  </p:stCondLst>
                                  <p:childTnLst>
                                    <p:set>
                                      <p:cBhvr>
                                        <p:cTn id="245" dur="1" fill="hold">
                                          <p:stCondLst>
                                            <p:cond delay="0"/>
                                          </p:stCondLst>
                                        </p:cTn>
                                        <p:tgtEl>
                                          <p:spTgt spid="11"/>
                                        </p:tgtEl>
                                        <p:attrNameLst>
                                          <p:attrName>style.visibility</p:attrName>
                                        </p:attrNameLst>
                                      </p:cBhvr>
                                      <p:to>
                                        <p:strVal val="visible"/>
                                      </p:to>
                                    </p:set>
                                  </p:childTnLst>
                                </p:cTn>
                              </p:par>
                            </p:childTnLst>
                          </p:cTn>
                        </p:par>
                      </p:childTnLst>
                    </p:cTn>
                  </p:par>
                  <p:par>
                    <p:cTn id="246" fill="hold" nodeType="clickPar">
                      <p:stCondLst>
                        <p:cond delay="indefinite"/>
                      </p:stCondLst>
                      <p:childTnLst>
                        <p:par>
                          <p:cTn id="247" fill="hold" nodeType="withGroup">
                            <p:stCondLst>
                              <p:cond delay="0"/>
                            </p:stCondLst>
                            <p:childTnLst>
                              <p:par>
                                <p:cTn id="248" presetID="1" presetClass="entr" presetSubtype="0" fill="hold" nodeType="clickEffect">
                                  <p:stCondLst>
                                    <p:cond delay="0"/>
                                  </p:stCondLst>
                                  <p:childTnLst>
                                    <p:set>
                                      <p:cBhvr>
                                        <p:cTn id="249" dur="1" fill="hold">
                                          <p:stCondLst>
                                            <p:cond delay="499"/>
                                          </p:stCondLst>
                                        </p:cTn>
                                        <p:tgtEl>
                                          <p:spTgt spid="25"/>
                                        </p:tgtEl>
                                        <p:attrNameLst>
                                          <p:attrName>style.visibility</p:attrName>
                                        </p:attrNameLst>
                                      </p:cBhvr>
                                      <p:to>
                                        <p:strVal val="visible"/>
                                      </p:to>
                                    </p:set>
                                  </p:childTnLst>
                                </p:cTn>
                              </p:par>
                            </p:childTnLst>
                          </p:cTn>
                        </p:par>
                      </p:childTnLst>
                    </p:cTn>
                  </p:par>
                  <p:par>
                    <p:cTn id="250" fill="hold" nodeType="clickPar">
                      <p:stCondLst>
                        <p:cond delay="indefinite"/>
                      </p:stCondLst>
                      <p:childTnLst>
                        <p:par>
                          <p:cTn id="251" fill="hold" nodeType="withGroup">
                            <p:stCondLst>
                              <p:cond delay="0"/>
                            </p:stCondLst>
                            <p:childTnLst>
                              <p:par>
                                <p:cTn id="252" presetID="1" presetClass="entr" presetSubtype="0" fill="hold" nodeType="clickEffect">
                                  <p:stCondLst>
                                    <p:cond delay="0"/>
                                  </p:stCondLst>
                                  <p:childTnLst>
                                    <p:set>
                                      <p:cBhvr>
                                        <p:cTn id="253" dur="1" fill="hold">
                                          <p:stCondLst>
                                            <p:cond delay="499"/>
                                          </p:stCondLst>
                                        </p:cTn>
                                        <p:tgtEl>
                                          <p:spTgt spid="26"/>
                                        </p:tgtEl>
                                        <p:attrNameLst>
                                          <p:attrName>style.visibility</p:attrName>
                                        </p:attrNameLst>
                                      </p:cBhvr>
                                      <p:to>
                                        <p:strVal val="visible"/>
                                      </p:to>
                                    </p:set>
                                  </p:childTnLst>
                                </p:cTn>
                              </p:par>
                            </p:childTnLst>
                          </p:cTn>
                        </p:par>
                      </p:childTnLst>
                    </p:cTn>
                  </p:par>
                  <p:par>
                    <p:cTn id="254" fill="hold" nodeType="clickPar">
                      <p:stCondLst>
                        <p:cond delay="indefinite"/>
                      </p:stCondLst>
                      <p:childTnLst>
                        <p:par>
                          <p:cTn id="255" fill="hold" nodeType="withGroup">
                            <p:stCondLst>
                              <p:cond delay="0"/>
                            </p:stCondLst>
                            <p:childTnLst>
                              <p:par>
                                <p:cTn id="256" presetID="1" presetClass="entr" presetSubtype="0" fill="hold" grpId="0" nodeType="clickEffect">
                                  <p:stCondLst>
                                    <p:cond delay="0"/>
                                  </p:stCondLst>
                                  <p:childTnLst>
                                    <p:set>
                                      <p:cBhvr>
                                        <p:cTn id="257" dur="1" fill="hold">
                                          <p:stCondLst>
                                            <p:cond delay="499"/>
                                          </p:stCondLst>
                                        </p:cTn>
                                        <p:tgtEl>
                                          <p:spTgt spid="174211"/>
                                        </p:tgtEl>
                                        <p:attrNameLst>
                                          <p:attrName>style.visibility</p:attrName>
                                        </p:attrNameLst>
                                      </p:cBhvr>
                                      <p:to>
                                        <p:strVal val="visible"/>
                                      </p:to>
                                    </p:set>
                                  </p:childTnLst>
                                </p:cTn>
                              </p:par>
                            </p:childTnLst>
                          </p:cTn>
                        </p:par>
                      </p:childTnLst>
                    </p:cTn>
                  </p:par>
                  <p:par>
                    <p:cTn id="258" fill="hold" nodeType="clickPar">
                      <p:stCondLst>
                        <p:cond delay="indefinite"/>
                      </p:stCondLst>
                      <p:childTnLst>
                        <p:par>
                          <p:cTn id="259" fill="hold" nodeType="withGroup">
                            <p:stCondLst>
                              <p:cond delay="0"/>
                            </p:stCondLst>
                            <p:childTnLst>
                              <p:par>
                                <p:cTn id="260" presetID="1" presetClass="entr" presetSubtype="0" fill="hold" nodeType="clickEffect">
                                  <p:stCondLst>
                                    <p:cond delay="0"/>
                                  </p:stCondLst>
                                  <p:childTnLst>
                                    <p:set>
                                      <p:cBhvr>
                                        <p:cTn id="261" dur="1" fill="hold">
                                          <p:stCondLst>
                                            <p:cond delay="499"/>
                                          </p:stCondLst>
                                        </p:cTn>
                                        <p:tgtEl>
                                          <p:spTgt spid="29705"/>
                                        </p:tgtEl>
                                        <p:attrNameLst>
                                          <p:attrName>style.visibility</p:attrName>
                                        </p:attrNameLst>
                                      </p:cBhvr>
                                      <p:to>
                                        <p:strVal val="visible"/>
                                      </p:to>
                                    </p:set>
                                  </p:childTnLst>
                                </p:cTn>
                              </p:par>
                            </p:childTnLst>
                          </p:cTn>
                        </p:par>
                      </p:childTnLst>
                    </p:cTn>
                  </p:par>
                  <p:par>
                    <p:cTn id="262" fill="hold" nodeType="clickPar">
                      <p:stCondLst>
                        <p:cond delay="indefinite"/>
                      </p:stCondLst>
                      <p:childTnLst>
                        <p:par>
                          <p:cTn id="263" fill="hold" nodeType="withGroup">
                            <p:stCondLst>
                              <p:cond delay="0"/>
                            </p:stCondLst>
                            <p:childTnLst>
                              <p:par>
                                <p:cTn id="264" presetID="1" presetClass="entr" presetSubtype="0" fill="hold" grpId="0" nodeType="clickEffect">
                                  <p:stCondLst>
                                    <p:cond delay="0"/>
                                  </p:stCondLst>
                                  <p:childTnLst>
                                    <p:set>
                                      <p:cBhvr>
                                        <p:cTn id="265" dur="1" fill="hold">
                                          <p:stCondLst>
                                            <p:cond delay="499"/>
                                          </p:stCondLst>
                                        </p:cTn>
                                        <p:tgtEl>
                                          <p:spTgt spid="174149"/>
                                        </p:tgtEl>
                                        <p:attrNameLst>
                                          <p:attrName>style.visibility</p:attrName>
                                        </p:attrNameLst>
                                      </p:cBhvr>
                                      <p:to>
                                        <p:strVal val="visible"/>
                                      </p:to>
                                    </p:set>
                                  </p:childTnLst>
                                </p:cTn>
                              </p:par>
                            </p:childTnLst>
                          </p:cTn>
                        </p:par>
                      </p:childTnLst>
                    </p:cTn>
                  </p:par>
                  <p:par>
                    <p:cTn id="266" fill="hold" nodeType="clickPar">
                      <p:stCondLst>
                        <p:cond delay="indefinite"/>
                      </p:stCondLst>
                      <p:childTnLst>
                        <p:par>
                          <p:cTn id="267" fill="hold" nodeType="withGroup">
                            <p:stCondLst>
                              <p:cond delay="0"/>
                            </p:stCondLst>
                            <p:childTnLst>
                              <p:par>
                                <p:cTn id="268" presetID="1" presetClass="entr" presetSubtype="0" fill="hold" grpId="0" nodeType="clickEffect">
                                  <p:stCondLst>
                                    <p:cond delay="0"/>
                                  </p:stCondLst>
                                  <p:childTnLst>
                                    <p:set>
                                      <p:cBhvr>
                                        <p:cTn id="269" dur="1" fill="hold">
                                          <p:stCondLst>
                                            <p:cond delay="499"/>
                                          </p:stCondLst>
                                        </p:cTn>
                                        <p:tgtEl>
                                          <p:spTgt spid="174173"/>
                                        </p:tgtEl>
                                        <p:attrNameLst>
                                          <p:attrName>style.visibility</p:attrName>
                                        </p:attrNameLst>
                                      </p:cBhvr>
                                      <p:to>
                                        <p:strVal val="visible"/>
                                      </p:to>
                                    </p:set>
                                  </p:childTnLst>
                                </p:cTn>
                              </p:par>
                            </p:childTnLst>
                          </p:cTn>
                        </p:par>
                      </p:childTnLst>
                    </p:cTn>
                  </p:par>
                  <p:par>
                    <p:cTn id="270" fill="hold" nodeType="clickPar">
                      <p:stCondLst>
                        <p:cond delay="indefinite"/>
                      </p:stCondLst>
                      <p:childTnLst>
                        <p:par>
                          <p:cTn id="271" fill="hold" nodeType="withGroup">
                            <p:stCondLst>
                              <p:cond delay="0"/>
                            </p:stCondLst>
                            <p:childTnLst>
                              <p:par>
                                <p:cTn id="272" presetID="1" presetClass="entr" presetSubtype="0" fill="hold" grpId="0" nodeType="clickEffect">
                                  <p:stCondLst>
                                    <p:cond delay="0"/>
                                  </p:stCondLst>
                                  <p:childTnLst>
                                    <p:set>
                                      <p:cBhvr>
                                        <p:cTn id="273" dur="1" fill="hold">
                                          <p:stCondLst>
                                            <p:cond delay="499"/>
                                          </p:stCondLst>
                                        </p:cTn>
                                        <p:tgtEl>
                                          <p:spTgt spid="174150"/>
                                        </p:tgtEl>
                                        <p:attrNameLst>
                                          <p:attrName>style.visibility</p:attrName>
                                        </p:attrNameLst>
                                      </p:cBhvr>
                                      <p:to>
                                        <p:strVal val="visible"/>
                                      </p:to>
                                    </p:set>
                                  </p:childTnLst>
                                </p:cTn>
                              </p:par>
                            </p:childTnLst>
                          </p:cTn>
                        </p:par>
                      </p:childTnLst>
                    </p:cTn>
                  </p:par>
                  <p:par>
                    <p:cTn id="274" fill="hold" nodeType="clickPar">
                      <p:stCondLst>
                        <p:cond delay="indefinite"/>
                      </p:stCondLst>
                      <p:childTnLst>
                        <p:par>
                          <p:cTn id="275" fill="hold" nodeType="withGroup">
                            <p:stCondLst>
                              <p:cond delay="0"/>
                            </p:stCondLst>
                            <p:childTnLst>
                              <p:par>
                                <p:cTn id="276" presetID="1" presetClass="entr" presetSubtype="0" fill="hold" nodeType="clickEffect">
                                  <p:stCondLst>
                                    <p:cond delay="0"/>
                                  </p:stCondLst>
                                  <p:childTnLst>
                                    <p:set>
                                      <p:cBhvr>
                                        <p:cTn id="277" dur="1" fill="hold">
                                          <p:stCondLst>
                                            <p:cond delay="499"/>
                                          </p:stCondLst>
                                        </p:cTn>
                                        <p:tgtEl>
                                          <p:spTgt spid="12"/>
                                        </p:tgtEl>
                                        <p:attrNameLst>
                                          <p:attrName>style.visibility</p:attrName>
                                        </p:attrNameLst>
                                      </p:cBhvr>
                                      <p:to>
                                        <p:strVal val="visible"/>
                                      </p:to>
                                    </p:set>
                                  </p:childTnLst>
                                </p:cTn>
                              </p:par>
                            </p:childTnLst>
                          </p:cTn>
                        </p:par>
                      </p:childTnLst>
                    </p:cTn>
                  </p:par>
                  <p:par>
                    <p:cTn id="278" fill="hold" nodeType="clickPar">
                      <p:stCondLst>
                        <p:cond delay="indefinite"/>
                      </p:stCondLst>
                      <p:childTnLst>
                        <p:par>
                          <p:cTn id="279" fill="hold" nodeType="withGroup">
                            <p:stCondLst>
                              <p:cond delay="0"/>
                            </p:stCondLst>
                            <p:childTnLst>
                              <p:par>
                                <p:cTn id="280" presetID="6" presetClass="entr" presetSubtype="16" fill="hold" grpId="0" nodeType="clickEffect">
                                  <p:stCondLst>
                                    <p:cond delay="0"/>
                                  </p:stCondLst>
                                  <p:childTnLst>
                                    <p:set>
                                      <p:cBhvr>
                                        <p:cTn id="281" dur="1" fill="hold">
                                          <p:stCondLst>
                                            <p:cond delay="0"/>
                                          </p:stCondLst>
                                        </p:cTn>
                                        <p:tgtEl>
                                          <p:spTgt spid="33"/>
                                        </p:tgtEl>
                                        <p:attrNameLst>
                                          <p:attrName>style.visibility</p:attrName>
                                        </p:attrNameLst>
                                      </p:cBhvr>
                                      <p:to>
                                        <p:strVal val="visible"/>
                                      </p:to>
                                    </p:set>
                                    <p:animEffect transition="in" filter="circle(in)">
                                      <p:cBhvr>
                                        <p:cTn id="282" dur="2000"/>
                                        <p:tgtEl>
                                          <p:spTgt spid="33"/>
                                        </p:tgtEl>
                                      </p:cBhvr>
                                    </p:animEffect>
                                  </p:childTnLst>
                                </p:cTn>
                              </p:par>
                            </p:childTnLst>
                          </p:cTn>
                        </p:par>
                      </p:childTnLst>
                    </p:cTn>
                  </p:par>
                  <p:par>
                    <p:cTn id="283" fill="hold">
                      <p:stCondLst>
                        <p:cond delay="indefinite"/>
                      </p:stCondLst>
                      <p:childTnLst>
                        <p:par>
                          <p:cTn id="284" fill="hold">
                            <p:stCondLst>
                              <p:cond delay="0"/>
                            </p:stCondLst>
                            <p:childTnLst>
                              <p:par>
                                <p:cTn id="285" presetID="22" presetClass="entr" presetSubtype="4" fill="hold" nodeType="clickEffect">
                                  <p:stCondLst>
                                    <p:cond delay="0"/>
                                  </p:stCondLst>
                                  <p:childTnLst>
                                    <p:set>
                                      <p:cBhvr>
                                        <p:cTn id="286" dur="1" fill="hold">
                                          <p:stCondLst>
                                            <p:cond delay="0"/>
                                          </p:stCondLst>
                                        </p:cTn>
                                        <p:tgtEl>
                                          <p:spTgt spid="29696"/>
                                        </p:tgtEl>
                                        <p:attrNameLst>
                                          <p:attrName>style.visibility</p:attrName>
                                        </p:attrNameLst>
                                      </p:cBhvr>
                                      <p:to>
                                        <p:strVal val="visible"/>
                                      </p:to>
                                    </p:set>
                                    <p:animEffect transition="in" filter="wipe(down)">
                                      <p:cBhvr>
                                        <p:cTn id="287" dur="500"/>
                                        <p:tgtEl>
                                          <p:spTgt spid="29696"/>
                                        </p:tgtEl>
                                      </p:cBhvr>
                                    </p:animEffect>
                                  </p:childTnLst>
                                </p:cTn>
                              </p:par>
                            </p:childTnLst>
                          </p:cTn>
                        </p:par>
                      </p:childTnLst>
                    </p:cTn>
                  </p:par>
                  <p:par>
                    <p:cTn id="288" fill="hold">
                      <p:stCondLst>
                        <p:cond delay="indefinite"/>
                      </p:stCondLst>
                      <p:childTnLst>
                        <p:par>
                          <p:cTn id="289" fill="hold">
                            <p:stCondLst>
                              <p:cond delay="0"/>
                            </p:stCondLst>
                            <p:childTnLst>
                              <p:par>
                                <p:cTn id="290" presetID="1" presetClass="entr" presetSubtype="0" fill="hold" grpId="0" nodeType="clickEffect">
                                  <p:stCondLst>
                                    <p:cond delay="0"/>
                                  </p:stCondLst>
                                  <p:childTnLst>
                                    <p:set>
                                      <p:cBhvr>
                                        <p:cTn id="291" dur="1" fill="hold">
                                          <p:stCondLst>
                                            <p:cond delay="499"/>
                                          </p:stCondLst>
                                        </p:cTn>
                                        <p:tgtEl>
                                          <p:spTgt spid="174227"/>
                                        </p:tgtEl>
                                        <p:attrNameLst>
                                          <p:attrName>style.visibility</p:attrName>
                                        </p:attrNameLst>
                                      </p:cBhvr>
                                      <p:to>
                                        <p:strVal val="visible"/>
                                      </p:to>
                                    </p:set>
                                  </p:childTnLst>
                                </p:cTn>
                              </p:par>
                            </p:childTnLst>
                          </p:cTn>
                        </p:par>
                      </p:childTnLst>
                    </p:cTn>
                  </p:par>
                  <p:par>
                    <p:cTn id="292" fill="hold">
                      <p:stCondLst>
                        <p:cond delay="indefinite"/>
                      </p:stCondLst>
                      <p:childTnLst>
                        <p:par>
                          <p:cTn id="293" fill="hold">
                            <p:stCondLst>
                              <p:cond delay="0"/>
                            </p:stCondLst>
                            <p:childTnLst>
                              <p:par>
                                <p:cTn id="294" presetID="1" presetClass="entr" presetSubtype="0" fill="hold" nodeType="clickEffect">
                                  <p:stCondLst>
                                    <p:cond delay="0"/>
                                  </p:stCondLst>
                                  <p:childTnLst>
                                    <p:set>
                                      <p:cBhvr>
                                        <p:cTn id="295" dur="1" fill="hold">
                                          <p:stCondLst>
                                            <p:cond delay="499"/>
                                          </p:stCondLst>
                                        </p:cTn>
                                        <p:tgtEl>
                                          <p:spTgt spid="31"/>
                                        </p:tgtEl>
                                        <p:attrNameLst>
                                          <p:attrName>style.visibility</p:attrName>
                                        </p:attrNameLst>
                                      </p:cBhvr>
                                      <p:to>
                                        <p:strVal val="visible"/>
                                      </p:to>
                                    </p:set>
                                  </p:childTnLst>
                                </p:cTn>
                              </p:par>
                            </p:childTnLst>
                          </p:cTn>
                        </p:par>
                      </p:childTnLst>
                    </p:cTn>
                  </p:par>
                  <p:par>
                    <p:cTn id="296" fill="hold">
                      <p:stCondLst>
                        <p:cond delay="indefinite"/>
                      </p:stCondLst>
                      <p:childTnLst>
                        <p:par>
                          <p:cTn id="297" fill="hold">
                            <p:stCondLst>
                              <p:cond delay="0"/>
                            </p:stCondLst>
                            <p:childTnLst>
                              <p:par>
                                <p:cTn id="298" presetID="1" presetClass="entr" presetSubtype="0" fill="hold" nodeType="clickEffect">
                                  <p:stCondLst>
                                    <p:cond delay="0"/>
                                  </p:stCondLst>
                                  <p:childTnLst>
                                    <p:set>
                                      <p:cBhvr>
                                        <p:cTn id="299" dur="1" fill="hold">
                                          <p:stCondLst>
                                            <p:cond delay="499"/>
                                          </p:stCondLst>
                                        </p:cTn>
                                        <p:tgtEl>
                                          <p:spTgt spid="29697"/>
                                        </p:tgtEl>
                                        <p:attrNameLst>
                                          <p:attrName>style.visibility</p:attrName>
                                        </p:attrNameLst>
                                      </p:cBhvr>
                                      <p:to>
                                        <p:strVal val="visible"/>
                                      </p:to>
                                    </p:set>
                                  </p:childTnLst>
                                </p:cTn>
                              </p:par>
                            </p:childTnLst>
                          </p:cTn>
                        </p:par>
                      </p:childTnLst>
                    </p:cTn>
                  </p:par>
                  <p:par>
                    <p:cTn id="300" fill="hold">
                      <p:stCondLst>
                        <p:cond delay="indefinite"/>
                      </p:stCondLst>
                      <p:childTnLst>
                        <p:par>
                          <p:cTn id="301" fill="hold">
                            <p:stCondLst>
                              <p:cond delay="0"/>
                            </p:stCondLst>
                            <p:childTnLst>
                              <p:par>
                                <p:cTn id="302" presetID="1" presetClass="entr" presetSubtype="0" fill="hold" grpId="0" nodeType="clickEffect">
                                  <p:stCondLst>
                                    <p:cond delay="0"/>
                                  </p:stCondLst>
                                  <p:childTnLst>
                                    <p:set>
                                      <p:cBhvr>
                                        <p:cTn id="303" dur="1" fill="hold">
                                          <p:stCondLst>
                                            <p:cond delay="499"/>
                                          </p:stCondLst>
                                        </p:cTn>
                                        <p:tgtEl>
                                          <p:spTgt spid="174172"/>
                                        </p:tgtEl>
                                        <p:attrNameLst>
                                          <p:attrName>style.visibility</p:attrName>
                                        </p:attrNameLst>
                                      </p:cBhvr>
                                      <p:to>
                                        <p:strVal val="visible"/>
                                      </p:to>
                                    </p:set>
                                  </p:childTnLst>
                                </p:cTn>
                              </p:par>
                            </p:childTnLst>
                          </p:cTn>
                        </p:par>
                      </p:childTnLst>
                    </p:cTn>
                  </p:par>
                  <p:par>
                    <p:cTn id="304" fill="hold">
                      <p:stCondLst>
                        <p:cond delay="indefinite"/>
                      </p:stCondLst>
                      <p:childTnLst>
                        <p:par>
                          <p:cTn id="305" fill="hold">
                            <p:stCondLst>
                              <p:cond delay="0"/>
                            </p:stCondLst>
                            <p:childTnLst>
                              <p:par>
                                <p:cTn id="306" presetID="4" presetClass="entr" presetSubtype="32" fill="hold" nodeType="clickEffect">
                                  <p:stCondLst>
                                    <p:cond delay="0"/>
                                  </p:stCondLst>
                                  <p:childTnLst>
                                    <p:set>
                                      <p:cBhvr>
                                        <p:cTn id="307" dur="1" fill="hold">
                                          <p:stCondLst>
                                            <p:cond delay="0"/>
                                          </p:stCondLst>
                                        </p:cTn>
                                        <p:tgtEl>
                                          <p:spTgt spid="29699"/>
                                        </p:tgtEl>
                                        <p:attrNameLst>
                                          <p:attrName>style.visibility</p:attrName>
                                        </p:attrNameLst>
                                      </p:cBhvr>
                                      <p:to>
                                        <p:strVal val="visible"/>
                                      </p:to>
                                    </p:set>
                                    <p:animEffect transition="in" filter="box(out)">
                                      <p:cBhvr>
                                        <p:cTn id="308" dur="500"/>
                                        <p:tgtEl>
                                          <p:spTgt spid="29699"/>
                                        </p:tgtEl>
                                      </p:cBhvr>
                                    </p:animEffect>
                                  </p:childTnLst>
                                  <p:subTnLst>
                                    <p:set>
                                      <p:cBhvr override="childStyle">
                                        <p:cTn dur="1" fill="hold" display="0" masterRel="nextClick" afterEffect="1"/>
                                        <p:tgtEl>
                                          <p:spTgt spid="29699"/>
                                        </p:tgtEl>
                                        <p:attrNameLst>
                                          <p:attrName>style.visibility</p:attrName>
                                        </p:attrNameLst>
                                      </p:cBhvr>
                                      <p:to>
                                        <p:strVal val="hidden"/>
                                      </p:to>
                                    </p:set>
                                  </p:subTnLst>
                                </p:cTn>
                              </p:par>
                            </p:childTnLst>
                          </p:cTn>
                        </p:par>
                      </p:childTnLst>
                    </p:cTn>
                  </p:par>
                  <p:par>
                    <p:cTn id="309" fill="hold">
                      <p:stCondLst>
                        <p:cond delay="indefinite"/>
                      </p:stCondLst>
                      <p:childTnLst>
                        <p:par>
                          <p:cTn id="310" fill="hold">
                            <p:stCondLst>
                              <p:cond delay="0"/>
                            </p:stCondLst>
                            <p:childTnLst>
                              <p:par>
                                <p:cTn id="311" presetID="1" presetClass="entr" presetSubtype="0" fill="hold" grpId="0" nodeType="clickEffect">
                                  <p:stCondLst>
                                    <p:cond delay="0"/>
                                  </p:stCondLst>
                                  <p:childTnLst>
                                    <p:set>
                                      <p:cBhvr>
                                        <p:cTn id="312" dur="1" fill="hold">
                                          <p:stCondLst>
                                            <p:cond delay="499"/>
                                          </p:stCondLst>
                                        </p:cTn>
                                        <p:tgtEl>
                                          <p:spTgt spid="174167"/>
                                        </p:tgtEl>
                                        <p:attrNameLst>
                                          <p:attrName>style.visibility</p:attrName>
                                        </p:attrNameLst>
                                      </p:cBhvr>
                                      <p:to>
                                        <p:strVal val="visible"/>
                                      </p:to>
                                    </p:set>
                                  </p:childTnLst>
                                </p:cTn>
                              </p:par>
                            </p:childTnLst>
                          </p:cTn>
                        </p:par>
                      </p:childTnLst>
                    </p:cTn>
                  </p:par>
                  <p:par>
                    <p:cTn id="313" fill="hold">
                      <p:stCondLst>
                        <p:cond delay="indefinite"/>
                      </p:stCondLst>
                      <p:childTnLst>
                        <p:par>
                          <p:cTn id="314" fill="hold">
                            <p:stCondLst>
                              <p:cond delay="0"/>
                            </p:stCondLst>
                            <p:childTnLst>
                              <p:par>
                                <p:cTn id="315" presetID="1" presetClass="entr" presetSubtype="0" fill="hold" grpId="0" nodeType="clickEffect">
                                  <p:stCondLst>
                                    <p:cond delay="0"/>
                                  </p:stCondLst>
                                  <p:childTnLst>
                                    <p:set>
                                      <p:cBhvr>
                                        <p:cTn id="316" dur="1" fill="hold">
                                          <p:stCondLst>
                                            <p:cond delay="499"/>
                                          </p:stCondLst>
                                        </p:cTn>
                                        <p:tgtEl>
                                          <p:spTgt spid="174168"/>
                                        </p:tgtEl>
                                        <p:attrNameLst>
                                          <p:attrName>style.visibility</p:attrName>
                                        </p:attrNameLst>
                                      </p:cBhvr>
                                      <p:to>
                                        <p:strVal val="visible"/>
                                      </p:to>
                                    </p:set>
                                  </p:childTnLst>
                                </p:cTn>
                              </p:par>
                            </p:childTnLst>
                          </p:cTn>
                        </p:par>
                      </p:childTnLst>
                    </p:cTn>
                  </p:par>
                  <p:par>
                    <p:cTn id="317" fill="hold">
                      <p:stCondLst>
                        <p:cond delay="indefinite"/>
                      </p:stCondLst>
                      <p:childTnLst>
                        <p:par>
                          <p:cTn id="318" fill="hold">
                            <p:stCondLst>
                              <p:cond delay="0"/>
                            </p:stCondLst>
                            <p:childTnLst>
                              <p:par>
                                <p:cTn id="319" presetID="1" presetClass="entr" presetSubtype="0" fill="hold" nodeType="clickEffect">
                                  <p:stCondLst>
                                    <p:cond delay="0"/>
                                  </p:stCondLst>
                                  <p:childTnLst>
                                    <p:set>
                                      <p:cBhvr>
                                        <p:cTn id="320" dur="1" fill="hold">
                                          <p:stCondLst>
                                            <p:cond delay="499"/>
                                          </p:stCondLst>
                                        </p:cTn>
                                        <p:tgtEl>
                                          <p:spTgt spid="14"/>
                                        </p:tgtEl>
                                        <p:attrNameLst>
                                          <p:attrName>style.visibility</p:attrName>
                                        </p:attrNameLst>
                                      </p:cBhvr>
                                      <p:to>
                                        <p:strVal val="visible"/>
                                      </p:to>
                                    </p:set>
                                  </p:childTnLst>
                                </p:cTn>
                              </p:par>
                            </p:childTnLst>
                          </p:cTn>
                        </p:par>
                      </p:childTnLst>
                    </p:cTn>
                  </p:par>
                  <p:par>
                    <p:cTn id="321" fill="hold">
                      <p:stCondLst>
                        <p:cond delay="indefinite"/>
                      </p:stCondLst>
                      <p:childTnLst>
                        <p:par>
                          <p:cTn id="322" fill="hold">
                            <p:stCondLst>
                              <p:cond delay="0"/>
                            </p:stCondLst>
                            <p:childTnLst>
                              <p:par>
                                <p:cTn id="323" presetID="1" presetClass="entr" presetSubtype="0" fill="hold" grpId="0" nodeType="clickEffect">
                                  <p:stCondLst>
                                    <p:cond delay="0"/>
                                  </p:stCondLst>
                                  <p:childTnLst>
                                    <p:set>
                                      <p:cBhvr>
                                        <p:cTn id="324" dur="1" fill="hold">
                                          <p:stCondLst>
                                            <p:cond delay="499"/>
                                          </p:stCondLst>
                                        </p:cTn>
                                        <p:tgtEl>
                                          <p:spTgt spid="174161"/>
                                        </p:tgtEl>
                                        <p:attrNameLst>
                                          <p:attrName>style.visibility</p:attrName>
                                        </p:attrNameLst>
                                      </p:cBhvr>
                                      <p:to>
                                        <p:strVal val="visible"/>
                                      </p:to>
                                    </p:set>
                                  </p:childTnLst>
                                  <p:subTnLst>
                                    <p:set>
                                      <p:cBhvr override="childStyle">
                                        <p:cTn dur="1" fill="hold" display="0" masterRel="nextClick" afterEffect="1"/>
                                        <p:tgtEl>
                                          <p:spTgt spid="174161"/>
                                        </p:tgtEl>
                                        <p:attrNameLst>
                                          <p:attrName>style.visibility</p:attrName>
                                        </p:attrNameLst>
                                      </p:cBhvr>
                                      <p:to>
                                        <p:strVal val="hidden"/>
                                      </p:to>
                                    </p:set>
                                  </p:subTnLst>
                                </p:cTn>
                              </p:par>
                            </p:childTnLst>
                          </p:cTn>
                        </p:par>
                      </p:childTnLst>
                    </p:cTn>
                  </p:par>
                  <p:par>
                    <p:cTn id="325" fill="hold">
                      <p:stCondLst>
                        <p:cond delay="indefinite"/>
                      </p:stCondLst>
                      <p:childTnLst>
                        <p:par>
                          <p:cTn id="326" fill="hold">
                            <p:stCondLst>
                              <p:cond delay="0"/>
                            </p:stCondLst>
                            <p:childTnLst>
                              <p:par>
                                <p:cTn id="327" presetID="1" presetClass="entr" presetSubtype="0" fill="hold" grpId="0" nodeType="clickEffect">
                                  <p:stCondLst>
                                    <p:cond delay="0"/>
                                  </p:stCondLst>
                                  <p:childTnLst>
                                    <p:set>
                                      <p:cBhvr>
                                        <p:cTn id="328" dur="1" fill="hold">
                                          <p:stCondLst>
                                            <p:cond delay="499"/>
                                          </p:stCondLst>
                                        </p:cTn>
                                        <p:tgtEl>
                                          <p:spTgt spid="174162"/>
                                        </p:tgtEl>
                                        <p:attrNameLst>
                                          <p:attrName>style.visibility</p:attrName>
                                        </p:attrNameLst>
                                      </p:cBhvr>
                                      <p:to>
                                        <p:strVal val="visible"/>
                                      </p:to>
                                    </p:set>
                                  </p:childTnLst>
                                </p:cTn>
                              </p:par>
                            </p:childTnLst>
                          </p:cTn>
                        </p:par>
                      </p:childTnLst>
                    </p:cTn>
                  </p:par>
                  <p:par>
                    <p:cTn id="329" fill="hold">
                      <p:stCondLst>
                        <p:cond delay="indefinite"/>
                      </p:stCondLst>
                      <p:childTnLst>
                        <p:par>
                          <p:cTn id="330" fill="hold">
                            <p:stCondLst>
                              <p:cond delay="0"/>
                            </p:stCondLst>
                            <p:childTnLst>
                              <p:par>
                                <p:cTn id="331" presetID="1" presetClass="entr" presetSubtype="0" fill="hold" grpId="0" nodeType="clickEffect">
                                  <p:stCondLst>
                                    <p:cond delay="0"/>
                                  </p:stCondLst>
                                  <p:childTnLst>
                                    <p:set>
                                      <p:cBhvr>
                                        <p:cTn id="332" dur="1" fill="hold">
                                          <p:stCondLst>
                                            <p:cond delay="499"/>
                                          </p:stCondLst>
                                        </p:cTn>
                                        <p:tgtEl>
                                          <p:spTgt spid="174163"/>
                                        </p:tgtEl>
                                        <p:attrNameLst>
                                          <p:attrName>style.visibility</p:attrName>
                                        </p:attrNameLst>
                                      </p:cBhvr>
                                      <p:to>
                                        <p:strVal val="visible"/>
                                      </p:to>
                                    </p:set>
                                  </p:childTnLst>
                                </p:cTn>
                              </p:par>
                            </p:childTnLst>
                          </p:cTn>
                        </p:par>
                      </p:childTnLst>
                    </p:cTn>
                  </p:par>
                  <p:par>
                    <p:cTn id="333" fill="hold">
                      <p:stCondLst>
                        <p:cond delay="indefinite"/>
                      </p:stCondLst>
                      <p:childTnLst>
                        <p:par>
                          <p:cTn id="334" fill="hold">
                            <p:stCondLst>
                              <p:cond delay="0"/>
                            </p:stCondLst>
                            <p:childTnLst>
                              <p:par>
                                <p:cTn id="335" presetID="1" presetClass="entr" presetSubtype="0" fill="hold" nodeType="clickEffect">
                                  <p:stCondLst>
                                    <p:cond delay="0"/>
                                  </p:stCondLst>
                                  <p:childTnLst>
                                    <p:set>
                                      <p:cBhvr>
                                        <p:cTn id="336" dur="1" fill="hold">
                                          <p:stCondLst>
                                            <p:cond delay="499"/>
                                          </p:stCondLst>
                                        </p:cTn>
                                        <p:tgtEl>
                                          <p:spTgt spid="13"/>
                                        </p:tgtEl>
                                        <p:attrNameLst>
                                          <p:attrName>style.visibility</p:attrName>
                                        </p:attrNameLst>
                                      </p:cBhvr>
                                      <p:to>
                                        <p:strVal val="visible"/>
                                      </p:to>
                                    </p:set>
                                  </p:childTnLst>
                                </p:cTn>
                              </p:par>
                            </p:childTnLst>
                          </p:cTn>
                        </p:par>
                      </p:childTnLst>
                    </p:cTn>
                  </p:par>
                  <p:par>
                    <p:cTn id="337" fill="hold">
                      <p:stCondLst>
                        <p:cond delay="indefinite"/>
                      </p:stCondLst>
                      <p:childTnLst>
                        <p:par>
                          <p:cTn id="338" fill="hold">
                            <p:stCondLst>
                              <p:cond delay="0"/>
                            </p:stCondLst>
                            <p:childTnLst>
                              <p:par>
                                <p:cTn id="339" presetID="1" presetClass="entr" presetSubtype="0" fill="hold" grpId="0" nodeType="clickEffect">
                                  <p:stCondLst>
                                    <p:cond delay="0"/>
                                  </p:stCondLst>
                                  <p:childTnLst>
                                    <p:set>
                                      <p:cBhvr>
                                        <p:cTn id="340" dur="1" fill="hold">
                                          <p:stCondLst>
                                            <p:cond delay="499"/>
                                          </p:stCondLst>
                                        </p:cTn>
                                        <p:tgtEl>
                                          <p:spTgt spid="174177"/>
                                        </p:tgtEl>
                                        <p:attrNameLst>
                                          <p:attrName>style.visibility</p:attrName>
                                        </p:attrNameLst>
                                      </p:cBhvr>
                                      <p:to>
                                        <p:strVal val="visible"/>
                                      </p:to>
                                    </p:set>
                                  </p:childTnLst>
                                </p:cTn>
                              </p:par>
                            </p:childTnLst>
                          </p:cTn>
                        </p:par>
                      </p:childTnLst>
                    </p:cTn>
                  </p:par>
                  <p:par>
                    <p:cTn id="341" fill="hold">
                      <p:stCondLst>
                        <p:cond delay="indefinite"/>
                      </p:stCondLst>
                      <p:childTnLst>
                        <p:par>
                          <p:cTn id="342" fill="hold">
                            <p:stCondLst>
                              <p:cond delay="0"/>
                            </p:stCondLst>
                            <p:childTnLst>
                              <p:par>
                                <p:cTn id="343" presetID="1" presetClass="entr" presetSubtype="0" fill="hold" grpId="0" nodeType="clickEffect">
                                  <p:stCondLst>
                                    <p:cond delay="0"/>
                                  </p:stCondLst>
                                  <p:childTnLst>
                                    <p:set>
                                      <p:cBhvr>
                                        <p:cTn id="344" dur="1" fill="hold">
                                          <p:stCondLst>
                                            <p:cond delay="499"/>
                                          </p:stCondLst>
                                        </p:cTn>
                                        <p:tgtEl>
                                          <p:spTgt spid="174282"/>
                                        </p:tgtEl>
                                        <p:attrNameLst>
                                          <p:attrName>style.visibility</p:attrName>
                                        </p:attrNameLst>
                                      </p:cBhvr>
                                      <p:to>
                                        <p:strVal val="visible"/>
                                      </p:to>
                                    </p:set>
                                  </p:childTnLst>
                                </p:cTn>
                              </p:par>
                            </p:childTnLst>
                          </p:cTn>
                        </p:par>
                      </p:childTnLst>
                    </p:cTn>
                  </p:par>
                  <p:par>
                    <p:cTn id="345" fill="hold">
                      <p:stCondLst>
                        <p:cond delay="indefinite"/>
                      </p:stCondLst>
                      <p:childTnLst>
                        <p:par>
                          <p:cTn id="346" fill="hold">
                            <p:stCondLst>
                              <p:cond delay="0"/>
                            </p:stCondLst>
                            <p:childTnLst>
                              <p:par>
                                <p:cTn id="347" presetID="1" presetClass="entr" presetSubtype="0" fill="hold" grpId="0" nodeType="clickEffect">
                                  <p:stCondLst>
                                    <p:cond delay="0"/>
                                  </p:stCondLst>
                                  <p:childTnLst>
                                    <p:set>
                                      <p:cBhvr>
                                        <p:cTn id="348" dur="1" fill="hold">
                                          <p:stCondLst>
                                            <p:cond delay="499"/>
                                          </p:stCondLst>
                                        </p:cTn>
                                        <p:tgtEl>
                                          <p:spTgt spid="174279"/>
                                        </p:tgtEl>
                                        <p:attrNameLst>
                                          <p:attrName>style.visibility</p:attrName>
                                        </p:attrNameLst>
                                      </p:cBhvr>
                                      <p:to>
                                        <p:strVal val="visible"/>
                                      </p:to>
                                    </p:set>
                                  </p:childTnLst>
                                </p:cTn>
                              </p:par>
                            </p:childTnLst>
                          </p:cTn>
                        </p:par>
                      </p:childTnLst>
                    </p:cTn>
                  </p:par>
                  <p:par>
                    <p:cTn id="349" fill="hold">
                      <p:stCondLst>
                        <p:cond delay="indefinite"/>
                      </p:stCondLst>
                      <p:childTnLst>
                        <p:par>
                          <p:cTn id="350" fill="hold">
                            <p:stCondLst>
                              <p:cond delay="0"/>
                            </p:stCondLst>
                            <p:childTnLst>
                              <p:par>
                                <p:cTn id="351" presetID="4" presetClass="entr" presetSubtype="32" fill="hold" grpId="0" nodeType="clickEffect">
                                  <p:stCondLst>
                                    <p:cond delay="0"/>
                                  </p:stCondLst>
                                  <p:childTnLst>
                                    <p:set>
                                      <p:cBhvr>
                                        <p:cTn id="352" dur="1" fill="hold">
                                          <p:stCondLst>
                                            <p:cond delay="0"/>
                                          </p:stCondLst>
                                        </p:cTn>
                                        <p:tgtEl>
                                          <p:spTgt spid="174287"/>
                                        </p:tgtEl>
                                        <p:attrNameLst>
                                          <p:attrName>style.visibility</p:attrName>
                                        </p:attrNameLst>
                                      </p:cBhvr>
                                      <p:to>
                                        <p:strVal val="visible"/>
                                      </p:to>
                                    </p:set>
                                    <p:animEffect transition="in" filter="box(out)">
                                      <p:cBhvr>
                                        <p:cTn id="353" dur="500"/>
                                        <p:tgtEl>
                                          <p:spTgt spid="174287"/>
                                        </p:tgtEl>
                                      </p:cBhvr>
                                    </p:animEffect>
                                  </p:childTnLst>
                                </p:cTn>
                              </p:par>
                            </p:childTnLst>
                          </p:cTn>
                        </p:par>
                      </p:childTnLst>
                    </p:cTn>
                  </p:par>
                  <p:par>
                    <p:cTn id="354" fill="hold">
                      <p:stCondLst>
                        <p:cond delay="indefinite"/>
                      </p:stCondLst>
                      <p:childTnLst>
                        <p:par>
                          <p:cTn id="355" fill="hold">
                            <p:stCondLst>
                              <p:cond delay="0"/>
                            </p:stCondLst>
                            <p:childTnLst>
                              <p:par>
                                <p:cTn id="356" presetID="1" presetClass="entr" presetSubtype="0" fill="hold" grpId="0" nodeType="clickEffect">
                                  <p:stCondLst>
                                    <p:cond delay="0"/>
                                  </p:stCondLst>
                                  <p:childTnLst>
                                    <p:set>
                                      <p:cBhvr>
                                        <p:cTn id="357" dur="1" fill="hold">
                                          <p:stCondLst>
                                            <p:cond delay="499"/>
                                          </p:stCondLst>
                                        </p:cTn>
                                        <p:tgtEl>
                                          <p:spTgt spid="174280"/>
                                        </p:tgtEl>
                                        <p:attrNameLst>
                                          <p:attrName>style.visibility</p:attrName>
                                        </p:attrNameLst>
                                      </p:cBhvr>
                                      <p:to>
                                        <p:strVal val="visible"/>
                                      </p:to>
                                    </p:set>
                                  </p:childTnLst>
                                </p:cTn>
                              </p:par>
                            </p:childTnLst>
                          </p:cTn>
                        </p:par>
                      </p:childTnLst>
                    </p:cTn>
                  </p:par>
                  <p:par>
                    <p:cTn id="358" fill="hold">
                      <p:stCondLst>
                        <p:cond delay="indefinite"/>
                      </p:stCondLst>
                      <p:childTnLst>
                        <p:par>
                          <p:cTn id="359" fill="hold">
                            <p:stCondLst>
                              <p:cond delay="0"/>
                            </p:stCondLst>
                            <p:childTnLst>
                              <p:par>
                                <p:cTn id="360" presetID="1" presetClass="entr" presetSubtype="0" fill="hold" grpId="0" nodeType="clickEffect">
                                  <p:stCondLst>
                                    <p:cond delay="0"/>
                                  </p:stCondLst>
                                  <p:childTnLst>
                                    <p:set>
                                      <p:cBhvr>
                                        <p:cTn id="361" dur="1" fill="hold">
                                          <p:stCondLst>
                                            <p:cond delay="499"/>
                                          </p:stCondLst>
                                        </p:cTn>
                                        <p:tgtEl>
                                          <p:spTgt spid="174281"/>
                                        </p:tgtEl>
                                        <p:attrNameLst>
                                          <p:attrName>style.visibility</p:attrName>
                                        </p:attrNameLst>
                                      </p:cBhvr>
                                      <p:to>
                                        <p:strVal val="visible"/>
                                      </p:to>
                                    </p:set>
                                  </p:childTnLst>
                                </p:cTn>
                              </p:par>
                            </p:childTnLst>
                          </p:cTn>
                        </p:par>
                      </p:childTnLst>
                    </p:cTn>
                  </p:par>
                  <p:par>
                    <p:cTn id="362" fill="hold">
                      <p:stCondLst>
                        <p:cond delay="indefinite"/>
                      </p:stCondLst>
                      <p:childTnLst>
                        <p:par>
                          <p:cTn id="363" fill="hold">
                            <p:stCondLst>
                              <p:cond delay="0"/>
                            </p:stCondLst>
                            <p:childTnLst>
                              <p:par>
                                <p:cTn id="364" presetID="1" presetClass="entr" presetSubtype="0" fill="hold" grpId="0" nodeType="clickEffect">
                                  <p:stCondLst>
                                    <p:cond delay="0"/>
                                  </p:stCondLst>
                                  <p:childTnLst>
                                    <p:set>
                                      <p:cBhvr>
                                        <p:cTn id="365" dur="1" fill="hold">
                                          <p:stCondLst>
                                            <p:cond delay="499"/>
                                          </p:stCondLst>
                                        </p:cTn>
                                        <p:tgtEl>
                                          <p:spTgt spid="174284"/>
                                        </p:tgtEl>
                                        <p:attrNameLst>
                                          <p:attrName>style.visibility</p:attrName>
                                        </p:attrNameLst>
                                      </p:cBhvr>
                                      <p:to>
                                        <p:strVal val="visible"/>
                                      </p:to>
                                    </p:set>
                                  </p:childTnLst>
                                </p:cTn>
                              </p:par>
                            </p:childTnLst>
                          </p:cTn>
                        </p:par>
                      </p:childTnLst>
                    </p:cTn>
                  </p:par>
                  <p:par>
                    <p:cTn id="366" fill="hold">
                      <p:stCondLst>
                        <p:cond delay="indefinite"/>
                      </p:stCondLst>
                      <p:childTnLst>
                        <p:par>
                          <p:cTn id="367" fill="hold">
                            <p:stCondLst>
                              <p:cond delay="0"/>
                            </p:stCondLst>
                            <p:childTnLst>
                              <p:par>
                                <p:cTn id="368" presetID="1" presetClass="entr" presetSubtype="0" fill="hold" grpId="0" nodeType="clickEffect">
                                  <p:stCondLst>
                                    <p:cond delay="0"/>
                                  </p:stCondLst>
                                  <p:childTnLst>
                                    <p:set>
                                      <p:cBhvr>
                                        <p:cTn id="369" dur="1" fill="hold">
                                          <p:stCondLst>
                                            <p:cond delay="499"/>
                                          </p:stCondLst>
                                        </p:cTn>
                                        <p:tgtEl>
                                          <p:spTgt spid="174285"/>
                                        </p:tgtEl>
                                        <p:attrNameLst>
                                          <p:attrName>style.visibility</p:attrName>
                                        </p:attrNameLst>
                                      </p:cBhvr>
                                      <p:to>
                                        <p:strVal val="visible"/>
                                      </p:to>
                                    </p:set>
                                  </p:childTnLst>
                                </p:cTn>
                              </p:par>
                            </p:childTnLst>
                          </p:cTn>
                        </p:par>
                      </p:childTnLst>
                    </p:cTn>
                  </p:par>
                  <p:par>
                    <p:cTn id="370" fill="hold">
                      <p:stCondLst>
                        <p:cond delay="indefinite"/>
                      </p:stCondLst>
                      <p:childTnLst>
                        <p:par>
                          <p:cTn id="371" fill="hold">
                            <p:stCondLst>
                              <p:cond delay="0"/>
                            </p:stCondLst>
                            <p:childTnLst>
                              <p:par>
                                <p:cTn id="372" presetID="1" presetClass="entr" presetSubtype="0" fill="hold" grpId="0" nodeType="clickEffect">
                                  <p:stCondLst>
                                    <p:cond delay="0"/>
                                  </p:stCondLst>
                                  <p:childTnLst>
                                    <p:set>
                                      <p:cBhvr>
                                        <p:cTn id="373" dur="1" fill="hold">
                                          <p:stCondLst>
                                            <p:cond delay="499"/>
                                          </p:stCondLst>
                                        </p:cTn>
                                        <p:tgtEl>
                                          <p:spTgt spid="174283"/>
                                        </p:tgtEl>
                                        <p:attrNameLst>
                                          <p:attrName>style.visibility</p:attrName>
                                        </p:attrNameLst>
                                      </p:cBhvr>
                                      <p:to>
                                        <p:strVal val="visible"/>
                                      </p:to>
                                    </p:set>
                                  </p:childTnLst>
                                </p:cTn>
                              </p:par>
                            </p:childTnLst>
                          </p:cTn>
                        </p:par>
                      </p:childTnLst>
                    </p:cTn>
                  </p:par>
                  <p:par>
                    <p:cTn id="374" fill="hold">
                      <p:stCondLst>
                        <p:cond delay="indefinite"/>
                      </p:stCondLst>
                      <p:childTnLst>
                        <p:par>
                          <p:cTn id="375" fill="hold">
                            <p:stCondLst>
                              <p:cond delay="0"/>
                            </p:stCondLst>
                            <p:childTnLst>
                              <p:par>
                                <p:cTn id="376" presetID="22" presetClass="entr" presetSubtype="8" fill="hold" grpId="0" nodeType="clickEffect">
                                  <p:stCondLst>
                                    <p:cond delay="0"/>
                                  </p:stCondLst>
                                  <p:childTnLst>
                                    <p:set>
                                      <p:cBhvr>
                                        <p:cTn id="377" dur="1" fill="hold">
                                          <p:stCondLst>
                                            <p:cond delay="0"/>
                                          </p:stCondLst>
                                        </p:cTn>
                                        <p:tgtEl>
                                          <p:spTgt spid="174286"/>
                                        </p:tgtEl>
                                        <p:attrNameLst>
                                          <p:attrName>style.visibility</p:attrName>
                                        </p:attrNameLst>
                                      </p:cBhvr>
                                      <p:to>
                                        <p:strVal val="visible"/>
                                      </p:to>
                                    </p:set>
                                    <p:animEffect transition="in" filter="wipe(left)">
                                      <p:cBhvr>
                                        <p:cTn id="378" dur="500"/>
                                        <p:tgtEl>
                                          <p:spTgt spid="174286"/>
                                        </p:tgtEl>
                                      </p:cBhvr>
                                    </p:animEffect>
                                  </p:childTnLst>
                                </p:cTn>
                              </p:par>
                            </p:childTnLst>
                          </p:cTn>
                        </p:par>
                      </p:childTnLst>
                    </p:cTn>
                  </p:par>
                  <p:par>
                    <p:cTn id="379" fill="hold">
                      <p:stCondLst>
                        <p:cond delay="indefinite"/>
                      </p:stCondLst>
                      <p:childTnLst>
                        <p:par>
                          <p:cTn id="380" fill="hold">
                            <p:stCondLst>
                              <p:cond delay="0"/>
                            </p:stCondLst>
                            <p:childTnLst>
                              <p:par>
                                <p:cTn id="381" presetID="4" presetClass="entr" presetSubtype="32" fill="hold" grpId="0" nodeType="clickEffect">
                                  <p:stCondLst>
                                    <p:cond delay="0"/>
                                  </p:stCondLst>
                                  <p:childTnLst>
                                    <p:set>
                                      <p:cBhvr>
                                        <p:cTn id="382" dur="1" fill="hold">
                                          <p:stCondLst>
                                            <p:cond delay="0"/>
                                          </p:stCondLst>
                                        </p:cTn>
                                        <p:tgtEl>
                                          <p:spTgt spid="174252"/>
                                        </p:tgtEl>
                                        <p:attrNameLst>
                                          <p:attrName>style.visibility</p:attrName>
                                        </p:attrNameLst>
                                      </p:cBhvr>
                                      <p:to>
                                        <p:strVal val="visible"/>
                                      </p:to>
                                    </p:set>
                                    <p:animEffect transition="in" filter="box(out)">
                                      <p:cBhvr>
                                        <p:cTn id="383" dur="500"/>
                                        <p:tgtEl>
                                          <p:spTgt spid="174252"/>
                                        </p:tgtEl>
                                      </p:cBhvr>
                                    </p:animEffect>
                                  </p:childTnLst>
                                </p:cTn>
                              </p:par>
                            </p:childTnLst>
                          </p:cTn>
                        </p:par>
                      </p:childTnLst>
                    </p:cTn>
                  </p:par>
                  <p:par>
                    <p:cTn id="384" fill="hold">
                      <p:stCondLst>
                        <p:cond delay="indefinite"/>
                      </p:stCondLst>
                      <p:childTnLst>
                        <p:par>
                          <p:cTn id="385" fill="hold">
                            <p:stCondLst>
                              <p:cond delay="0"/>
                            </p:stCondLst>
                            <p:childTnLst>
                              <p:par>
                                <p:cTn id="386" presetID="1" presetClass="entr" presetSubtype="0" fill="hold" grpId="0" nodeType="clickEffect">
                                  <p:stCondLst>
                                    <p:cond delay="0"/>
                                  </p:stCondLst>
                                  <p:childTnLst>
                                    <p:set>
                                      <p:cBhvr>
                                        <p:cTn id="387" dur="1" fill="hold">
                                          <p:stCondLst>
                                            <p:cond delay="0"/>
                                          </p:stCondLst>
                                        </p:cTn>
                                        <p:tgtEl>
                                          <p:spTgt spid="32"/>
                                        </p:tgtEl>
                                        <p:attrNameLst>
                                          <p:attrName>style.visibility</p:attrName>
                                        </p:attrNameLst>
                                      </p:cBhvr>
                                      <p:to>
                                        <p:strVal val="visible"/>
                                      </p:to>
                                    </p:set>
                                  </p:childTnLst>
                                </p:cTn>
                              </p:par>
                            </p:childTnLst>
                          </p:cTn>
                        </p:par>
                      </p:childTnLst>
                    </p:cTn>
                  </p:par>
                  <p:par>
                    <p:cTn id="388" fill="hold">
                      <p:stCondLst>
                        <p:cond delay="indefinite"/>
                      </p:stCondLst>
                      <p:childTnLst>
                        <p:par>
                          <p:cTn id="389" fill="hold">
                            <p:stCondLst>
                              <p:cond delay="0"/>
                            </p:stCondLst>
                            <p:childTnLst>
                              <p:par>
                                <p:cTn id="390" presetID="1" presetClass="entr" presetSubtype="0" fill="hold" grpId="0" nodeType="clickEffect">
                                  <p:stCondLst>
                                    <p:cond delay="0"/>
                                  </p:stCondLst>
                                  <p:childTnLst>
                                    <p:set>
                                      <p:cBhvr>
                                        <p:cTn id="391" dur="1" fill="hold">
                                          <p:stCondLst>
                                            <p:cond delay="499"/>
                                          </p:stCondLst>
                                        </p:cTn>
                                        <p:tgtEl>
                                          <p:spTgt spid="174288">
                                            <p:txEl>
                                              <p:pRg st="0" end="0"/>
                                            </p:txEl>
                                          </p:spTgt>
                                        </p:tgtEl>
                                        <p:attrNameLst>
                                          <p:attrName>style.visibility</p:attrName>
                                        </p:attrNameLst>
                                      </p:cBhvr>
                                      <p:to>
                                        <p:strVal val="visible"/>
                                      </p:to>
                                    </p:set>
                                  </p:childTnLst>
                                </p:cTn>
                              </p:par>
                            </p:childTnLst>
                          </p:cTn>
                        </p:par>
                      </p:childTnLst>
                    </p:cTn>
                  </p:par>
                  <p:par>
                    <p:cTn id="392" fill="hold" nodeType="clickPar">
                      <p:stCondLst>
                        <p:cond delay="indefinite"/>
                      </p:stCondLst>
                      <p:childTnLst>
                        <p:par>
                          <p:cTn id="393" fill="hold" nodeType="withGroup">
                            <p:stCondLst>
                              <p:cond delay="0"/>
                            </p:stCondLst>
                            <p:childTnLst>
                              <p:par>
                                <p:cTn id="394" presetID="1" presetClass="entr" presetSubtype="0" fill="hold" grpId="0" nodeType="clickEffect">
                                  <p:stCondLst>
                                    <p:cond delay="0"/>
                                  </p:stCondLst>
                                  <p:childTnLst>
                                    <p:set>
                                      <p:cBhvr>
                                        <p:cTn id="395" dur="1" fill="hold">
                                          <p:stCondLst>
                                            <p:cond delay="499"/>
                                          </p:stCondLst>
                                        </p:cTn>
                                        <p:tgtEl>
                                          <p:spTgt spid="174288">
                                            <p:txEl>
                                              <p:pRg st="1" end="1"/>
                                            </p:txEl>
                                          </p:spTgt>
                                        </p:tgtEl>
                                        <p:attrNameLst>
                                          <p:attrName>style.visibility</p:attrName>
                                        </p:attrNameLst>
                                      </p:cBhvr>
                                      <p:to>
                                        <p:strVal val="visible"/>
                                      </p:to>
                                    </p:set>
                                  </p:childTnLst>
                                </p:cTn>
                              </p:par>
                            </p:childTnLst>
                          </p:cTn>
                        </p:par>
                      </p:childTnLst>
                    </p:cTn>
                  </p:par>
                  <p:par>
                    <p:cTn id="396" fill="hold" nodeType="clickPar">
                      <p:stCondLst>
                        <p:cond delay="indefinite"/>
                      </p:stCondLst>
                      <p:childTnLst>
                        <p:par>
                          <p:cTn id="397" fill="hold" nodeType="withGroup">
                            <p:stCondLst>
                              <p:cond delay="0"/>
                            </p:stCondLst>
                            <p:childTnLst>
                              <p:par>
                                <p:cTn id="398" presetID="1" presetClass="entr" presetSubtype="0" fill="hold" grpId="0" nodeType="clickEffect">
                                  <p:stCondLst>
                                    <p:cond delay="0"/>
                                  </p:stCondLst>
                                  <p:childTnLst>
                                    <p:set>
                                      <p:cBhvr>
                                        <p:cTn id="399" dur="1" fill="hold">
                                          <p:stCondLst>
                                            <p:cond delay="499"/>
                                          </p:stCondLst>
                                        </p:cTn>
                                        <p:tgtEl>
                                          <p:spTgt spid="174288">
                                            <p:txEl>
                                              <p:pRg st="2" end="2"/>
                                            </p:txEl>
                                          </p:spTgt>
                                        </p:tgtEl>
                                        <p:attrNameLst>
                                          <p:attrName>style.visibility</p:attrName>
                                        </p:attrNameLst>
                                      </p:cBhvr>
                                      <p:to>
                                        <p:strVal val="visible"/>
                                      </p:to>
                                    </p:set>
                                  </p:childTnLst>
                                </p:cTn>
                              </p:par>
                            </p:childTnLst>
                          </p:cTn>
                        </p:par>
                      </p:childTnLst>
                    </p:cTn>
                  </p:par>
                  <p:par>
                    <p:cTn id="400" fill="hold" nodeType="clickPar">
                      <p:stCondLst>
                        <p:cond delay="indefinite"/>
                      </p:stCondLst>
                      <p:childTnLst>
                        <p:par>
                          <p:cTn id="401" fill="hold" nodeType="withGroup">
                            <p:stCondLst>
                              <p:cond delay="0"/>
                            </p:stCondLst>
                            <p:childTnLst>
                              <p:par>
                                <p:cTn id="402" presetID="1" presetClass="entr" presetSubtype="0" fill="hold" grpId="0" nodeType="clickEffect">
                                  <p:stCondLst>
                                    <p:cond delay="0"/>
                                  </p:stCondLst>
                                  <p:childTnLst>
                                    <p:set>
                                      <p:cBhvr>
                                        <p:cTn id="403" dur="1" fill="hold">
                                          <p:stCondLst>
                                            <p:cond delay="499"/>
                                          </p:stCondLst>
                                        </p:cTn>
                                        <p:tgtEl>
                                          <p:spTgt spid="174288">
                                            <p:txEl>
                                              <p:pRg st="3" end="3"/>
                                            </p:txEl>
                                          </p:spTgt>
                                        </p:tgtEl>
                                        <p:attrNameLst>
                                          <p:attrName>style.visibility</p:attrName>
                                        </p:attrNameLst>
                                      </p:cBhvr>
                                      <p:to>
                                        <p:strVal val="visible"/>
                                      </p:to>
                                    </p:set>
                                  </p:childTnLst>
                                </p:cTn>
                              </p:par>
                            </p:childTnLst>
                          </p:cTn>
                        </p:par>
                      </p:childTnLst>
                    </p:cTn>
                  </p:par>
                  <p:par>
                    <p:cTn id="404" fill="hold" nodeType="clickPar">
                      <p:stCondLst>
                        <p:cond delay="indefinite"/>
                      </p:stCondLst>
                      <p:childTnLst>
                        <p:par>
                          <p:cTn id="405" fill="hold" nodeType="withGroup">
                            <p:stCondLst>
                              <p:cond delay="0"/>
                            </p:stCondLst>
                            <p:childTnLst>
                              <p:par>
                                <p:cTn id="406" presetID="1" presetClass="entr" presetSubtype="0" fill="hold" grpId="0" nodeType="clickEffect">
                                  <p:stCondLst>
                                    <p:cond delay="0"/>
                                  </p:stCondLst>
                                  <p:childTnLst>
                                    <p:set>
                                      <p:cBhvr>
                                        <p:cTn id="407" dur="1" fill="hold">
                                          <p:stCondLst>
                                            <p:cond delay="499"/>
                                          </p:stCondLst>
                                        </p:cTn>
                                        <p:tgtEl>
                                          <p:spTgt spid="174288">
                                            <p:txEl>
                                              <p:pRg st="4" end="4"/>
                                            </p:txEl>
                                          </p:spTgt>
                                        </p:tgtEl>
                                        <p:attrNameLst>
                                          <p:attrName>style.visibility</p:attrName>
                                        </p:attrNameLst>
                                      </p:cBhvr>
                                      <p:to>
                                        <p:strVal val="visible"/>
                                      </p:to>
                                    </p:set>
                                  </p:childTnLst>
                                </p:cTn>
                              </p:par>
                            </p:childTnLst>
                          </p:cTn>
                        </p:par>
                      </p:childTnLst>
                    </p:cTn>
                  </p:par>
                  <p:par>
                    <p:cTn id="408" fill="hold" nodeType="clickPar">
                      <p:stCondLst>
                        <p:cond delay="indefinite"/>
                      </p:stCondLst>
                      <p:childTnLst>
                        <p:par>
                          <p:cTn id="409" fill="hold" nodeType="withGroup">
                            <p:stCondLst>
                              <p:cond delay="0"/>
                            </p:stCondLst>
                            <p:childTnLst>
                              <p:par>
                                <p:cTn id="410" presetID="1" presetClass="entr" presetSubtype="0" fill="hold" grpId="0" nodeType="clickEffect">
                                  <p:stCondLst>
                                    <p:cond delay="0"/>
                                  </p:stCondLst>
                                  <p:childTnLst>
                                    <p:set>
                                      <p:cBhvr>
                                        <p:cTn id="411" dur="1" fill="hold">
                                          <p:stCondLst>
                                            <p:cond delay="499"/>
                                          </p:stCondLst>
                                        </p:cTn>
                                        <p:tgtEl>
                                          <p:spTgt spid="174288">
                                            <p:txEl>
                                              <p:pRg st="5" end="5"/>
                                            </p:txEl>
                                          </p:spTgt>
                                        </p:tgtEl>
                                        <p:attrNameLst>
                                          <p:attrName>style.visibility</p:attrName>
                                        </p:attrNameLst>
                                      </p:cBhvr>
                                      <p:to>
                                        <p:strVal val="visible"/>
                                      </p:to>
                                    </p:set>
                                  </p:childTnLst>
                                </p:cTn>
                              </p:par>
                            </p:childTnLst>
                          </p:cTn>
                        </p:par>
                      </p:childTnLst>
                    </p:cTn>
                  </p:par>
                  <p:par>
                    <p:cTn id="412" fill="hold" nodeType="clickPar">
                      <p:stCondLst>
                        <p:cond delay="indefinite"/>
                      </p:stCondLst>
                      <p:childTnLst>
                        <p:par>
                          <p:cTn id="413" fill="hold" nodeType="withGroup">
                            <p:stCondLst>
                              <p:cond delay="0"/>
                            </p:stCondLst>
                            <p:childTnLst>
                              <p:par>
                                <p:cTn id="414" presetID="1" presetClass="entr" presetSubtype="0" fill="hold" grpId="0" nodeType="clickEffect">
                                  <p:stCondLst>
                                    <p:cond delay="0"/>
                                  </p:stCondLst>
                                  <p:childTnLst>
                                    <p:set>
                                      <p:cBhvr>
                                        <p:cTn id="415" dur="1" fill="hold">
                                          <p:stCondLst>
                                            <p:cond delay="499"/>
                                          </p:stCondLst>
                                        </p:cTn>
                                        <p:tgtEl>
                                          <p:spTgt spid="174288">
                                            <p:txEl>
                                              <p:pRg st="6" end="6"/>
                                            </p:txEl>
                                          </p:spTgt>
                                        </p:tgtEl>
                                        <p:attrNameLst>
                                          <p:attrName>style.visibility</p:attrName>
                                        </p:attrNameLst>
                                      </p:cBhvr>
                                      <p:to>
                                        <p:strVal val="visible"/>
                                      </p:to>
                                    </p:set>
                                  </p:childTnLst>
                                </p:cTn>
                              </p:par>
                            </p:childTnLst>
                          </p:cTn>
                        </p:par>
                      </p:childTnLst>
                    </p:cTn>
                  </p:par>
                  <p:par>
                    <p:cTn id="416" fill="hold">
                      <p:stCondLst>
                        <p:cond delay="indefinite"/>
                      </p:stCondLst>
                      <p:childTnLst>
                        <p:par>
                          <p:cTn id="417" fill="hold">
                            <p:stCondLst>
                              <p:cond delay="0"/>
                            </p:stCondLst>
                            <p:childTnLst>
                              <p:par>
                                <p:cTn id="418" presetID="1" presetClass="entr" presetSubtype="0" fill="hold" grpId="0" nodeType="clickEffect">
                                  <p:stCondLst>
                                    <p:cond delay="0"/>
                                  </p:stCondLst>
                                  <p:childTnLst>
                                    <p:set>
                                      <p:cBhvr>
                                        <p:cTn id="419" dur="1" fill="hold">
                                          <p:stCondLst>
                                            <p:cond delay="499"/>
                                          </p:stCondLst>
                                        </p:cTn>
                                        <p:tgtEl>
                                          <p:spTgt spid="17427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115" grpId="0" animBg="1"/>
      <p:bldP spid="174124" grpId="0" animBg="1"/>
      <p:bldP spid="174125" grpId="0" animBg="1"/>
      <p:bldP spid="174129" grpId="0" animBg="1"/>
      <p:bldP spid="174130" grpId="0" animBg="1"/>
      <p:bldP spid="174141" grpId="0" animBg="1"/>
      <p:bldP spid="174142" grpId="0" animBg="1"/>
      <p:bldP spid="174143" grpId="0" animBg="1"/>
      <p:bldP spid="174144" grpId="0" animBg="1"/>
      <p:bldP spid="174145" grpId="0" animBg="1"/>
      <p:bldP spid="174149" grpId="0" animBg="1"/>
      <p:bldP spid="174150" grpId="0" animBg="1"/>
      <p:bldP spid="174154" grpId="0" animBg="1"/>
      <p:bldP spid="174155" grpId="0" animBg="1"/>
      <p:bldP spid="174156" grpId="0" animBg="1"/>
      <p:bldP spid="174157" grpId="0" animBg="1"/>
      <p:bldP spid="174158" grpId="0" animBg="1"/>
      <p:bldP spid="174159" grpId="0" animBg="1"/>
      <p:bldP spid="174160" grpId="0" autoUpdateAnimBg="0"/>
      <p:bldP spid="174161" grpId="0" animBg="1"/>
      <p:bldP spid="174162" grpId="0" animBg="1"/>
      <p:bldP spid="174163" grpId="0" animBg="1"/>
      <p:bldP spid="174167" grpId="0" animBg="1"/>
      <p:bldP spid="174168" grpId="0" animBg="1"/>
      <p:bldP spid="174172" grpId="0" animBg="1"/>
      <p:bldP spid="174173" grpId="0" animBg="1"/>
      <p:bldP spid="174177" grpId="0" animBg="1"/>
      <p:bldP spid="174211" grpId="0" animBg="1"/>
      <p:bldP spid="174218" grpId="0" autoUpdateAnimBg="0"/>
      <p:bldP spid="174219" grpId="0" animBg="1"/>
      <p:bldP spid="174223" grpId="0" animBg="1"/>
      <p:bldP spid="174227" grpId="0" animBg="1"/>
      <p:bldP spid="174252" grpId="0" animBg="1"/>
      <p:bldP spid="174253" grpId="0" autoUpdateAnimBg="0"/>
      <p:bldP spid="174266" grpId="0" animBg="1"/>
      <p:bldP spid="174267" grpId="0" autoUpdateAnimBg="0"/>
      <p:bldP spid="174268" grpId="0" autoUpdateAnimBg="0"/>
      <p:bldP spid="174269" grpId="0" autoUpdateAnimBg="0"/>
      <p:bldP spid="174270" grpId="0" autoUpdateAnimBg="0"/>
      <p:bldP spid="174271" grpId="0" animBg="1" autoUpdateAnimBg="0"/>
      <p:bldP spid="174272" grpId="0" autoUpdateAnimBg="0"/>
      <p:bldP spid="174279" grpId="0" animBg="1"/>
      <p:bldP spid="174280" grpId="0" animBg="1"/>
      <p:bldP spid="174281" grpId="0" animBg="1"/>
      <p:bldP spid="174282" grpId="0" animBg="1"/>
      <p:bldP spid="174283" grpId="0" animBg="1"/>
      <p:bldP spid="174284" grpId="0" animBg="1"/>
      <p:bldP spid="174285" grpId="0" animBg="1"/>
      <p:bldP spid="174286" grpId="0" animBg="1"/>
      <p:bldP spid="174287" grpId="0" animBg="1"/>
      <p:bldP spid="174288" grpId="0" build="p" autoUpdateAnimBg="0"/>
      <p:bldP spid="32" grpId="0" animBg="1"/>
      <p:bldP spid="33"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50000"/>
              </a:spcBef>
              <a:buClrTx/>
              <a:buFontTx/>
              <a:buNone/>
            </a:pPr>
            <a:fld id="{EE877B05-E7B8-4C04-907D-7942541ABEAF}" type="slidenum">
              <a:rPr lang="en-US" altLang="zh-CN" sz="1400" smtClean="0">
                <a:solidFill>
                  <a:schemeClr val="bg2"/>
                </a:solidFill>
              </a:rPr>
              <a:pPr eaLnBrk="1" hangingPunct="1">
                <a:spcBef>
                  <a:spcPct val="50000"/>
                </a:spcBef>
                <a:buClrTx/>
                <a:buFontTx/>
                <a:buNone/>
              </a:pPr>
              <a:t>28</a:t>
            </a:fld>
            <a:endParaRPr lang="en-US" altLang="zh-CN" sz="1400" smtClean="0">
              <a:solidFill>
                <a:schemeClr val="bg2"/>
              </a:solidFill>
            </a:endParaRPr>
          </a:p>
        </p:txBody>
      </p:sp>
      <p:sp>
        <p:nvSpPr>
          <p:cNvPr id="30723" name="AutoShape 2">
            <a:hlinkClick r:id="" action="ppaction://hlinkshowjump?jump=firstslide" highlightClick="1"/>
          </p:cNvPr>
          <p:cNvSpPr>
            <a:spLocks noChangeArrowheads="1"/>
          </p:cNvSpPr>
          <p:nvPr/>
        </p:nvSpPr>
        <p:spPr bwMode="auto">
          <a:xfrm>
            <a:off x="0" y="0"/>
            <a:ext cx="9144000" cy="6858000"/>
          </a:xfrm>
          <a:prstGeom prst="actionButtonBlank">
            <a:avLst/>
          </a:prstGeom>
          <a:solidFill>
            <a:srgbClr val="CCCCFF"/>
          </a:solidFill>
          <a:ln>
            <a:noFill/>
          </a:ln>
          <a:extLst>
            <a:ext uri="{91240B29-F687-4F45-9708-019B960494DF}">
              <a14:hiddenLine xmlns:a14="http://schemas.microsoft.com/office/drawing/2010/main" w="9525">
                <a:solidFill>
                  <a:srgbClr val="000000"/>
                </a:solidFill>
                <a:miter lim="800000"/>
                <a:headEnd/>
                <a:tailEnd type="none" w="sm" len="lg"/>
              </a14:hiddenLine>
            </a:ext>
          </a:extLst>
        </p:spPr>
        <p:txBody>
          <a:bodyPr anchor="ctr">
            <a:spAutoFit/>
          </a:bodyP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endParaRPr kumimoji="0" lang="zh-CN" altLang="en-US" sz="2000"/>
          </a:p>
        </p:txBody>
      </p:sp>
      <p:sp>
        <p:nvSpPr>
          <p:cNvPr id="217092" name="Text Box 4"/>
          <p:cNvSpPr txBox="1">
            <a:spLocks noChangeArrowheads="1"/>
          </p:cNvSpPr>
          <p:nvPr/>
        </p:nvSpPr>
        <p:spPr bwMode="auto">
          <a:xfrm>
            <a:off x="512763" y="1900238"/>
            <a:ext cx="8142287" cy="2185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eaLnBrk="0" hangingPunct="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r>
              <a:rPr lang="en-US" altLang="zh-CN" sz="2800" i="1" dirty="0">
                <a:solidFill>
                  <a:srgbClr val="000000"/>
                </a:solidFill>
                <a:ea typeface="黑体" pitchFamily="2" charset="-122"/>
                <a:sym typeface="Symbol" pitchFamily="18" charset="2"/>
              </a:rPr>
              <a:t>      Great ideas often start as freehand sketches made on scratch paper</a:t>
            </a:r>
            <a:r>
              <a:rPr lang="en-US" altLang="zh-CN" sz="2800" i="1" dirty="0" smtClean="0">
                <a:solidFill>
                  <a:srgbClr val="000000"/>
                </a:solidFill>
                <a:ea typeface="黑体" pitchFamily="2" charset="-122"/>
                <a:sym typeface="Symbol" pitchFamily="18" charset="2"/>
              </a:rPr>
              <a:t>.</a:t>
            </a:r>
          </a:p>
          <a:p>
            <a:pPr eaLnBrk="1" hangingPunct="1">
              <a:spcBef>
                <a:spcPct val="0"/>
              </a:spcBef>
              <a:buClrTx/>
              <a:buFontTx/>
              <a:buNone/>
            </a:pPr>
            <a:endParaRPr lang="en-US" altLang="zh-CN" sz="2800" i="1" dirty="0">
              <a:solidFill>
                <a:srgbClr val="000000"/>
              </a:solidFill>
              <a:ea typeface="黑体" pitchFamily="2" charset="-122"/>
              <a:sym typeface="Symbol" pitchFamily="18" charset="2"/>
            </a:endParaRPr>
          </a:p>
          <a:p>
            <a:pPr lvl="1" eaLnBrk="1" hangingPunct="1">
              <a:spcBef>
                <a:spcPct val="0"/>
              </a:spcBef>
              <a:buClrTx/>
              <a:buSzTx/>
              <a:buFontTx/>
              <a:buNone/>
            </a:pPr>
            <a:endParaRPr lang="en-US" altLang="zh-CN" sz="2000" dirty="0"/>
          </a:p>
          <a:p>
            <a:pPr lvl="1" eaLnBrk="1" hangingPunct="1">
              <a:spcBef>
                <a:spcPct val="0"/>
              </a:spcBef>
              <a:buClrTx/>
              <a:buSzTx/>
              <a:buFontTx/>
              <a:buNone/>
            </a:pPr>
            <a:r>
              <a:rPr lang="zh-CN" altLang="en-US" sz="3200" dirty="0"/>
              <a:t>－</a:t>
            </a:r>
            <a:r>
              <a:rPr lang="en-US" altLang="zh-CN" sz="3200" dirty="0"/>
              <a:t>《 Engineering Design Communication》</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709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7092" grpId="0"/>
    </p:bldLst>
  </p:timing>
</p:sld>
</file>

<file path=ppt/theme/theme1.xml><?xml version="1.0" encoding="utf-8"?>
<a:theme xmlns:a="http://schemas.openxmlformats.org/drawingml/2006/main" name="场景型模板">
  <a:themeElements>
    <a:clrScheme name="场景型模板 1">
      <a:dk1>
        <a:srgbClr val="333333"/>
      </a:dk1>
      <a:lt1>
        <a:srgbClr val="A9BDA9"/>
      </a:lt1>
      <a:dk2>
        <a:srgbClr val="004C2B"/>
      </a:dk2>
      <a:lt2>
        <a:srgbClr val="578963"/>
      </a:lt2>
      <a:accent1>
        <a:srgbClr val="E1B7B7"/>
      </a:accent1>
      <a:accent2>
        <a:srgbClr val="B3E1B3"/>
      </a:accent2>
      <a:accent3>
        <a:srgbClr val="D1DBD1"/>
      </a:accent3>
      <a:accent4>
        <a:srgbClr val="2A2A2A"/>
      </a:accent4>
      <a:accent5>
        <a:srgbClr val="EED8D8"/>
      </a:accent5>
      <a:accent6>
        <a:srgbClr val="A2CCA2"/>
      </a:accent6>
      <a:hlink>
        <a:srgbClr val="BDD7E5"/>
      </a:hlink>
      <a:folHlink>
        <a:srgbClr val="D2AAD2"/>
      </a:folHlink>
    </a:clrScheme>
    <a:fontScheme name="场景型模板">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rgbClr val="FF0000"/>
          </a:solidFill>
          <a:prstDash val="solid"/>
          <a:round/>
          <a:headEnd type="none" w="med" len="med"/>
          <a:tailEnd type="none" w="sm" len="lg"/>
        </a:ln>
        <a:effectLst/>
      </a:spPr>
      <a:bodyPr vert="horz" wrap="none" lIns="91440" tIns="45720" rIns="91440" bIns="45720" numCol="1" anchor="ctr" anchorCtr="0" compatLnSpc="1">
        <a:prstTxWarp prst="textNoShape">
          <a:avLst/>
        </a:prstTxWarp>
        <a:spAutoFit/>
      </a:bodyPr>
      <a:lstStyle>
        <a:defPPr marL="0" marR="0" indent="0" algn="l" defTabSz="914400" rtl="0" eaLnBrk="1" fontAlgn="base" latinLnBrk="0" hangingPunct="1">
          <a:lnSpc>
            <a:spcPct val="100000"/>
          </a:lnSpc>
          <a:spcBef>
            <a:spcPct val="0"/>
          </a:spcBef>
          <a:spcAft>
            <a:spcPct val="0"/>
          </a:spcAft>
          <a:buClrTx/>
          <a:buSzTx/>
          <a:buFontTx/>
          <a:buNone/>
          <a:tabLst/>
          <a:defRPr kumimoji="0" lang="zh-CN" altLang="en-US" sz="2000" b="1" i="0" u="none" strike="noStrike" cap="none" normalizeH="0" baseline="0" smtClean="0">
            <a:ln>
              <a:noFill/>
            </a:ln>
            <a:solidFill>
              <a:schemeClr val="tx1"/>
            </a:solidFill>
            <a:effectLst/>
            <a:latin typeface="Times New Roman" pitchFamily="18" charset="0"/>
            <a:ea typeface="宋体" pitchFamily="2" charset="-122"/>
          </a:defRPr>
        </a:defPPr>
      </a:lstStyle>
    </a:spDef>
    <a:lnDef>
      <a:spPr bwMode="auto">
        <a:xfrm>
          <a:off x="0" y="0"/>
          <a:ext cx="1" cy="1"/>
        </a:xfrm>
        <a:custGeom>
          <a:avLst/>
          <a:gdLst/>
          <a:ahLst/>
          <a:cxnLst/>
          <a:rect l="0" t="0" r="0" b="0"/>
          <a:pathLst/>
        </a:custGeom>
        <a:noFill/>
        <a:ln w="9525" cap="flat" cmpd="sng" algn="ctr">
          <a:solidFill>
            <a:srgbClr val="FF0000"/>
          </a:solidFill>
          <a:prstDash val="solid"/>
          <a:round/>
          <a:headEnd type="none" w="med" len="med"/>
          <a:tailEnd type="none" w="sm" len="lg"/>
        </a:ln>
        <a:effectLst/>
      </a:spPr>
      <a:bodyPr vert="horz" wrap="none" lIns="91440" tIns="45720" rIns="91440" bIns="45720" numCol="1" anchor="ctr" anchorCtr="0" compatLnSpc="1">
        <a:prstTxWarp prst="textNoShape">
          <a:avLst/>
        </a:prstTxWarp>
        <a:spAutoFit/>
      </a:bodyPr>
      <a:lstStyle>
        <a:defPPr marL="0" marR="0" indent="0" algn="l" defTabSz="914400" rtl="0" eaLnBrk="1" fontAlgn="base" latinLnBrk="0" hangingPunct="1">
          <a:lnSpc>
            <a:spcPct val="100000"/>
          </a:lnSpc>
          <a:spcBef>
            <a:spcPct val="0"/>
          </a:spcBef>
          <a:spcAft>
            <a:spcPct val="0"/>
          </a:spcAft>
          <a:buClrTx/>
          <a:buSzTx/>
          <a:buFontTx/>
          <a:buNone/>
          <a:tabLst/>
          <a:defRPr kumimoji="0" lang="zh-CN" altLang="en-US" sz="2000" b="1" i="0" u="none" strike="noStrike" cap="none" normalizeH="0" baseline="0" smtClean="0">
            <a:ln>
              <a:noFill/>
            </a:ln>
            <a:solidFill>
              <a:schemeClr val="tx1"/>
            </a:solidFill>
            <a:effectLst/>
            <a:latin typeface="Times New Roman" pitchFamily="18" charset="0"/>
            <a:ea typeface="宋体" pitchFamily="2" charset="-122"/>
          </a:defRPr>
        </a:defPPr>
      </a:lstStyle>
    </a:lnDef>
  </a:objectDefaults>
  <a:extraClrSchemeLst>
    <a:extraClrScheme>
      <a:clrScheme name="场景型模板 1">
        <a:dk1>
          <a:srgbClr val="333333"/>
        </a:dk1>
        <a:lt1>
          <a:srgbClr val="A9BDA9"/>
        </a:lt1>
        <a:dk2>
          <a:srgbClr val="004C2B"/>
        </a:dk2>
        <a:lt2>
          <a:srgbClr val="578963"/>
        </a:lt2>
        <a:accent1>
          <a:srgbClr val="E1B7B7"/>
        </a:accent1>
        <a:accent2>
          <a:srgbClr val="B3E1B3"/>
        </a:accent2>
        <a:accent3>
          <a:srgbClr val="D1DBD1"/>
        </a:accent3>
        <a:accent4>
          <a:srgbClr val="2A2A2A"/>
        </a:accent4>
        <a:accent5>
          <a:srgbClr val="EED8D8"/>
        </a:accent5>
        <a:accent6>
          <a:srgbClr val="A2CCA2"/>
        </a:accent6>
        <a:hlink>
          <a:srgbClr val="BDD7E5"/>
        </a:hlink>
        <a:folHlink>
          <a:srgbClr val="D2AAD2"/>
        </a:folHlink>
      </a:clrScheme>
      <a:clrMap bg1="lt1" tx1="dk1" bg2="lt2" tx2="dk2" accent1="accent1" accent2="accent2" accent3="accent3" accent4="accent4" accent5="accent5" accent6="accent6" hlink="hlink" folHlink="folHlink"/>
    </a:extraClrScheme>
    <a:extraClrScheme>
      <a:clrScheme name="场景型模板 2">
        <a:dk1>
          <a:srgbClr val="333333"/>
        </a:dk1>
        <a:lt1>
          <a:srgbClr val="FFFFFF"/>
        </a:lt1>
        <a:dk2>
          <a:srgbClr val="004C2B"/>
        </a:dk2>
        <a:lt2>
          <a:srgbClr val="578963"/>
        </a:lt2>
        <a:accent1>
          <a:srgbClr val="E1B7B7"/>
        </a:accent1>
        <a:accent2>
          <a:srgbClr val="B3E1B3"/>
        </a:accent2>
        <a:accent3>
          <a:srgbClr val="FFFFFF"/>
        </a:accent3>
        <a:accent4>
          <a:srgbClr val="2A2A2A"/>
        </a:accent4>
        <a:accent5>
          <a:srgbClr val="EED8D8"/>
        </a:accent5>
        <a:accent6>
          <a:srgbClr val="A2CCA2"/>
        </a:accent6>
        <a:hlink>
          <a:srgbClr val="BDD7E5"/>
        </a:hlink>
        <a:folHlink>
          <a:srgbClr val="D2AAD2"/>
        </a:folHlink>
      </a:clrScheme>
      <a:clrMap bg1="lt1" tx1="dk1" bg2="lt2" tx2="dk2" accent1="accent1" accent2="accent2" accent3="accent3" accent4="accent4" accent5="accent5" accent6="accent6" hlink="hlink" folHlink="folHlink"/>
    </a:extraClrScheme>
    <a:extraClrScheme>
      <a:clrScheme name="场景型模板 3">
        <a:dk1>
          <a:srgbClr val="000000"/>
        </a:dk1>
        <a:lt1>
          <a:srgbClr val="FFFFFF"/>
        </a:lt1>
        <a:dk2>
          <a:srgbClr val="000000"/>
        </a:dk2>
        <a:lt2>
          <a:srgbClr val="393939"/>
        </a:lt2>
        <a:accent1>
          <a:srgbClr val="CBCBCB"/>
        </a:accent1>
        <a:accent2>
          <a:srgbClr val="808080"/>
        </a:accent2>
        <a:accent3>
          <a:srgbClr val="FFFFFF"/>
        </a:accent3>
        <a:accent4>
          <a:srgbClr val="000000"/>
        </a:accent4>
        <a:accent5>
          <a:srgbClr val="E2E2E2"/>
        </a:accent5>
        <a:accent6>
          <a:srgbClr val="737373"/>
        </a:accent6>
        <a:hlink>
          <a:srgbClr val="B2B2B2"/>
        </a:hlink>
        <a:folHlink>
          <a:srgbClr val="EAEAEA"/>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C:\Program Files\Microsoft Office\Templates\演示文稿设计\场景型模板.pot</Template>
  <TotalTime>5532</TotalTime>
  <Words>981</Words>
  <Application>Microsoft Office PowerPoint</Application>
  <PresentationFormat>全屏显示(4:3)</PresentationFormat>
  <Paragraphs>349</Paragraphs>
  <Slides>28</Slides>
  <Notes>0</Notes>
  <HiddenSlides>0</HiddenSlides>
  <MMClips>0</MMClips>
  <ScaleCrop>false</ScaleCrop>
  <HeadingPairs>
    <vt:vector size="6" baseType="variant">
      <vt:variant>
        <vt:lpstr>主题</vt:lpstr>
      </vt:variant>
      <vt:variant>
        <vt:i4>1</vt:i4>
      </vt:variant>
      <vt:variant>
        <vt:lpstr>嵌入 OLE 服务器</vt:lpstr>
      </vt:variant>
      <vt:variant>
        <vt:i4>2</vt:i4>
      </vt:variant>
      <vt:variant>
        <vt:lpstr>幻灯片标题</vt:lpstr>
      </vt:variant>
      <vt:variant>
        <vt:i4>28</vt:i4>
      </vt:variant>
    </vt:vector>
  </HeadingPairs>
  <TitlesOfParts>
    <vt:vector size="31" baseType="lpstr">
      <vt:lpstr>场景型模板</vt:lpstr>
      <vt:lpstr>Image</vt:lpstr>
      <vt:lpstr>公式</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ENGINEERING GRAPHICS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第九讲            1999.11.24</dc:title>
  <dc:creator>TSINGHUA UNIVERSITY</dc:creator>
  <cp:lastModifiedBy>Li Tiemin</cp:lastModifiedBy>
  <cp:revision>202</cp:revision>
  <dcterms:created xsi:type="dcterms:W3CDTF">1999-11-23T23:15:47Z</dcterms:created>
  <dcterms:modified xsi:type="dcterms:W3CDTF">2023-11-19T07:47:46Z</dcterms:modified>
</cp:coreProperties>
</file>